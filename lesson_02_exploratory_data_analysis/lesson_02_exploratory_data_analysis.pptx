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drawingml.chart+xml" PartName="/ppt/charts/chart3.xml"/>
  <Override ContentType="application/vnd.openxmlformats-officedocument.drawingml.chart+xml" PartName="/ppt/charts/chart8.xml"/>
  <Override ContentType="application/vnd.openxmlformats-officedocument.drawingml.chart+xml" PartName="/ppt/charts/chart9.xml"/>
  <Override ContentType="application/vnd.openxmlformats-officedocument.drawingml.chart+xml" PartName="/ppt/charts/chart2.xml"/>
  <Override ContentType="application/vnd.openxmlformats-officedocument.drawingml.chart+xml" PartName="/ppt/charts/chart7.xml"/>
  <Override ContentType="application/vnd.openxmlformats-officedocument.drawingml.chart+xml" PartName="/ppt/charts/chart5.xml"/>
  <Override ContentType="application/vnd.openxmlformats-officedocument.drawingml.chart+xml" PartName="/ppt/charts/chart4.xml"/>
  <Override ContentType="application/vnd.openxmlformats-officedocument.drawingml.chart+xml" PartName="/ppt/charts/chart6.xml"/>
  <Override ContentType="application/vnd.openxmlformats-officedocument.drawingml.chart+xml" PartName="/ppt/charts/chart11.xml"/>
  <Override ContentType="application/vnd.openxmlformats-officedocument.drawingml.chart+xml" PartName="/ppt/charts/chart1.xml"/>
  <Override ContentType="application/vnd.openxmlformats-officedocument.drawingml.chart+xml" PartName="/ppt/charts/chart10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</p:sldIdLst>
  <p:sldSz cy="6858000" cx="12192000"/>
  <p:notesSz cx="6858000" cy="9144000"/>
  <p:embeddedFontLst>
    <p:embeddedFont>
      <p:font typeface="Play"/>
      <p:regular r:id="rId36"/>
      <p:bold r:id="rId3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8" roundtripDataSignature="AMtx7mgw/2FwFlmUSxEsHw86JTJ3gQNLO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slide" Target="slides/slide25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11" Type="http://schemas.openxmlformats.org/officeDocument/2006/relationships/slide" Target="slides/slide7.xml"/><Relationship Id="rId33" Type="http://schemas.openxmlformats.org/officeDocument/2006/relationships/slide" Target="slides/slide29.xml"/><Relationship Id="rId10" Type="http://schemas.openxmlformats.org/officeDocument/2006/relationships/slide" Target="slides/slide6.xml"/><Relationship Id="rId32" Type="http://schemas.openxmlformats.org/officeDocument/2006/relationships/slide" Target="slides/slide28.xml"/><Relationship Id="rId13" Type="http://schemas.openxmlformats.org/officeDocument/2006/relationships/slide" Target="slides/slide9.xml"/><Relationship Id="rId35" Type="http://schemas.openxmlformats.org/officeDocument/2006/relationships/slide" Target="slides/slide31.xml"/><Relationship Id="rId12" Type="http://schemas.openxmlformats.org/officeDocument/2006/relationships/slide" Target="slides/slide8.xml"/><Relationship Id="rId34" Type="http://schemas.openxmlformats.org/officeDocument/2006/relationships/slide" Target="slides/slide30.xml"/><Relationship Id="rId15" Type="http://schemas.openxmlformats.org/officeDocument/2006/relationships/slide" Target="slides/slide11.xml"/><Relationship Id="rId37" Type="http://schemas.openxmlformats.org/officeDocument/2006/relationships/font" Target="fonts/Play-bold.fntdata"/><Relationship Id="rId14" Type="http://schemas.openxmlformats.org/officeDocument/2006/relationships/slide" Target="slides/slide10.xml"/><Relationship Id="rId36" Type="http://schemas.openxmlformats.org/officeDocument/2006/relationships/font" Target="fonts/Play-regular.fntdata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38" Type="http://customschemas.google.com/relationships/presentationmetadata" Target="metadata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charts/_rels/chart1.xml.rels><?xml version='1.0' encoding='utf-8'?>
<Relationships xmlns="http://schemas.openxmlformats.org/package/2006/relationships" />
</file>

<file path=ppt/charts/_rels/chart2.xml.rels><?xml version='1.0' encoding='utf-8'?>
<Relationships xmlns="http://schemas.openxmlformats.org/package/2006/relationships" />
</file>

<file path=ppt/charts/_rels/chart3.xml.rels><?xml version='1.0' encoding='utf-8'?>
<Relationships xmlns="http://schemas.openxmlformats.org/package/2006/relationships" />
</file>

<file path=ppt/charts/_rels/chart4.xml.rels><?xml version='1.0' encoding='utf-8'?>
<Relationships xmlns="http://schemas.openxmlformats.org/package/2006/relationships" />
</file>

<file path=ppt/charts/_rels/chart5.xml.rels><?xml version='1.0' encoding='utf-8'?>
<Relationships xmlns="http://schemas.openxmlformats.org/package/2006/relationships" />
</file>

<file path=ppt/charts/_rels/chart6.xml.rels><?xml version='1.0' encoding='utf-8'?>
<Relationships xmlns="http://schemas.openxmlformats.org/package/2006/relationships" />
</file>

<file path=ppt/charts/_rels/chart7.xml.rels><?xml version='1.0' encoding='utf-8'?>
<Relationships xmlns="http://schemas.openxmlformats.org/package/2006/relationships" />
</file>

<file path=ppt/charts/_rels/chart8.xml.rels><?xml version='1.0' encoding='utf-8'?>
<Relationships xmlns="http://schemas.openxmlformats.org/package/2006/relationships" />
</file>

<file path=ppt/charts/_rels/chart9.xml.rels><?xml version='1.0' encoding='utf-8'?>
<Relationships xmlns="http://schemas.openxmlformats.org/package/2006/relationships" />
</file>

<file path=ppt/charts/_rels/chart10.xml.rels><?xml version='1.0' encoding='utf-8'?>
<Relationships xmlns="http://schemas.openxmlformats.org/package/2006/relationships" />
</file>

<file path=ppt/charts/_rels/chart11.xml.rels><?xml version='1.0' encoding='utf-8'?>
<Relationships xmlns="http://schemas.openxmlformats.org/package/2006/relationships" />
</file>

<file path=ppt/charts/chart1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"/>
        <c:ser>
          <c:idx val="0"/>
          <c:order val="0"/>
          <c:tx>
            <c:v>Среднее</c:v>
          </c:tx>
          <c:spPr>
            <a:solidFill xmlns:a="http://schemas.openxmlformats.org/drawingml/2006/main">
              <a:srgbClr val="0077FF"/>
            </a:solidFill>
            <a:ln xmlns:a="http://schemas.openxmlformats.org/drawingml/2006/main" w="28575">
              <a:solidFill>
                <a:srgbClr val="0077FF"/>
              </a:solidFill>
            </a:ln>
          </c:spPr>
          <c:marker>
            <c:symbol val="none"/>
            <c:size val="5"/>
          </c:marker>
          <c:xVal>
            <c:numRef>
              <c:f>'Chart Data'!$A$2:$A$101</c:f>
              <c:numCache>
                <c:formatCode>General</c:formatCode>
                <c:ptCount val="100"/>
                <c:pt idx="0">
                  <c:v>0</c:v>
                </c:pt>
                <c:pt idx="1">
                  <c:v>1.51515151515</c:v>
                </c:pt>
                <c:pt idx="2">
                  <c:v>3.0303030303</c:v>
                </c:pt>
                <c:pt idx="3">
                  <c:v>4.54545454545</c:v>
                </c:pt>
                <c:pt idx="4">
                  <c:v>6.06060606061</c:v>
                </c:pt>
                <c:pt idx="5">
                  <c:v>7.57575757576</c:v>
                </c:pt>
                <c:pt idx="6">
                  <c:v>9.09090909091</c:v>
                </c:pt>
                <c:pt idx="7">
                  <c:v>10.6060606061</c:v>
                </c:pt>
                <c:pt idx="8">
                  <c:v>12.1212121212</c:v>
                </c:pt>
                <c:pt idx="9">
                  <c:v>13.6363636364</c:v>
                </c:pt>
                <c:pt idx="10">
                  <c:v>15.1515151515</c:v>
                </c:pt>
                <c:pt idx="11">
                  <c:v>16.6666666667</c:v>
                </c:pt>
                <c:pt idx="12">
                  <c:v>18.1818181818</c:v>
                </c:pt>
                <c:pt idx="13">
                  <c:v>19.696969697</c:v>
                </c:pt>
                <c:pt idx="14">
                  <c:v>21.2121212121</c:v>
                </c:pt>
                <c:pt idx="15">
                  <c:v>22.7272727273</c:v>
                </c:pt>
                <c:pt idx="16">
                  <c:v>24.2424242424</c:v>
                </c:pt>
                <c:pt idx="17">
                  <c:v>25.7575757576</c:v>
                </c:pt>
                <c:pt idx="18">
                  <c:v>27.2727272727</c:v>
                </c:pt>
                <c:pt idx="19">
                  <c:v>28.7878787879</c:v>
                </c:pt>
                <c:pt idx="20">
                  <c:v>30.303030303</c:v>
                </c:pt>
                <c:pt idx="21">
                  <c:v>31.8181818182</c:v>
                </c:pt>
                <c:pt idx="22">
                  <c:v>33.3333333333</c:v>
                </c:pt>
                <c:pt idx="23">
                  <c:v>34.8484848485</c:v>
                </c:pt>
                <c:pt idx="24">
                  <c:v>36.3636363636</c:v>
                </c:pt>
                <c:pt idx="25">
                  <c:v>37.8787878788</c:v>
                </c:pt>
                <c:pt idx="26">
                  <c:v>39.3939393939</c:v>
                </c:pt>
                <c:pt idx="27">
                  <c:v>40.9090909091</c:v>
                </c:pt>
                <c:pt idx="28">
                  <c:v>42.4242424242</c:v>
                </c:pt>
                <c:pt idx="29">
                  <c:v>43.9393939394</c:v>
                </c:pt>
                <c:pt idx="30">
                  <c:v>45.4545454545</c:v>
                </c:pt>
                <c:pt idx="31">
                  <c:v>46.9696969697</c:v>
                </c:pt>
                <c:pt idx="32">
                  <c:v>48.4848484848</c:v>
                </c:pt>
                <c:pt idx="33">
                  <c:v>50</c:v>
                </c:pt>
                <c:pt idx="34">
                  <c:v>51.5151515152</c:v>
                </c:pt>
                <c:pt idx="35">
                  <c:v>53.0303030303</c:v>
                </c:pt>
                <c:pt idx="36">
                  <c:v>54.5454545455</c:v>
                </c:pt>
                <c:pt idx="37">
                  <c:v>56.0606060606</c:v>
                </c:pt>
                <c:pt idx="38">
                  <c:v>57.5757575758</c:v>
                </c:pt>
                <c:pt idx="39">
                  <c:v>59.0909090909</c:v>
                </c:pt>
                <c:pt idx="40">
                  <c:v>60.6060606061</c:v>
                </c:pt>
                <c:pt idx="41">
                  <c:v>62.1212121212</c:v>
                </c:pt>
                <c:pt idx="42">
                  <c:v>63.6363636364</c:v>
                </c:pt>
                <c:pt idx="43">
                  <c:v>65.1515151515</c:v>
                </c:pt>
                <c:pt idx="44">
                  <c:v>66.6666666667</c:v>
                </c:pt>
                <c:pt idx="45">
                  <c:v>68.1818181818</c:v>
                </c:pt>
                <c:pt idx="46">
                  <c:v>69.696969697</c:v>
                </c:pt>
                <c:pt idx="47">
                  <c:v>71.2121212121</c:v>
                </c:pt>
                <c:pt idx="48">
                  <c:v>72.7272727273</c:v>
                </c:pt>
                <c:pt idx="49">
                  <c:v>74.2424242424</c:v>
                </c:pt>
                <c:pt idx="50">
                  <c:v>75.7575757576</c:v>
                </c:pt>
                <c:pt idx="51">
                  <c:v>77.2727272727</c:v>
                </c:pt>
                <c:pt idx="52">
                  <c:v>78.7878787879</c:v>
                </c:pt>
                <c:pt idx="53">
                  <c:v>80.303030303</c:v>
                </c:pt>
                <c:pt idx="54">
                  <c:v>81.8181818182</c:v>
                </c:pt>
                <c:pt idx="55">
                  <c:v>83.3333333333</c:v>
                </c:pt>
                <c:pt idx="56">
                  <c:v>84.8484848485</c:v>
                </c:pt>
                <c:pt idx="57">
                  <c:v>86.3636363636</c:v>
                </c:pt>
                <c:pt idx="58">
                  <c:v>87.8787878788</c:v>
                </c:pt>
                <c:pt idx="59">
                  <c:v>89.3939393939</c:v>
                </c:pt>
                <c:pt idx="60">
                  <c:v>90.9090909091</c:v>
                </c:pt>
                <c:pt idx="61">
                  <c:v>92.4242424242</c:v>
                </c:pt>
                <c:pt idx="62">
                  <c:v>93.9393939394</c:v>
                </c:pt>
                <c:pt idx="63">
                  <c:v>95.4545454545</c:v>
                </c:pt>
                <c:pt idx="64">
                  <c:v>96.9696969697</c:v>
                </c:pt>
                <c:pt idx="65">
                  <c:v>98.4848484848</c:v>
                </c:pt>
                <c:pt idx="66">
                  <c:v>100</c:v>
                </c:pt>
                <c:pt idx="67">
                  <c:v>101.515151515</c:v>
                </c:pt>
                <c:pt idx="68">
                  <c:v>103.03030303</c:v>
                </c:pt>
                <c:pt idx="69">
                  <c:v>104.545454545</c:v>
                </c:pt>
                <c:pt idx="70">
                  <c:v>106.060606061</c:v>
                </c:pt>
                <c:pt idx="71">
                  <c:v>107.575757576</c:v>
                </c:pt>
                <c:pt idx="72">
                  <c:v>109.090909091</c:v>
                </c:pt>
                <c:pt idx="73">
                  <c:v>110.606060606</c:v>
                </c:pt>
                <c:pt idx="74">
                  <c:v>112.121212121</c:v>
                </c:pt>
                <c:pt idx="75">
                  <c:v>113.636363636</c:v>
                </c:pt>
                <c:pt idx="76">
                  <c:v>115.151515152</c:v>
                </c:pt>
                <c:pt idx="77">
                  <c:v>116.666666667</c:v>
                </c:pt>
                <c:pt idx="78">
                  <c:v>118.181818182</c:v>
                </c:pt>
                <c:pt idx="79">
                  <c:v>119.696969697</c:v>
                </c:pt>
                <c:pt idx="80">
                  <c:v>121.212121212</c:v>
                </c:pt>
                <c:pt idx="81">
                  <c:v>122.727272727</c:v>
                </c:pt>
                <c:pt idx="82">
                  <c:v>124.242424242</c:v>
                </c:pt>
                <c:pt idx="83">
                  <c:v>125.757575758</c:v>
                </c:pt>
                <c:pt idx="84">
                  <c:v>127.272727273</c:v>
                </c:pt>
                <c:pt idx="85">
                  <c:v>128.787878788</c:v>
                </c:pt>
                <c:pt idx="86">
                  <c:v>130.303030303</c:v>
                </c:pt>
                <c:pt idx="87">
                  <c:v>131.818181818</c:v>
                </c:pt>
                <c:pt idx="88">
                  <c:v>133.333333333</c:v>
                </c:pt>
                <c:pt idx="89">
                  <c:v>134.848484848</c:v>
                </c:pt>
                <c:pt idx="90">
                  <c:v>136.363636364</c:v>
                </c:pt>
                <c:pt idx="91">
                  <c:v>137.878787879</c:v>
                </c:pt>
                <c:pt idx="92">
                  <c:v>139.393939394</c:v>
                </c:pt>
                <c:pt idx="93">
                  <c:v>140.909090909</c:v>
                </c:pt>
                <c:pt idx="94">
                  <c:v>142.424242424</c:v>
                </c:pt>
                <c:pt idx="95">
                  <c:v>143.939393939</c:v>
                </c:pt>
                <c:pt idx="96">
                  <c:v>145.454545455</c:v>
                </c:pt>
                <c:pt idx="97">
                  <c:v>146.96969697</c:v>
                </c:pt>
                <c:pt idx="98">
                  <c:v>148.484848485</c:v>
                </c:pt>
                <c:pt idx="99">
                  <c:v>150</c:v>
                </c:pt>
              </c:numCache>
            </c:numRef>
          </c:xVal>
          <c:yVal>
            <c:numRef>
              <c:f>'Chart Data'!$B$2:$B$101</c:f>
              <c:numCache>
                <c:formatCode>0.##</c:formatCode>
                <c:ptCount val="100"/>
                <c:pt idx="0">
                  <c:v>0.0223527141836</c:v>
                </c:pt>
                <c:pt idx="1">
                  <c:v>0.0373542143336</c:v>
                </c:pt>
                <c:pt idx="2">
                  <c:v>0.0523557144836</c:v>
                </c:pt>
                <c:pt idx="3">
                  <c:v>0.0673572146336</c:v>
                </c:pt>
                <c:pt idx="4">
                  <c:v>0.0823587147836</c:v>
                </c:pt>
                <c:pt idx="5">
                  <c:v>0.0973602149336</c:v>
                </c:pt>
                <c:pt idx="6">
                  <c:v>0.112361715084</c:v>
                </c:pt>
                <c:pt idx="7">
                  <c:v>0.127363215234</c:v>
                </c:pt>
                <c:pt idx="8">
                  <c:v>0.142364715384</c:v>
                </c:pt>
                <c:pt idx="9">
                  <c:v>0.157366215534</c:v>
                </c:pt>
                <c:pt idx="10">
                  <c:v>0.172367715684</c:v>
                </c:pt>
                <c:pt idx="11">
                  <c:v>0.187369215834</c:v>
                </c:pt>
                <c:pt idx="12">
                  <c:v>0.202370715984</c:v>
                </c:pt>
                <c:pt idx="13">
                  <c:v>0.217372216134</c:v>
                </c:pt>
                <c:pt idx="14">
                  <c:v>0.232373716284</c:v>
                </c:pt>
                <c:pt idx="15">
                  <c:v>0.247375216434</c:v>
                </c:pt>
                <c:pt idx="16">
                  <c:v>0.262376716584</c:v>
                </c:pt>
                <c:pt idx="17">
                  <c:v>0.277378216734</c:v>
                </c:pt>
                <c:pt idx="18">
                  <c:v>0.292379716884</c:v>
                </c:pt>
                <c:pt idx="19">
                  <c:v>0.307381217034</c:v>
                </c:pt>
                <c:pt idx="20">
                  <c:v>0.322382717184</c:v>
                </c:pt>
                <c:pt idx="21">
                  <c:v>0.337384217334</c:v>
                </c:pt>
                <c:pt idx="22">
                  <c:v>0.352385717484</c:v>
                </c:pt>
                <c:pt idx="23">
                  <c:v>0.367387217634</c:v>
                </c:pt>
                <c:pt idx="24">
                  <c:v>0.382388717784</c:v>
                </c:pt>
                <c:pt idx="25">
                  <c:v>0.397390217934</c:v>
                </c:pt>
                <c:pt idx="26">
                  <c:v>0.412391718084</c:v>
                </c:pt>
                <c:pt idx="27">
                  <c:v>0.427393218234</c:v>
                </c:pt>
                <c:pt idx="28">
                  <c:v>0.442394718384</c:v>
                </c:pt>
                <c:pt idx="29">
                  <c:v>0.457396218534</c:v>
                </c:pt>
                <c:pt idx="30">
                  <c:v>0.472397718684</c:v>
                </c:pt>
                <c:pt idx="31">
                  <c:v>0.487399218834</c:v>
                </c:pt>
                <c:pt idx="32">
                  <c:v>0.502400718984</c:v>
                </c:pt>
                <c:pt idx="33">
                  <c:v>0.517402219134</c:v>
                </c:pt>
                <c:pt idx="34">
                  <c:v>0.532403719284</c:v>
                </c:pt>
                <c:pt idx="35">
                  <c:v>0.547405219434</c:v>
                </c:pt>
                <c:pt idx="36">
                  <c:v>0.562406719584</c:v>
                </c:pt>
                <c:pt idx="37">
                  <c:v>0.577408219734</c:v>
                </c:pt>
                <c:pt idx="38">
                  <c:v>0.592409719884</c:v>
                </c:pt>
                <c:pt idx="39">
                  <c:v>0.607411220034</c:v>
                </c:pt>
                <c:pt idx="40">
                  <c:v>0.622412720184</c:v>
                </c:pt>
                <c:pt idx="41">
                  <c:v>0.637414220334</c:v>
                </c:pt>
                <c:pt idx="42">
                  <c:v>0.652415720484</c:v>
                </c:pt>
                <c:pt idx="43">
                  <c:v>0.667417220634</c:v>
                </c:pt>
                <c:pt idx="44">
                  <c:v>0.682418720784</c:v>
                </c:pt>
                <c:pt idx="45">
                  <c:v>0.697420220934</c:v>
                </c:pt>
                <c:pt idx="46">
                  <c:v>0.712421721084</c:v>
                </c:pt>
                <c:pt idx="47">
                  <c:v>0.727423221234</c:v>
                </c:pt>
                <c:pt idx="48">
                  <c:v>0.742424721384</c:v>
                </c:pt>
                <c:pt idx="49">
                  <c:v>0.757426221534</c:v>
                </c:pt>
                <c:pt idx="50">
                  <c:v>0.772427721684</c:v>
                </c:pt>
                <c:pt idx="51">
                  <c:v>0.787429221834</c:v>
                </c:pt>
                <c:pt idx="52">
                  <c:v>0.802430721984</c:v>
                </c:pt>
                <c:pt idx="53">
                  <c:v>0.817432222134</c:v>
                </c:pt>
                <c:pt idx="54">
                  <c:v>0.832433722284</c:v>
                </c:pt>
                <c:pt idx="55">
                  <c:v>0.847435222434</c:v>
                </c:pt>
                <c:pt idx="56">
                  <c:v>0.862436722584</c:v>
                </c:pt>
                <c:pt idx="57">
                  <c:v>0.877438222734</c:v>
                </c:pt>
                <c:pt idx="58">
                  <c:v>0.892439722884</c:v>
                </c:pt>
                <c:pt idx="59">
                  <c:v>0.907441223034</c:v>
                </c:pt>
                <c:pt idx="60">
                  <c:v>0.922442723184</c:v>
                </c:pt>
                <c:pt idx="61">
                  <c:v>0.937444223334</c:v>
                </c:pt>
                <c:pt idx="62">
                  <c:v>0.952445723484</c:v>
                </c:pt>
                <c:pt idx="63">
                  <c:v>0.967447223635</c:v>
                </c:pt>
                <c:pt idx="64">
                  <c:v>0.982448723785</c:v>
                </c:pt>
                <c:pt idx="65">
                  <c:v>0.997450223935</c:v>
                </c:pt>
                <c:pt idx="66">
                  <c:v>1.01245172408</c:v>
                </c:pt>
                <c:pt idx="67">
                  <c:v>1.02745322423</c:v>
                </c:pt>
                <c:pt idx="68">
                  <c:v>1.04245472438</c:v>
                </c:pt>
                <c:pt idx="69">
                  <c:v>1.05745622453</c:v>
                </c:pt>
                <c:pt idx="70">
                  <c:v>1.07245772468</c:v>
                </c:pt>
                <c:pt idx="71">
                  <c:v>1.08745922483</c:v>
                </c:pt>
                <c:pt idx="72">
                  <c:v>1.10246072498</c:v>
                </c:pt>
                <c:pt idx="73">
                  <c:v>1.11746222513</c:v>
                </c:pt>
                <c:pt idx="74">
                  <c:v>1.13246372528</c:v>
                </c:pt>
                <c:pt idx="75">
                  <c:v>1.14746522543</c:v>
                </c:pt>
                <c:pt idx="76">
                  <c:v>1.16246672558</c:v>
                </c:pt>
                <c:pt idx="77">
                  <c:v>1.17746822573</c:v>
                </c:pt>
                <c:pt idx="78">
                  <c:v>1.19246972588</c:v>
                </c:pt>
                <c:pt idx="79">
                  <c:v>1.20747122603</c:v>
                </c:pt>
                <c:pt idx="80">
                  <c:v>1.22247272618</c:v>
                </c:pt>
                <c:pt idx="81">
                  <c:v>1.23747422633</c:v>
                </c:pt>
                <c:pt idx="82">
                  <c:v>1.25247572648</c:v>
                </c:pt>
                <c:pt idx="83">
                  <c:v>1.26747722663</c:v>
                </c:pt>
                <c:pt idx="84">
                  <c:v>1.28247872678</c:v>
                </c:pt>
                <c:pt idx="85">
                  <c:v>1.29748022693</c:v>
                </c:pt>
                <c:pt idx="86">
                  <c:v>1.31248172708</c:v>
                </c:pt>
                <c:pt idx="87">
                  <c:v>1.32748322723</c:v>
                </c:pt>
                <c:pt idx="88">
                  <c:v>1.34248472738</c:v>
                </c:pt>
                <c:pt idx="89">
                  <c:v>1.35748622753</c:v>
                </c:pt>
                <c:pt idx="90">
                  <c:v>1.37248772768</c:v>
                </c:pt>
                <c:pt idx="91">
                  <c:v>1.38748922783</c:v>
                </c:pt>
                <c:pt idx="92">
                  <c:v>1.40249072798</c:v>
                </c:pt>
                <c:pt idx="93">
                  <c:v>1.41749222813</c:v>
                </c:pt>
                <c:pt idx="94">
                  <c:v>1.43249372828</c:v>
                </c:pt>
                <c:pt idx="95">
                  <c:v>1.44749522843</c:v>
                </c:pt>
                <c:pt idx="96">
                  <c:v>1.46249672858</c:v>
                </c:pt>
                <c:pt idx="97">
                  <c:v>1.47749822874</c:v>
                </c:pt>
                <c:pt idx="98">
                  <c:v>1.49249972889</c:v>
                </c:pt>
                <c:pt idx="99">
                  <c:v>1.50750122904</c:v>
                </c:pt>
              </c:numCache>
            </c:numRef>
          </c:yVal>
        </c:ser>
        <c:ser>
          <c:idx val="1"/>
          <c:order val="1"/>
          <c:tx>
            <c:v>Медиана</c:v>
          </c:tx>
          <c:spPr>
            <a:solidFill xmlns:a="http://schemas.openxmlformats.org/drawingml/2006/main">
              <a:srgbClr val="FF3885"/>
            </a:solidFill>
            <a:ln xmlns:a="http://schemas.openxmlformats.org/drawingml/2006/main" w="28575">
              <a:solidFill>
                <a:srgbClr val="FF3885"/>
              </a:solidFill>
            </a:ln>
          </c:spPr>
          <c:marker>
            <c:symbol val="none"/>
            <c:size val="5"/>
          </c:marker>
          <c:xVal>
            <c:numRef>
              <c:f>'Chart Data'!$C$2:$C$101</c:f>
              <c:numCache>
                <c:formatCode>General</c:formatCode>
                <c:ptCount val="100"/>
                <c:pt idx="0">
                  <c:v>0</c:v>
                </c:pt>
                <c:pt idx="1">
                  <c:v>1.51515151515</c:v>
                </c:pt>
                <c:pt idx="2">
                  <c:v>3.0303030303</c:v>
                </c:pt>
                <c:pt idx="3">
                  <c:v>4.54545454545</c:v>
                </c:pt>
                <c:pt idx="4">
                  <c:v>6.06060606061</c:v>
                </c:pt>
                <c:pt idx="5">
                  <c:v>7.57575757576</c:v>
                </c:pt>
                <c:pt idx="6">
                  <c:v>9.09090909091</c:v>
                </c:pt>
                <c:pt idx="7">
                  <c:v>10.6060606061</c:v>
                </c:pt>
                <c:pt idx="8">
                  <c:v>12.1212121212</c:v>
                </c:pt>
                <c:pt idx="9">
                  <c:v>13.6363636364</c:v>
                </c:pt>
                <c:pt idx="10">
                  <c:v>15.1515151515</c:v>
                </c:pt>
                <c:pt idx="11">
                  <c:v>16.6666666667</c:v>
                </c:pt>
                <c:pt idx="12">
                  <c:v>18.1818181818</c:v>
                </c:pt>
                <c:pt idx="13">
                  <c:v>19.696969697</c:v>
                </c:pt>
                <c:pt idx="14">
                  <c:v>21.2121212121</c:v>
                </c:pt>
                <c:pt idx="15">
                  <c:v>22.7272727273</c:v>
                </c:pt>
                <c:pt idx="16">
                  <c:v>24.2424242424</c:v>
                </c:pt>
                <c:pt idx="17">
                  <c:v>25.7575757576</c:v>
                </c:pt>
                <c:pt idx="18">
                  <c:v>27.2727272727</c:v>
                </c:pt>
                <c:pt idx="19">
                  <c:v>28.7878787879</c:v>
                </c:pt>
                <c:pt idx="20">
                  <c:v>30.303030303</c:v>
                </c:pt>
                <c:pt idx="21">
                  <c:v>31.8181818182</c:v>
                </c:pt>
                <c:pt idx="22">
                  <c:v>33.3333333333</c:v>
                </c:pt>
                <c:pt idx="23">
                  <c:v>34.8484848485</c:v>
                </c:pt>
                <c:pt idx="24">
                  <c:v>36.3636363636</c:v>
                </c:pt>
                <c:pt idx="25">
                  <c:v>37.8787878788</c:v>
                </c:pt>
                <c:pt idx="26">
                  <c:v>39.3939393939</c:v>
                </c:pt>
                <c:pt idx="27">
                  <c:v>40.9090909091</c:v>
                </c:pt>
                <c:pt idx="28">
                  <c:v>42.4242424242</c:v>
                </c:pt>
                <c:pt idx="29">
                  <c:v>43.9393939394</c:v>
                </c:pt>
                <c:pt idx="30">
                  <c:v>45.4545454545</c:v>
                </c:pt>
                <c:pt idx="31">
                  <c:v>46.9696969697</c:v>
                </c:pt>
                <c:pt idx="32">
                  <c:v>48.4848484848</c:v>
                </c:pt>
                <c:pt idx="33">
                  <c:v>50</c:v>
                </c:pt>
                <c:pt idx="34">
                  <c:v>51.5151515152</c:v>
                </c:pt>
                <c:pt idx="35">
                  <c:v>53.0303030303</c:v>
                </c:pt>
                <c:pt idx="36">
                  <c:v>54.5454545455</c:v>
                </c:pt>
                <c:pt idx="37">
                  <c:v>56.0606060606</c:v>
                </c:pt>
                <c:pt idx="38">
                  <c:v>57.5757575758</c:v>
                </c:pt>
                <c:pt idx="39">
                  <c:v>59.0909090909</c:v>
                </c:pt>
                <c:pt idx="40">
                  <c:v>60.6060606061</c:v>
                </c:pt>
                <c:pt idx="41">
                  <c:v>62.1212121212</c:v>
                </c:pt>
                <c:pt idx="42">
                  <c:v>63.6363636364</c:v>
                </c:pt>
                <c:pt idx="43">
                  <c:v>65.1515151515</c:v>
                </c:pt>
                <c:pt idx="44">
                  <c:v>66.6666666667</c:v>
                </c:pt>
                <c:pt idx="45">
                  <c:v>68.1818181818</c:v>
                </c:pt>
                <c:pt idx="46">
                  <c:v>69.696969697</c:v>
                </c:pt>
                <c:pt idx="47">
                  <c:v>71.2121212121</c:v>
                </c:pt>
                <c:pt idx="48">
                  <c:v>72.7272727273</c:v>
                </c:pt>
                <c:pt idx="49">
                  <c:v>74.2424242424</c:v>
                </c:pt>
                <c:pt idx="50">
                  <c:v>75.7575757576</c:v>
                </c:pt>
                <c:pt idx="51">
                  <c:v>77.2727272727</c:v>
                </c:pt>
                <c:pt idx="52">
                  <c:v>78.7878787879</c:v>
                </c:pt>
                <c:pt idx="53">
                  <c:v>80.303030303</c:v>
                </c:pt>
                <c:pt idx="54">
                  <c:v>81.8181818182</c:v>
                </c:pt>
                <c:pt idx="55">
                  <c:v>83.3333333333</c:v>
                </c:pt>
                <c:pt idx="56">
                  <c:v>84.8484848485</c:v>
                </c:pt>
                <c:pt idx="57">
                  <c:v>86.3636363636</c:v>
                </c:pt>
                <c:pt idx="58">
                  <c:v>87.8787878788</c:v>
                </c:pt>
                <c:pt idx="59">
                  <c:v>89.3939393939</c:v>
                </c:pt>
                <c:pt idx="60">
                  <c:v>90.9090909091</c:v>
                </c:pt>
                <c:pt idx="61">
                  <c:v>92.4242424242</c:v>
                </c:pt>
                <c:pt idx="62">
                  <c:v>93.9393939394</c:v>
                </c:pt>
                <c:pt idx="63">
                  <c:v>95.4545454545</c:v>
                </c:pt>
                <c:pt idx="64">
                  <c:v>96.9696969697</c:v>
                </c:pt>
                <c:pt idx="65">
                  <c:v>98.4848484848</c:v>
                </c:pt>
                <c:pt idx="66">
                  <c:v>100</c:v>
                </c:pt>
                <c:pt idx="67">
                  <c:v>101.515151515</c:v>
                </c:pt>
                <c:pt idx="68">
                  <c:v>103.03030303</c:v>
                </c:pt>
                <c:pt idx="69">
                  <c:v>104.545454545</c:v>
                </c:pt>
                <c:pt idx="70">
                  <c:v>106.060606061</c:v>
                </c:pt>
                <c:pt idx="71">
                  <c:v>107.575757576</c:v>
                </c:pt>
                <c:pt idx="72">
                  <c:v>109.090909091</c:v>
                </c:pt>
                <c:pt idx="73">
                  <c:v>110.606060606</c:v>
                </c:pt>
                <c:pt idx="74">
                  <c:v>112.121212121</c:v>
                </c:pt>
                <c:pt idx="75">
                  <c:v>113.636363636</c:v>
                </c:pt>
                <c:pt idx="76">
                  <c:v>115.151515152</c:v>
                </c:pt>
                <c:pt idx="77">
                  <c:v>116.666666667</c:v>
                </c:pt>
                <c:pt idx="78">
                  <c:v>118.181818182</c:v>
                </c:pt>
                <c:pt idx="79">
                  <c:v>119.696969697</c:v>
                </c:pt>
                <c:pt idx="80">
                  <c:v>121.212121212</c:v>
                </c:pt>
                <c:pt idx="81">
                  <c:v>122.727272727</c:v>
                </c:pt>
                <c:pt idx="82">
                  <c:v>124.242424242</c:v>
                </c:pt>
                <c:pt idx="83">
                  <c:v>125.757575758</c:v>
                </c:pt>
                <c:pt idx="84">
                  <c:v>127.272727273</c:v>
                </c:pt>
                <c:pt idx="85">
                  <c:v>128.787878788</c:v>
                </c:pt>
                <c:pt idx="86">
                  <c:v>130.303030303</c:v>
                </c:pt>
                <c:pt idx="87">
                  <c:v>131.818181818</c:v>
                </c:pt>
                <c:pt idx="88">
                  <c:v>133.333333333</c:v>
                </c:pt>
                <c:pt idx="89">
                  <c:v>134.848484848</c:v>
                </c:pt>
                <c:pt idx="90">
                  <c:v>136.363636364</c:v>
                </c:pt>
                <c:pt idx="91">
                  <c:v>137.878787879</c:v>
                </c:pt>
                <c:pt idx="92">
                  <c:v>139.393939394</c:v>
                </c:pt>
                <c:pt idx="93">
                  <c:v>140.909090909</c:v>
                </c:pt>
                <c:pt idx="94">
                  <c:v>142.424242424</c:v>
                </c:pt>
                <c:pt idx="95">
                  <c:v>143.939393939</c:v>
                </c:pt>
                <c:pt idx="96">
                  <c:v>145.454545455</c:v>
                </c:pt>
                <c:pt idx="97">
                  <c:v>146.96969697</c:v>
                </c:pt>
                <c:pt idx="98">
                  <c:v>148.484848485</c:v>
                </c:pt>
                <c:pt idx="99">
                  <c:v>150</c:v>
                </c:pt>
              </c:numCache>
            </c:numRef>
          </c:xVal>
          <c:yVal>
            <c:numRef>
              <c:f>'Chart Data'!$D$2:$D$101</c:f>
              <c:numCache>
                <c:formatCode>0.##</c:formatCode>
                <c:ptCount val="100"/>
                <c:pt idx="0">
                  <c:v>0.0772934677211</c:v>
                </c:pt>
                <c:pt idx="1">
                  <c:v>0.0937561793035</c:v>
                </c:pt>
                <c:pt idx="2">
                  <c:v>0.0937561793035</c:v>
                </c:pt>
                <c:pt idx="3">
                  <c:v>0.0937561793035</c:v>
                </c:pt>
                <c:pt idx="4">
                  <c:v>0.0937561793035</c:v>
                </c:pt>
                <c:pt idx="5">
                  <c:v>0.0937561793035</c:v>
                </c:pt>
                <c:pt idx="6">
                  <c:v>0.0937561793035</c:v>
                </c:pt>
                <c:pt idx="7">
                  <c:v>0.0937561793035</c:v>
                </c:pt>
                <c:pt idx="8">
                  <c:v>0.0937561793035</c:v>
                </c:pt>
                <c:pt idx="9">
                  <c:v>0.0937561793035</c:v>
                </c:pt>
                <c:pt idx="10">
                  <c:v>0.0937561793035</c:v>
                </c:pt>
                <c:pt idx="11">
                  <c:v>0.0937561793035</c:v>
                </c:pt>
                <c:pt idx="12">
                  <c:v>0.0937561793035</c:v>
                </c:pt>
                <c:pt idx="13">
                  <c:v>0.0937561793035</c:v>
                </c:pt>
                <c:pt idx="14">
                  <c:v>0.0937561793035</c:v>
                </c:pt>
                <c:pt idx="15">
                  <c:v>0.0937561793035</c:v>
                </c:pt>
                <c:pt idx="16">
                  <c:v>0.0937561793035</c:v>
                </c:pt>
                <c:pt idx="17">
                  <c:v>0.0937561793035</c:v>
                </c:pt>
                <c:pt idx="18">
                  <c:v>0.0937561793035</c:v>
                </c:pt>
                <c:pt idx="19">
                  <c:v>0.0937561793035</c:v>
                </c:pt>
                <c:pt idx="20">
                  <c:v>0.0937561793035</c:v>
                </c:pt>
                <c:pt idx="21">
                  <c:v>0.0937561793035</c:v>
                </c:pt>
                <c:pt idx="22">
                  <c:v>0.0937561793035</c:v>
                </c:pt>
                <c:pt idx="23">
                  <c:v>0.0937561793035</c:v>
                </c:pt>
                <c:pt idx="24">
                  <c:v>0.0937561793035</c:v>
                </c:pt>
                <c:pt idx="25">
                  <c:v>0.0937561793035</c:v>
                </c:pt>
                <c:pt idx="26">
                  <c:v>0.0937561793035</c:v>
                </c:pt>
                <c:pt idx="27">
                  <c:v>0.0937561793035</c:v>
                </c:pt>
                <c:pt idx="28">
                  <c:v>0.0937561793035</c:v>
                </c:pt>
                <c:pt idx="29">
                  <c:v>0.0937561793035</c:v>
                </c:pt>
                <c:pt idx="30">
                  <c:v>0.0937561793035</c:v>
                </c:pt>
                <c:pt idx="31">
                  <c:v>0.0937561793035</c:v>
                </c:pt>
                <c:pt idx="32">
                  <c:v>0.0937561793035</c:v>
                </c:pt>
                <c:pt idx="33">
                  <c:v>0.0937561793035</c:v>
                </c:pt>
                <c:pt idx="34">
                  <c:v>0.0937561793035</c:v>
                </c:pt>
                <c:pt idx="35">
                  <c:v>0.0937561793035</c:v>
                </c:pt>
                <c:pt idx="36">
                  <c:v>0.0937561793035</c:v>
                </c:pt>
                <c:pt idx="37">
                  <c:v>0.0937561793035</c:v>
                </c:pt>
                <c:pt idx="38">
                  <c:v>0.0937561793035</c:v>
                </c:pt>
                <c:pt idx="39">
                  <c:v>0.0937561793035</c:v>
                </c:pt>
                <c:pt idx="40">
                  <c:v>0.0937561793035</c:v>
                </c:pt>
                <c:pt idx="41">
                  <c:v>0.0937561793035</c:v>
                </c:pt>
                <c:pt idx="42">
                  <c:v>0.0937561793035</c:v>
                </c:pt>
                <c:pt idx="43">
                  <c:v>0.0937561793035</c:v>
                </c:pt>
                <c:pt idx="44">
                  <c:v>0.0937561793035</c:v>
                </c:pt>
                <c:pt idx="45">
                  <c:v>0.0937561793035</c:v>
                </c:pt>
                <c:pt idx="46">
                  <c:v>0.0937561793035</c:v>
                </c:pt>
                <c:pt idx="47">
                  <c:v>0.0937561793035</c:v>
                </c:pt>
                <c:pt idx="48">
                  <c:v>0.0937561793035</c:v>
                </c:pt>
                <c:pt idx="49">
                  <c:v>0.0937561793035</c:v>
                </c:pt>
                <c:pt idx="50">
                  <c:v>0.0937561793035</c:v>
                </c:pt>
                <c:pt idx="51">
                  <c:v>0.0937561793035</c:v>
                </c:pt>
                <c:pt idx="52">
                  <c:v>0.0937561793035</c:v>
                </c:pt>
                <c:pt idx="53">
                  <c:v>0.0937561793035</c:v>
                </c:pt>
                <c:pt idx="54">
                  <c:v>0.0937561793035</c:v>
                </c:pt>
                <c:pt idx="55">
                  <c:v>0.0937561793035</c:v>
                </c:pt>
                <c:pt idx="56">
                  <c:v>0.0937561793035</c:v>
                </c:pt>
                <c:pt idx="57">
                  <c:v>0.0937561793035</c:v>
                </c:pt>
                <c:pt idx="58">
                  <c:v>0.0937561793035</c:v>
                </c:pt>
                <c:pt idx="59">
                  <c:v>0.0937561793035</c:v>
                </c:pt>
                <c:pt idx="60">
                  <c:v>0.0937561793035</c:v>
                </c:pt>
                <c:pt idx="61">
                  <c:v>0.0937561793035</c:v>
                </c:pt>
                <c:pt idx="62">
                  <c:v>0.0937561793035</c:v>
                </c:pt>
                <c:pt idx="63">
                  <c:v>0.0937561793035</c:v>
                </c:pt>
                <c:pt idx="64">
                  <c:v>0.0937561793035</c:v>
                </c:pt>
                <c:pt idx="65">
                  <c:v>0.0937561793035</c:v>
                </c:pt>
                <c:pt idx="66">
                  <c:v>0.0937561793035</c:v>
                </c:pt>
                <c:pt idx="67">
                  <c:v>0.0937561793035</c:v>
                </c:pt>
                <c:pt idx="68">
                  <c:v>0.0937561793035</c:v>
                </c:pt>
                <c:pt idx="69">
                  <c:v>0.0937561793035</c:v>
                </c:pt>
                <c:pt idx="70">
                  <c:v>0.0937561793035</c:v>
                </c:pt>
                <c:pt idx="71">
                  <c:v>0.0937561793035</c:v>
                </c:pt>
                <c:pt idx="72">
                  <c:v>0.0937561793035</c:v>
                </c:pt>
                <c:pt idx="73">
                  <c:v>0.0937561793035</c:v>
                </c:pt>
                <c:pt idx="74">
                  <c:v>0.0937561793035</c:v>
                </c:pt>
                <c:pt idx="75">
                  <c:v>0.0937561793035</c:v>
                </c:pt>
                <c:pt idx="76">
                  <c:v>0.0937561793035</c:v>
                </c:pt>
                <c:pt idx="77">
                  <c:v>0.0937561793035</c:v>
                </c:pt>
                <c:pt idx="78">
                  <c:v>0.0937561793035</c:v>
                </c:pt>
                <c:pt idx="79">
                  <c:v>0.0937561793035</c:v>
                </c:pt>
                <c:pt idx="80">
                  <c:v>0.0937561793035</c:v>
                </c:pt>
                <c:pt idx="81">
                  <c:v>0.0937561793035</c:v>
                </c:pt>
                <c:pt idx="82">
                  <c:v>0.0937561793035</c:v>
                </c:pt>
                <c:pt idx="83">
                  <c:v>0.0937561793035</c:v>
                </c:pt>
                <c:pt idx="84">
                  <c:v>0.0937561793035</c:v>
                </c:pt>
                <c:pt idx="85">
                  <c:v>0.0937561793035</c:v>
                </c:pt>
                <c:pt idx="86">
                  <c:v>0.0937561793035</c:v>
                </c:pt>
                <c:pt idx="87">
                  <c:v>0.0937561793035</c:v>
                </c:pt>
                <c:pt idx="88">
                  <c:v>0.0937561793035</c:v>
                </c:pt>
                <c:pt idx="89">
                  <c:v>0.0937561793035</c:v>
                </c:pt>
                <c:pt idx="90">
                  <c:v>0.0937561793035</c:v>
                </c:pt>
                <c:pt idx="91">
                  <c:v>0.0937561793035</c:v>
                </c:pt>
                <c:pt idx="92">
                  <c:v>0.0937561793035</c:v>
                </c:pt>
                <c:pt idx="93">
                  <c:v>0.0937561793035</c:v>
                </c:pt>
                <c:pt idx="94">
                  <c:v>0.0937561793035</c:v>
                </c:pt>
                <c:pt idx="95">
                  <c:v>0.0937561793035</c:v>
                </c:pt>
                <c:pt idx="96">
                  <c:v>0.0937561793035</c:v>
                </c:pt>
                <c:pt idx="97">
                  <c:v>0.0937561793035</c:v>
                </c:pt>
                <c:pt idx="98">
                  <c:v>0.0937561793035</c:v>
                </c:pt>
                <c:pt idx="99">
                  <c:v>0.0937561793035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.6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6EDF2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425">
                    <a:solidFill>
                      <a:srgbClr val="101828"/>
                    </a:solidFill>
                    <a:latin typeface="Arial"/>
                    <a:ea typeface="Arial"/>
                    <a:cs typeface="Arial"/>
                  </a:rPr>
                  <a:t>Оценка центра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425">
                  <a:solidFill>
                    <a:srgbClr val="101828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B7C3CC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87383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</c:valAx>
      <c:valAx>
        <c:axId val="48650112"/>
        <c:scaling>
          <c:orientation val="minMax"/>
          <c:max val="150"/>
          <c:min val="0"/>
        </c:scaling>
        <c:delete val="0"/>
        <c:axPos val="b"/>
        <c:majorGridlines>
          <c:spPr>
            <a:ln xmlns:a="http://schemas.openxmlformats.org/drawingml/2006/main" w="9525">
              <a:solidFill>
                <a:srgbClr val="E6EDF2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425">
                    <a:solidFill>
                      <a:srgbClr val="101828"/>
                    </a:solidFill>
                    <a:latin typeface="Arial"/>
                    <a:ea typeface="Arial"/>
                    <a:cs typeface="Arial"/>
                  </a:rPr>
                  <a:t>Заменяемое значение M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425">
                  <a:solidFill>
                    <a:srgbClr val="101828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B7C3CC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87383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425"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</c:chartSpace>
</file>

<file path=ppt/charts/chart2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800">
                <a:solidFill>
                  <a:srgbClr val="101828"/>
                </a:solidFill>
                <a:latin typeface="Arial"/>
                <a:ea typeface="Arial"/>
                <a:cs typeface="Arial"/>
              </a:rPr>
              <a:t>7 интервалов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800">
              <a:solidFill>
                <a:srgbClr val="101828"/>
              </a:solidFill>
              <a:latin typeface="Arial"/>
              <a:ea typeface="Arial"/>
              <a:cs typeface="Arial"/>
            </a:defRPr>
          </a:pPr>
        </a:p>
      </c:txPr>
    </c:title>
    <c:plotArea>
      <c:barChart>
        <c:barDir val="col"/>
        <c:varyColors val="0"/>
        <c:ser>
          <c:idx val="0"/>
          <c:order val="0"/>
          <c:tx>
            <c:v>Число наблюдений</c:v>
          </c:tx>
          <c:spPr>
            <a:solidFill xmlns:a="http://schemas.openxmlformats.org/drawingml/2006/main">
              <a:srgbClr val="0077FF"/>
            </a:solidFill>
          </c:spPr>
          <c:cat>
            <c:numRef>
              <c:f>'Chart Data'!$A$2:$A$8</c:f>
              <c:numCache>
                <c:formatCode>0.##</c:formatCode>
                <c:ptCount val="7"/>
                <c:pt idx="0">
                  <c:v>-2.0</c:v>
                </c:pt>
                <c:pt idx="1">
                  <c:v>-1.2</c:v>
                </c:pt>
                <c:pt idx="2">
                  <c:v>-0.5</c:v>
                </c:pt>
                <c:pt idx="3">
                  <c:v>0.3</c:v>
                </c:pt>
                <c:pt idx="4">
                  <c:v>1.0</c:v>
                </c:pt>
                <c:pt idx="5">
                  <c:v>1.7</c:v>
                </c:pt>
                <c:pt idx="6">
                  <c:v>2.5</c:v>
                </c:pt>
              </c:numCache>
            </c:numRef>
          </c:cat>
          <c:val>
            <c:numRef>
              <c:f>'Chart Data'!$B$2:$B$8</c:f>
              <c:numCache>
                <c:formatCode>0.##</c:formatCode>
                <c:ptCount val="7"/>
                <c:pt idx="0">
                  <c:v>10</c:v>
                </c:pt>
                <c:pt idx="1">
                  <c:v>28</c:v>
                </c:pt>
                <c:pt idx="2">
                  <c:v>40</c:v>
                </c:pt>
                <c:pt idx="3">
                  <c:v>35</c:v>
                </c:pt>
                <c:pt idx="4">
                  <c:v>26</c:v>
                </c:pt>
                <c:pt idx="5">
                  <c:v>15</c:v>
                </c:pt>
                <c:pt idx="6">
                  <c:v>6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majorGridlines>
          <c:spPr>
            <a:ln xmlns:a="http://schemas.openxmlformats.org/drawingml/2006/main" w="9525">
              <a:solidFill>
                <a:srgbClr val="E6EDF2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425">
                    <a:solidFill>
                      <a:srgbClr val="101828"/>
                    </a:solidFill>
                    <a:latin typeface="Arial"/>
                    <a:ea typeface="Arial"/>
                    <a:cs typeface="Arial"/>
                  </a:rPr>
                  <a:t>Значение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425">
                  <a:solidFill>
                    <a:srgbClr val="101828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"/>
        <c:majorTickMark val="none"/>
        <c:minorTickMark val="none"/>
        <c:tickLblPos val="none"/>
        <c:spPr>
          <a:ln xmlns:a="http://schemas.openxmlformats.org/drawingml/2006/main" w="9525">
            <a:solidFill>
              <a:srgbClr val="B7C3CC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87383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6EDF2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425">
                    <a:solidFill>
                      <a:srgbClr val="101828"/>
                    </a:solidFill>
                    <a:latin typeface="Arial"/>
                    <a:ea typeface="Arial"/>
                    <a:cs typeface="Arial"/>
                  </a:rPr>
                  <a:t>Число наблюдений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425">
                  <a:solidFill>
                    <a:srgbClr val="101828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B7C3CC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87383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</c:chartSpace>
</file>

<file path=ppt/charts/chart3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800">
                <a:solidFill>
                  <a:srgbClr val="101828"/>
                </a:solidFill>
                <a:latin typeface="Arial"/>
                <a:ea typeface="Arial"/>
                <a:cs typeface="Arial"/>
              </a:rPr>
              <a:t>35 интервалов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800">
              <a:solidFill>
                <a:srgbClr val="101828"/>
              </a:solidFill>
              <a:latin typeface="Arial"/>
              <a:ea typeface="Arial"/>
              <a:cs typeface="Arial"/>
            </a:defRPr>
          </a:pPr>
        </a:p>
      </c:txPr>
    </c:title>
    <c:plotArea>
      <c:barChart>
        <c:barDir val="col"/>
        <c:varyColors val="0"/>
        <c:ser>
          <c:idx val="0"/>
          <c:order val="0"/>
          <c:tx>
            <c:v>Число наблюдений</c:v>
          </c:tx>
          <c:spPr>
            <a:solidFill xmlns:a="http://schemas.openxmlformats.org/drawingml/2006/main">
              <a:srgbClr val="0077FF"/>
            </a:solidFill>
          </c:spPr>
          <c:cat>
            <c:numRef>
              <c:f>'Chart Data'!$A$2:$A$36</c:f>
              <c:numCache>
                <c:formatCode>0.##</c:formatCode>
                <c:ptCount val="35"/>
                <c:pt idx="0">
                  <c:v>-2.3</c:v>
                </c:pt>
                <c:pt idx="1">
                  <c:v>-2.1</c:v>
                </c:pt>
                <c:pt idx="2">
                  <c:v>-2.0</c:v>
                </c:pt>
                <c:pt idx="3">
                  <c:v>-1.8</c:v>
                </c:pt>
                <c:pt idx="4">
                  <c:v>-1.7</c:v>
                </c:pt>
                <c:pt idx="5">
                  <c:v>-1.5</c:v>
                </c:pt>
                <c:pt idx="6">
                  <c:v>-1.4</c:v>
                </c:pt>
                <c:pt idx="7">
                  <c:v>-1.2</c:v>
                </c:pt>
                <c:pt idx="8">
                  <c:v>-1.1</c:v>
                </c:pt>
                <c:pt idx="9">
                  <c:v>-0.9</c:v>
                </c:pt>
                <c:pt idx="10">
                  <c:v>-0.8</c:v>
                </c:pt>
                <c:pt idx="11">
                  <c:v>-0.6</c:v>
                </c:pt>
                <c:pt idx="12">
                  <c:v>-0.5</c:v>
                </c:pt>
                <c:pt idx="13">
                  <c:v>-0.3</c:v>
                </c:pt>
                <c:pt idx="14">
                  <c:v>-0.2</c:v>
                </c:pt>
                <c:pt idx="15">
                  <c:v>-0.0</c:v>
                </c:pt>
                <c:pt idx="16">
                  <c:v>0.1</c:v>
                </c:pt>
                <c:pt idx="17">
                  <c:v>0.3</c:v>
                </c:pt>
                <c:pt idx="18">
                  <c:v>0.4</c:v>
                </c:pt>
                <c:pt idx="19">
                  <c:v>0.6</c:v>
                </c:pt>
                <c:pt idx="20">
                  <c:v>0.7</c:v>
                </c:pt>
                <c:pt idx="21">
                  <c:v>0.9</c:v>
                </c:pt>
                <c:pt idx="22">
                  <c:v>1.0</c:v>
                </c:pt>
                <c:pt idx="23">
                  <c:v>1.1</c:v>
                </c:pt>
                <c:pt idx="24">
                  <c:v>1.3</c:v>
                </c:pt>
                <c:pt idx="25">
                  <c:v>1.4</c:v>
                </c:pt>
                <c:pt idx="26">
                  <c:v>1.6</c:v>
                </c:pt>
                <c:pt idx="27">
                  <c:v>1.7</c:v>
                </c:pt>
                <c:pt idx="28">
                  <c:v>1.9</c:v>
                </c:pt>
                <c:pt idx="29">
                  <c:v>2.0</c:v>
                </c:pt>
                <c:pt idx="30">
                  <c:v>2.2</c:v>
                </c:pt>
                <c:pt idx="31">
                  <c:v>2.3</c:v>
                </c:pt>
                <c:pt idx="32">
                  <c:v>2.5</c:v>
                </c:pt>
                <c:pt idx="33">
                  <c:v>2.6</c:v>
                </c:pt>
                <c:pt idx="34">
                  <c:v>2.8</c:v>
                </c:pt>
              </c:numCache>
            </c:numRef>
          </c:cat>
          <c:val>
            <c:numRef>
              <c:f>'Chart Data'!$B$2:$B$36</c:f>
              <c:numCache>
                <c:formatCode>0.##</c:formatCode>
                <c:ptCount val="35"/>
                <c:pt idx="0">
                  <c:v>3</c:v>
                </c:pt>
                <c:pt idx="1">
                  <c:v>2</c:v>
                </c:pt>
                <c:pt idx="2">
                  <c:v>2</c:v>
                </c:pt>
                <c:pt idx="3">
                  <c:v>3</c:v>
                </c:pt>
                <c:pt idx="4">
                  <c:v>0</c:v>
                </c:pt>
                <c:pt idx="5">
                  <c:v>5</c:v>
                </c:pt>
                <c:pt idx="6">
                  <c:v>4</c:v>
                </c:pt>
                <c:pt idx="7">
                  <c:v>5</c:v>
                </c:pt>
                <c:pt idx="8">
                  <c:v>3</c:v>
                </c:pt>
                <c:pt idx="9">
                  <c:v>11</c:v>
                </c:pt>
                <c:pt idx="10">
                  <c:v>5</c:v>
                </c:pt>
                <c:pt idx="11">
                  <c:v>3</c:v>
                </c:pt>
                <c:pt idx="12">
                  <c:v>9</c:v>
                </c:pt>
                <c:pt idx="13">
                  <c:v>13</c:v>
                </c:pt>
                <c:pt idx="14">
                  <c:v>10</c:v>
                </c:pt>
                <c:pt idx="15">
                  <c:v>6</c:v>
                </c:pt>
                <c:pt idx="16">
                  <c:v>6</c:v>
                </c:pt>
                <c:pt idx="17">
                  <c:v>11</c:v>
                </c:pt>
                <c:pt idx="18">
                  <c:v>7</c:v>
                </c:pt>
                <c:pt idx="19">
                  <c:v>5</c:v>
                </c:pt>
                <c:pt idx="20">
                  <c:v>7</c:v>
                </c:pt>
                <c:pt idx="21">
                  <c:v>3</c:v>
                </c:pt>
                <c:pt idx="22">
                  <c:v>7</c:v>
                </c:pt>
                <c:pt idx="23">
                  <c:v>2</c:v>
                </c:pt>
                <c:pt idx="24">
                  <c:v>7</c:v>
                </c:pt>
                <c:pt idx="25">
                  <c:v>3</c:v>
                </c:pt>
                <c:pt idx="26">
                  <c:v>3</c:v>
                </c:pt>
                <c:pt idx="27">
                  <c:v>3</c:v>
                </c:pt>
                <c:pt idx="28">
                  <c:v>4</c:v>
                </c:pt>
                <c:pt idx="29">
                  <c:v>2</c:v>
                </c:pt>
                <c:pt idx="30">
                  <c:v>0</c:v>
                </c:pt>
                <c:pt idx="31">
                  <c:v>2</c:v>
                </c:pt>
                <c:pt idx="32">
                  <c:v>3</c:v>
                </c:pt>
                <c:pt idx="33">
                  <c:v>0</c:v>
                </c:pt>
                <c:pt idx="34">
                  <c:v>1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majorGridlines>
          <c:spPr>
            <a:ln xmlns:a="http://schemas.openxmlformats.org/drawingml/2006/main" w="9525">
              <a:solidFill>
                <a:srgbClr val="E6EDF2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425">
                    <a:solidFill>
                      <a:srgbClr val="101828"/>
                    </a:solidFill>
                    <a:latin typeface="Arial"/>
                    <a:ea typeface="Arial"/>
                    <a:cs typeface="Arial"/>
                  </a:rPr>
                  <a:t>Значение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425">
                  <a:solidFill>
                    <a:srgbClr val="101828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"/>
        <c:majorTickMark val="none"/>
        <c:minorTickMark val="none"/>
        <c:tickLblPos val="none"/>
        <c:spPr>
          <a:ln xmlns:a="http://schemas.openxmlformats.org/drawingml/2006/main" w="9525">
            <a:solidFill>
              <a:srgbClr val="B7C3CC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87383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6EDF2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425">
                    <a:solidFill>
                      <a:srgbClr val="101828"/>
                    </a:solidFill>
                    <a:latin typeface="Arial"/>
                    <a:ea typeface="Arial"/>
                    <a:cs typeface="Arial"/>
                  </a:rPr>
                  <a:t>Число наблюдений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425">
                  <a:solidFill>
                    <a:srgbClr val="101828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B7C3CC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87383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</c:chartSpace>
</file>

<file path=ppt/charts/chart4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800">
                <a:solidFill>
                  <a:srgbClr val="101828"/>
                </a:solidFill>
                <a:latin typeface="Arial"/>
                <a:ea typeface="Arial"/>
                <a:cs typeface="Arial"/>
              </a:rPr>
              <a:t>ECDF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800">
              <a:solidFill>
                <a:srgbClr val="101828"/>
              </a:solidFill>
              <a:latin typeface="Arial"/>
              <a:ea typeface="Arial"/>
              <a:cs typeface="Arial"/>
            </a:defRPr>
          </a:pPr>
        </a:p>
      </c:txPr>
    </c:title>
    <c:plotArea>
      <c:scatterChart>
        <c:scatterStyle val="line"/>
        <c:ser>
          <c:idx val="0"/>
          <c:order val="0"/>
          <c:tx>
            <c:v>ECDF</c:v>
          </c:tx>
          <c:spPr>
            <a:solidFill xmlns:a="http://schemas.openxmlformats.org/drawingml/2006/main">
              <a:srgbClr val="FF3885"/>
            </a:solidFill>
            <a:ln xmlns:a="http://schemas.openxmlformats.org/drawingml/2006/main" w="19050">
              <a:solidFill>
                <a:srgbClr val="FF3885"/>
              </a:solidFill>
            </a:ln>
          </c:spPr>
          <c:marker>
            <c:symbol val="none"/>
            <c:size val="5"/>
          </c:marker>
          <c:xVal>
            <c:numRef>
              <c:f>'Chart Data'!$A$2:$A$321</c:f>
              <c:numCache>
                <c:formatCode>General</c:formatCode>
                <c:ptCount val="320"/>
                <c:pt idx="0">
                  <c:v>-2.33627247209</c:v>
                </c:pt>
                <c:pt idx="1">
                  <c:v>-2.33627247209</c:v>
                </c:pt>
                <c:pt idx="2">
                  <c:v>-2.27785983918</c:v>
                </c:pt>
                <c:pt idx="3">
                  <c:v>-2.27785983918</c:v>
                </c:pt>
                <c:pt idx="4">
                  <c:v>-2.21417486171</c:v>
                </c:pt>
                <c:pt idx="5">
                  <c:v>-2.21417486171</c:v>
                </c:pt>
                <c:pt idx="6">
                  <c:v>-2.18721187699</c:v>
                </c:pt>
                <c:pt idx="7">
                  <c:v>-2.18721187699</c:v>
                </c:pt>
                <c:pt idx="8">
                  <c:v>-2.05886109635</c:v>
                </c:pt>
                <c:pt idx="9">
                  <c:v>-2.05886109635</c:v>
                </c:pt>
                <c:pt idx="10">
                  <c:v>-2.01150680299</c:v>
                </c:pt>
                <c:pt idx="11">
                  <c:v>-2.01150680299</c:v>
                </c:pt>
                <c:pt idx="12">
                  <c:v>-1.99397110725</c:v>
                </c:pt>
                <c:pt idx="13">
                  <c:v>-1.99397110725</c:v>
                </c:pt>
                <c:pt idx="14">
                  <c:v>-1.86558387163</c:v>
                </c:pt>
                <c:pt idx="15">
                  <c:v>-1.86558387163</c:v>
                </c:pt>
                <c:pt idx="16">
                  <c:v>-1.82766462304</c:v>
                </c:pt>
                <c:pt idx="17">
                  <c:v>-1.82766462304</c:v>
                </c:pt>
                <c:pt idx="18">
                  <c:v>-1.75456198195</c:v>
                </c:pt>
                <c:pt idx="19">
                  <c:v>-1.75456198195</c:v>
                </c:pt>
                <c:pt idx="20">
                  <c:v>-1.501009351</c:v>
                </c:pt>
                <c:pt idx="21">
                  <c:v>-1.501009351</c:v>
                </c:pt>
                <c:pt idx="22">
                  <c:v>-1.49627251356</c:v>
                </c:pt>
                <c:pt idx="23">
                  <c:v>-1.49627251356</c:v>
                </c:pt>
                <c:pt idx="24">
                  <c:v>-1.47053356857</c:v>
                </c:pt>
                <c:pt idx="25">
                  <c:v>-1.47053356857</c:v>
                </c:pt>
                <c:pt idx="26">
                  <c:v>-1.45124293116</c:v>
                </c:pt>
                <c:pt idx="27">
                  <c:v>-1.45124293116</c:v>
                </c:pt>
                <c:pt idx="28">
                  <c:v>-1.45081243359</c:v>
                </c:pt>
                <c:pt idx="29">
                  <c:v>-1.45081243359</c:v>
                </c:pt>
                <c:pt idx="30">
                  <c:v>-1.39487682361</c:v>
                </c:pt>
                <c:pt idx="31">
                  <c:v>-1.39487682361</c:v>
                </c:pt>
                <c:pt idx="32">
                  <c:v>-1.39103202518</c:v>
                </c:pt>
                <c:pt idx="33">
                  <c:v>-1.39103202518</c:v>
                </c:pt>
                <c:pt idx="34">
                  <c:v>-1.33645265895</c:v>
                </c:pt>
                <c:pt idx="35">
                  <c:v>-1.33645265895</c:v>
                </c:pt>
                <c:pt idx="36">
                  <c:v>-1.32929034428</c:v>
                </c:pt>
                <c:pt idx="37">
                  <c:v>-1.32929034428</c:v>
                </c:pt>
                <c:pt idx="38">
                  <c:v>-1.22190735443</c:v>
                </c:pt>
                <c:pt idx="39">
                  <c:v>-1.22190735443</c:v>
                </c:pt>
                <c:pt idx="40">
                  <c:v>-1.21747000507</c:v>
                </c:pt>
                <c:pt idx="41">
                  <c:v>-1.21747000507</c:v>
                </c:pt>
                <c:pt idx="42">
                  <c:v>-1.20824566143</c:v>
                </c:pt>
                <c:pt idx="43">
                  <c:v>-1.20824566143</c:v>
                </c:pt>
                <c:pt idx="44">
                  <c:v>-1.17407804711</c:v>
                </c:pt>
                <c:pt idx="45">
                  <c:v>-1.17407804711</c:v>
                </c:pt>
                <c:pt idx="46">
                  <c:v>-1.15124975011</c:v>
                </c:pt>
                <c:pt idx="47">
                  <c:v>-1.15124975011</c:v>
                </c:pt>
                <c:pt idx="48">
                  <c:v>-1.10327885366</c:v>
                </c:pt>
                <c:pt idx="49">
                  <c:v>-1.10327885366</c:v>
                </c:pt>
                <c:pt idx="50">
                  <c:v>-1.04000847879</c:v>
                </c:pt>
                <c:pt idx="51">
                  <c:v>-1.04000847879</c:v>
                </c:pt>
                <c:pt idx="52">
                  <c:v>-1.03837560889</c:v>
                </c:pt>
                <c:pt idx="53">
                  <c:v>-1.03837560889</c:v>
                </c:pt>
                <c:pt idx="54">
                  <c:v>-1.00033707737</c:v>
                </c:pt>
                <c:pt idx="55">
                  <c:v>-1.00033707737</c:v>
                </c:pt>
                <c:pt idx="56">
                  <c:v>-0.986505662368</c:v>
                </c:pt>
                <c:pt idx="57">
                  <c:v>-0.986505662368</c:v>
                </c:pt>
                <c:pt idx="58">
                  <c:v>-0.965565148967</c:v>
                </c:pt>
                <c:pt idx="59">
                  <c:v>-0.965565148967</c:v>
                </c:pt>
                <c:pt idx="60">
                  <c:v>-0.962023896555</c:v>
                </c:pt>
                <c:pt idx="61">
                  <c:v>-0.962023896555</c:v>
                </c:pt>
                <c:pt idx="62">
                  <c:v>-0.942420019775</c:v>
                </c:pt>
                <c:pt idx="63">
                  <c:v>-0.942420019775</c:v>
                </c:pt>
                <c:pt idx="64">
                  <c:v>-0.922228942856</c:v>
                </c:pt>
                <c:pt idx="65">
                  <c:v>-0.922228942856</c:v>
                </c:pt>
                <c:pt idx="66">
                  <c:v>-0.910580471611</c:v>
                </c:pt>
                <c:pt idx="67">
                  <c:v>-0.910580471611</c:v>
                </c:pt>
                <c:pt idx="68">
                  <c:v>-0.909253067181</c:v>
                </c:pt>
                <c:pt idx="69">
                  <c:v>-0.909253067181</c:v>
                </c:pt>
                <c:pt idx="70">
                  <c:v>-0.883970550819</c:v>
                </c:pt>
                <c:pt idx="71">
                  <c:v>-0.883970550819</c:v>
                </c:pt>
                <c:pt idx="72">
                  <c:v>-0.877145728124</c:v>
                </c:pt>
                <c:pt idx="73">
                  <c:v>-0.877145728124</c:v>
                </c:pt>
                <c:pt idx="74">
                  <c:v>-0.875088624149</c:v>
                </c:pt>
                <c:pt idx="75">
                  <c:v>-0.875088624149</c:v>
                </c:pt>
                <c:pt idx="76">
                  <c:v>-0.844851551236</c:v>
                </c:pt>
                <c:pt idx="77">
                  <c:v>-0.844851551236</c:v>
                </c:pt>
                <c:pt idx="78">
                  <c:v>-0.814592686119</c:v>
                </c:pt>
                <c:pt idx="79">
                  <c:v>-0.814592686119</c:v>
                </c:pt>
                <c:pt idx="80">
                  <c:v>-0.772645786197</c:v>
                </c:pt>
                <c:pt idx="81">
                  <c:v>-0.772645786197</c:v>
                </c:pt>
                <c:pt idx="82">
                  <c:v>-0.770689738444</c:v>
                </c:pt>
                <c:pt idx="83">
                  <c:v>-0.770689738444</c:v>
                </c:pt>
                <c:pt idx="84">
                  <c:v>-0.738946293083</c:v>
                </c:pt>
                <c:pt idx="85">
                  <c:v>-0.738946293083</c:v>
                </c:pt>
                <c:pt idx="86">
                  <c:v>-0.698852355842</c:v>
                </c:pt>
                <c:pt idx="87">
                  <c:v>-0.698852355842</c:v>
                </c:pt>
                <c:pt idx="88">
                  <c:v>-0.622491554307</c:v>
                </c:pt>
                <c:pt idx="89">
                  <c:v>-0.622491554307</c:v>
                </c:pt>
                <c:pt idx="90">
                  <c:v>-0.60196340723</c:v>
                </c:pt>
                <c:pt idx="91">
                  <c:v>-0.60196340723</c:v>
                </c:pt>
                <c:pt idx="92">
                  <c:v>-0.525718786146</c:v>
                </c:pt>
                <c:pt idx="93">
                  <c:v>-0.525718786146</c:v>
                </c:pt>
                <c:pt idx="94">
                  <c:v>-0.522375918356</c:v>
                </c:pt>
                <c:pt idx="95">
                  <c:v>-0.522375918356</c:v>
                </c:pt>
                <c:pt idx="96">
                  <c:v>-0.521879521188</c:v>
                </c:pt>
                <c:pt idx="97">
                  <c:v>-0.521879521188</c:v>
                </c:pt>
                <c:pt idx="98">
                  <c:v>-0.492004953002</c:v>
                </c:pt>
                <c:pt idx="99">
                  <c:v>-0.492004953002</c:v>
                </c:pt>
                <c:pt idx="100">
                  <c:v>-0.4840145098</c:v>
                </c:pt>
                <c:pt idx="101">
                  <c:v>-0.4840145098</c:v>
                </c:pt>
                <c:pt idx="102">
                  <c:v>-0.479735430441</c:v>
                </c:pt>
                <c:pt idx="103">
                  <c:v>-0.479735430441</c:v>
                </c:pt>
                <c:pt idx="104">
                  <c:v>-0.478634326847</c:v>
                </c:pt>
                <c:pt idx="105">
                  <c:v>-0.478634326847</c:v>
                </c:pt>
                <c:pt idx="106">
                  <c:v>-0.429511873122</c:v>
                </c:pt>
                <c:pt idx="107">
                  <c:v>-0.429511873122</c:v>
                </c:pt>
                <c:pt idx="108">
                  <c:v>-0.427945193189</c:v>
                </c:pt>
                <c:pt idx="109">
                  <c:v>-0.427945193189</c:v>
                </c:pt>
                <c:pt idx="110">
                  <c:v>-0.406013901057</c:v>
                </c:pt>
                <c:pt idx="111">
                  <c:v>-0.406013901057</c:v>
                </c:pt>
                <c:pt idx="112">
                  <c:v>-0.377756630004</c:v>
                </c:pt>
                <c:pt idx="113">
                  <c:v>-0.377756630004</c:v>
                </c:pt>
                <c:pt idx="114">
                  <c:v>-0.364265753663</c:v>
                </c:pt>
                <c:pt idx="115">
                  <c:v>-0.364265753663</c:v>
                </c:pt>
                <c:pt idx="116">
                  <c:v>-0.359958453425</c:v>
                </c:pt>
                <c:pt idx="117">
                  <c:v>-0.359958453425</c:v>
                </c:pt>
                <c:pt idx="118">
                  <c:v>-0.35811575902</c:v>
                </c:pt>
                <c:pt idx="119">
                  <c:v>-0.35811575902</c:v>
                </c:pt>
                <c:pt idx="120">
                  <c:v>-0.351757853471</c:v>
                </c:pt>
                <c:pt idx="121">
                  <c:v>-0.351757853471</c:v>
                </c:pt>
                <c:pt idx="122">
                  <c:v>-0.344218913942</c:v>
                </c:pt>
                <c:pt idx="123">
                  <c:v>-0.344218913942</c:v>
                </c:pt>
                <c:pt idx="124">
                  <c:v>-0.321122681456</c:v>
                </c:pt>
                <c:pt idx="125">
                  <c:v>-0.321122681456</c:v>
                </c:pt>
                <c:pt idx="126">
                  <c:v>-0.317778533173</c:v>
                </c:pt>
                <c:pt idx="127">
                  <c:v>-0.317778533173</c:v>
                </c:pt>
                <c:pt idx="128">
                  <c:v>-0.315838417256</c:v>
                </c:pt>
                <c:pt idx="129">
                  <c:v>-0.315838417256</c:v>
                </c:pt>
                <c:pt idx="130">
                  <c:v>-0.3088562734</c:v>
                </c:pt>
                <c:pt idx="131">
                  <c:v>-0.3088562734</c:v>
                </c:pt>
                <c:pt idx="132">
                  <c:v>-0.298098816932</c:v>
                </c:pt>
                <c:pt idx="133">
                  <c:v>-0.298098816932</c:v>
                </c:pt>
                <c:pt idx="134">
                  <c:v>-0.294434274325</c:v>
                </c:pt>
                <c:pt idx="135">
                  <c:v>-0.294434274325</c:v>
                </c:pt>
                <c:pt idx="136">
                  <c:v>-0.255697237381</c:v>
                </c:pt>
                <c:pt idx="137">
                  <c:v>-0.255697237381</c:v>
                </c:pt>
                <c:pt idx="138">
                  <c:v>-0.251441111353</c:v>
                </c:pt>
                <c:pt idx="139">
                  <c:v>-0.251441111353</c:v>
                </c:pt>
                <c:pt idx="140">
                  <c:v>-0.247373454013</c:v>
                </c:pt>
                <c:pt idx="141">
                  <c:v>-0.247373454013</c:v>
                </c:pt>
                <c:pt idx="142">
                  <c:v>-0.227933256432</c:v>
                </c:pt>
                <c:pt idx="143">
                  <c:v>-0.227933256432</c:v>
                </c:pt>
                <c:pt idx="144">
                  <c:v>-0.226211354244</c:v>
                </c:pt>
                <c:pt idx="145">
                  <c:v>-0.226211354244</c:v>
                </c:pt>
                <c:pt idx="146">
                  <c:v>-0.209390394756</c:v>
                </c:pt>
                <c:pt idx="147">
                  <c:v>-0.209390394756</c:v>
                </c:pt>
                <c:pt idx="148">
                  <c:v>-0.202491506995</c:v>
                </c:pt>
                <c:pt idx="149">
                  <c:v>-0.202491506995</c:v>
                </c:pt>
                <c:pt idx="150">
                  <c:v>-0.174781843151</c:v>
                </c:pt>
                <c:pt idx="151">
                  <c:v>-0.174781843151</c:v>
                </c:pt>
                <c:pt idx="152">
                  <c:v>-0.142460530672</c:v>
                </c:pt>
                <c:pt idx="153">
                  <c:v>-0.142460530672</c:v>
                </c:pt>
                <c:pt idx="154">
                  <c:v>-0.140389177976</c:v>
                </c:pt>
                <c:pt idx="155">
                  <c:v>-0.140389177976</c:v>
                </c:pt>
                <c:pt idx="156">
                  <c:v>-0.10386329121</c:v>
                </c:pt>
                <c:pt idx="157">
                  <c:v>-0.10386329121</c:v>
                </c:pt>
                <c:pt idx="158">
                  <c:v>-0.093494550702</c:v>
                </c:pt>
                <c:pt idx="159">
                  <c:v>-0.093494550702</c:v>
                </c:pt>
                <c:pt idx="160">
                  <c:v>-0.0822005946178</c:v>
                </c:pt>
                <c:pt idx="161">
                  <c:v>-0.0822005946178</c:v>
                </c:pt>
                <c:pt idx="162">
                  <c:v>-0.0354643484411</c:v>
                </c:pt>
                <c:pt idx="163">
                  <c:v>-0.0354643484411</c:v>
                </c:pt>
                <c:pt idx="164">
                  <c:v>-0.00533194798166</c:v>
                </c:pt>
                <c:pt idx="165">
                  <c:v>-0.00533194798166</c:v>
                </c:pt>
                <c:pt idx="166">
                  <c:v>0.0343003812664</c:v>
                </c:pt>
                <c:pt idx="167">
                  <c:v>0.0343003812664</c:v>
                </c:pt>
                <c:pt idx="168">
                  <c:v>0.068961234622</c:v>
                </c:pt>
                <c:pt idx="169">
                  <c:v>0.068961234622</c:v>
                </c:pt>
                <c:pt idx="170">
                  <c:v>0.0790502147315</c:v>
                </c:pt>
                <c:pt idx="171">
                  <c:v>0.0790502147315</c:v>
                </c:pt>
                <c:pt idx="172">
                  <c:v>0.135723651669</c:v>
                </c:pt>
                <c:pt idx="173">
                  <c:v>0.135723651669</c:v>
                </c:pt>
                <c:pt idx="174">
                  <c:v>0.143252050221</c:v>
                </c:pt>
                <c:pt idx="175">
                  <c:v>0.143252050221</c:v>
                </c:pt>
                <c:pt idx="176">
                  <c:v>0.145533066716</c:v>
                </c:pt>
                <c:pt idx="177">
                  <c:v>0.145533066716</c:v>
                </c:pt>
                <c:pt idx="178">
                  <c:v>0.179776862869</c:v>
                </c:pt>
                <c:pt idx="179">
                  <c:v>0.179776862869</c:v>
                </c:pt>
                <c:pt idx="180">
                  <c:v>0.203078401927</c:v>
                </c:pt>
                <c:pt idx="181">
                  <c:v>0.203078401927</c:v>
                </c:pt>
                <c:pt idx="182">
                  <c:v>0.207804129087</c:v>
                </c:pt>
                <c:pt idx="183">
                  <c:v>0.207804129087</c:v>
                </c:pt>
                <c:pt idx="184">
                  <c:v>0.212423121162</c:v>
                </c:pt>
                <c:pt idx="185">
                  <c:v>0.212423121162</c:v>
                </c:pt>
                <c:pt idx="186">
                  <c:v>0.214752977819</c:v>
                </c:pt>
                <c:pt idx="187">
                  <c:v>0.214752977819</c:v>
                </c:pt>
                <c:pt idx="188">
                  <c:v>0.2209787519</c:v>
                </c:pt>
                <c:pt idx="189">
                  <c:v>0.2209787519</c:v>
                </c:pt>
                <c:pt idx="190">
                  <c:v>0.24137185875</c:v>
                </c:pt>
                <c:pt idx="191">
                  <c:v>0.24137185875</c:v>
                </c:pt>
                <c:pt idx="192">
                  <c:v>0.282329887821</c:v>
                </c:pt>
                <c:pt idx="193">
                  <c:v>0.282329887821</c:v>
                </c:pt>
                <c:pt idx="194">
                  <c:v>0.285151451084</c:v>
                </c:pt>
                <c:pt idx="195">
                  <c:v>0.285151451084</c:v>
                </c:pt>
                <c:pt idx="196">
                  <c:v>0.287798032248</c:v>
                </c:pt>
                <c:pt idx="197">
                  <c:v>0.287798032248</c:v>
                </c:pt>
                <c:pt idx="198">
                  <c:v>0.308517659597</c:v>
                </c:pt>
                <c:pt idx="199">
                  <c:v>0.308517659597</c:v>
                </c:pt>
                <c:pt idx="200">
                  <c:v>0.327880480767</c:v>
                </c:pt>
                <c:pt idx="201">
                  <c:v>0.327880480767</c:v>
                </c:pt>
                <c:pt idx="202">
                  <c:v>0.340040795423</c:v>
                </c:pt>
                <c:pt idx="203">
                  <c:v>0.340040795423</c:v>
                </c:pt>
                <c:pt idx="204">
                  <c:v>0.362045134304</c:v>
                </c:pt>
                <c:pt idx="205">
                  <c:v>0.362045134304</c:v>
                </c:pt>
                <c:pt idx="206">
                  <c:v>0.409564847769</c:v>
                </c:pt>
                <c:pt idx="207">
                  <c:v>0.409564847769</c:v>
                </c:pt>
                <c:pt idx="208">
                  <c:v>0.411059466287</c:v>
                </c:pt>
                <c:pt idx="209">
                  <c:v>0.411059466287</c:v>
                </c:pt>
                <c:pt idx="210">
                  <c:v>0.430892336759</c:v>
                </c:pt>
                <c:pt idx="211">
                  <c:v>0.430892336759</c:v>
                </c:pt>
                <c:pt idx="212">
                  <c:v>0.45323901976</c:v>
                </c:pt>
                <c:pt idx="213">
                  <c:v>0.45323901976</c:v>
                </c:pt>
                <c:pt idx="214">
                  <c:v>0.4640888832</c:v>
                </c:pt>
                <c:pt idx="215">
                  <c:v>0.4640888832</c:v>
                </c:pt>
                <c:pt idx="216">
                  <c:v>0.520129840446</c:v>
                </c:pt>
                <c:pt idx="217">
                  <c:v>0.520129840446</c:v>
                </c:pt>
                <c:pt idx="218">
                  <c:v>0.528887367944</c:v>
                </c:pt>
                <c:pt idx="219">
                  <c:v>0.528887367944</c:v>
                </c:pt>
                <c:pt idx="220">
                  <c:v>0.557985727613</c:v>
                </c:pt>
                <c:pt idx="221">
                  <c:v>0.557985727613</c:v>
                </c:pt>
                <c:pt idx="222">
                  <c:v>0.583553306406</c:v>
                </c:pt>
                <c:pt idx="223">
                  <c:v>0.583553306406</c:v>
                </c:pt>
                <c:pt idx="224">
                  <c:v>0.622649648239</c:v>
                </c:pt>
                <c:pt idx="225">
                  <c:v>0.622649648239</c:v>
                </c:pt>
                <c:pt idx="226">
                  <c:v>0.632940410798</c:v>
                </c:pt>
                <c:pt idx="227">
                  <c:v>0.632940410798</c:v>
                </c:pt>
                <c:pt idx="228">
                  <c:v>0.637007422089</c:v>
                </c:pt>
                <c:pt idx="229">
                  <c:v>0.637007422089</c:v>
                </c:pt>
                <c:pt idx="230">
                  <c:v>0.647553394507</c:v>
                </c:pt>
                <c:pt idx="231">
                  <c:v>0.647553394507</c:v>
                </c:pt>
                <c:pt idx="232">
                  <c:v>0.710662935469</c:v>
                </c:pt>
                <c:pt idx="233">
                  <c:v>0.710662935469</c:v>
                </c:pt>
                <c:pt idx="234">
                  <c:v>0.725612697939</c:v>
                </c:pt>
                <c:pt idx="235">
                  <c:v>0.725612697939</c:v>
                </c:pt>
                <c:pt idx="236">
                  <c:v>0.725944758793</c:v>
                </c:pt>
                <c:pt idx="237">
                  <c:v>0.725944758793</c:v>
                </c:pt>
                <c:pt idx="238">
                  <c:v>0.742173636398</c:v>
                </c:pt>
                <c:pt idx="239">
                  <c:v>0.742173636398</c:v>
                </c:pt>
                <c:pt idx="240">
                  <c:v>0.786704639215</c:v>
                </c:pt>
                <c:pt idx="241">
                  <c:v>0.786704639215</c:v>
                </c:pt>
                <c:pt idx="242">
                  <c:v>0.817654071771</c:v>
                </c:pt>
                <c:pt idx="243">
                  <c:v>0.817654071771</c:v>
                </c:pt>
                <c:pt idx="244">
                  <c:v>0.850009735513</c:v>
                </c:pt>
                <c:pt idx="245">
                  <c:v>0.850009735513</c:v>
                </c:pt>
                <c:pt idx="246">
                  <c:v>0.953567109834</c:v>
                </c:pt>
                <c:pt idx="247">
                  <c:v>0.953567109834</c:v>
                </c:pt>
                <c:pt idx="248">
                  <c:v>0.980276629622</c:v>
                </c:pt>
                <c:pt idx="249">
                  <c:v>0.980276629622</c:v>
                </c:pt>
                <c:pt idx="250">
                  <c:v>0.995243286429</c:v>
                </c:pt>
                <c:pt idx="251">
                  <c:v>0.995243286429</c:v>
                </c:pt>
                <c:pt idx="252">
                  <c:v>1.00128956568</c:v>
                </c:pt>
                <c:pt idx="253">
                  <c:v>1.00128956568</c:v>
                </c:pt>
                <c:pt idx="254">
                  <c:v>1.03770520771</c:v>
                </c:pt>
                <c:pt idx="255">
                  <c:v>1.03770520771</c:v>
                </c:pt>
                <c:pt idx="256">
                  <c:v>1.04630370109</c:v>
                </c:pt>
                <c:pt idx="257">
                  <c:v>1.04630370109</c:v>
                </c:pt>
                <c:pt idx="258">
                  <c:v>1.06223882858</c:v>
                </c:pt>
                <c:pt idx="259">
                  <c:v>1.06223882858</c:v>
                </c:pt>
                <c:pt idx="260">
                  <c:v>1.10980780475</c:v>
                </c:pt>
                <c:pt idx="261">
                  <c:v>1.10980780475</c:v>
                </c:pt>
                <c:pt idx="262">
                  <c:v>1.13696851542</c:v>
                </c:pt>
                <c:pt idx="263">
                  <c:v>1.13696851542</c:v>
                </c:pt>
                <c:pt idx="264">
                  <c:v>1.22421232679</c:v>
                </c:pt>
                <c:pt idx="265">
                  <c:v>1.22421232679</c:v>
                </c:pt>
                <c:pt idx="266">
                  <c:v>1.23387540385</c:v>
                </c:pt>
                <c:pt idx="267">
                  <c:v>1.23387540385</c:v>
                </c:pt>
                <c:pt idx="268">
                  <c:v>1.25355637259</c:v>
                </c:pt>
                <c:pt idx="269">
                  <c:v>1.25355637259</c:v>
                </c:pt>
                <c:pt idx="270">
                  <c:v>1.26229111649</c:v>
                </c:pt>
                <c:pt idx="271">
                  <c:v>1.26229111649</c:v>
                </c:pt>
                <c:pt idx="272">
                  <c:v>1.26393193878</c:v>
                </c:pt>
                <c:pt idx="273">
                  <c:v>1.26393193878</c:v>
                </c:pt>
                <c:pt idx="274">
                  <c:v>1.27695103894</c:v>
                </c:pt>
                <c:pt idx="275">
                  <c:v>1.27695103894</c:v>
                </c:pt>
                <c:pt idx="276">
                  <c:v>1.36283607466</c:v>
                </c:pt>
                <c:pt idx="277">
                  <c:v>1.36283607466</c:v>
                </c:pt>
                <c:pt idx="278">
                  <c:v>1.40531036321</c:v>
                </c:pt>
                <c:pt idx="279">
                  <c:v>1.40531036321</c:v>
                </c:pt>
                <c:pt idx="280">
                  <c:v>1.43673073015</c:v>
                </c:pt>
                <c:pt idx="281">
                  <c:v>1.43673073015</c:v>
                </c:pt>
                <c:pt idx="282">
                  <c:v>1.44948724774</c:v>
                </c:pt>
                <c:pt idx="283">
                  <c:v>1.44948724774</c:v>
                </c:pt>
                <c:pt idx="284">
                  <c:v>1.53512807662</c:v>
                </c:pt>
                <c:pt idx="285">
                  <c:v>1.53512807662</c:v>
                </c:pt>
                <c:pt idx="286">
                  <c:v>1.61359308013</c:v>
                </c:pt>
                <c:pt idx="287">
                  <c:v>1.61359308013</c:v>
                </c:pt>
                <c:pt idx="288">
                  <c:v>1.66758047572</c:v>
                </c:pt>
                <c:pt idx="289">
                  <c:v>1.66758047572</c:v>
                </c:pt>
                <c:pt idx="290">
                  <c:v>1.67585475472</c:v>
                </c:pt>
                <c:pt idx="291">
                  <c:v>1.67585475472</c:v>
                </c:pt>
                <c:pt idx="292">
                  <c:v>1.76515973708</c:v>
                </c:pt>
                <c:pt idx="293">
                  <c:v>1.76515973708</c:v>
                </c:pt>
                <c:pt idx="294">
                  <c:v>1.80575089078</c:v>
                </c:pt>
                <c:pt idx="295">
                  <c:v>1.80575089078</c:v>
                </c:pt>
                <c:pt idx="296">
                  <c:v>1.84149439696</c:v>
                </c:pt>
                <c:pt idx="297">
                  <c:v>1.84149439696</c:v>
                </c:pt>
                <c:pt idx="298">
                  <c:v>1.85782308659</c:v>
                </c:pt>
                <c:pt idx="299">
                  <c:v>1.85782308659</c:v>
                </c:pt>
                <c:pt idx="300">
                  <c:v>1.85907069605</c:v>
                </c:pt>
                <c:pt idx="301">
                  <c:v>1.85907069605</c:v>
                </c:pt>
                <c:pt idx="302">
                  <c:v>1.86755424556</c:v>
                </c:pt>
                <c:pt idx="303">
                  <c:v>1.86755424556</c:v>
                </c:pt>
                <c:pt idx="304">
                  <c:v>2.01150010454</c:v>
                </c:pt>
                <c:pt idx="305">
                  <c:v>2.01150010454</c:v>
                </c:pt>
                <c:pt idx="306">
                  <c:v>2.06349812167</c:v>
                </c:pt>
                <c:pt idx="307">
                  <c:v>2.06349812167</c:v>
                </c:pt>
                <c:pt idx="308">
                  <c:v>2.26515185819</c:v>
                </c:pt>
                <c:pt idx="309">
                  <c:v>2.26515185819</c:v>
                </c:pt>
                <c:pt idx="310">
                  <c:v>2.4084780179</c:v>
                </c:pt>
                <c:pt idx="311">
                  <c:v>2.4084780179</c:v>
                </c:pt>
                <c:pt idx="312">
                  <c:v>2.41884482334</c:v>
                </c:pt>
                <c:pt idx="313">
                  <c:v>2.41884482334</c:v>
                </c:pt>
                <c:pt idx="314">
                  <c:v>2.4864696229</c:v>
                </c:pt>
                <c:pt idx="315">
                  <c:v>2.4864696229</c:v>
                </c:pt>
                <c:pt idx="316">
                  <c:v>2.50355562498</c:v>
                </c:pt>
                <c:pt idx="317">
                  <c:v>2.50355562498</c:v>
                </c:pt>
                <c:pt idx="318">
                  <c:v>2.85560921039</c:v>
                </c:pt>
                <c:pt idx="319">
                  <c:v>2.85560921039</c:v>
                </c:pt>
              </c:numCache>
            </c:numRef>
          </c:xVal>
          <c:yVal>
            <c:numRef>
              <c:f>'Chart Data'!$B$2:$B$321</c:f>
              <c:numCache>
                <c:formatCode>0.##</c:formatCode>
                <c:ptCount val="320"/>
                <c:pt idx="0">
                  <c:v>0</c:v>
                </c:pt>
                <c:pt idx="1">
                  <c:v>0.00625</c:v>
                </c:pt>
                <c:pt idx="2">
                  <c:v>0.00625</c:v>
                </c:pt>
                <c:pt idx="3">
                  <c:v>0.0125</c:v>
                </c:pt>
                <c:pt idx="4">
                  <c:v>0.0125</c:v>
                </c:pt>
                <c:pt idx="5">
                  <c:v>0.01875</c:v>
                </c:pt>
                <c:pt idx="6">
                  <c:v>0.01875</c:v>
                </c:pt>
                <c:pt idx="7">
                  <c:v>0.025</c:v>
                </c:pt>
                <c:pt idx="8">
                  <c:v>0.025</c:v>
                </c:pt>
                <c:pt idx="9">
                  <c:v>0.03125</c:v>
                </c:pt>
                <c:pt idx="10">
                  <c:v>0.03125</c:v>
                </c:pt>
                <c:pt idx="11">
                  <c:v>0.0375</c:v>
                </c:pt>
                <c:pt idx="12">
                  <c:v>0.0375</c:v>
                </c:pt>
                <c:pt idx="13">
                  <c:v>0.04375</c:v>
                </c:pt>
                <c:pt idx="14">
                  <c:v>0.04375</c:v>
                </c:pt>
                <c:pt idx="15">
                  <c:v>0.05</c:v>
                </c:pt>
                <c:pt idx="16">
                  <c:v>0.05</c:v>
                </c:pt>
                <c:pt idx="17">
                  <c:v>0.05625</c:v>
                </c:pt>
                <c:pt idx="18">
                  <c:v>0.05625</c:v>
                </c:pt>
                <c:pt idx="19">
                  <c:v>0.0625</c:v>
                </c:pt>
                <c:pt idx="20">
                  <c:v>0.0625</c:v>
                </c:pt>
                <c:pt idx="21">
                  <c:v>0.06875</c:v>
                </c:pt>
                <c:pt idx="22">
                  <c:v>0.06875</c:v>
                </c:pt>
                <c:pt idx="23">
                  <c:v>0.075</c:v>
                </c:pt>
                <c:pt idx="24">
                  <c:v>0.075</c:v>
                </c:pt>
                <c:pt idx="25">
                  <c:v>0.08125</c:v>
                </c:pt>
                <c:pt idx="26">
                  <c:v>0.08125</c:v>
                </c:pt>
                <c:pt idx="27">
                  <c:v>0.0875</c:v>
                </c:pt>
                <c:pt idx="28">
                  <c:v>0.0875</c:v>
                </c:pt>
                <c:pt idx="29">
                  <c:v>0.09375</c:v>
                </c:pt>
                <c:pt idx="30">
                  <c:v>0.09375</c:v>
                </c:pt>
                <c:pt idx="31">
                  <c:v>0.1</c:v>
                </c:pt>
                <c:pt idx="32">
                  <c:v>0.1</c:v>
                </c:pt>
                <c:pt idx="33">
                  <c:v>0.10625</c:v>
                </c:pt>
                <c:pt idx="34">
                  <c:v>0.10625</c:v>
                </c:pt>
                <c:pt idx="35">
                  <c:v>0.1125</c:v>
                </c:pt>
                <c:pt idx="36">
                  <c:v>0.1125</c:v>
                </c:pt>
                <c:pt idx="37">
                  <c:v>0.11875</c:v>
                </c:pt>
                <c:pt idx="38">
                  <c:v>0.11875</c:v>
                </c:pt>
                <c:pt idx="39">
                  <c:v>0.125</c:v>
                </c:pt>
                <c:pt idx="40">
                  <c:v>0.125</c:v>
                </c:pt>
                <c:pt idx="41">
                  <c:v>0.13125</c:v>
                </c:pt>
                <c:pt idx="42">
                  <c:v>0.13125</c:v>
                </c:pt>
                <c:pt idx="43">
                  <c:v>0.1375</c:v>
                </c:pt>
                <c:pt idx="44">
                  <c:v>0.1375</c:v>
                </c:pt>
                <c:pt idx="45">
                  <c:v>0.14375</c:v>
                </c:pt>
                <c:pt idx="46">
                  <c:v>0.14375</c:v>
                </c:pt>
                <c:pt idx="47">
                  <c:v>0.15</c:v>
                </c:pt>
                <c:pt idx="48">
                  <c:v>0.15</c:v>
                </c:pt>
                <c:pt idx="49">
                  <c:v>0.15625</c:v>
                </c:pt>
                <c:pt idx="50">
                  <c:v>0.15625</c:v>
                </c:pt>
                <c:pt idx="51">
                  <c:v>0.1625</c:v>
                </c:pt>
                <c:pt idx="52">
                  <c:v>0.1625</c:v>
                </c:pt>
                <c:pt idx="53">
                  <c:v>0.16875</c:v>
                </c:pt>
                <c:pt idx="54">
                  <c:v>0.16875</c:v>
                </c:pt>
                <c:pt idx="55">
                  <c:v>0.175</c:v>
                </c:pt>
                <c:pt idx="56">
                  <c:v>0.175</c:v>
                </c:pt>
                <c:pt idx="57">
                  <c:v>0.18125</c:v>
                </c:pt>
                <c:pt idx="58">
                  <c:v>0.18125</c:v>
                </c:pt>
                <c:pt idx="59">
                  <c:v>0.1875</c:v>
                </c:pt>
                <c:pt idx="60">
                  <c:v>0.1875</c:v>
                </c:pt>
                <c:pt idx="61">
                  <c:v>0.19375</c:v>
                </c:pt>
                <c:pt idx="62">
                  <c:v>0.19375</c:v>
                </c:pt>
                <c:pt idx="63">
                  <c:v>0.2</c:v>
                </c:pt>
                <c:pt idx="64">
                  <c:v>0.2</c:v>
                </c:pt>
                <c:pt idx="65">
                  <c:v>0.20625</c:v>
                </c:pt>
                <c:pt idx="66">
                  <c:v>0.20625</c:v>
                </c:pt>
                <c:pt idx="67">
                  <c:v>0.2125</c:v>
                </c:pt>
                <c:pt idx="68">
                  <c:v>0.2125</c:v>
                </c:pt>
                <c:pt idx="69">
                  <c:v>0.21875</c:v>
                </c:pt>
                <c:pt idx="70">
                  <c:v>0.21875</c:v>
                </c:pt>
                <c:pt idx="71">
                  <c:v>0.225</c:v>
                </c:pt>
                <c:pt idx="72">
                  <c:v>0.225</c:v>
                </c:pt>
                <c:pt idx="73">
                  <c:v>0.23125</c:v>
                </c:pt>
                <c:pt idx="74">
                  <c:v>0.23125</c:v>
                </c:pt>
                <c:pt idx="75">
                  <c:v>0.2375</c:v>
                </c:pt>
                <c:pt idx="76">
                  <c:v>0.2375</c:v>
                </c:pt>
                <c:pt idx="77">
                  <c:v>0.24375</c:v>
                </c:pt>
                <c:pt idx="78">
                  <c:v>0.24375</c:v>
                </c:pt>
                <c:pt idx="79">
                  <c:v>0.25</c:v>
                </c:pt>
                <c:pt idx="80">
                  <c:v>0.25</c:v>
                </c:pt>
                <c:pt idx="81">
                  <c:v>0.25625</c:v>
                </c:pt>
                <c:pt idx="82">
                  <c:v>0.25625</c:v>
                </c:pt>
                <c:pt idx="83">
                  <c:v>0.2625</c:v>
                </c:pt>
                <c:pt idx="84">
                  <c:v>0.2625</c:v>
                </c:pt>
                <c:pt idx="85">
                  <c:v>0.26875</c:v>
                </c:pt>
                <c:pt idx="86">
                  <c:v>0.26875</c:v>
                </c:pt>
                <c:pt idx="87">
                  <c:v>0.275</c:v>
                </c:pt>
                <c:pt idx="88">
                  <c:v>0.275</c:v>
                </c:pt>
                <c:pt idx="89">
                  <c:v>0.28125</c:v>
                </c:pt>
                <c:pt idx="90">
                  <c:v>0.28125</c:v>
                </c:pt>
                <c:pt idx="91">
                  <c:v>0.2875</c:v>
                </c:pt>
                <c:pt idx="92">
                  <c:v>0.2875</c:v>
                </c:pt>
                <c:pt idx="93">
                  <c:v>0.29375</c:v>
                </c:pt>
                <c:pt idx="94">
                  <c:v>0.29375</c:v>
                </c:pt>
                <c:pt idx="95">
                  <c:v>0.3</c:v>
                </c:pt>
                <c:pt idx="96">
                  <c:v>0.3</c:v>
                </c:pt>
                <c:pt idx="97">
                  <c:v>0.30625</c:v>
                </c:pt>
                <c:pt idx="98">
                  <c:v>0.30625</c:v>
                </c:pt>
                <c:pt idx="99">
                  <c:v>0.3125</c:v>
                </c:pt>
                <c:pt idx="100">
                  <c:v>0.3125</c:v>
                </c:pt>
                <c:pt idx="101">
                  <c:v>0.31875</c:v>
                </c:pt>
                <c:pt idx="102">
                  <c:v>0.31875</c:v>
                </c:pt>
                <c:pt idx="103">
                  <c:v>0.325</c:v>
                </c:pt>
                <c:pt idx="104">
                  <c:v>0.325</c:v>
                </c:pt>
                <c:pt idx="105">
                  <c:v>0.33125</c:v>
                </c:pt>
                <c:pt idx="106">
                  <c:v>0.33125</c:v>
                </c:pt>
                <c:pt idx="107">
                  <c:v>0.3375</c:v>
                </c:pt>
                <c:pt idx="108">
                  <c:v>0.3375</c:v>
                </c:pt>
                <c:pt idx="109">
                  <c:v>0.34375</c:v>
                </c:pt>
                <c:pt idx="110">
                  <c:v>0.34375</c:v>
                </c:pt>
                <c:pt idx="111">
                  <c:v>0.35</c:v>
                </c:pt>
                <c:pt idx="112">
                  <c:v>0.35</c:v>
                </c:pt>
                <c:pt idx="113">
                  <c:v>0.35625</c:v>
                </c:pt>
                <c:pt idx="114">
                  <c:v>0.35625</c:v>
                </c:pt>
                <c:pt idx="115">
                  <c:v>0.3625</c:v>
                </c:pt>
                <c:pt idx="116">
                  <c:v>0.3625</c:v>
                </c:pt>
                <c:pt idx="117">
                  <c:v>0.36875</c:v>
                </c:pt>
                <c:pt idx="118">
                  <c:v>0.36875</c:v>
                </c:pt>
                <c:pt idx="119">
                  <c:v>0.375</c:v>
                </c:pt>
                <c:pt idx="120">
                  <c:v>0.375</c:v>
                </c:pt>
                <c:pt idx="121">
                  <c:v>0.38125</c:v>
                </c:pt>
                <c:pt idx="122">
                  <c:v>0.38125</c:v>
                </c:pt>
                <c:pt idx="123">
                  <c:v>0.3875</c:v>
                </c:pt>
                <c:pt idx="124">
                  <c:v>0.3875</c:v>
                </c:pt>
                <c:pt idx="125">
                  <c:v>0.39375</c:v>
                </c:pt>
                <c:pt idx="126">
                  <c:v>0.39375</c:v>
                </c:pt>
                <c:pt idx="127">
                  <c:v>0.4</c:v>
                </c:pt>
                <c:pt idx="128">
                  <c:v>0.4</c:v>
                </c:pt>
                <c:pt idx="129">
                  <c:v>0.40625</c:v>
                </c:pt>
                <c:pt idx="130">
                  <c:v>0.40625</c:v>
                </c:pt>
                <c:pt idx="131">
                  <c:v>0.4125</c:v>
                </c:pt>
                <c:pt idx="132">
                  <c:v>0.4125</c:v>
                </c:pt>
                <c:pt idx="133">
                  <c:v>0.41875</c:v>
                </c:pt>
                <c:pt idx="134">
                  <c:v>0.41875</c:v>
                </c:pt>
                <c:pt idx="135">
                  <c:v>0.425</c:v>
                </c:pt>
                <c:pt idx="136">
                  <c:v>0.425</c:v>
                </c:pt>
                <c:pt idx="137">
                  <c:v>0.43125</c:v>
                </c:pt>
                <c:pt idx="138">
                  <c:v>0.43125</c:v>
                </c:pt>
                <c:pt idx="139">
                  <c:v>0.4375</c:v>
                </c:pt>
                <c:pt idx="140">
                  <c:v>0.4375</c:v>
                </c:pt>
                <c:pt idx="141">
                  <c:v>0.44375</c:v>
                </c:pt>
                <c:pt idx="142">
                  <c:v>0.44375</c:v>
                </c:pt>
                <c:pt idx="143">
                  <c:v>0.45</c:v>
                </c:pt>
                <c:pt idx="144">
                  <c:v>0.45</c:v>
                </c:pt>
                <c:pt idx="145">
                  <c:v>0.45625</c:v>
                </c:pt>
                <c:pt idx="146">
                  <c:v>0.45625</c:v>
                </c:pt>
                <c:pt idx="147">
                  <c:v>0.4625</c:v>
                </c:pt>
                <c:pt idx="148">
                  <c:v>0.4625</c:v>
                </c:pt>
                <c:pt idx="149">
                  <c:v>0.46875</c:v>
                </c:pt>
                <c:pt idx="150">
                  <c:v>0.46875</c:v>
                </c:pt>
                <c:pt idx="151">
                  <c:v>0.475</c:v>
                </c:pt>
                <c:pt idx="152">
                  <c:v>0.475</c:v>
                </c:pt>
                <c:pt idx="153">
                  <c:v>0.48125</c:v>
                </c:pt>
                <c:pt idx="154">
                  <c:v>0.48125</c:v>
                </c:pt>
                <c:pt idx="155">
                  <c:v>0.4875</c:v>
                </c:pt>
                <c:pt idx="156">
                  <c:v>0.4875</c:v>
                </c:pt>
                <c:pt idx="157">
                  <c:v>0.49375</c:v>
                </c:pt>
                <c:pt idx="158">
                  <c:v>0.49375</c:v>
                </c:pt>
                <c:pt idx="159">
                  <c:v>0.5</c:v>
                </c:pt>
                <c:pt idx="160">
                  <c:v>0.5</c:v>
                </c:pt>
                <c:pt idx="161">
                  <c:v>0.50625</c:v>
                </c:pt>
                <c:pt idx="162">
                  <c:v>0.50625</c:v>
                </c:pt>
                <c:pt idx="163">
                  <c:v>0.5125</c:v>
                </c:pt>
                <c:pt idx="164">
                  <c:v>0.5125</c:v>
                </c:pt>
                <c:pt idx="165">
                  <c:v>0.51875</c:v>
                </c:pt>
                <c:pt idx="166">
                  <c:v>0.51875</c:v>
                </c:pt>
                <c:pt idx="167">
                  <c:v>0.525</c:v>
                </c:pt>
                <c:pt idx="168">
                  <c:v>0.525</c:v>
                </c:pt>
                <c:pt idx="169">
                  <c:v>0.53125</c:v>
                </c:pt>
                <c:pt idx="170">
                  <c:v>0.53125</c:v>
                </c:pt>
                <c:pt idx="171">
                  <c:v>0.5375</c:v>
                </c:pt>
                <c:pt idx="172">
                  <c:v>0.5375</c:v>
                </c:pt>
                <c:pt idx="173">
                  <c:v>0.54375</c:v>
                </c:pt>
                <c:pt idx="174">
                  <c:v>0.54375</c:v>
                </c:pt>
                <c:pt idx="175">
                  <c:v>0.55</c:v>
                </c:pt>
                <c:pt idx="176">
                  <c:v>0.55</c:v>
                </c:pt>
                <c:pt idx="177">
                  <c:v>0.55625</c:v>
                </c:pt>
                <c:pt idx="178">
                  <c:v>0.55625</c:v>
                </c:pt>
                <c:pt idx="179">
                  <c:v>0.5625</c:v>
                </c:pt>
                <c:pt idx="180">
                  <c:v>0.5625</c:v>
                </c:pt>
                <c:pt idx="181">
                  <c:v>0.56875</c:v>
                </c:pt>
                <c:pt idx="182">
                  <c:v>0.56875</c:v>
                </c:pt>
                <c:pt idx="183">
                  <c:v>0.575</c:v>
                </c:pt>
                <c:pt idx="184">
                  <c:v>0.575</c:v>
                </c:pt>
                <c:pt idx="185">
                  <c:v>0.58125</c:v>
                </c:pt>
                <c:pt idx="186">
                  <c:v>0.58125</c:v>
                </c:pt>
                <c:pt idx="187">
                  <c:v>0.5875</c:v>
                </c:pt>
                <c:pt idx="188">
                  <c:v>0.5875</c:v>
                </c:pt>
                <c:pt idx="189">
                  <c:v>0.59375</c:v>
                </c:pt>
                <c:pt idx="190">
                  <c:v>0.59375</c:v>
                </c:pt>
                <c:pt idx="191">
                  <c:v>0.6</c:v>
                </c:pt>
                <c:pt idx="192">
                  <c:v>0.6</c:v>
                </c:pt>
                <c:pt idx="193">
                  <c:v>0.60625</c:v>
                </c:pt>
                <c:pt idx="194">
                  <c:v>0.60625</c:v>
                </c:pt>
                <c:pt idx="195">
                  <c:v>0.6125</c:v>
                </c:pt>
                <c:pt idx="196">
                  <c:v>0.6125</c:v>
                </c:pt>
                <c:pt idx="197">
                  <c:v>0.61875</c:v>
                </c:pt>
                <c:pt idx="198">
                  <c:v>0.61875</c:v>
                </c:pt>
                <c:pt idx="199">
                  <c:v>0.625</c:v>
                </c:pt>
                <c:pt idx="200">
                  <c:v>0.625</c:v>
                </c:pt>
                <c:pt idx="201">
                  <c:v>0.63125</c:v>
                </c:pt>
                <c:pt idx="202">
                  <c:v>0.63125</c:v>
                </c:pt>
                <c:pt idx="203">
                  <c:v>0.6375</c:v>
                </c:pt>
                <c:pt idx="204">
                  <c:v>0.6375</c:v>
                </c:pt>
                <c:pt idx="205">
                  <c:v>0.64375</c:v>
                </c:pt>
                <c:pt idx="206">
                  <c:v>0.64375</c:v>
                </c:pt>
                <c:pt idx="207">
                  <c:v>0.65</c:v>
                </c:pt>
                <c:pt idx="208">
                  <c:v>0.65</c:v>
                </c:pt>
                <c:pt idx="209">
                  <c:v>0.65625</c:v>
                </c:pt>
                <c:pt idx="210">
                  <c:v>0.65625</c:v>
                </c:pt>
                <c:pt idx="211">
                  <c:v>0.6625</c:v>
                </c:pt>
                <c:pt idx="212">
                  <c:v>0.6625</c:v>
                </c:pt>
                <c:pt idx="213">
                  <c:v>0.66875</c:v>
                </c:pt>
                <c:pt idx="214">
                  <c:v>0.66875</c:v>
                </c:pt>
                <c:pt idx="215">
                  <c:v>0.675</c:v>
                </c:pt>
                <c:pt idx="216">
                  <c:v>0.675</c:v>
                </c:pt>
                <c:pt idx="217">
                  <c:v>0.68125</c:v>
                </c:pt>
                <c:pt idx="218">
                  <c:v>0.68125</c:v>
                </c:pt>
                <c:pt idx="219">
                  <c:v>0.6875</c:v>
                </c:pt>
                <c:pt idx="220">
                  <c:v>0.6875</c:v>
                </c:pt>
                <c:pt idx="221">
                  <c:v>0.69375</c:v>
                </c:pt>
                <c:pt idx="222">
                  <c:v>0.69375</c:v>
                </c:pt>
                <c:pt idx="223">
                  <c:v>0.7</c:v>
                </c:pt>
                <c:pt idx="224">
                  <c:v>0.7</c:v>
                </c:pt>
                <c:pt idx="225">
                  <c:v>0.70625</c:v>
                </c:pt>
                <c:pt idx="226">
                  <c:v>0.70625</c:v>
                </c:pt>
                <c:pt idx="227">
                  <c:v>0.7125</c:v>
                </c:pt>
                <c:pt idx="228">
                  <c:v>0.7125</c:v>
                </c:pt>
                <c:pt idx="229">
                  <c:v>0.71875</c:v>
                </c:pt>
                <c:pt idx="230">
                  <c:v>0.71875</c:v>
                </c:pt>
                <c:pt idx="231">
                  <c:v>0.725</c:v>
                </c:pt>
                <c:pt idx="232">
                  <c:v>0.725</c:v>
                </c:pt>
                <c:pt idx="233">
                  <c:v>0.73125</c:v>
                </c:pt>
                <c:pt idx="234">
                  <c:v>0.73125</c:v>
                </c:pt>
                <c:pt idx="235">
                  <c:v>0.7375</c:v>
                </c:pt>
                <c:pt idx="236">
                  <c:v>0.7375</c:v>
                </c:pt>
                <c:pt idx="237">
                  <c:v>0.74375</c:v>
                </c:pt>
                <c:pt idx="238">
                  <c:v>0.74375</c:v>
                </c:pt>
                <c:pt idx="239">
                  <c:v>0.75</c:v>
                </c:pt>
                <c:pt idx="240">
                  <c:v>0.75</c:v>
                </c:pt>
                <c:pt idx="241">
                  <c:v>0.75625</c:v>
                </c:pt>
                <c:pt idx="242">
                  <c:v>0.75625</c:v>
                </c:pt>
                <c:pt idx="243">
                  <c:v>0.7625</c:v>
                </c:pt>
                <c:pt idx="244">
                  <c:v>0.7625</c:v>
                </c:pt>
                <c:pt idx="245">
                  <c:v>0.76875</c:v>
                </c:pt>
                <c:pt idx="246">
                  <c:v>0.76875</c:v>
                </c:pt>
                <c:pt idx="247">
                  <c:v>0.775</c:v>
                </c:pt>
                <c:pt idx="248">
                  <c:v>0.775</c:v>
                </c:pt>
                <c:pt idx="249">
                  <c:v>0.78125</c:v>
                </c:pt>
                <c:pt idx="250">
                  <c:v>0.78125</c:v>
                </c:pt>
                <c:pt idx="251">
                  <c:v>0.7875</c:v>
                </c:pt>
                <c:pt idx="252">
                  <c:v>0.7875</c:v>
                </c:pt>
                <c:pt idx="253">
                  <c:v>0.79375</c:v>
                </c:pt>
                <c:pt idx="254">
                  <c:v>0.79375</c:v>
                </c:pt>
                <c:pt idx="255">
                  <c:v>0.8</c:v>
                </c:pt>
                <c:pt idx="256">
                  <c:v>0.8</c:v>
                </c:pt>
                <c:pt idx="257">
                  <c:v>0.80625</c:v>
                </c:pt>
                <c:pt idx="258">
                  <c:v>0.80625</c:v>
                </c:pt>
                <c:pt idx="259">
                  <c:v>0.8125</c:v>
                </c:pt>
                <c:pt idx="260">
                  <c:v>0.8125</c:v>
                </c:pt>
                <c:pt idx="261">
                  <c:v>0.81875</c:v>
                </c:pt>
                <c:pt idx="262">
                  <c:v>0.81875</c:v>
                </c:pt>
                <c:pt idx="263">
                  <c:v>0.825</c:v>
                </c:pt>
                <c:pt idx="264">
                  <c:v>0.825</c:v>
                </c:pt>
                <c:pt idx="265">
                  <c:v>0.83125</c:v>
                </c:pt>
                <c:pt idx="266">
                  <c:v>0.83125</c:v>
                </c:pt>
                <c:pt idx="267">
                  <c:v>0.8375</c:v>
                </c:pt>
                <c:pt idx="268">
                  <c:v>0.8375</c:v>
                </c:pt>
                <c:pt idx="269">
                  <c:v>0.84375</c:v>
                </c:pt>
                <c:pt idx="270">
                  <c:v>0.84375</c:v>
                </c:pt>
                <c:pt idx="271">
                  <c:v>0.85</c:v>
                </c:pt>
                <c:pt idx="272">
                  <c:v>0.85</c:v>
                </c:pt>
                <c:pt idx="273">
                  <c:v>0.85625</c:v>
                </c:pt>
                <c:pt idx="274">
                  <c:v>0.85625</c:v>
                </c:pt>
                <c:pt idx="275">
                  <c:v>0.8625</c:v>
                </c:pt>
                <c:pt idx="276">
                  <c:v>0.8625</c:v>
                </c:pt>
                <c:pt idx="277">
                  <c:v>0.86875</c:v>
                </c:pt>
                <c:pt idx="278">
                  <c:v>0.86875</c:v>
                </c:pt>
                <c:pt idx="279">
                  <c:v>0.875</c:v>
                </c:pt>
                <c:pt idx="280">
                  <c:v>0.875</c:v>
                </c:pt>
                <c:pt idx="281">
                  <c:v>0.88125</c:v>
                </c:pt>
                <c:pt idx="282">
                  <c:v>0.88125</c:v>
                </c:pt>
                <c:pt idx="283">
                  <c:v>0.8875</c:v>
                </c:pt>
                <c:pt idx="284">
                  <c:v>0.8875</c:v>
                </c:pt>
                <c:pt idx="285">
                  <c:v>0.89375</c:v>
                </c:pt>
                <c:pt idx="286">
                  <c:v>0.89375</c:v>
                </c:pt>
                <c:pt idx="287">
                  <c:v>0.9</c:v>
                </c:pt>
                <c:pt idx="288">
                  <c:v>0.9</c:v>
                </c:pt>
                <c:pt idx="289">
                  <c:v>0.90625</c:v>
                </c:pt>
                <c:pt idx="290">
                  <c:v>0.90625</c:v>
                </c:pt>
                <c:pt idx="291">
                  <c:v>0.9125</c:v>
                </c:pt>
                <c:pt idx="292">
                  <c:v>0.9125</c:v>
                </c:pt>
                <c:pt idx="293">
                  <c:v>0.91875</c:v>
                </c:pt>
                <c:pt idx="294">
                  <c:v>0.91875</c:v>
                </c:pt>
                <c:pt idx="295">
                  <c:v>0.925</c:v>
                </c:pt>
                <c:pt idx="296">
                  <c:v>0.925</c:v>
                </c:pt>
                <c:pt idx="297">
                  <c:v>0.93125</c:v>
                </c:pt>
                <c:pt idx="298">
                  <c:v>0.93125</c:v>
                </c:pt>
                <c:pt idx="299">
                  <c:v>0.9375</c:v>
                </c:pt>
                <c:pt idx="300">
                  <c:v>0.9375</c:v>
                </c:pt>
                <c:pt idx="301">
                  <c:v>0.94375</c:v>
                </c:pt>
                <c:pt idx="302">
                  <c:v>0.94375</c:v>
                </c:pt>
                <c:pt idx="303">
                  <c:v>0.95</c:v>
                </c:pt>
                <c:pt idx="304">
                  <c:v>0.95</c:v>
                </c:pt>
                <c:pt idx="305">
                  <c:v>0.95625</c:v>
                </c:pt>
                <c:pt idx="306">
                  <c:v>0.95625</c:v>
                </c:pt>
                <c:pt idx="307">
                  <c:v>0.9625</c:v>
                </c:pt>
                <c:pt idx="308">
                  <c:v>0.9625</c:v>
                </c:pt>
                <c:pt idx="309">
                  <c:v>0.96875</c:v>
                </c:pt>
                <c:pt idx="310">
                  <c:v>0.96875</c:v>
                </c:pt>
                <c:pt idx="311">
                  <c:v>0.975</c:v>
                </c:pt>
                <c:pt idx="312">
                  <c:v>0.975</c:v>
                </c:pt>
                <c:pt idx="313">
                  <c:v>0.98125</c:v>
                </c:pt>
                <c:pt idx="314">
                  <c:v>0.98125</c:v>
                </c:pt>
                <c:pt idx="315">
                  <c:v>0.9875</c:v>
                </c:pt>
                <c:pt idx="316">
                  <c:v>0.9875</c:v>
                </c:pt>
                <c:pt idx="317">
                  <c:v>0.99375</c:v>
                </c:pt>
                <c:pt idx="318">
                  <c:v>0.99375</c:v>
                </c:pt>
                <c:pt idx="319">
                  <c:v>1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6EDF2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425">
                    <a:solidFill>
                      <a:srgbClr val="101828"/>
                    </a:solidFill>
                    <a:latin typeface="Arial"/>
                    <a:ea typeface="Arial"/>
                    <a:cs typeface="Arial"/>
                  </a:rPr>
                  <a:t>Доля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425">
                  <a:solidFill>
                    <a:srgbClr val="101828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B7C3CC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87383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</c:valAx>
      <c:valAx>
        <c:axId val="48650112"/>
        <c:scaling>
          <c:orientation val="minMax"/>
        </c:scaling>
        <c:delete val="0"/>
        <c:axPos val="b"/>
        <c:majorGridlines>
          <c:spPr>
            <a:ln xmlns:a="http://schemas.openxmlformats.org/drawingml/2006/main" w="9525">
              <a:solidFill>
                <a:srgbClr val="E6EDF2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425">
                    <a:solidFill>
                      <a:srgbClr val="101828"/>
                    </a:solidFill>
                    <a:latin typeface="Arial"/>
                    <a:ea typeface="Arial"/>
                    <a:cs typeface="Arial"/>
                  </a:rPr>
                  <a:t>Значение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425">
                  <a:solidFill>
                    <a:srgbClr val="101828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B7C3CC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87383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</c:chartSpace>
</file>

<file path=ppt/charts/chart5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ser>
          <c:idx val="0"/>
          <c:order val="0"/>
          <c:tx>
            <c:v>Прямая сравнения</c:v>
          </c:tx>
          <c:spPr>
            <a:solidFill xmlns:a="http://schemas.openxmlformats.org/drawingml/2006/main">
              <a:srgbClr val="0077FF"/>
            </a:solidFill>
            <a:ln xmlns:a="http://schemas.openxmlformats.org/drawingml/2006/main" w="19050">
              <a:solidFill>
                <a:srgbClr val="0077FF"/>
              </a:solidFill>
            </a:ln>
          </c:spPr>
          <c:marker>
            <c:symbol val="none"/>
            <c:size val="6"/>
          </c:marker>
          <c:xVal>
            <c:numRef>
              <c:f>'Chart Data'!$A$2:$A$3</c:f>
              <c:numCache>
                <c:formatCode>General</c:formatCode>
                <c:ptCount val="2"/>
                <c:pt idx="0">
                  <c:v>-1.8</c:v>
                </c:pt>
                <c:pt idx="1">
                  <c:v>1.8</c:v>
                </c:pt>
              </c:numCache>
            </c:numRef>
          </c:xVal>
          <c:yVal>
            <c:numRef>
              <c:f>'Chart Data'!$B$2:$B$3</c:f>
              <c:numCache>
                <c:formatCode>0.0</c:formatCode>
                <c:ptCount val="2"/>
                <c:pt idx="0">
                  <c:v>-1.8</c:v>
                </c:pt>
                <c:pt idx="1">
                  <c:v>1.8</c:v>
                </c:pt>
              </c:numCache>
            </c:numRef>
          </c:yVal>
        </c:ser>
        <c:ser>
          <c:idx val="1"/>
          <c:order val="1"/>
          <c:tx>
            <c:v>Выборочные квантили</c:v>
          </c:tx>
          <c:spPr>
            <a:solidFill xmlns:a="http://schemas.openxmlformats.org/drawingml/2006/main">
              <a:srgbClr val="FF3885"/>
            </a:solidFill>
            <a:ln xmlns:a="http://schemas.openxmlformats.org/drawingml/2006/main" w="0">
              <a:noFill/>
            </a:ln>
          </c:spPr>
          <c:marker>
            <c:symbol val="circle"/>
            <c:size val="6"/>
            <c:spPr>
              <a:noFill xmlns:a="http://schemas.openxmlformats.org/drawingml/2006/main"/>
            </c:spPr>
          </c:marker>
          <c:xVal>
            <c:numRef>
              <c:f>'Chart Data'!$C$2:$C$20</c:f>
              <c:numCache>
                <c:formatCode>General</c:formatCode>
                <c:ptCount val="19"/>
                <c:pt idx="0">
                  <c:v>-1.645</c:v>
                </c:pt>
                <c:pt idx="1">
                  <c:v>-1.282</c:v>
                </c:pt>
                <c:pt idx="2">
                  <c:v>-1.036</c:v>
                </c:pt>
                <c:pt idx="3">
                  <c:v>-0.842</c:v>
                </c:pt>
                <c:pt idx="4">
                  <c:v>-0.674</c:v>
                </c:pt>
                <c:pt idx="5">
                  <c:v>-0.524</c:v>
                </c:pt>
                <c:pt idx="6">
                  <c:v>-0.385</c:v>
                </c:pt>
                <c:pt idx="7">
                  <c:v>-0.253</c:v>
                </c:pt>
                <c:pt idx="8">
                  <c:v>-0.126</c:v>
                </c:pt>
                <c:pt idx="9">
                  <c:v>0</c:v>
                </c:pt>
                <c:pt idx="10">
                  <c:v>0.126</c:v>
                </c:pt>
                <c:pt idx="11">
                  <c:v>0.253</c:v>
                </c:pt>
                <c:pt idx="12">
                  <c:v>0.385</c:v>
                </c:pt>
                <c:pt idx="13">
                  <c:v>0.524</c:v>
                </c:pt>
                <c:pt idx="14">
                  <c:v>0.674</c:v>
                </c:pt>
                <c:pt idx="15">
                  <c:v>0.842</c:v>
                </c:pt>
                <c:pt idx="16">
                  <c:v>1.036</c:v>
                </c:pt>
                <c:pt idx="17">
                  <c:v>1.282</c:v>
                </c:pt>
                <c:pt idx="18">
                  <c:v>1.645</c:v>
                </c:pt>
              </c:numCache>
            </c:numRef>
          </c:xVal>
          <c:yVal>
            <c:numRef>
              <c:f>'Chart Data'!$D$2:$D$20</c:f>
              <c:numCache>
                <c:formatCode>0.0</c:formatCode>
                <c:ptCount val="19"/>
                <c:pt idx="0">
                  <c:v>-2.49399867208</c:v>
                </c:pt>
                <c:pt idx="1">
                  <c:v>-1.66317921077</c:v>
                </c:pt>
                <c:pt idx="2">
                  <c:v>-1.23152570889</c:v>
                </c:pt>
                <c:pt idx="3">
                  <c:v>-0.945078190665</c:v>
                </c:pt>
                <c:pt idx="4">
                  <c:v>-0.726202046496</c:v>
                </c:pt>
                <c:pt idx="5">
                  <c:v>-0.548311009435</c:v>
                </c:pt>
                <c:pt idx="6">
                  <c:v>-0.394581842618</c:v>
                </c:pt>
                <c:pt idx="7">
                  <c:v>-0.255707697505</c:v>
                </c:pt>
                <c:pt idx="8">
                  <c:v>-0.12633366075</c:v>
                </c:pt>
                <c:pt idx="9">
                  <c:v>0</c:v>
                </c:pt>
                <c:pt idx="10">
                  <c:v>0.12633366075</c:v>
                </c:pt>
                <c:pt idx="11">
                  <c:v>0.255707697505</c:v>
                </c:pt>
                <c:pt idx="12">
                  <c:v>0.394581842618</c:v>
                </c:pt>
                <c:pt idx="13">
                  <c:v>0.548311009435</c:v>
                </c:pt>
                <c:pt idx="14">
                  <c:v>0.726202046496</c:v>
                </c:pt>
                <c:pt idx="15">
                  <c:v>0.945078190665</c:v>
                </c:pt>
                <c:pt idx="16">
                  <c:v>1.23152570889</c:v>
                </c:pt>
                <c:pt idx="17">
                  <c:v>1.66317921077</c:v>
                </c:pt>
                <c:pt idx="18">
                  <c:v>2.49399867208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3"/>
          <c:min val="-3"/>
        </c:scaling>
        <c:delete val="0"/>
        <c:axPos val="l"/>
        <c:majorGridlines>
          <c:spPr>
            <a:ln xmlns:a="http://schemas.openxmlformats.org/drawingml/2006/main" w="9525">
              <a:solidFill>
                <a:srgbClr val="E6EDF2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350">
                    <a:solidFill>
                      <a:srgbClr val="101828"/>
                    </a:solidFill>
                    <a:latin typeface="Arial"/>
                    <a:ea typeface="Arial"/>
                    <a:cs typeface="Arial"/>
                  </a:rPr>
                  <a:t>Квантили выборки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solidFill>
                    <a:srgbClr val="101828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B7C3CC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</c:valAx>
      <c:valAx>
        <c:axId val="48650112"/>
        <c:scaling>
          <c:orientation val="minMax"/>
          <c:max val="2"/>
          <c:min val="-2"/>
        </c:scaling>
        <c:delete val="0"/>
        <c:axPos val="b"/>
        <c:majorGridlines>
          <c:spPr>
            <a:ln xmlns:a="http://schemas.openxmlformats.org/drawingml/2006/main" w="9525">
              <a:solidFill>
                <a:srgbClr val="E6EDF2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350">
                    <a:solidFill>
                      <a:srgbClr val="101828"/>
                    </a:solidFill>
                    <a:latin typeface="Arial"/>
                    <a:ea typeface="Arial"/>
                    <a:cs typeface="Arial"/>
                  </a:rPr>
                  <a:t>Квантили N(0, 1)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solidFill>
                    <a:srgbClr val="101828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B7C3CC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</c:chartSpace>
</file>

<file path=ppt/charts/chart6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marker"/>
        <c:ser>
          <c:idx val="0"/>
          <c:order val="0"/>
          <c:tx>
            <c:v>Опорная выборка</c:v>
          </c:tx>
          <c:spPr>
            <a:solidFill xmlns:a="http://schemas.openxmlformats.org/drawingml/2006/main">
              <a:srgbClr val="0077FF"/>
            </a:solidFill>
            <a:ln xmlns:a="http://schemas.openxmlformats.org/drawingml/2006/main" w="0">
              <a:noFill/>
            </a:ln>
          </c:spPr>
          <c:marker>
            <c:symbol val="circle"/>
            <c:size val="3"/>
            <c:spPr>
              <a:noFill xmlns:a="http://schemas.openxmlformats.org/drawingml/2006/main"/>
            </c:spPr>
          </c:marker>
          <c:xVal>
            <c:numRef>
              <c:f>'Chart Data'!$A$2:$A$601</c:f>
              <c:numCache>
                <c:formatCode>General</c:formatCode>
                <c:ptCount val="600"/>
                <c:pt idx="0">
                  <c:v>0.304717079754</c:v>
                </c:pt>
                <c:pt idx="1">
                  <c:v>-1.03998410624</c:v>
                </c:pt>
                <c:pt idx="2">
                  <c:v>0.750451195806</c:v>
                </c:pt>
                <c:pt idx="3">
                  <c:v>0.940564716391</c:v>
                </c:pt>
                <c:pt idx="4">
                  <c:v>-1.95103518865</c:v>
                </c:pt>
                <c:pt idx="5">
                  <c:v>-1.30217950686</c:v>
                </c:pt>
                <c:pt idx="6">
                  <c:v>0.127840403167</c:v>
                </c:pt>
                <c:pt idx="7">
                  <c:v>-0.316242592344</c:v>
                </c:pt>
                <c:pt idx="8">
                  <c:v>-0.0168011575043</c:v>
                </c:pt>
                <c:pt idx="9">
                  <c:v>-0.853043927574</c:v>
                </c:pt>
                <c:pt idx="10">
                  <c:v>0.879397974863</c:v>
                </c:pt>
                <c:pt idx="11">
                  <c:v>0.777791935429</c:v>
                </c:pt>
                <c:pt idx="12">
                  <c:v>0.0660306975612</c:v>
                </c:pt>
                <c:pt idx="13">
                  <c:v>1.12724120697</c:v>
                </c:pt>
                <c:pt idx="14">
                  <c:v>0.467509342252</c:v>
                </c:pt>
                <c:pt idx="15">
                  <c:v>-0.859292462883</c:v>
                </c:pt>
                <c:pt idx="16">
                  <c:v>0.368750784082</c:v>
                </c:pt>
                <c:pt idx="17">
                  <c:v>-0.958882600829</c:v>
                </c:pt>
                <c:pt idx="18">
                  <c:v>0.878450301307</c:v>
                </c:pt>
                <c:pt idx="19">
                  <c:v>-0.0499259109863</c:v>
                </c:pt>
                <c:pt idx="20">
                  <c:v>-0.184862363545</c:v>
                </c:pt>
                <c:pt idx="21">
                  <c:v>-0.680929544404</c:v>
                </c:pt>
                <c:pt idx="22">
                  <c:v>1.22254133867</c:v>
                </c:pt>
                <c:pt idx="23">
                  <c:v>-0.154529482069</c:v>
                </c:pt>
                <c:pt idx="24">
                  <c:v>-0.428327822163</c:v>
                </c:pt>
                <c:pt idx="25">
                  <c:v>-0.352133550488</c:v>
                </c:pt>
                <c:pt idx="26">
                  <c:v>0.532309185553</c:v>
                </c:pt>
                <c:pt idx="27">
                  <c:v>0.365444064364</c:v>
                </c:pt>
                <c:pt idx="28">
                  <c:v>0.412732611596</c:v>
                </c:pt>
                <c:pt idx="29">
                  <c:v>0.430821003008</c:v>
                </c:pt>
                <c:pt idx="30">
                  <c:v>2.14164760087</c:v>
                </c:pt>
                <c:pt idx="31">
                  <c:v>-0.406415016385</c:v>
                </c:pt>
                <c:pt idx="32">
                  <c:v>-0.512242729072</c:v>
                </c:pt>
                <c:pt idx="33">
                  <c:v>-0.813772728248</c:v>
                </c:pt>
                <c:pt idx="34">
                  <c:v>0.615979422575</c:v>
                </c:pt>
                <c:pt idx="35">
                  <c:v>1.12897229272</c:v>
                </c:pt>
                <c:pt idx="36">
                  <c:v>-0.113947457655</c:v>
                </c:pt>
                <c:pt idx="37">
                  <c:v>-0.840156476963</c:v>
                </c:pt>
                <c:pt idx="38">
                  <c:v>-0.824481215691</c:v>
                </c:pt>
                <c:pt idx="39">
                  <c:v>0.650592787825</c:v>
                </c:pt>
                <c:pt idx="40">
                  <c:v>0.743254171203</c:v>
                </c:pt>
                <c:pt idx="41">
                  <c:v>0.543154268305</c:v>
                </c:pt>
                <c:pt idx="42">
                  <c:v>-0.665509707289</c:v>
                </c:pt>
                <c:pt idx="43">
                  <c:v>0.232161323067</c:v>
                </c:pt>
                <c:pt idx="44">
                  <c:v>0.116685809141</c:v>
                </c:pt>
                <c:pt idx="45">
                  <c:v>0.218688596729</c:v>
                </c:pt>
                <c:pt idx="46">
                  <c:v>0.871428777948</c:v>
                </c:pt>
                <c:pt idx="47">
                  <c:v>0.223595548775</c:v>
                </c:pt>
                <c:pt idx="48">
                  <c:v>0.678913563072</c:v>
                </c:pt>
                <c:pt idx="49">
                  <c:v>0.0675790694889</c:v>
                </c:pt>
                <c:pt idx="50">
                  <c:v>0.28911939869</c:v>
                </c:pt>
                <c:pt idx="51">
                  <c:v>0.631288225839</c:v>
                </c:pt>
                <c:pt idx="52">
                  <c:v>-1.45715581986</c:v>
                </c:pt>
                <c:pt idx="53">
                  <c:v>-0.319671216357</c:v>
                </c:pt>
                <c:pt idx="54">
                  <c:v>-0.470372654293</c:v>
                </c:pt>
                <c:pt idx="55">
                  <c:v>-0.638877848243</c:v>
                </c:pt>
                <c:pt idx="56">
                  <c:v>-0.275142251227</c:v>
                </c:pt>
                <c:pt idx="57">
                  <c:v>1.49494131123</c:v>
                </c:pt>
                <c:pt idx="58">
                  <c:v>-0.865831115693</c:v>
                </c:pt>
                <c:pt idx="59">
                  <c:v>0.968278354591</c:v>
                </c:pt>
                <c:pt idx="60">
                  <c:v>-1.68286977162</c:v>
                </c:pt>
                <c:pt idx="61">
                  <c:v>-0.334885029986</c:v>
                </c:pt>
                <c:pt idx="62">
                  <c:v>0.162753065105</c:v>
                </c:pt>
                <c:pt idx="63">
                  <c:v>0.586222331359</c:v>
                </c:pt>
                <c:pt idx="64">
                  <c:v>0.711226579793</c:v>
                </c:pt>
                <c:pt idx="65">
                  <c:v>0.7933472352</c:v>
                </c:pt>
                <c:pt idx="66">
                  <c:v>-0.348725072248</c:v>
                </c:pt>
                <c:pt idx="67">
                  <c:v>-0.462351792665</c:v>
                </c:pt>
                <c:pt idx="68">
                  <c:v>0.857975881257</c:v>
                </c:pt>
                <c:pt idx="69">
                  <c:v>-0.191304324882</c:v>
                </c:pt>
                <c:pt idx="70">
                  <c:v>-1.27568632334</c:v>
                </c:pt>
                <c:pt idx="71">
                  <c:v>-1.133287214</c:v>
                </c:pt>
                <c:pt idx="72">
                  <c:v>-0.919452286002</c:v>
                </c:pt>
                <c:pt idx="73">
                  <c:v>0.497160744054</c:v>
                </c:pt>
                <c:pt idx="74">
                  <c:v>0.142425736071</c:v>
                </c:pt>
                <c:pt idx="75">
                  <c:v>0.690485354068</c:v>
                </c:pt>
                <c:pt idx="76">
                  <c:v>-0.427252646337</c:v>
                </c:pt>
                <c:pt idx="77">
                  <c:v>0.158539691077</c:v>
                </c:pt>
                <c:pt idx="78">
                  <c:v>0.625590393967</c:v>
                </c:pt>
                <c:pt idx="79">
                  <c:v>-0.30934653972</c:v>
                </c:pt>
                <c:pt idx="80">
                  <c:v>0.456775237557</c:v>
                </c:pt>
                <c:pt idx="81">
                  <c:v>-0.661925941067</c:v>
                </c:pt>
                <c:pt idx="82">
                  <c:v>-0.363053846565</c:v>
                </c:pt>
                <c:pt idx="83">
                  <c:v>-0.381737893998</c:v>
                </c:pt>
                <c:pt idx="84">
                  <c:v>-1.19583964559</c:v>
                </c:pt>
                <c:pt idx="85">
                  <c:v>0.486972480786</c:v>
                </c:pt>
                <c:pt idx="86">
                  <c:v>-0.469402340203</c:v>
                </c:pt>
                <c:pt idx="87">
                  <c:v>0.0124941187277</c:v>
                </c:pt>
                <c:pt idx="88">
                  <c:v>0.480746658906</c:v>
                </c:pt>
                <c:pt idx="89">
                  <c:v>0.44653117603</c:v>
                </c:pt>
                <c:pt idx="90">
                  <c:v>0.665385108973</c:v>
                </c:pt>
                <c:pt idx="91">
                  <c:v>-0.0984854845094</c:v>
                </c:pt>
                <c:pt idx="92">
                  <c:v>-0.423298312044</c:v>
                </c:pt>
                <c:pt idx="93">
                  <c:v>-0.0797182109064</c:v>
                </c:pt>
                <c:pt idx="94">
                  <c:v>-1.68733443396</c:v>
                </c:pt>
                <c:pt idx="95">
                  <c:v>-1.44711247242</c:v>
                </c:pt>
                <c:pt idx="96">
                  <c:v>-1.32269961235</c:v>
                </c:pt>
                <c:pt idx="97">
                  <c:v>-0.997246827601</c:v>
                </c:pt>
                <c:pt idx="98">
                  <c:v>0.399774226723</c:v>
                </c:pt>
                <c:pt idx="99">
                  <c:v>-0.90547905536</c:v>
                </c:pt>
                <c:pt idx="100">
                  <c:v>-0.378162554039</c:v>
                </c:pt>
                <c:pt idx="101">
                  <c:v>1.29922829779</c:v>
                </c:pt>
                <c:pt idx="102">
                  <c:v>-0.356263971061</c:v>
                </c:pt>
                <c:pt idx="103">
                  <c:v>0.737515568467</c:v>
                </c:pt>
                <c:pt idx="104">
                  <c:v>-0.93361768001</c:v>
                </c:pt>
                <c:pt idx="105">
                  <c:v>-0.205437557868</c:v>
                </c:pt>
                <c:pt idx="106">
                  <c:v>-0.950022054911</c:v>
                </c:pt>
                <c:pt idx="107">
                  <c:v>-0.339033075901</c:v>
                </c:pt>
                <c:pt idx="108">
                  <c:v>0.840308137457</c:v>
                </c:pt>
                <c:pt idx="109">
                  <c:v>-1.72732042319</c:v>
                </c:pt>
                <c:pt idx="110">
                  <c:v>0.434423643546</c:v>
                </c:pt>
                <c:pt idx="111">
                  <c:v>0.237735602332</c:v>
                </c:pt>
                <c:pt idx="112">
                  <c:v>-0.594149955697</c:v>
                </c:pt>
                <c:pt idx="113">
                  <c:v>-1.44605785439</c:v>
                </c:pt>
                <c:pt idx="114">
                  <c:v>0.0721295077139</c:v>
                </c:pt>
                <c:pt idx="115">
                  <c:v>-0.529492709064</c:v>
                </c:pt>
                <c:pt idx="116">
                  <c:v>0.232676211355</c:v>
                </c:pt>
                <c:pt idx="117">
                  <c:v>0.0218521455234</c:v>
                </c:pt>
                <c:pt idx="118">
                  <c:v>1.60177889132</c:v>
                </c:pt>
                <c:pt idx="119">
                  <c:v>-0.239355627473</c:v>
                </c:pt>
                <c:pt idx="120">
                  <c:v>-1.02349749262</c:v>
                </c:pt>
                <c:pt idx="121">
                  <c:v>0.179275634956</c:v>
                </c:pt>
                <c:pt idx="122">
                  <c:v>0.219996683972</c:v>
                </c:pt>
                <c:pt idx="123">
                  <c:v>1.35918757524</c:v>
                </c:pt>
                <c:pt idx="124">
                  <c:v>0.835111245915</c:v>
                </c:pt>
                <c:pt idx="125">
                  <c:v>0.35687105915</c:v>
                </c:pt>
                <c:pt idx="126">
                  <c:v>1.46330289122</c:v>
                </c:pt>
                <c:pt idx="127">
                  <c:v>-1.18876305432</c:v>
                </c:pt>
                <c:pt idx="128">
                  <c:v>-0.63975153275</c:v>
                </c:pt>
                <c:pt idx="129">
                  <c:v>-0.926575941406</c:v>
                </c:pt>
                <c:pt idx="130">
                  <c:v>-0.389809803156</c:v>
                </c:pt>
                <c:pt idx="131">
                  <c:v>-1.37668614756</c:v>
                </c:pt>
                <c:pt idx="132">
                  <c:v>0.635150946814</c:v>
                </c:pt>
                <c:pt idx="133">
                  <c:v>-0.222222697099</c:v>
                </c:pt>
                <c:pt idx="134">
                  <c:v>-1.4708062945</c:v>
                </c:pt>
                <c:pt idx="135">
                  <c:v>-1.01557908121</c:v>
                </c:pt>
                <c:pt idx="136">
                  <c:v>0.31351384745</c:v>
                </c:pt>
                <c:pt idx="137">
                  <c:v>0.838126567894</c:v>
                </c:pt>
                <c:pt idx="138">
                  <c:v>1.99673089169</c:v>
                </c:pt>
                <c:pt idx="139">
                  <c:v>2.91386246601</c:v>
                </c:pt>
                <c:pt idx="140">
                  <c:v>0.414409433276</c:v>
                </c:pt>
                <c:pt idx="141">
                  <c:v>-0.989538120032</c:v>
                </c:pt>
                <c:pt idx="142">
                  <c:v>-2.13204628073</c:v>
                </c:pt>
                <c:pt idx="143">
                  <c:v>0.267711462344</c:v>
                </c:pt>
                <c:pt idx="144">
                  <c:v>-0.81294109531</c:v>
                </c:pt>
                <c:pt idx="145">
                  <c:v>-0.41535726018</c:v>
                </c:pt>
                <c:pt idx="146">
                  <c:v>-0.61209679906</c:v>
                </c:pt>
                <c:pt idx="147">
                  <c:v>-0.140790886416</c:v>
                </c:pt>
                <c:pt idx="148">
                  <c:v>1.06598023079</c:v>
                </c:pt>
                <c:pt idx="149">
                  <c:v>0.157048567445</c:v>
                </c:pt>
                <c:pt idx="150">
                  <c:v>-0.158634837039</c:v>
                </c:pt>
                <c:pt idx="151">
                  <c:v>-1.03565375283</c:v>
                </c:pt>
                <c:pt idx="152">
                  <c:v>-1.6746829447</c:v>
                </c:pt>
                <c:pt idx="153">
                  <c:v>-0.486307909073</c:v>
                </c:pt>
                <c:pt idx="154">
                  <c:v>-0.0537825508183</c:v>
                </c:pt>
                <c:pt idx="155">
                  <c:v>1.76792991358</c:v>
                </c:pt>
                <c:pt idx="156">
                  <c:v>0.130274521473</c:v>
                </c:pt>
                <c:pt idx="157">
                  <c:v>0.982739511023</c:v>
                </c:pt>
                <c:pt idx="158">
                  <c:v>-0.499295598539</c:v>
                </c:pt>
                <c:pt idx="159">
                  <c:v>-1.18494376642</c:v>
                </c:pt>
                <c:pt idx="160">
                  <c:v>-0.965116762232</c:v>
                </c:pt>
                <c:pt idx="161">
                  <c:v>-0.725226064536</c:v>
                </c:pt>
                <c:pt idx="162">
                  <c:v>2.12846973244</c:v>
                </c:pt>
                <c:pt idx="163">
                  <c:v>-0.821386679224</c:v>
                </c:pt>
                <c:pt idx="164">
                  <c:v>0.838489203736</c:v>
                </c:pt>
                <c:pt idx="165">
                  <c:v>-0.902927178087</c:v>
                </c:pt>
                <c:pt idx="166">
                  <c:v>0.931573012874</c:v>
                </c:pt>
                <c:pt idx="167">
                  <c:v>0.384950966106</c:v>
                </c:pt>
                <c:pt idx="168">
                  <c:v>-0.156637897658</c:v>
                </c:pt>
                <c:pt idx="169">
                  <c:v>-0.0407625261354</c:v>
                </c:pt>
                <c:pt idx="170">
                  <c:v>-0.654787695429</c:v>
                </c:pt>
                <c:pt idx="171">
                  <c:v>0.446072201482</c:v>
                </c:pt>
                <c:pt idx="172">
                  <c:v>-0.454983480341</c:v>
                </c:pt>
                <c:pt idx="173">
                  <c:v>-1.22560576377</c:v>
                </c:pt>
                <c:pt idx="174">
                  <c:v>-1.27793757432</c:v>
                </c:pt>
                <c:pt idx="175">
                  <c:v>0.172587917722</c:v>
                </c:pt>
                <c:pt idx="176">
                  <c:v>1.57909125641</c:v>
                </c:pt>
                <c:pt idx="177">
                  <c:v>0.159991613573</c:v>
                </c:pt>
                <c:pt idx="178">
                  <c:v>-0.11863832611</c:v>
                </c:pt>
                <c:pt idx="179">
                  <c:v>0.285826139603</c:v>
                </c:pt>
                <c:pt idx="180">
                  <c:v>1.30600174171</c:v>
                </c:pt>
                <c:pt idx="181">
                  <c:v>0.219382501364</c:v>
                </c:pt>
                <c:pt idx="182">
                  <c:v>-0.410927230834</c:v>
                </c:pt>
                <c:pt idx="183">
                  <c:v>1.10628871006</c:v>
                </c:pt>
                <c:pt idx="184">
                  <c:v>0.428756438462</c:v>
                </c:pt>
                <c:pt idx="185">
                  <c:v>1.535755992</c:v>
                </c:pt>
                <c:pt idx="186">
                  <c:v>0.183234437222</c:v>
                </c:pt>
                <c:pt idx="187">
                  <c:v>-1.22446903172</c:v>
                </c:pt>
                <c:pt idx="188">
                  <c:v>-1.36815919925</c:v>
                </c:pt>
                <c:pt idx="189">
                  <c:v>1.65092793223</c:v>
                </c:pt>
                <c:pt idx="190">
                  <c:v>1.72366572078</c:v>
                </c:pt>
                <c:pt idx="191">
                  <c:v>-0.179519213283</c:v>
                </c:pt>
                <c:pt idx="192">
                  <c:v>-0.383187321136</c:v>
                </c:pt>
                <c:pt idx="193">
                  <c:v>1.46144429224</c:v>
                </c:pt>
                <c:pt idx="194">
                  <c:v>-1.10704568204</c:v>
                </c:pt>
                <c:pt idx="195">
                  <c:v>-0.894727018956</c:v>
                </c:pt>
                <c:pt idx="196">
                  <c:v>0.643326794689</c:v>
                </c:pt>
                <c:pt idx="197">
                  <c:v>-0.39460512286</c:v>
                </c:pt>
                <c:pt idx="198">
                  <c:v>-0.00512186672007</c:v>
                </c:pt>
                <c:pt idx="199">
                  <c:v>-0.163442898525</c:v>
                </c:pt>
                <c:pt idx="200">
                  <c:v>0.337574548799</c:v>
                </c:pt>
                <c:pt idx="201">
                  <c:v>1.40748186131</c:v>
                </c:pt>
                <c:pt idx="202">
                  <c:v>0.0905849069017</c:v>
                </c:pt>
                <c:pt idx="203">
                  <c:v>0.643938793277</c:v>
                </c:pt>
                <c:pt idx="204">
                  <c:v>-2.05017210103</c:v>
                </c:pt>
                <c:pt idx="205">
                  <c:v>-0.0487184019301</c:v>
                </c:pt>
                <c:pt idx="206">
                  <c:v>-0.843230270293</c:v>
                </c:pt>
                <c:pt idx="207">
                  <c:v>-1.21881306042</c:v>
                </c:pt>
                <c:pt idx="208">
                  <c:v>-0.878152366929</c:v>
                </c:pt>
                <c:pt idx="209">
                  <c:v>-0.334123440701</c:v>
                </c:pt>
                <c:pt idx="210">
                  <c:v>0.915902542356</c:v>
                </c:pt>
                <c:pt idx="211">
                  <c:v>-1.32639271774</c:v>
                </c:pt>
                <c:pt idx="212">
                  <c:v>0.0306314925944</c:v>
                </c:pt>
                <c:pt idx="213">
                  <c:v>-0.484169433334</c:v>
                </c:pt>
                <c:pt idx="214">
                  <c:v>-0.327673094362</c:v>
                </c:pt>
                <c:pt idx="215">
                  <c:v>1.0027578253</c:v>
                </c:pt>
                <c:pt idx="216">
                  <c:v>0.538115437004</c:v>
                </c:pt>
                <c:pt idx="217">
                  <c:v>1.33739810744</c:v>
                </c:pt>
                <c:pt idx="218">
                  <c:v>-0.15450567925</c:v>
                </c:pt>
                <c:pt idx="219">
                  <c:v>-0.695942611671</c:v>
                </c:pt>
                <c:pt idx="220">
                  <c:v>-0.22385881688</c:v>
                </c:pt>
                <c:pt idx="221">
                  <c:v>0.242496791271</c:v>
                </c:pt>
                <c:pt idx="222">
                  <c:v>0.176573358454</c:v>
                </c:pt>
                <c:pt idx="223">
                  <c:v>-1.08438807223</c:v>
                </c:pt>
                <c:pt idx="224">
                  <c:v>0.0904897816279</c:v>
                </c:pt>
                <c:pt idx="225">
                  <c:v>0.228228330139</c:v>
                </c:pt>
                <c:pt idx="226">
                  <c:v>2.51747403753</c:v>
                </c:pt>
                <c:pt idx="227">
                  <c:v>1.87684461128</c:v>
                </c:pt>
                <c:pt idx="228">
                  <c:v>-0.853243350559</c:v>
                </c:pt>
                <c:pt idx="229">
                  <c:v>-0.287383361549</c:v>
                </c:pt>
                <c:pt idx="230">
                  <c:v>-1.46344200184</c:v>
                </c:pt>
                <c:pt idx="231">
                  <c:v>-0.590707013963</c:v>
                </c:pt>
                <c:pt idx="232">
                  <c:v>0.31560500359</c:v>
                </c:pt>
                <c:pt idx="233">
                  <c:v>1.20585362089</c:v>
                </c:pt>
                <c:pt idx="234">
                  <c:v>-0.729083837744</c:v>
                </c:pt>
                <c:pt idx="235">
                  <c:v>-0.654146440068</c:v>
                </c:pt>
                <c:pt idx="236">
                  <c:v>-2.14728902974</c:v>
                </c:pt>
                <c:pt idx="237">
                  <c:v>-0.162665920545</c:v>
                </c:pt>
                <c:pt idx="238">
                  <c:v>-1.06241441186</c:v>
                </c:pt>
                <c:pt idx="239">
                  <c:v>-0.529439427366</c:v>
                </c:pt>
                <c:pt idx="240">
                  <c:v>-0.876860778168</c:v>
                </c:pt>
                <c:pt idx="241">
                  <c:v>-0.0942625542526</c:v>
                </c:pt>
                <c:pt idx="242">
                  <c:v>-1.75772839136</c:v>
                </c:pt>
                <c:pt idx="243">
                  <c:v>-1.46704524539</c:v>
                </c:pt>
                <c:pt idx="244">
                  <c:v>2.12924711203</c:v>
                </c:pt>
                <c:pt idx="245">
                  <c:v>-1.28742258127</c:v>
                </c:pt>
                <c:pt idx="246">
                  <c:v>-1.09678557845</c:v>
                </c:pt>
                <c:pt idx="247">
                  <c:v>1.83691352832</c:v>
                </c:pt>
                <c:pt idx="248">
                  <c:v>2.90506716924</c:v>
                </c:pt>
                <c:pt idx="249">
                  <c:v>-1.17156662883</c:v>
                </c:pt>
                <c:pt idx="250">
                  <c:v>-0.368248956788</c:v>
                </c:pt>
                <c:pt idx="251">
                  <c:v>0.341555550941</c:v>
                </c:pt>
                <c:pt idx="252">
                  <c:v>1.72869764441</c:v>
                </c:pt>
                <c:pt idx="253">
                  <c:v>-0.986857078428</c:v>
                </c:pt>
                <c:pt idx="254">
                  <c:v>-0.245277845942</c:v>
                </c:pt>
                <c:pt idx="255">
                  <c:v>0.777337576062</c:v>
                </c:pt>
                <c:pt idx="256">
                  <c:v>0.434766074467</c:v>
                </c:pt>
                <c:pt idx="257">
                  <c:v>-0.37615607123</c:v>
                </c:pt>
                <c:pt idx="258">
                  <c:v>-0.133822964516</c:v>
                </c:pt>
                <c:pt idx="259">
                  <c:v>-1.37489580837</c:v>
                </c:pt>
                <c:pt idx="260">
                  <c:v>-0.238173743975</c:v>
                </c:pt>
                <c:pt idx="261">
                  <c:v>-0.266387490009</c:v>
                </c:pt>
                <c:pt idx="262">
                  <c:v>0.232169889626</c:v>
                </c:pt>
                <c:pt idx="263">
                  <c:v>-0.555327218819</c:v>
                </c:pt>
                <c:pt idx="264">
                  <c:v>0.471538522545</c:v>
                </c:pt>
                <c:pt idx="265">
                  <c:v>1.01271581782</c:v>
                </c:pt>
                <c:pt idx="266">
                  <c:v>0.155429327668</c:v>
                </c:pt>
                <c:pt idx="267">
                  <c:v>0.351756408399</c:v>
                </c:pt>
                <c:pt idx="268">
                  <c:v>0.0531553475779</c:v>
                </c:pt>
                <c:pt idx="269">
                  <c:v>8.43930914142E-05</c:v>
                </c:pt>
                <c:pt idx="270">
                  <c:v>-0.721558033543</c:v>
                </c:pt>
                <c:pt idx="271">
                  <c:v>0.316494261673</c:v>
                </c:pt>
                <c:pt idx="272">
                  <c:v>-0.0972865984135</c:v>
                </c:pt>
                <c:pt idx="273">
                  <c:v>2.09316830893</c:v>
                </c:pt>
                <c:pt idx="274">
                  <c:v>1.57335490248</c:v>
                </c:pt>
                <c:pt idx="275">
                  <c:v>0.385846552557</c:v>
                </c:pt>
                <c:pt idx="276">
                  <c:v>-0.763057209695</c:v>
                </c:pt>
                <c:pt idx="277">
                  <c:v>-1.11241147198</c:v>
                </c:pt>
                <c:pt idx="278">
                  <c:v>1.19114295309</c:v>
                </c:pt>
                <c:pt idx="279">
                  <c:v>0.262749225147</c:v>
                </c:pt>
                <c:pt idx="280">
                  <c:v>0.480143403392</c:v>
                </c:pt>
                <c:pt idx="281">
                  <c:v>-1.74458598697</c:v>
                </c:pt>
                <c:pt idx="282">
                  <c:v>0.927438481558</c:v>
                </c:pt>
                <c:pt idx="283">
                  <c:v>0.454420338214</c:v>
                </c:pt>
                <c:pt idx="284">
                  <c:v>-1.11043068441</c:v>
                </c:pt>
                <c:pt idx="285">
                  <c:v>-0.47152480745</c:v>
                </c:pt>
                <c:pt idx="286">
                  <c:v>0.263717204357</c:v>
                </c:pt>
                <c:pt idx="287">
                  <c:v>0.0524667983562</c:v>
                </c:pt>
                <c:pt idx="288">
                  <c:v>-0.292171185804</c:v>
                </c:pt>
                <c:pt idx="289">
                  <c:v>-0.103488268066</c:v>
                </c:pt>
                <c:pt idx="290">
                  <c:v>-0.251977378207</c:v>
                </c:pt>
                <c:pt idx="291">
                  <c:v>0.152562512102</c:v>
                </c:pt>
                <c:pt idx="292">
                  <c:v>1.47149197299</c:v>
                </c:pt>
                <c:pt idx="293">
                  <c:v>-2.56665844093</c:v>
                </c:pt>
                <c:pt idx="294">
                  <c:v>-0.23685026451</c:v>
                </c:pt>
                <c:pt idx="295">
                  <c:v>0.176512421372</c:v>
                </c:pt>
                <c:pt idx="296">
                  <c:v>0.295993989687</c:v>
                </c:pt>
                <c:pt idx="297">
                  <c:v>-0.371914581321</c:v>
                </c:pt>
                <c:pt idx="298">
                  <c:v>-1.75672178248</c:v>
                </c:pt>
                <c:pt idx="299">
                  <c:v>0.327995483714</c:v>
                </c:pt>
                <c:pt idx="300">
                  <c:v>1.72735021416</c:v>
                </c:pt>
                <c:pt idx="301">
                  <c:v>-1.53386140492</c:v>
                </c:pt>
                <c:pt idx="302">
                  <c:v>0.863828013698</c:v>
                </c:pt>
                <c:pt idx="303">
                  <c:v>-0.328525223123</c:v>
                </c:pt>
                <c:pt idx="304">
                  <c:v>-0.0613243458288</c:v>
                </c:pt>
                <c:pt idx="305">
                  <c:v>-1.0528985107</c:v>
                </c:pt>
                <c:pt idx="306">
                  <c:v>-0.334456172356</c:v>
                </c:pt>
                <c:pt idx="307">
                  <c:v>1.3000445947</c:v>
                </c:pt>
                <c:pt idx="308">
                  <c:v>0.582655241988</c:v>
                </c:pt>
                <c:pt idx="309">
                  <c:v>1.73231160541</c:v>
                </c:pt>
                <c:pt idx="310">
                  <c:v>1.17741188898</c:v>
                </c:pt>
                <c:pt idx="311">
                  <c:v>0.43908667893</c:v>
                </c:pt>
                <c:pt idx="312">
                  <c:v>1.74393452617</c:v>
                </c:pt>
                <c:pt idx="313">
                  <c:v>0.438993158738</c:v>
                </c:pt>
                <c:pt idx="314">
                  <c:v>0.827988176797</c:v>
                </c:pt>
                <c:pt idx="315">
                  <c:v>-0.296570953535</c:v>
                </c:pt>
                <c:pt idx="316">
                  <c:v>0.0665458158592</c:v>
                </c:pt>
                <c:pt idx="317">
                  <c:v>-0.6974238233</c:v>
                </c:pt>
                <c:pt idx="318">
                  <c:v>0.989583934595</c:v>
                </c:pt>
                <c:pt idx="319">
                  <c:v>-1.17830362311</c:v>
                </c:pt>
                <c:pt idx="320">
                  <c:v>0.782350342418</c:v>
                </c:pt>
                <c:pt idx="321">
                  <c:v>-0.190651057505</c:v>
                </c:pt>
                <c:pt idx="322">
                  <c:v>1.17124709347</c:v>
                </c:pt>
                <c:pt idx="323">
                  <c:v>0.750868988731</c:v>
                </c:pt>
                <c:pt idx="324">
                  <c:v>1.82064615765</c:v>
                </c:pt>
                <c:pt idx="325">
                  <c:v>0.730774691139</c:v>
                </c:pt>
                <c:pt idx="326">
                  <c:v>-1.57204025565</c:v>
                </c:pt>
                <c:pt idx="327">
                  <c:v>-0.0669531728982</c:v>
                </c:pt>
                <c:pt idx="328">
                  <c:v>-1.17200719259</c:v>
                </c:pt>
                <c:pt idx="329">
                  <c:v>-0.518279842366</c:v>
                </c:pt>
                <c:pt idx="330">
                  <c:v>1.51122843328</c:v>
                </c:pt>
                <c:pt idx="331">
                  <c:v>0.637533810898</c:v>
                </c:pt>
                <c:pt idx="332">
                  <c:v>-0.698930428579</c:v>
                </c:pt>
                <c:pt idx="333">
                  <c:v>-1.01371736644</c:v>
                </c:pt>
                <c:pt idx="334">
                  <c:v>0.0327820928763</c:v>
                </c:pt>
                <c:pt idx="335">
                  <c:v>-1.21656014938</c:v>
                </c:pt>
                <c:pt idx="336">
                  <c:v>-0.671140277397</c:v>
                </c:pt>
                <c:pt idx="337">
                  <c:v>0.312009471551</c:v>
                </c:pt>
                <c:pt idx="338">
                  <c:v>1.15531203611</c:v>
                </c:pt>
                <c:pt idx="339">
                  <c:v>0.608761472224</c:v>
                </c:pt>
                <c:pt idx="340">
                  <c:v>-2.2912895086</c:v>
                </c:pt>
                <c:pt idx="341">
                  <c:v>0.30436672903</c:v>
                </c:pt>
                <c:pt idx="342">
                  <c:v>0.0720335732326</c:v>
                </c:pt>
                <c:pt idx="343">
                  <c:v>0.413890285373</c:v>
                </c:pt>
                <c:pt idx="344">
                  <c:v>1.61620968165</c:v>
                </c:pt>
                <c:pt idx="345">
                  <c:v>-2.0632382768</c:v>
                </c:pt>
                <c:pt idx="346">
                  <c:v>-0.591103425191</c:v>
                </c:pt>
                <c:pt idx="347">
                  <c:v>0.590906322793</c:v>
                </c:pt>
                <c:pt idx="348">
                  <c:v>-1.58159439945</c:v>
                </c:pt>
                <c:pt idx="349">
                  <c:v>1.47594904805</c:v>
                </c:pt>
                <c:pt idx="350">
                  <c:v>0.368356612701</c:v>
                </c:pt>
                <c:pt idx="351">
                  <c:v>0.846583985843</c:v>
                </c:pt>
                <c:pt idx="352">
                  <c:v>-0.570943661522</c:v>
                </c:pt>
                <c:pt idx="353">
                  <c:v>0.813763689966</c:v>
                </c:pt>
                <c:pt idx="354">
                  <c:v>1.06847155599</c:v>
                </c:pt>
                <c:pt idx="355">
                  <c:v>0.232878020137</c:v>
                </c:pt>
                <c:pt idx="356">
                  <c:v>0.234400892699</c:v>
                </c:pt>
                <c:pt idx="357">
                  <c:v>0.270343239282</c:v>
                </c:pt>
                <c:pt idx="358">
                  <c:v>-0.863345264739</c:v>
                </c:pt>
                <c:pt idx="359">
                  <c:v>-0.14752868024</c:v>
                </c:pt>
                <c:pt idx="360">
                  <c:v>-0.152522532452</c:v>
                </c:pt>
                <c:pt idx="361">
                  <c:v>0.383393864353</c:v>
                </c:pt>
                <c:pt idx="362">
                  <c:v>0.99982424691</c:v>
                </c:pt>
                <c:pt idx="363">
                  <c:v>-1.05853608198</c:v>
                </c:pt>
                <c:pt idx="364">
                  <c:v>-0.12500903032</c:v>
                </c:pt>
                <c:pt idx="365">
                  <c:v>1.48145554766</c:v>
                </c:pt>
                <c:pt idx="366">
                  <c:v>-0.743588228813</c:v>
                </c:pt>
                <c:pt idx="367">
                  <c:v>-0.82225001729</c:v>
                </c:pt>
                <c:pt idx="368">
                  <c:v>0.202306191831</c:v>
                </c:pt>
                <c:pt idx="369">
                  <c:v>0.844385190485</c:v>
                </c:pt>
                <c:pt idx="370">
                  <c:v>0.0114260555607</c:v>
                </c:pt>
                <c:pt idx="371">
                  <c:v>1.32896059044</c:v>
                </c:pt>
                <c:pt idx="372">
                  <c:v>0.856793982567</c:v>
                </c:pt>
                <c:pt idx="373">
                  <c:v>0.84182006689</c:v>
                </c:pt>
                <c:pt idx="374">
                  <c:v>0.554116501324</c:v>
                </c:pt>
                <c:pt idx="375">
                  <c:v>2.32765310035</c:v>
                </c:pt>
                <c:pt idx="376">
                  <c:v>-0.205161688866</c:v>
                </c:pt>
                <c:pt idx="377">
                  <c:v>-2.00352229207</c:v>
                </c:pt>
                <c:pt idx="378">
                  <c:v>1.60425436152</c:v>
                </c:pt>
                <c:pt idx="379">
                  <c:v>-0.457699430957</c:v>
                </c:pt>
                <c:pt idx="380">
                  <c:v>0.107880444343</c:v>
                </c:pt>
                <c:pt idx="381">
                  <c:v>1.30955068486</c:v>
                </c:pt>
                <c:pt idx="382">
                  <c:v>-1.60225954106</c:v>
                </c:pt>
                <c:pt idx="383">
                  <c:v>-1.25164721411</c:v>
                </c:pt>
                <c:pt idx="384">
                  <c:v>-1.60127793712</c:v>
                </c:pt>
                <c:pt idx="385">
                  <c:v>-0.794136290025</c:v>
                </c:pt>
                <c:pt idx="386">
                  <c:v>0.439636606017</c:v>
                </c:pt>
                <c:pt idx="387">
                  <c:v>0.524187842813</c:v>
                </c:pt>
                <c:pt idx="388">
                  <c:v>0.276274179329</c:v>
                </c:pt>
                <c:pt idx="389">
                  <c:v>-1.41276588389</c:v>
                </c:pt>
                <c:pt idx="390">
                  <c:v>-2.31010343663</c:v>
                </c:pt>
                <c:pt idx="391">
                  <c:v>0.0543535853904</c:v>
                </c:pt>
                <c:pt idx="392">
                  <c:v>-0.471776033638</c:v>
                </c:pt>
                <c:pt idx="393">
                  <c:v>0.459385771717</c:v>
                </c:pt>
                <c:pt idx="394">
                  <c:v>0.701953626221</c:v>
                </c:pt>
                <c:pt idx="395">
                  <c:v>0.138241432059</c:v>
                </c:pt>
                <c:pt idx="396">
                  <c:v>0.760133085376</c:v>
                </c:pt>
                <c:pt idx="397">
                  <c:v>0.229211374115</c:v>
                </c:pt>
                <c:pt idx="398">
                  <c:v>0.530064705601</c:v>
                </c:pt>
                <c:pt idx="399">
                  <c:v>-0.70467326287</c:v>
                </c:pt>
                <c:pt idx="400">
                  <c:v>-0.179611413831</c:v>
                </c:pt>
                <c:pt idx="401">
                  <c:v>0.196776096657</c:v>
                </c:pt>
                <c:pt idx="402">
                  <c:v>0.820528475417</c:v>
                </c:pt>
                <c:pt idx="403">
                  <c:v>-0.393741172225</c:v>
                </c:pt>
                <c:pt idx="404">
                  <c:v>0.521167255732</c:v>
                </c:pt>
                <c:pt idx="405">
                  <c:v>-0.265838791915</c:v>
                </c:pt>
                <c:pt idx="406">
                  <c:v>-0.117542167328</c:v>
                </c:pt>
                <c:pt idx="407">
                  <c:v>0.829519042024</c:v>
                </c:pt>
                <c:pt idx="408">
                  <c:v>-1.99306037105</c:v>
                </c:pt>
                <c:pt idx="409">
                  <c:v>-1.29647232807</c:v>
                </c:pt>
                <c:pt idx="410">
                  <c:v>-1.48218539744</c:v>
                </c:pt>
                <c:pt idx="411">
                  <c:v>-2.33361611985</c:v>
                </c:pt>
                <c:pt idx="412">
                  <c:v>-0.678264440155</c:v>
                </c:pt>
                <c:pt idx="413">
                  <c:v>0.749433899728</c:v>
                </c:pt>
                <c:pt idx="414">
                  <c:v>-0.284884066383</c:v>
                </c:pt>
                <c:pt idx="415">
                  <c:v>0.197790081942</c:v>
                </c:pt>
                <c:pt idx="416">
                  <c:v>1.08921749671</c:v>
                </c:pt>
                <c:pt idx="417">
                  <c:v>1.32768613227</c:v>
                </c:pt>
                <c:pt idx="418">
                  <c:v>-0.0691379347261</c:v>
                </c:pt>
                <c:pt idx="419">
                  <c:v>1.35358588957</c:v>
                </c:pt>
                <c:pt idx="420">
                  <c:v>0.0921266584341</c:v>
                </c:pt>
                <c:pt idx="421">
                  <c:v>-0.837398223827</c:v>
                </c:pt>
                <c:pt idx="422">
                  <c:v>-0.594400352199</c:v>
                </c:pt>
                <c:pt idx="423">
                  <c:v>-1.48053651257</c:v>
                </c:pt>
                <c:pt idx="424">
                  <c:v>-0.888133853734</c:v>
                </c:pt>
                <c:pt idx="425">
                  <c:v>-0.358016688074</c:v>
                </c:pt>
                <c:pt idx="426">
                  <c:v>0.803585019379</c:v>
                </c:pt>
                <c:pt idx="427">
                  <c:v>1.72076983117</c:v>
                </c:pt>
                <c:pt idx="428">
                  <c:v>-1.38218151538</c:v>
                </c:pt>
                <c:pt idx="429">
                  <c:v>0.39282746826</c:v>
                </c:pt>
                <c:pt idx="430">
                  <c:v>-1.04054393916</c:v>
                </c:pt>
                <c:pt idx="431">
                  <c:v>0.474697088463</c:v>
                </c:pt>
                <c:pt idx="432">
                  <c:v>-0.131086650688</c:v>
                </c:pt>
                <c:pt idx="433">
                  <c:v>-1.83090582585</c:v>
                </c:pt>
                <c:pt idx="434">
                  <c:v>0.928296991568</c:v>
                </c:pt>
                <c:pt idx="435">
                  <c:v>-0.605000712809</c:v>
                </c:pt>
                <c:pt idx="436">
                  <c:v>-0.533900238374</c:v>
                </c:pt>
                <c:pt idx="437">
                  <c:v>-1.06975241129</c:v>
                </c:pt>
                <c:pt idx="438">
                  <c:v>-0.654283276688</c:v>
                </c:pt>
                <c:pt idx="439">
                  <c:v>0.427890440695</c:v>
                </c:pt>
                <c:pt idx="440">
                  <c:v>-0.189244340936</c:v>
                </c:pt>
                <c:pt idx="441">
                  <c:v>0.328662002282</c:v>
                </c:pt>
                <c:pt idx="442">
                  <c:v>0.361921853929</c:v>
                </c:pt>
                <c:pt idx="443">
                  <c:v>1.32066165553</c:v>
                </c:pt>
                <c:pt idx="444">
                  <c:v>-0.342786150864</c:v>
                </c:pt>
                <c:pt idx="445">
                  <c:v>-1.47685781685</c:v>
                </c:pt>
                <c:pt idx="446">
                  <c:v>1.06722241657</c:v>
                </c:pt>
                <c:pt idx="447">
                  <c:v>-0.331488172097</c:v>
                </c:pt>
                <c:pt idx="448">
                  <c:v>1.11459244458</c:v>
                </c:pt>
                <c:pt idx="449">
                  <c:v>0.383377113182</c:v>
                </c:pt>
                <c:pt idx="450">
                  <c:v>-0.131137530203</c:v>
                </c:pt>
                <c:pt idx="451">
                  <c:v>0.348775894046</c:v>
                </c:pt>
                <c:pt idx="452">
                  <c:v>1.95101256013</c:v>
                </c:pt>
                <c:pt idx="453">
                  <c:v>2.07698052905</c:v>
                </c:pt>
                <c:pt idx="454">
                  <c:v>0.0693811351328</c:v>
                </c:pt>
                <c:pt idx="455">
                  <c:v>0.160190593317</c:v>
                </c:pt>
                <c:pt idx="456">
                  <c:v>1.07624015747</c:v>
                </c:pt>
                <c:pt idx="457">
                  <c:v>-0.845661032767</c:v>
                </c:pt>
                <c:pt idx="458">
                  <c:v>0.333070372618</c:v>
                </c:pt>
                <c:pt idx="459">
                  <c:v>-0.0258628479539</c:v>
                </c:pt>
                <c:pt idx="460">
                  <c:v>0.313908211458</c:v>
                </c:pt>
                <c:pt idx="461">
                  <c:v>-0.833368805949</c:v>
                </c:pt>
                <c:pt idx="462">
                  <c:v>-1.58956749331</c:v>
                </c:pt>
                <c:pt idx="463">
                  <c:v>-2.07298343599</c:v>
                </c:pt>
                <c:pt idx="464">
                  <c:v>-1.11738411299</c:v>
                </c:pt>
                <c:pt idx="465">
                  <c:v>-0.458675284939</c:v>
                </c:pt>
                <c:pt idx="466">
                  <c:v>-0.293191586649</c:v>
                </c:pt>
                <c:pt idx="467">
                  <c:v>1.93723116243</c:v>
                </c:pt>
                <c:pt idx="468">
                  <c:v>1.10599336991</c:v>
                </c:pt>
                <c:pt idx="469">
                  <c:v>-0.962091116342</c:v>
                </c:pt>
                <c:pt idx="470">
                  <c:v>0.347708452451</c:v>
                </c:pt>
                <c:pt idx="471">
                  <c:v>-0.40707823635</c:v>
                </c:pt>
                <c:pt idx="472">
                  <c:v>-0.28436383804</c:v>
                </c:pt>
                <c:pt idx="473">
                  <c:v>0.185325649415</c:v>
                </c:pt>
                <c:pt idx="474">
                  <c:v>0.619171116975</c:v>
                </c:pt>
                <c:pt idx="475">
                  <c:v>-0.339258483884</c:v>
                </c:pt>
                <c:pt idx="476">
                  <c:v>1.06385153273</c:v>
                </c:pt>
                <c:pt idx="477">
                  <c:v>-1.14193822614</c:v>
                </c:pt>
                <c:pt idx="478">
                  <c:v>0.00633906236227</c:v>
                </c:pt>
                <c:pt idx="479">
                  <c:v>2.5976737266</c:v>
                </c:pt>
                <c:pt idx="480">
                  <c:v>0.223079742625</c:v>
                </c:pt>
                <c:pt idx="481">
                  <c:v>1.43321450661</c:v>
                </c:pt>
                <c:pt idx="482">
                  <c:v>0.0915201781732</c:v>
                </c:pt>
                <c:pt idx="483">
                  <c:v>0.58077709533</c:v>
                </c:pt>
                <c:pt idx="484">
                  <c:v>-0.0567831943927</c:v>
                </c:pt>
                <c:pt idx="485">
                  <c:v>-0.170407581164</c:v>
                </c:pt>
                <c:pt idx="486">
                  <c:v>-0.779482396725</c:v>
                </c:pt>
                <c:pt idx="487">
                  <c:v>0.430301358958</c:v>
                </c:pt>
                <c:pt idx="488">
                  <c:v>-0.851537189186</c:v>
                </c:pt>
                <c:pt idx="489">
                  <c:v>0.665585236313</c:v>
                </c:pt>
                <c:pt idx="490">
                  <c:v>1.08528700445</c:v>
                </c:pt>
                <c:pt idx="491">
                  <c:v>0.366531407237</c:v>
                </c:pt>
                <c:pt idx="492">
                  <c:v>-0.286248733556</c:v>
                </c:pt>
                <c:pt idx="493">
                  <c:v>0.453965579309</c:v>
                </c:pt>
                <c:pt idx="494">
                  <c:v>-0.308673055546</c:v>
                </c:pt>
                <c:pt idx="495">
                  <c:v>0.935547125465</c:v>
                </c:pt>
                <c:pt idx="496">
                  <c:v>-1.83140608422</c:v>
                </c:pt>
                <c:pt idx="497">
                  <c:v>-0.335607368119</c:v>
                </c:pt>
                <c:pt idx="498">
                  <c:v>-1.99081199512</c:v>
                </c:pt>
                <c:pt idx="499">
                  <c:v>-1.49506083023</c:v>
                </c:pt>
                <c:pt idx="500">
                  <c:v>1.36386222981</c:v>
                </c:pt>
                <c:pt idx="501">
                  <c:v>0.895184981972</c:v>
                </c:pt>
                <c:pt idx="502">
                  <c:v>-0.719480233285</c:v>
                </c:pt>
                <c:pt idx="503">
                  <c:v>-1.50250345604</c:v>
                </c:pt>
                <c:pt idx="504">
                  <c:v>-2.96452883784</c:v>
                </c:pt>
                <c:pt idx="505">
                  <c:v>-0.543495507933</c:v>
                </c:pt>
                <c:pt idx="506">
                  <c:v>2.42041501225</c:v>
                </c:pt>
                <c:pt idx="507">
                  <c:v>0.434884271464</c:v>
                </c:pt>
                <c:pt idx="508">
                  <c:v>-0.559572286049</c:v>
                </c:pt>
                <c:pt idx="509">
                  <c:v>0.4650802095</c:v>
                </c:pt>
                <c:pt idx="510">
                  <c:v>-1.56095835299</c:v>
                </c:pt>
                <c:pt idx="511">
                  <c:v>-0.297323362698</c:v>
                </c:pt>
                <c:pt idx="512">
                  <c:v>0.0994774730157</c:v>
                </c:pt>
                <c:pt idx="513">
                  <c:v>-0.086100651821</c:v>
                </c:pt>
                <c:pt idx="514">
                  <c:v>0.79080612169</c:v>
                </c:pt>
                <c:pt idx="515">
                  <c:v>0.344645226236</c:v>
                </c:pt>
                <c:pt idx="516">
                  <c:v>0.668326018108</c:v>
                </c:pt>
                <c:pt idx="517">
                  <c:v>-0.688372282231</c:v>
                </c:pt>
                <c:pt idx="518">
                  <c:v>0.897815408411</c:v>
                </c:pt>
                <c:pt idx="519">
                  <c:v>1.62893694762</c:v>
                </c:pt>
                <c:pt idx="520">
                  <c:v>-0.970149519651</c:v>
                </c:pt>
                <c:pt idx="521">
                  <c:v>-0.887695655715</c:v>
                </c:pt>
                <c:pt idx="522">
                  <c:v>1.33578433632</c:v>
                </c:pt>
                <c:pt idx="523">
                  <c:v>-0.191343986695</c:v>
                </c:pt>
                <c:pt idx="524">
                  <c:v>1.40382139207</c:v>
                </c:pt>
                <c:pt idx="525">
                  <c:v>-0.442535711892</c:v>
                </c:pt>
                <c:pt idx="526">
                  <c:v>1.45504557627</c:v>
                </c:pt>
                <c:pt idx="527">
                  <c:v>0.131485816805</c:v>
                </c:pt>
                <c:pt idx="528">
                  <c:v>0.258228823323</c:v>
                </c:pt>
                <c:pt idx="529">
                  <c:v>1.56471802167</c:v>
                </c:pt>
                <c:pt idx="530">
                  <c:v>-0.361770477444</c:v>
                </c:pt>
                <c:pt idx="531">
                  <c:v>-0.941122095925</c:v>
                </c:pt>
                <c:pt idx="532">
                  <c:v>-0.448564208028</c:v>
                </c:pt>
                <c:pt idx="533">
                  <c:v>0.452333950643</c:v>
                </c:pt>
                <c:pt idx="534">
                  <c:v>-1.56575907218</c:v>
                </c:pt>
                <c:pt idx="535">
                  <c:v>0.637470902651</c:v>
                </c:pt>
                <c:pt idx="536">
                  <c:v>-0.538771317618</c:v>
                </c:pt>
                <c:pt idx="537">
                  <c:v>1.14781266073</c:v>
                </c:pt>
                <c:pt idx="538">
                  <c:v>-2.3942603049</c:v>
                </c:pt>
                <c:pt idx="539">
                  <c:v>-0.786565775104</c:v>
                </c:pt>
                <c:pt idx="540">
                  <c:v>-1.68646815123</c:v>
                </c:pt>
                <c:pt idx="541">
                  <c:v>-0.826229466364</c:v>
                </c:pt>
                <c:pt idx="542">
                  <c:v>0.247665901109</c:v>
                </c:pt>
                <c:pt idx="543">
                  <c:v>-0.17922662545</c:v>
                </c:pt>
                <c:pt idx="544">
                  <c:v>-0.253377568948</c:v>
                </c:pt>
                <c:pt idx="545">
                  <c:v>-0.15918487138</c:v>
                </c:pt>
                <c:pt idx="546">
                  <c:v>0.20338824062</c:v>
                </c:pt>
                <c:pt idx="547">
                  <c:v>-1.00853604194</c:v>
                </c:pt>
                <c:pt idx="548">
                  <c:v>0.706849640899</c:v>
                </c:pt>
                <c:pt idx="549">
                  <c:v>0.662665970385</c:v>
                </c:pt>
                <c:pt idx="550">
                  <c:v>0.385037937656</c:v>
                </c:pt>
                <c:pt idx="551">
                  <c:v>0.556533442751</c:v>
                </c:pt>
                <c:pt idx="552">
                  <c:v>0.296418000809</c:v>
                </c:pt>
                <c:pt idx="553">
                  <c:v>2.03507330273</c:v>
                </c:pt>
                <c:pt idx="554">
                  <c:v>-0.0870941710525</c:v>
                </c:pt>
                <c:pt idx="555">
                  <c:v>-0.307083218335</c:v>
                </c:pt>
                <c:pt idx="556">
                  <c:v>-0.753527580357</c:v>
                </c:pt>
                <c:pt idx="557">
                  <c:v>-1.03226267058</c:v>
                </c:pt>
                <c:pt idx="558">
                  <c:v>-1.2444717876</c:v>
                </c:pt>
                <c:pt idx="559">
                  <c:v>-0.888797313231</c:v>
                </c:pt>
                <c:pt idx="560">
                  <c:v>-0.0706803816521</c:v>
                </c:pt>
                <c:pt idx="561">
                  <c:v>0.334295128498</c:v>
                </c:pt>
                <c:pt idx="562">
                  <c:v>0.0511420585522</c:v>
                </c:pt>
                <c:pt idx="563">
                  <c:v>-0.76553527743</c:v>
                </c:pt>
                <c:pt idx="564">
                  <c:v>0.90018456402</c:v>
                </c:pt>
                <c:pt idx="565">
                  <c:v>0.739412672301</c:v>
                </c:pt>
                <c:pt idx="566">
                  <c:v>-0.159648307422</c:v>
                </c:pt>
                <c:pt idx="567">
                  <c:v>-0.652916144665</c:v>
                </c:pt>
                <c:pt idx="568">
                  <c:v>0.54842792083</c:v>
                </c:pt>
                <c:pt idx="569">
                  <c:v>0.187973587486</c:v>
                </c:pt>
                <c:pt idx="570">
                  <c:v>-1.44812725942</c:v>
                </c:pt>
                <c:pt idx="571">
                  <c:v>-0.0679802559844</c:v>
                </c:pt>
                <c:pt idx="572">
                  <c:v>0.262035812074</c:v>
                </c:pt>
                <c:pt idx="573">
                  <c:v>-0.899694786488</c:v>
                </c:pt>
                <c:pt idx="574">
                  <c:v>0.189843392837</c:v>
                </c:pt>
                <c:pt idx="575">
                  <c:v>-1.45482248526</c:v>
                </c:pt>
                <c:pt idx="576">
                  <c:v>1.33618610001</c:v>
                </c:pt>
                <c:pt idx="577">
                  <c:v>1.24794998506</c:v>
                </c:pt>
                <c:pt idx="578">
                  <c:v>-0.252517334303</c:v>
                </c:pt>
                <c:pt idx="579">
                  <c:v>0.363454337839</c:v>
                </c:pt>
                <c:pt idx="580">
                  <c:v>-2.4099219658</c:v>
                </c:pt>
                <c:pt idx="581">
                  <c:v>-1.15634766027</c:v>
                </c:pt>
                <c:pt idx="582">
                  <c:v>-0.293778920152</c:v>
                </c:pt>
                <c:pt idx="583">
                  <c:v>-1.07213302143</c:v>
                </c:pt>
                <c:pt idx="584">
                  <c:v>0.714396482631</c:v>
                </c:pt>
                <c:pt idx="585">
                  <c:v>1.99729653075</c:v>
                </c:pt>
                <c:pt idx="586">
                  <c:v>-1.17661471943</c:v>
                </c:pt>
                <c:pt idx="587">
                  <c:v>-0.837463404085</c:v>
                </c:pt>
                <c:pt idx="588">
                  <c:v>0.23544836831</c:v>
                </c:pt>
                <c:pt idx="589">
                  <c:v>1.6111161485</c:v>
                </c:pt>
                <c:pt idx="590">
                  <c:v>-1.22237431254</c:v>
                </c:pt>
                <c:pt idx="591">
                  <c:v>0.249036122307</c:v>
                </c:pt>
                <c:pt idx="592">
                  <c:v>1.82129885081</c:v>
                </c:pt>
                <c:pt idx="593">
                  <c:v>-1.65175914818</c:v>
                </c:pt>
                <c:pt idx="594">
                  <c:v>-1.28106920685</c:v>
                </c:pt>
                <c:pt idx="595">
                  <c:v>-0.423606606461</c:v>
                </c:pt>
                <c:pt idx="596">
                  <c:v>-0.520588412855</c:v>
                </c:pt>
                <c:pt idx="597">
                  <c:v>0.812601287754</c:v>
                </c:pt>
                <c:pt idx="598">
                  <c:v>0.241659719821</c:v>
                </c:pt>
                <c:pt idx="599">
                  <c:v>-1.77496205964</c:v>
                </c:pt>
              </c:numCache>
            </c:numRef>
          </c:xVal>
          <c:yVal>
            <c:numRef>
              <c:f>'Chart Data'!$B$2:$B$601</c:f>
              <c:numCache>
                <c:formatCode>0.##</c:formatCode>
                <c:ptCount val="600"/>
                <c:pt idx="0">
                  <c:v>0.366566328103</c:v>
                </c:pt>
                <c:pt idx="1">
                  <c:v>-1.10928877272</c:v>
                </c:pt>
                <c:pt idx="2">
                  <c:v>0.903384861839</c:v>
                </c:pt>
                <c:pt idx="3">
                  <c:v>0.865254212019</c:v>
                </c:pt>
                <c:pt idx="4">
                  <c:v>-2.02742902263</c:v>
                </c:pt>
                <c:pt idx="5">
                  <c:v>-1.23724371357</c:v>
                </c:pt>
                <c:pt idx="6">
                  <c:v>0.219391581048</c:v>
                </c:pt>
                <c:pt idx="7">
                  <c:v>-0.262470668671</c:v>
                </c:pt>
                <c:pt idx="8">
                  <c:v>-0.21907283559</c:v>
                </c:pt>
                <c:pt idx="9">
                  <c:v>-0.788479794782</c:v>
                </c:pt>
                <c:pt idx="10">
                  <c:v>0.755281008662</c:v>
                </c:pt>
                <c:pt idx="11">
                  <c:v>0.80602506882</c:v>
                </c:pt>
                <c:pt idx="12">
                  <c:v>-0.104817434687</c:v>
                </c:pt>
                <c:pt idx="13">
                  <c:v>1.18079986467</c:v>
                </c:pt>
                <c:pt idx="14">
                  <c:v>0.370717473735</c:v>
                </c:pt>
                <c:pt idx="15">
                  <c:v>-1.01320862091</c:v>
                </c:pt>
                <c:pt idx="16">
                  <c:v>0.45440920046</c:v>
                </c:pt>
                <c:pt idx="17">
                  <c:v>-0.929885258228</c:v>
                </c:pt>
                <c:pt idx="18">
                  <c:v>0.80477308514</c:v>
                </c:pt>
                <c:pt idx="19">
                  <c:v>0.124215550896</c:v>
                </c:pt>
                <c:pt idx="20">
                  <c:v>-0.237740654134</c:v>
                </c:pt>
                <c:pt idx="21">
                  <c:v>-0.677076623527</c:v>
                </c:pt>
                <c:pt idx="22">
                  <c:v>1.2548109524</c:v>
                </c:pt>
                <c:pt idx="23">
                  <c:v>-0.228889394164</c:v>
                </c:pt>
                <c:pt idx="24">
                  <c:v>-0.371791466955</c:v>
                </c:pt>
                <c:pt idx="25">
                  <c:v>-0.416147832148</c:v>
                </c:pt>
                <c:pt idx="26">
                  <c:v>0.482912586887</c:v>
                </c:pt>
                <c:pt idx="27">
                  <c:v>0.52896118114</c:v>
                </c:pt>
                <c:pt idx="28">
                  <c:v>0.287862285294</c:v>
                </c:pt>
                <c:pt idx="29">
                  <c:v>0.141287363296</c:v>
                </c:pt>
                <c:pt idx="30">
                  <c:v>2.33496004027</c:v>
                </c:pt>
                <c:pt idx="31">
                  <c:v>-0.100495662072</c:v>
                </c:pt>
                <c:pt idx="32">
                  <c:v>-0.560875040925</c:v>
                </c:pt>
                <c:pt idx="33">
                  <c:v>-1.04619329312</c:v>
                </c:pt>
                <c:pt idx="34">
                  <c:v>0.578721345432</c:v>
                </c:pt>
                <c:pt idx="35">
                  <c:v>1.09462553874</c:v>
                </c:pt>
                <c:pt idx="36">
                  <c:v>-0.136738318578</c:v>
                </c:pt>
                <c:pt idx="37">
                  <c:v>-0.973763041993</c:v>
                </c:pt>
                <c:pt idx="38">
                  <c:v>-0.754933878594</c:v>
                </c:pt>
                <c:pt idx="39">
                  <c:v>0.713533672859</c:v>
                </c:pt>
                <c:pt idx="40">
                  <c:v>0.563925496825</c:v>
                </c:pt>
                <c:pt idx="41">
                  <c:v>0.627057876109</c:v>
                </c:pt>
                <c:pt idx="42">
                  <c:v>-0.419187509455</c:v>
                </c:pt>
                <c:pt idx="43">
                  <c:v>0.252796562959</c:v>
                </c:pt>
                <c:pt idx="44">
                  <c:v>0.0762067896925</c:v>
                </c:pt>
                <c:pt idx="45">
                  <c:v>0.201648211</c:v>
                </c:pt>
                <c:pt idx="46">
                  <c:v>0.945259589984</c:v>
                </c:pt>
                <c:pt idx="47">
                  <c:v>0.0159149561138</c:v>
                </c:pt>
                <c:pt idx="48">
                  <c:v>0.698640447429</c:v>
                </c:pt>
                <c:pt idx="49">
                  <c:v>0.0207233955534</c:v>
                </c:pt>
                <c:pt idx="50">
                  <c:v>0.510858400245</c:v>
                </c:pt>
                <c:pt idx="51">
                  <c:v>0.610387497782</c:v>
                </c:pt>
                <c:pt idx="52">
                  <c:v>-1.25700930652</c:v>
                </c:pt>
                <c:pt idx="53">
                  <c:v>-0.452120100091</c:v>
                </c:pt>
                <c:pt idx="54">
                  <c:v>-0.399901554276</c:v>
                </c:pt>
                <c:pt idx="55">
                  <c:v>-0.600549816588</c:v>
                </c:pt>
                <c:pt idx="56">
                  <c:v>-0.37942792097</c:v>
                </c:pt>
                <c:pt idx="57">
                  <c:v>1.51622884499</c:v>
                </c:pt>
                <c:pt idx="58">
                  <c:v>-0.720328855273</c:v>
                </c:pt>
                <c:pt idx="59">
                  <c:v>0.929423350077</c:v>
                </c:pt>
                <c:pt idx="60">
                  <c:v>-1.88590528952</c:v>
                </c:pt>
                <c:pt idx="61">
                  <c:v>-0.336992569163</c:v>
                </c:pt>
                <c:pt idx="62">
                  <c:v>0.0544622937299</c:v>
                </c:pt>
                <c:pt idx="63">
                  <c:v>0.54514141872</c:v>
                </c:pt>
                <c:pt idx="64">
                  <c:v>0.701436047431</c:v>
                </c:pt>
                <c:pt idx="65">
                  <c:v>0.588668969278</c:v>
                </c:pt>
                <c:pt idx="66">
                  <c:v>-0.542604072967</c:v>
                </c:pt>
                <c:pt idx="67">
                  <c:v>-0.404503772402</c:v>
                </c:pt>
                <c:pt idx="68">
                  <c:v>0.795249637717</c:v>
                </c:pt>
                <c:pt idx="69">
                  <c:v>-0.4990736459</c:v>
                </c:pt>
                <c:pt idx="70">
                  <c:v>-1.18150503894</c:v>
                </c:pt>
                <c:pt idx="71">
                  <c:v>-1.10060284337</c:v>
                </c:pt>
                <c:pt idx="72">
                  <c:v>-1.00511726489</c:v>
                </c:pt>
                <c:pt idx="73">
                  <c:v>0.339141118727</c:v>
                </c:pt>
                <c:pt idx="74">
                  <c:v>0.242722683628</c:v>
                </c:pt>
                <c:pt idx="75">
                  <c:v>0.732407428775</c:v>
                </c:pt>
                <c:pt idx="76">
                  <c:v>-0.141340372414</c:v>
                </c:pt>
                <c:pt idx="77">
                  <c:v>0.208962322924</c:v>
                </c:pt>
                <c:pt idx="78">
                  <c:v>0.672114770919</c:v>
                </c:pt>
                <c:pt idx="79">
                  <c:v>-0.329377891333</c:v>
                </c:pt>
                <c:pt idx="80">
                  <c:v>0.554788341622</c:v>
                </c:pt>
                <c:pt idx="81">
                  <c:v>-0.586915716917</c:v>
                </c:pt>
                <c:pt idx="82">
                  <c:v>-0.212846845537</c:v>
                </c:pt>
                <c:pt idx="83">
                  <c:v>-0.444296644235</c:v>
                </c:pt>
                <c:pt idx="84">
                  <c:v>-1.24808854234</c:v>
                </c:pt>
                <c:pt idx="85">
                  <c:v>0.429480100276</c:v>
                </c:pt>
                <c:pt idx="86">
                  <c:v>-0.374506133661</c:v>
                </c:pt>
                <c:pt idx="87">
                  <c:v>0.192299051563</c:v>
                </c:pt>
                <c:pt idx="88">
                  <c:v>0.425685799728</c:v>
                </c:pt>
                <c:pt idx="89">
                  <c:v>0.395558328695</c:v>
                </c:pt>
                <c:pt idx="90">
                  <c:v>0.703074375837</c:v>
                </c:pt>
                <c:pt idx="91">
                  <c:v>-0.127976864511</c:v>
                </c:pt>
                <c:pt idx="92">
                  <c:v>-0.309051873667</c:v>
                </c:pt>
                <c:pt idx="93">
                  <c:v>-0.349931485781</c:v>
                </c:pt>
                <c:pt idx="94">
                  <c:v>-1.78653903959</c:v>
                </c:pt>
                <c:pt idx="95">
                  <c:v>-1.5410024325</c:v>
                </c:pt>
                <c:pt idx="96">
                  <c:v>-1.60114233384</c:v>
                </c:pt>
                <c:pt idx="97">
                  <c:v>-1.11288344093</c:v>
                </c:pt>
                <c:pt idx="98">
                  <c:v>0.289955492822</c:v>
                </c:pt>
                <c:pt idx="99">
                  <c:v>-0.929611613902</c:v>
                </c:pt>
                <c:pt idx="100">
                  <c:v>-0.24460664704</c:v>
                </c:pt>
                <c:pt idx="101">
                  <c:v>1.26982101964</c:v>
                </c:pt>
                <c:pt idx="102">
                  <c:v>-0.479961617494</c:v>
                </c:pt>
                <c:pt idx="103">
                  <c:v>0.730681023521</c:v>
                </c:pt>
                <c:pt idx="104">
                  <c:v>-0.807716845437</c:v>
                </c:pt>
                <c:pt idx="105">
                  <c:v>-0.322552615801</c:v>
                </c:pt>
                <c:pt idx="106">
                  <c:v>-1.05929104098</c:v>
                </c:pt>
                <c:pt idx="107">
                  <c:v>-0.272007200788</c:v>
                </c:pt>
                <c:pt idx="108">
                  <c:v>0.81372380357</c:v>
                </c:pt>
                <c:pt idx="109">
                  <c:v>-1.64962226031</c:v>
                </c:pt>
                <c:pt idx="110">
                  <c:v>0.43278602853</c:v>
                </c:pt>
                <c:pt idx="111">
                  <c:v>0.321935240103</c:v>
                </c:pt>
                <c:pt idx="112">
                  <c:v>-0.718359329382</c:v>
                </c:pt>
                <c:pt idx="113">
                  <c:v>-1.44750801248</c:v>
                </c:pt>
                <c:pt idx="114">
                  <c:v>0.0468467059903</c:v>
                </c:pt>
                <c:pt idx="115">
                  <c:v>-0.675399619956</c:v>
                </c:pt>
                <c:pt idx="116">
                  <c:v>0.0450588576105</c:v>
                </c:pt>
                <c:pt idx="117">
                  <c:v>0.104142029756</c:v>
                </c:pt>
                <c:pt idx="118">
                  <c:v>1.55966460545</c:v>
                </c:pt>
                <c:pt idx="119">
                  <c:v>-0.362029261271</c:v>
                </c:pt>
                <c:pt idx="120">
                  <c:v>-1.03503896505</c:v>
                </c:pt>
                <c:pt idx="121">
                  <c:v>0.314637897838</c:v>
                </c:pt>
                <c:pt idx="122">
                  <c:v>-0.0536918574729</c:v>
                </c:pt>
                <c:pt idx="123">
                  <c:v>1.17959093245</c:v>
                </c:pt>
                <c:pt idx="124">
                  <c:v>0.724364872887</c:v>
                </c:pt>
                <c:pt idx="125">
                  <c:v>0.532212523156</c:v>
                </c:pt>
                <c:pt idx="126">
                  <c:v>1.49721332917</c:v>
                </c:pt>
                <c:pt idx="127">
                  <c:v>-1.09668498547</c:v>
                </c:pt>
                <c:pt idx="128">
                  <c:v>-0.776570843045</c:v>
                </c:pt>
                <c:pt idx="129">
                  <c:v>-1.06092024644</c:v>
                </c:pt>
                <c:pt idx="130">
                  <c:v>-0.336072157149</c:v>
                </c:pt>
                <c:pt idx="131">
                  <c:v>-1.36969322784</c:v>
                </c:pt>
                <c:pt idx="132">
                  <c:v>0.700999605078</c:v>
                </c:pt>
                <c:pt idx="133">
                  <c:v>-0.24474321601</c:v>
                </c:pt>
                <c:pt idx="134">
                  <c:v>-1.43742904733</c:v>
                </c:pt>
                <c:pt idx="135">
                  <c:v>-0.996604791019</c:v>
                </c:pt>
                <c:pt idx="136">
                  <c:v>0.40684593414</c:v>
                </c:pt>
                <c:pt idx="137">
                  <c:v>0.934967561728</c:v>
                </c:pt>
                <c:pt idx="138">
                  <c:v>1.80234625236</c:v>
                </c:pt>
                <c:pt idx="139">
                  <c:v>2.64419023937</c:v>
                </c:pt>
                <c:pt idx="140">
                  <c:v>0.534618880994</c:v>
                </c:pt>
                <c:pt idx="141">
                  <c:v>-0.84701110884</c:v>
                </c:pt>
                <c:pt idx="142">
                  <c:v>-2.25452104307</c:v>
                </c:pt>
                <c:pt idx="143">
                  <c:v>0.0445312135584</c:v>
                </c:pt>
                <c:pt idx="144">
                  <c:v>-0.801056916789</c:v>
                </c:pt>
                <c:pt idx="145">
                  <c:v>-0.303656673018</c:v>
                </c:pt>
                <c:pt idx="146">
                  <c:v>-0.396385456368</c:v>
                </c:pt>
                <c:pt idx="147">
                  <c:v>-0.0788351777642</c:v>
                </c:pt>
                <c:pt idx="148">
                  <c:v>1.0213742272</c:v>
                </c:pt>
                <c:pt idx="149">
                  <c:v>0.0498728928552</c:v>
                </c:pt>
                <c:pt idx="150">
                  <c:v>-0.157260682038</c:v>
                </c:pt>
                <c:pt idx="151">
                  <c:v>-1.07156551729</c:v>
                </c:pt>
                <c:pt idx="152">
                  <c:v>-1.79649109339</c:v>
                </c:pt>
                <c:pt idx="153">
                  <c:v>-0.24045723097</c:v>
                </c:pt>
                <c:pt idx="154">
                  <c:v>0.16043765743</c:v>
                </c:pt>
                <c:pt idx="155">
                  <c:v>1.90425575561</c:v>
                </c:pt>
                <c:pt idx="156">
                  <c:v>0.0197724737358</c:v>
                </c:pt>
                <c:pt idx="157">
                  <c:v>1.08534182994</c:v>
                </c:pt>
                <c:pt idx="158">
                  <c:v>-0.422540429399</c:v>
                </c:pt>
                <c:pt idx="159">
                  <c:v>-1.13183829151</c:v>
                </c:pt>
                <c:pt idx="160">
                  <c:v>-0.815156930187</c:v>
                </c:pt>
                <c:pt idx="161">
                  <c:v>-0.648981527392</c:v>
                </c:pt>
                <c:pt idx="162">
                  <c:v>2.21727144079</c:v>
                </c:pt>
                <c:pt idx="163">
                  <c:v>-0.74495792522</c:v>
                </c:pt>
                <c:pt idx="164">
                  <c:v>0.879384172697</c:v>
                </c:pt>
                <c:pt idx="165">
                  <c:v>-1.11696051365</c:v>
                </c:pt>
                <c:pt idx="166">
                  <c:v>0.941607542164</c:v>
                </c:pt>
                <c:pt idx="167">
                  <c:v>0.318207931044</c:v>
                </c:pt>
                <c:pt idx="168">
                  <c:v>-0.310218812575</c:v>
                </c:pt>
                <c:pt idx="169">
                  <c:v>0.161055468181</c:v>
                </c:pt>
                <c:pt idx="170">
                  <c:v>-0.447308254523</c:v>
                </c:pt>
                <c:pt idx="171">
                  <c:v>0.609178673518</c:v>
                </c:pt>
                <c:pt idx="172">
                  <c:v>-0.424357870318</c:v>
                </c:pt>
                <c:pt idx="173">
                  <c:v>-1.06353074925</c:v>
                </c:pt>
                <c:pt idx="174">
                  <c:v>-1.27649119265</c:v>
                </c:pt>
                <c:pt idx="175">
                  <c:v>0.19692359095</c:v>
                </c:pt>
                <c:pt idx="176">
                  <c:v>1.44787469195</c:v>
                </c:pt>
                <c:pt idx="177">
                  <c:v>0.207630570113</c:v>
                </c:pt>
                <c:pt idx="178">
                  <c:v>-0.111392014699</c:v>
                </c:pt>
                <c:pt idx="179">
                  <c:v>0.129507885582</c:v>
                </c:pt>
                <c:pt idx="180">
                  <c:v>1.29985808829</c:v>
                </c:pt>
                <c:pt idx="181">
                  <c:v>0.209814953701</c:v>
                </c:pt>
                <c:pt idx="182">
                  <c:v>-0.195219890836</c:v>
                </c:pt>
                <c:pt idx="183">
                  <c:v>1.21359430948</c:v>
                </c:pt>
                <c:pt idx="184">
                  <c:v>0.430129891153</c:v>
                </c:pt>
                <c:pt idx="185">
                  <c:v>1.56561046917</c:v>
                </c:pt>
                <c:pt idx="186">
                  <c:v>0.188539922594</c:v>
                </c:pt>
                <c:pt idx="187">
                  <c:v>-1.2488187099</c:v>
                </c:pt>
                <c:pt idx="188">
                  <c:v>-1.49805046293</c:v>
                </c:pt>
                <c:pt idx="189">
                  <c:v>1.63280170692</c:v>
                </c:pt>
                <c:pt idx="190">
                  <c:v>1.63413392998</c:v>
                </c:pt>
                <c:pt idx="191">
                  <c:v>-0.329557077953</c:v>
                </c:pt>
                <c:pt idx="192">
                  <c:v>-0.32184070339</c:v>
                </c:pt>
                <c:pt idx="193">
                  <c:v>1.50839605143</c:v>
                </c:pt>
                <c:pt idx="194">
                  <c:v>-1.32145058341</c:v>
                </c:pt>
                <c:pt idx="195">
                  <c:v>-0.909449175455</c:v>
                </c:pt>
                <c:pt idx="196">
                  <c:v>0.762810960997</c:v>
                </c:pt>
                <c:pt idx="197">
                  <c:v>-0.267498274192</c:v>
                </c:pt>
                <c:pt idx="198">
                  <c:v>0.117978554426</c:v>
                </c:pt>
                <c:pt idx="199">
                  <c:v>-0.158773313696</c:v>
                </c:pt>
                <c:pt idx="200">
                  <c:v>0.236169109443</c:v>
                </c:pt>
                <c:pt idx="201">
                  <c:v>1.27743800203</c:v>
                </c:pt>
                <c:pt idx="202">
                  <c:v>0.131937495472</c:v>
                </c:pt>
                <c:pt idx="203">
                  <c:v>0.689452397401</c:v>
                </c:pt>
                <c:pt idx="204">
                  <c:v>-1.89569236764</c:v>
                </c:pt>
                <c:pt idx="205">
                  <c:v>0.0832791561109</c:v>
                </c:pt>
                <c:pt idx="206">
                  <c:v>-0.859097709077</c:v>
                </c:pt>
                <c:pt idx="207">
                  <c:v>-1.36811776589</c:v>
                </c:pt>
                <c:pt idx="208">
                  <c:v>-0.91644515857</c:v>
                </c:pt>
                <c:pt idx="209">
                  <c:v>-0.308055697324</c:v>
                </c:pt>
                <c:pt idx="210">
                  <c:v>0.891652552909</c:v>
                </c:pt>
                <c:pt idx="211">
                  <c:v>-1.39574001071</c:v>
                </c:pt>
                <c:pt idx="212">
                  <c:v>0.0609776703908</c:v>
                </c:pt>
                <c:pt idx="213">
                  <c:v>-0.544644362303</c:v>
                </c:pt>
                <c:pt idx="214">
                  <c:v>-0.403041024409</c:v>
                </c:pt>
                <c:pt idx="215">
                  <c:v>1.04013216542</c:v>
                </c:pt>
                <c:pt idx="216">
                  <c:v>0.489876327388</c:v>
                </c:pt>
                <c:pt idx="217">
                  <c:v>1.36669063412</c:v>
                </c:pt>
                <c:pt idx="218">
                  <c:v>-0.121721196508</c:v>
                </c:pt>
                <c:pt idx="219">
                  <c:v>-0.832674091802</c:v>
                </c:pt>
                <c:pt idx="220">
                  <c:v>-0.281607751744</c:v>
                </c:pt>
                <c:pt idx="221">
                  <c:v>0.415030024061</c:v>
                </c:pt>
                <c:pt idx="222">
                  <c:v>0.0371238169256</c:v>
                </c:pt>
                <c:pt idx="223">
                  <c:v>-1.33838660611</c:v>
                </c:pt>
                <c:pt idx="224">
                  <c:v>-0.132931636761</c:v>
                </c:pt>
                <c:pt idx="225">
                  <c:v>0.231721523728</c:v>
                </c:pt>
                <c:pt idx="226">
                  <c:v>2.5211841109</c:v>
                </c:pt>
                <c:pt idx="227">
                  <c:v>1.86273130863</c:v>
                </c:pt>
                <c:pt idx="228">
                  <c:v>-0.707540571087</c:v>
                </c:pt>
                <c:pt idx="229">
                  <c:v>-0.608123493522</c:v>
                </c:pt>
                <c:pt idx="230">
                  <c:v>-1.41592993691</c:v>
                </c:pt>
                <c:pt idx="231">
                  <c:v>-0.403334429747</c:v>
                </c:pt>
                <c:pt idx="232">
                  <c:v>0.180271311803</c:v>
                </c:pt>
                <c:pt idx="233">
                  <c:v>1.16027683947</c:v>
                </c:pt>
                <c:pt idx="234">
                  <c:v>-0.819430867811</c:v>
                </c:pt>
                <c:pt idx="235">
                  <c:v>-0.761467965597</c:v>
                </c:pt>
                <c:pt idx="236">
                  <c:v>-2.18644047034</c:v>
                </c:pt>
                <c:pt idx="237">
                  <c:v>0.00863231349723</c:v>
                </c:pt>
                <c:pt idx="238">
                  <c:v>-0.841928010801</c:v>
                </c:pt>
                <c:pt idx="239">
                  <c:v>-0.569752134371</c:v>
                </c:pt>
                <c:pt idx="240">
                  <c:v>-0.64825355248</c:v>
                </c:pt>
                <c:pt idx="241">
                  <c:v>-0.0899933770144</c:v>
                </c:pt>
                <c:pt idx="242">
                  <c:v>-1.54728546815</c:v>
                </c:pt>
                <c:pt idx="243">
                  <c:v>-1.47824108335</c:v>
                </c:pt>
                <c:pt idx="244">
                  <c:v>2.14497405115</c:v>
                </c:pt>
                <c:pt idx="245">
                  <c:v>-1.24356564456</c:v>
                </c:pt>
                <c:pt idx="246">
                  <c:v>-0.715323136931</c:v>
                </c:pt>
                <c:pt idx="247">
                  <c:v>1.9390677973</c:v>
                </c:pt>
                <c:pt idx="248">
                  <c:v>2.82019542565</c:v>
                </c:pt>
                <c:pt idx="249">
                  <c:v>-1.05528688439</c:v>
                </c:pt>
                <c:pt idx="250">
                  <c:v>-0.411668861238</c:v>
                </c:pt>
                <c:pt idx="251">
                  <c:v>0.282785528992</c:v>
                </c:pt>
                <c:pt idx="252">
                  <c:v>1.83772980759</c:v>
                </c:pt>
                <c:pt idx="253">
                  <c:v>-0.983126807896</c:v>
                </c:pt>
                <c:pt idx="254">
                  <c:v>-0.211848736201</c:v>
                </c:pt>
                <c:pt idx="255">
                  <c:v>0.779015802686</c:v>
                </c:pt>
                <c:pt idx="256">
                  <c:v>0.475156049659</c:v>
                </c:pt>
                <c:pt idx="257">
                  <c:v>-0.325160163538</c:v>
                </c:pt>
                <c:pt idx="258">
                  <c:v>-0.366258996441</c:v>
                </c:pt>
                <c:pt idx="259">
                  <c:v>-1.29490708814</c:v>
                </c:pt>
                <c:pt idx="260">
                  <c:v>-0.356016074354</c:v>
                </c:pt>
                <c:pt idx="261">
                  <c:v>-0.439463386276</c:v>
                </c:pt>
                <c:pt idx="262">
                  <c:v>0.225160540363</c:v>
                </c:pt>
                <c:pt idx="263">
                  <c:v>-0.545249498421</c:v>
                </c:pt>
                <c:pt idx="264">
                  <c:v>0.388317782796</c:v>
                </c:pt>
                <c:pt idx="265">
                  <c:v>1.11243964074</c:v>
                </c:pt>
                <c:pt idx="266">
                  <c:v>-0.00563169229604</c:v>
                </c:pt>
                <c:pt idx="267">
                  <c:v>0.302923158546</c:v>
                </c:pt>
                <c:pt idx="268">
                  <c:v>-0.0170295486141</c:v>
                </c:pt>
                <c:pt idx="269">
                  <c:v>-0.00550607934931</c:v>
                </c:pt>
                <c:pt idx="270">
                  <c:v>-0.688094319385</c:v>
                </c:pt>
                <c:pt idx="271">
                  <c:v>0.195547107718</c:v>
                </c:pt>
                <c:pt idx="272">
                  <c:v>-0.0103726771187</c:v>
                </c:pt>
                <c:pt idx="273">
                  <c:v>2.10072859313</c:v>
                </c:pt>
                <c:pt idx="274">
                  <c:v>1.34632135208</c:v>
                </c:pt>
                <c:pt idx="275">
                  <c:v>0.150815579709</c:v>
                </c:pt>
                <c:pt idx="276">
                  <c:v>-0.764535524846</c:v>
                </c:pt>
                <c:pt idx="277">
                  <c:v>-1.13892755012</c:v>
                </c:pt>
                <c:pt idx="278">
                  <c:v>1.17873253946</c:v>
                </c:pt>
                <c:pt idx="279">
                  <c:v>0.259391330364</c:v>
                </c:pt>
                <c:pt idx="280">
                  <c:v>0.507210584133</c:v>
                </c:pt>
                <c:pt idx="281">
                  <c:v>-1.63086803379</c:v>
                </c:pt>
                <c:pt idx="282">
                  <c:v>0.794105893448</c:v>
                </c:pt>
                <c:pt idx="283">
                  <c:v>0.313783747066</c:v>
                </c:pt>
                <c:pt idx="284">
                  <c:v>-1.24162954736</c:v>
                </c:pt>
                <c:pt idx="285">
                  <c:v>-0.43685480739</c:v>
                </c:pt>
                <c:pt idx="286">
                  <c:v>0.413110889794</c:v>
                </c:pt>
                <c:pt idx="287">
                  <c:v>0.000706065767502</c:v>
                </c:pt>
                <c:pt idx="288">
                  <c:v>-0.592375167103</c:v>
                </c:pt>
                <c:pt idx="289">
                  <c:v>-0.307967411579</c:v>
                </c:pt>
                <c:pt idx="290">
                  <c:v>-0.351941784942</c:v>
                </c:pt>
                <c:pt idx="291">
                  <c:v>0.085635045603</c:v>
                </c:pt>
                <c:pt idx="292">
                  <c:v>1.42248533772</c:v>
                </c:pt>
                <c:pt idx="293">
                  <c:v>-2.56202870617</c:v>
                </c:pt>
                <c:pt idx="294">
                  <c:v>-0.274259824208</c:v>
                </c:pt>
                <c:pt idx="295">
                  <c:v>0.302433174638</c:v>
                </c:pt>
                <c:pt idx="296">
                  <c:v>0.214871913005</c:v>
                </c:pt>
                <c:pt idx="297">
                  <c:v>-0.475392736458</c:v>
                </c:pt>
                <c:pt idx="298">
                  <c:v>-1.69925671786</c:v>
                </c:pt>
                <c:pt idx="299">
                  <c:v>0.143718435323</c:v>
                </c:pt>
                <c:pt idx="300">
                  <c:v>1.7741132188</c:v>
                </c:pt>
                <c:pt idx="301">
                  <c:v>-1.52155502287</c:v>
                </c:pt>
                <c:pt idx="302">
                  <c:v>0.846134914908</c:v>
                </c:pt>
                <c:pt idx="303">
                  <c:v>-0.137932090265</c:v>
                </c:pt>
                <c:pt idx="304">
                  <c:v>-0.135989239264</c:v>
                </c:pt>
                <c:pt idx="305">
                  <c:v>-0.805662730241</c:v>
                </c:pt>
                <c:pt idx="306">
                  <c:v>-0.361507946263</c:v>
                </c:pt>
                <c:pt idx="307">
                  <c:v>1.1468026213</c:v>
                </c:pt>
                <c:pt idx="308">
                  <c:v>0.591045591707</c:v>
                </c:pt>
                <c:pt idx="309">
                  <c:v>1.60316218137</c:v>
                </c:pt>
                <c:pt idx="310">
                  <c:v>1.08720118724</c:v>
                </c:pt>
                <c:pt idx="311">
                  <c:v>0.486730674931</c:v>
                </c:pt>
                <c:pt idx="312">
                  <c:v>1.81060437681</c:v>
                </c:pt>
                <c:pt idx="313">
                  <c:v>0.364333034708</c:v>
                </c:pt>
                <c:pt idx="314">
                  <c:v>0.946476794203</c:v>
                </c:pt>
                <c:pt idx="315">
                  <c:v>-0.157670022572</c:v>
                </c:pt>
                <c:pt idx="316">
                  <c:v>0.238902026647</c:v>
                </c:pt>
                <c:pt idx="317">
                  <c:v>-0.633894214445</c:v>
                </c:pt>
                <c:pt idx="318">
                  <c:v>1.15319538005</c:v>
                </c:pt>
                <c:pt idx="319">
                  <c:v>-1.40399943447</c:v>
                </c:pt>
                <c:pt idx="320">
                  <c:v>0.744201556582</c:v>
                </c:pt>
                <c:pt idx="321">
                  <c:v>-0.294691688264</c:v>
                </c:pt>
                <c:pt idx="322">
                  <c:v>1.1855541968</c:v>
                </c:pt>
                <c:pt idx="323">
                  <c:v>0.682295082428</c:v>
                </c:pt>
                <c:pt idx="324">
                  <c:v>1.80070721661</c:v>
                </c:pt>
                <c:pt idx="325">
                  <c:v>0.956635676763</c:v>
                </c:pt>
                <c:pt idx="326">
                  <c:v>-1.59240663122</c:v>
                </c:pt>
                <c:pt idx="327">
                  <c:v>-0.0172980948354</c:v>
                </c:pt>
                <c:pt idx="328">
                  <c:v>-1.19987951219</c:v>
                </c:pt>
                <c:pt idx="329">
                  <c:v>-0.509194247811</c:v>
                </c:pt>
                <c:pt idx="330">
                  <c:v>1.51195043493</c:v>
                </c:pt>
                <c:pt idx="331">
                  <c:v>0.691332698814</c:v>
                </c:pt>
                <c:pt idx="332">
                  <c:v>-0.559093524313</c:v>
                </c:pt>
                <c:pt idx="333">
                  <c:v>-0.816030086728</c:v>
                </c:pt>
                <c:pt idx="334">
                  <c:v>0.0699365027054</c:v>
                </c:pt>
                <c:pt idx="335">
                  <c:v>-1.14581452306</c:v>
                </c:pt>
                <c:pt idx="336">
                  <c:v>-0.809244018499</c:v>
                </c:pt>
                <c:pt idx="337">
                  <c:v>0.301464262461</c:v>
                </c:pt>
                <c:pt idx="338">
                  <c:v>1.26814677189</c:v>
                </c:pt>
                <c:pt idx="339">
                  <c:v>0.712677708834</c:v>
                </c:pt>
                <c:pt idx="340">
                  <c:v>-2.26589634066</c:v>
                </c:pt>
                <c:pt idx="341">
                  <c:v>0.410734004178</c:v>
                </c:pt>
                <c:pt idx="342">
                  <c:v>0.130925578312</c:v>
                </c:pt>
                <c:pt idx="343">
                  <c:v>0.557927036364</c:v>
                </c:pt>
                <c:pt idx="344">
                  <c:v>1.65093278049</c:v>
                </c:pt>
                <c:pt idx="345">
                  <c:v>-2.10592207467</c:v>
                </c:pt>
                <c:pt idx="346">
                  <c:v>-0.550802474359</c:v>
                </c:pt>
                <c:pt idx="347">
                  <c:v>0.239234997691</c:v>
                </c:pt>
                <c:pt idx="348">
                  <c:v>-1.53564811109</c:v>
                </c:pt>
                <c:pt idx="349">
                  <c:v>1.03813950903</c:v>
                </c:pt>
                <c:pt idx="350">
                  <c:v>0.161541003812</c:v>
                </c:pt>
                <c:pt idx="351">
                  <c:v>0.900796217956</c:v>
                </c:pt>
                <c:pt idx="352">
                  <c:v>-0.51364014105</c:v>
                </c:pt>
                <c:pt idx="353">
                  <c:v>0.674272236349</c:v>
                </c:pt>
                <c:pt idx="354">
                  <c:v>0.983019310964</c:v>
                </c:pt>
                <c:pt idx="355">
                  <c:v>0.397342938771</c:v>
                </c:pt>
                <c:pt idx="356">
                  <c:v>0.17631727691</c:v>
                </c:pt>
                <c:pt idx="357">
                  <c:v>0.53949367677</c:v>
                </c:pt>
                <c:pt idx="358">
                  <c:v>-0.863575647121</c:v>
                </c:pt>
                <c:pt idx="359">
                  <c:v>-0.0985643390146</c:v>
                </c:pt>
                <c:pt idx="360">
                  <c:v>0.0415023953675</c:v>
                </c:pt>
                <c:pt idx="361">
                  <c:v>0.399117118297</c:v>
                </c:pt>
                <c:pt idx="362">
                  <c:v>0.879542969227</c:v>
                </c:pt>
                <c:pt idx="363">
                  <c:v>-1.07170337618</c:v>
                </c:pt>
                <c:pt idx="364">
                  <c:v>-0.129282318662</c:v>
                </c:pt>
                <c:pt idx="365">
                  <c:v>1.31768654939</c:v>
                </c:pt>
                <c:pt idx="366">
                  <c:v>-0.774288077373</c:v>
                </c:pt>
                <c:pt idx="367">
                  <c:v>-0.91131306857</c:v>
                </c:pt>
                <c:pt idx="368">
                  <c:v>0.313229122694</c:v>
                </c:pt>
                <c:pt idx="369">
                  <c:v>0.848538615388</c:v>
                </c:pt>
                <c:pt idx="370">
                  <c:v>-0.022509434337</c:v>
                </c:pt>
                <c:pt idx="371">
                  <c:v>1.31621875876</c:v>
                </c:pt>
                <c:pt idx="372">
                  <c:v>0.883568624775</c:v>
                </c:pt>
                <c:pt idx="373">
                  <c:v>0.915837770853</c:v>
                </c:pt>
                <c:pt idx="374">
                  <c:v>0.434151033884</c:v>
                </c:pt>
                <c:pt idx="375">
                  <c:v>2.20266258443</c:v>
                </c:pt>
                <c:pt idx="376">
                  <c:v>-0.0726001830177</c:v>
                </c:pt>
                <c:pt idx="377">
                  <c:v>-2.05300271673</c:v>
                </c:pt>
                <c:pt idx="378">
                  <c:v>1.43423331041</c:v>
                </c:pt>
                <c:pt idx="379">
                  <c:v>-0.404441905831</c:v>
                </c:pt>
                <c:pt idx="380">
                  <c:v>0.163484821067</c:v>
                </c:pt>
                <c:pt idx="381">
                  <c:v>1.12586485399</c:v>
                </c:pt>
                <c:pt idx="382">
                  <c:v>-1.5747217352</c:v>
                </c:pt>
                <c:pt idx="383">
                  <c:v>-1.16337724301</c:v>
                </c:pt>
                <c:pt idx="384">
                  <c:v>-1.55635156291</c:v>
                </c:pt>
                <c:pt idx="385">
                  <c:v>-0.718298511974</c:v>
                </c:pt>
                <c:pt idx="386">
                  <c:v>0.271124314246</c:v>
                </c:pt>
                <c:pt idx="387">
                  <c:v>0.563912661412</c:v>
                </c:pt>
                <c:pt idx="388">
                  <c:v>0.239959808192</c:v>
                </c:pt>
                <c:pt idx="389">
                  <c:v>-1.47070070294</c:v>
                </c:pt>
                <c:pt idx="390">
                  <c:v>-2.2056367635</c:v>
                </c:pt>
                <c:pt idx="391">
                  <c:v>0.231866526671</c:v>
                </c:pt>
                <c:pt idx="392">
                  <c:v>-0.256451627086</c:v>
                </c:pt>
                <c:pt idx="393">
                  <c:v>0.617162716297</c:v>
                </c:pt>
                <c:pt idx="394">
                  <c:v>0.688785524426</c:v>
                </c:pt>
                <c:pt idx="395">
                  <c:v>0.180567851622</c:v>
                </c:pt>
                <c:pt idx="396">
                  <c:v>0.85215182999</c:v>
                </c:pt>
                <c:pt idx="397">
                  <c:v>0.243752728031</c:v>
                </c:pt>
                <c:pt idx="398">
                  <c:v>0.545756408151</c:v>
                </c:pt>
                <c:pt idx="399">
                  <c:v>-0.605822887045</c:v>
                </c:pt>
                <c:pt idx="400">
                  <c:v>-0.186725331355</c:v>
                </c:pt>
                <c:pt idx="401">
                  <c:v>0.109261664292</c:v>
                </c:pt>
                <c:pt idx="402">
                  <c:v>0.770791707517</c:v>
                </c:pt>
                <c:pt idx="403">
                  <c:v>-0.317671926897</c:v>
                </c:pt>
                <c:pt idx="404">
                  <c:v>0.521526450676</c:v>
                </c:pt>
                <c:pt idx="405">
                  <c:v>-0.225013594691</c:v>
                </c:pt>
                <c:pt idx="406">
                  <c:v>-0.0371326582639</c:v>
                </c:pt>
                <c:pt idx="407">
                  <c:v>0.784538066476</c:v>
                </c:pt>
                <c:pt idx="408">
                  <c:v>-1.90231059142</c:v>
                </c:pt>
                <c:pt idx="409">
                  <c:v>-1.25101121566</c:v>
                </c:pt>
                <c:pt idx="410">
                  <c:v>-1.63036296787</c:v>
                </c:pt>
                <c:pt idx="411">
                  <c:v>-2.16053954491</c:v>
                </c:pt>
                <c:pt idx="412">
                  <c:v>-0.738353809406</c:v>
                </c:pt>
                <c:pt idx="413">
                  <c:v>0.550822458546</c:v>
                </c:pt>
                <c:pt idx="414">
                  <c:v>-0.410289311533</c:v>
                </c:pt>
                <c:pt idx="415">
                  <c:v>0.0752646626605</c:v>
                </c:pt>
                <c:pt idx="416">
                  <c:v>1.09547829495</c:v>
                </c:pt>
                <c:pt idx="417">
                  <c:v>1.2948240716</c:v>
                </c:pt>
                <c:pt idx="418">
                  <c:v>-0.109557770843</c:v>
                </c:pt>
                <c:pt idx="419">
                  <c:v>1.42795012543</c:v>
                </c:pt>
                <c:pt idx="420">
                  <c:v>0.132911701777</c:v>
                </c:pt>
                <c:pt idx="421">
                  <c:v>-0.79947247935</c:v>
                </c:pt>
                <c:pt idx="422">
                  <c:v>-0.545220937319</c:v>
                </c:pt>
                <c:pt idx="423">
                  <c:v>-1.4066003524</c:v>
                </c:pt>
                <c:pt idx="424">
                  <c:v>-1.14108825475</c:v>
                </c:pt>
                <c:pt idx="425">
                  <c:v>-0.401749278346</c:v>
                </c:pt>
                <c:pt idx="426">
                  <c:v>0.54195981164</c:v>
                </c:pt>
                <c:pt idx="427">
                  <c:v>1.72509702238</c:v>
                </c:pt>
                <c:pt idx="428">
                  <c:v>-1.38273747204</c:v>
                </c:pt>
                <c:pt idx="429">
                  <c:v>0.518291341235</c:v>
                </c:pt>
                <c:pt idx="430">
                  <c:v>-0.898027812031</c:v>
                </c:pt>
                <c:pt idx="431">
                  <c:v>0.499030094253</c:v>
                </c:pt>
                <c:pt idx="432">
                  <c:v>-0.191129979975</c:v>
                </c:pt>
                <c:pt idx="433">
                  <c:v>-1.77268649234</c:v>
                </c:pt>
                <c:pt idx="434">
                  <c:v>0.86494687509</c:v>
                </c:pt>
                <c:pt idx="435">
                  <c:v>-0.605167830982</c:v>
                </c:pt>
                <c:pt idx="436">
                  <c:v>-0.415563880338</c:v>
                </c:pt>
                <c:pt idx="437">
                  <c:v>-1.13668497281</c:v>
                </c:pt>
                <c:pt idx="438">
                  <c:v>-0.557601839978</c:v>
                </c:pt>
                <c:pt idx="439">
                  <c:v>0.509178604938</c:v>
                </c:pt>
                <c:pt idx="440">
                  <c:v>-0.303819358992</c:v>
                </c:pt>
                <c:pt idx="441">
                  <c:v>0.445529297669</c:v>
                </c:pt>
                <c:pt idx="442">
                  <c:v>0.445749815373</c:v>
                </c:pt>
                <c:pt idx="443">
                  <c:v>1.33289276201</c:v>
                </c:pt>
                <c:pt idx="444">
                  <c:v>-0.434264965828</c:v>
                </c:pt>
                <c:pt idx="445">
                  <c:v>-1.57996253907</c:v>
                </c:pt>
                <c:pt idx="446">
                  <c:v>1.00270290734</c:v>
                </c:pt>
                <c:pt idx="447">
                  <c:v>-0.266376836502</c:v>
                </c:pt>
                <c:pt idx="448">
                  <c:v>0.999917424489</c:v>
                </c:pt>
                <c:pt idx="449">
                  <c:v>0.435878583017</c:v>
                </c:pt>
                <c:pt idx="450">
                  <c:v>-0.280148193669</c:v>
                </c:pt>
                <c:pt idx="451">
                  <c:v>0.324287663914</c:v>
                </c:pt>
                <c:pt idx="452">
                  <c:v>1.96417029068</c:v>
                </c:pt>
                <c:pt idx="453">
                  <c:v>2.37039614646</c:v>
                </c:pt>
                <c:pt idx="454">
                  <c:v>-0.0958967435297</c:v>
                </c:pt>
                <c:pt idx="455">
                  <c:v>0.336832341296</c:v>
                </c:pt>
                <c:pt idx="456">
                  <c:v>1.09422124714</c:v>
                </c:pt>
                <c:pt idx="457">
                  <c:v>-0.796320402605</c:v>
                </c:pt>
                <c:pt idx="458">
                  <c:v>0.347272122225</c:v>
                </c:pt>
                <c:pt idx="459">
                  <c:v>0.0275043702296</c:v>
                </c:pt>
                <c:pt idx="460">
                  <c:v>0.295465998934</c:v>
                </c:pt>
                <c:pt idx="461">
                  <c:v>-0.658882784175</c:v>
                </c:pt>
                <c:pt idx="462">
                  <c:v>-1.64434403062</c:v>
                </c:pt>
                <c:pt idx="463">
                  <c:v>-1.93711528733</c:v>
                </c:pt>
                <c:pt idx="464">
                  <c:v>-1.19470816742</c:v>
                </c:pt>
                <c:pt idx="465">
                  <c:v>-0.465905506507</c:v>
                </c:pt>
                <c:pt idx="466">
                  <c:v>-0.421827092924</c:v>
                </c:pt>
                <c:pt idx="467">
                  <c:v>1.99183400887</c:v>
                </c:pt>
                <c:pt idx="468">
                  <c:v>1.27940848474</c:v>
                </c:pt>
                <c:pt idx="469">
                  <c:v>-0.97137385792</c:v>
                </c:pt>
                <c:pt idx="470">
                  <c:v>0.324082168606</c:v>
                </c:pt>
                <c:pt idx="471">
                  <c:v>-0.540832271918</c:v>
                </c:pt>
                <c:pt idx="472">
                  <c:v>-0.311878956466</c:v>
                </c:pt>
                <c:pt idx="473">
                  <c:v>-0.0058096617512</c:v>
                </c:pt>
                <c:pt idx="474">
                  <c:v>0.509625758569</c:v>
                </c:pt>
                <c:pt idx="475">
                  <c:v>-0.312044158351</c:v>
                </c:pt>
                <c:pt idx="476">
                  <c:v>1.22213311646</c:v>
                </c:pt>
                <c:pt idx="477">
                  <c:v>-0.804832922795</c:v>
                </c:pt>
                <c:pt idx="478">
                  <c:v>-0.0640511478462</c:v>
                </c:pt>
                <c:pt idx="479">
                  <c:v>2.76990974539</c:v>
                </c:pt>
                <c:pt idx="480">
                  <c:v>0.252330040273</c:v>
                </c:pt>
                <c:pt idx="481">
                  <c:v>1.415064789</c:v>
                </c:pt>
                <c:pt idx="482">
                  <c:v>0.14343151238</c:v>
                </c:pt>
                <c:pt idx="483">
                  <c:v>0.588207073371</c:v>
                </c:pt>
                <c:pt idx="484">
                  <c:v>-0.0435357073192</c:v>
                </c:pt>
                <c:pt idx="485">
                  <c:v>-0.219407560703</c:v>
                </c:pt>
                <c:pt idx="486">
                  <c:v>-0.947255555901</c:v>
                </c:pt>
                <c:pt idx="487">
                  <c:v>0.245066334655</c:v>
                </c:pt>
                <c:pt idx="488">
                  <c:v>-0.773147803192</c:v>
                </c:pt>
                <c:pt idx="489">
                  <c:v>0.632381225503</c:v>
                </c:pt>
                <c:pt idx="490">
                  <c:v>1.01375633649</c:v>
                </c:pt>
                <c:pt idx="491">
                  <c:v>0.367552082444</c:v>
                </c:pt>
                <c:pt idx="492">
                  <c:v>-0.190856863206</c:v>
                </c:pt>
                <c:pt idx="493">
                  <c:v>0.475609252472</c:v>
                </c:pt>
                <c:pt idx="494">
                  <c:v>-0.387399647943</c:v>
                </c:pt>
                <c:pt idx="495">
                  <c:v>1.08270228014</c:v>
                </c:pt>
                <c:pt idx="496">
                  <c:v>-1.64190382386</c:v>
                </c:pt>
                <c:pt idx="497">
                  <c:v>-0.27626056948</c:v>
                </c:pt>
                <c:pt idx="498">
                  <c:v>-1.87397237376</c:v>
                </c:pt>
                <c:pt idx="499">
                  <c:v>-1.34602563061</c:v>
                </c:pt>
                <c:pt idx="500">
                  <c:v>1.49947414778</c:v>
                </c:pt>
                <c:pt idx="501">
                  <c:v>0.968876883225</c:v>
                </c:pt>
                <c:pt idx="502">
                  <c:v>-0.647678587636</c:v>
                </c:pt>
                <c:pt idx="503">
                  <c:v>-1.44014418724</c:v>
                </c:pt>
                <c:pt idx="504">
                  <c:v>-3.09620935879</c:v>
                </c:pt>
                <c:pt idx="505">
                  <c:v>-0.459408729109</c:v>
                </c:pt>
                <c:pt idx="506">
                  <c:v>2.25771733571</c:v>
                </c:pt>
                <c:pt idx="507">
                  <c:v>0.339532336849</c:v>
                </c:pt>
                <c:pt idx="508">
                  <c:v>-0.403144477913</c:v>
                </c:pt>
                <c:pt idx="509">
                  <c:v>0.565906629024</c:v>
                </c:pt>
                <c:pt idx="510">
                  <c:v>-1.38247055823</c:v>
                </c:pt>
                <c:pt idx="511">
                  <c:v>-0.32992428874</c:v>
                </c:pt>
                <c:pt idx="512">
                  <c:v>-0.0387923879375</c:v>
                </c:pt>
                <c:pt idx="513">
                  <c:v>-0.114953115469</c:v>
                </c:pt>
                <c:pt idx="514">
                  <c:v>0.803049877359</c:v>
                </c:pt>
                <c:pt idx="515">
                  <c:v>0.354123872197</c:v>
                </c:pt>
                <c:pt idx="516">
                  <c:v>0.804367675559</c:v>
                </c:pt>
                <c:pt idx="517">
                  <c:v>-0.731724733231</c:v>
                </c:pt>
                <c:pt idx="518">
                  <c:v>0.940059545027</c:v>
                </c:pt>
                <c:pt idx="519">
                  <c:v>1.51030168969</c:v>
                </c:pt>
                <c:pt idx="520">
                  <c:v>-0.916111446286</c:v>
                </c:pt>
                <c:pt idx="521">
                  <c:v>-0.887322629692</c:v>
                </c:pt>
                <c:pt idx="522">
                  <c:v>1.24580673573</c:v>
                </c:pt>
                <c:pt idx="523">
                  <c:v>-0.219643510156</c:v>
                </c:pt>
                <c:pt idx="524">
                  <c:v>1.38172030248</c:v>
                </c:pt>
                <c:pt idx="525">
                  <c:v>-0.474954327413</c:v>
                </c:pt>
                <c:pt idx="526">
                  <c:v>1.66760652534</c:v>
                </c:pt>
                <c:pt idx="527">
                  <c:v>0.119672296529</c:v>
                </c:pt>
                <c:pt idx="528">
                  <c:v>0.228961290101</c:v>
                </c:pt>
                <c:pt idx="529">
                  <c:v>1.31302390676</c:v>
                </c:pt>
                <c:pt idx="530">
                  <c:v>-0.469075359682</c:v>
                </c:pt>
                <c:pt idx="531">
                  <c:v>-0.97269090686</c:v>
                </c:pt>
                <c:pt idx="532">
                  <c:v>-0.53086652917</c:v>
                </c:pt>
                <c:pt idx="533">
                  <c:v>0.618138861848</c:v>
                </c:pt>
                <c:pt idx="534">
                  <c:v>-1.58555160523</c:v>
                </c:pt>
                <c:pt idx="535">
                  <c:v>0.792084212569</c:v>
                </c:pt>
                <c:pt idx="536">
                  <c:v>-0.531366761532</c:v>
                </c:pt>
                <c:pt idx="537">
                  <c:v>1.1522800011</c:v>
                </c:pt>
                <c:pt idx="538">
                  <c:v>-2.40491587863</c:v>
                </c:pt>
                <c:pt idx="539">
                  <c:v>-0.78611022491</c:v>
                </c:pt>
                <c:pt idx="540">
                  <c:v>-1.48021275087</c:v>
                </c:pt>
                <c:pt idx="541">
                  <c:v>-1.10458275357</c:v>
                </c:pt>
                <c:pt idx="542">
                  <c:v>0.0074804117763</c:v>
                </c:pt>
                <c:pt idx="543">
                  <c:v>-0.244407125176</c:v>
                </c:pt>
                <c:pt idx="544">
                  <c:v>-0.251634223116</c:v>
                </c:pt>
                <c:pt idx="545">
                  <c:v>-0.0763723404084</c:v>
                </c:pt>
                <c:pt idx="546">
                  <c:v>0.260158704383</c:v>
                </c:pt>
                <c:pt idx="547">
                  <c:v>-1.05464555149</c:v>
                </c:pt>
                <c:pt idx="548">
                  <c:v>0.829134884088</c:v>
                </c:pt>
                <c:pt idx="549">
                  <c:v>0.786289418764</c:v>
                </c:pt>
                <c:pt idx="550">
                  <c:v>0.407124877409</c:v>
                </c:pt>
                <c:pt idx="551">
                  <c:v>0.67205235145</c:v>
                </c:pt>
                <c:pt idx="552">
                  <c:v>0.329135432421</c:v>
                </c:pt>
                <c:pt idx="553">
                  <c:v>1.96769533952</c:v>
                </c:pt>
                <c:pt idx="554">
                  <c:v>-0.00335615037251</c:v>
                </c:pt>
                <c:pt idx="555">
                  <c:v>-0.293809643625</c:v>
                </c:pt>
                <c:pt idx="556">
                  <c:v>-0.753366798747</c:v>
                </c:pt>
                <c:pt idx="557">
                  <c:v>-0.855508241915</c:v>
                </c:pt>
                <c:pt idx="558">
                  <c:v>-1.53857644303</c:v>
                </c:pt>
                <c:pt idx="559">
                  <c:v>-1.05891941365</c:v>
                </c:pt>
                <c:pt idx="560">
                  <c:v>-0.213128832817</c:v>
                </c:pt>
                <c:pt idx="561">
                  <c:v>0.290703850789</c:v>
                </c:pt>
                <c:pt idx="562">
                  <c:v>0.0205890781802</c:v>
                </c:pt>
                <c:pt idx="563">
                  <c:v>-0.946414355162</c:v>
                </c:pt>
                <c:pt idx="564">
                  <c:v>0.781965600143</c:v>
                </c:pt>
                <c:pt idx="565">
                  <c:v>0.636111670878</c:v>
                </c:pt>
                <c:pt idx="566">
                  <c:v>0.135242583627</c:v>
                </c:pt>
                <c:pt idx="567">
                  <c:v>-0.436707110935</c:v>
                </c:pt>
                <c:pt idx="568">
                  <c:v>0.499017990708</c:v>
                </c:pt>
                <c:pt idx="569">
                  <c:v>0.144343592649</c:v>
                </c:pt>
                <c:pt idx="570">
                  <c:v>-1.58603173908</c:v>
                </c:pt>
                <c:pt idx="571">
                  <c:v>-0.296955905571</c:v>
                </c:pt>
                <c:pt idx="572">
                  <c:v>0.248010189705</c:v>
                </c:pt>
                <c:pt idx="573">
                  <c:v>-1.01943702448</c:v>
                </c:pt>
                <c:pt idx="574">
                  <c:v>0.179661329038</c:v>
                </c:pt>
                <c:pt idx="575">
                  <c:v>-1.64684718714</c:v>
                </c:pt>
                <c:pt idx="576">
                  <c:v>1.24474916501</c:v>
                </c:pt>
                <c:pt idx="577">
                  <c:v>1.2657852365</c:v>
                </c:pt>
                <c:pt idx="578">
                  <c:v>-0.208572182569</c:v>
                </c:pt>
                <c:pt idx="579">
                  <c:v>0.413550972888</c:v>
                </c:pt>
                <c:pt idx="580">
                  <c:v>-2.5683806439</c:v>
                </c:pt>
                <c:pt idx="581">
                  <c:v>-1.05378537265</c:v>
                </c:pt>
                <c:pt idx="582">
                  <c:v>-0.389804323744</c:v>
                </c:pt>
                <c:pt idx="583">
                  <c:v>-0.996190071674</c:v>
                </c:pt>
                <c:pt idx="584">
                  <c:v>0.713119841436</c:v>
                </c:pt>
                <c:pt idx="585">
                  <c:v>1.83213003086</c:v>
                </c:pt>
                <c:pt idx="586">
                  <c:v>-1.21455844398</c:v>
                </c:pt>
                <c:pt idx="587">
                  <c:v>-0.793619755038</c:v>
                </c:pt>
                <c:pt idx="588">
                  <c:v>0.309004213967</c:v>
                </c:pt>
                <c:pt idx="589">
                  <c:v>1.59419760081</c:v>
                </c:pt>
                <c:pt idx="590">
                  <c:v>-1.03856084567</c:v>
                </c:pt>
                <c:pt idx="591">
                  <c:v>0.369937414825</c:v>
                </c:pt>
                <c:pt idx="592">
                  <c:v>1.79050035685</c:v>
                </c:pt>
                <c:pt idx="593">
                  <c:v>-1.56174453072</c:v>
                </c:pt>
                <c:pt idx="594">
                  <c:v>-1.04901398862</c:v>
                </c:pt>
                <c:pt idx="595">
                  <c:v>-0.188348454367</c:v>
                </c:pt>
                <c:pt idx="596">
                  <c:v>-0.667948398554</c:v>
                </c:pt>
                <c:pt idx="597">
                  <c:v>0.701417314415</c:v>
                </c:pt>
                <c:pt idx="598">
                  <c:v>0.419849974229</c:v>
                </c:pt>
                <c:pt idx="599">
                  <c:v>-1.90195578574</c:v>
                </c:pt>
              </c:numCache>
            </c:numRef>
          </c:yVal>
        </c:ser>
        <c:ser>
          <c:idx val="1"/>
          <c:order val="1"/>
          <c:tx>
            <c:v>Проверяемая точка</c:v>
          </c:tx>
          <c:spPr>
            <a:solidFill xmlns:a="http://schemas.openxmlformats.org/drawingml/2006/main">
              <a:srgbClr val="FF3885"/>
            </a:solidFill>
            <a:ln xmlns:a="http://schemas.openxmlformats.org/drawingml/2006/main" w="0">
              <a:noFill/>
            </a:ln>
          </c:spPr>
          <c:marker>
            <c:symbol val="x"/>
            <c:size val="13"/>
            <c:spPr>
              <a:noFill xmlns:a="http://schemas.openxmlformats.org/drawingml/2006/main"/>
            </c:spPr>
          </c:marker>
          <c:xVal>
            <c:numRef>
              <c:f>'Chart Data'!$C$2:$C$2</c:f>
              <c:numCache>
                <c:formatCode>General</c:formatCode>
                <c:ptCount val="1"/>
                <c:pt idx="0">
                  <c:v>1.5</c:v>
                </c:pt>
              </c:numCache>
            </c:numRef>
          </c:xVal>
          <c:yVal>
            <c:numRef>
              <c:f>'Chart Data'!$D$2:$D$2</c:f>
              <c:numCache>
                <c:formatCode>0.##</c:formatCode>
                <c:ptCount val="1"/>
                <c:pt idx="0">
                  <c:v>-1.5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3.5"/>
          <c:min val="-3.5"/>
        </c:scaling>
        <c:delete val="0"/>
        <c:axPos val="l"/>
        <c:majorGridlines>
          <c:spPr>
            <a:ln xmlns:a="http://schemas.openxmlformats.org/drawingml/2006/main" w="9525">
              <a:solidFill>
                <a:srgbClr val="E6EDF2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425">
                    <a:solidFill>
                      <a:srgbClr val="101828"/>
                    </a:solidFill>
                    <a:latin typeface="Arial"/>
                    <a:ea typeface="Arial"/>
                    <a:cs typeface="Arial"/>
                  </a:rPr>
                  <a:t>Измерение 2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425">
                  <a:solidFill>
                    <a:srgbClr val="101828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B7C3CC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87383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</c:valAx>
      <c:valAx>
        <c:axId val="48650112"/>
        <c:scaling>
          <c:orientation val="minMax"/>
          <c:max val="3.5"/>
          <c:min val="-3.5"/>
        </c:scaling>
        <c:delete val="0"/>
        <c:axPos val="b"/>
        <c:majorGridlines>
          <c:spPr>
            <a:ln xmlns:a="http://schemas.openxmlformats.org/drawingml/2006/main" w="9525">
              <a:solidFill>
                <a:srgbClr val="E6EDF2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425">
                    <a:solidFill>
                      <a:srgbClr val="101828"/>
                    </a:solidFill>
                    <a:latin typeface="Arial"/>
                    <a:ea typeface="Arial"/>
                    <a:cs typeface="Arial"/>
                  </a:rPr>
                  <a:t>Измерение 1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425">
                  <a:solidFill>
                    <a:srgbClr val="101828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B7C3CC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87383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</c:chartSpace>
</file>

<file path=ppt/charts/chart7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"/>
        <c:ser>
          <c:idx val="0"/>
          <c:order val="0"/>
          <c:tx>
            <c:v>Полные</c:v>
          </c:tx>
          <c:spPr>
            <a:solidFill xmlns:a="http://schemas.openxmlformats.org/drawingml/2006/main">
              <a:srgbClr val="0077FF"/>
            </a:solidFill>
            <a:ln xmlns:a="http://schemas.openxmlformats.org/drawingml/2006/main" w="19050">
              <a:solidFill>
                <a:srgbClr val="0077FF"/>
              </a:solidFill>
            </a:ln>
          </c:spPr>
          <c:marker>
            <c:symbol val="none"/>
            <c:size val="5"/>
          </c:marker>
          <c:xVal>
            <c:numRef>
              <c:f>'Chart Data'!$A$2:$A$4001</c:f>
              <c:numCache>
                <c:formatCode>General</c:formatCode>
                <c:ptCount val="4000"/>
                <c:pt idx="0">
                  <c:v>1.12105636304</c:v>
                </c:pt>
                <c:pt idx="1">
                  <c:v>1.12105636304</c:v>
                </c:pt>
                <c:pt idx="2">
                  <c:v>1.18579890818</c:v>
                </c:pt>
                <c:pt idx="3">
                  <c:v>1.18579890818</c:v>
                </c:pt>
                <c:pt idx="4">
                  <c:v>1.29824609955</c:v>
                </c:pt>
                <c:pt idx="5">
                  <c:v>1.29824609955</c:v>
                </c:pt>
                <c:pt idx="6">
                  <c:v>1.43939382621</c:v>
                </c:pt>
                <c:pt idx="7">
                  <c:v>1.43939382621</c:v>
                </c:pt>
                <c:pt idx="8">
                  <c:v>1.44180472657</c:v>
                </c:pt>
                <c:pt idx="9">
                  <c:v>1.44180472657</c:v>
                </c:pt>
                <c:pt idx="10">
                  <c:v>1.45101049424</c:v>
                </c:pt>
                <c:pt idx="11">
                  <c:v>1.45101049424</c:v>
                </c:pt>
                <c:pt idx="12">
                  <c:v>1.46163024089</c:v>
                </c:pt>
                <c:pt idx="13">
                  <c:v>1.46163024089</c:v>
                </c:pt>
                <c:pt idx="14">
                  <c:v>1.51392753346</c:v>
                </c:pt>
                <c:pt idx="15">
                  <c:v>1.51392753346</c:v>
                </c:pt>
                <c:pt idx="16">
                  <c:v>1.52190532429</c:v>
                </c:pt>
                <c:pt idx="17">
                  <c:v>1.52190532429</c:v>
                </c:pt>
                <c:pt idx="18">
                  <c:v>1.62296543314</c:v>
                </c:pt>
                <c:pt idx="19">
                  <c:v>1.62296543314</c:v>
                </c:pt>
                <c:pt idx="20">
                  <c:v>1.63173818547</c:v>
                </c:pt>
                <c:pt idx="21">
                  <c:v>1.63173818547</c:v>
                </c:pt>
                <c:pt idx="22">
                  <c:v>1.65105712131</c:v>
                </c:pt>
                <c:pt idx="23">
                  <c:v>1.65105712131</c:v>
                </c:pt>
                <c:pt idx="24">
                  <c:v>1.6611714684</c:v>
                </c:pt>
                <c:pt idx="25">
                  <c:v>1.6611714684</c:v>
                </c:pt>
                <c:pt idx="26">
                  <c:v>1.70410053206</c:v>
                </c:pt>
                <c:pt idx="27">
                  <c:v>1.70410053206</c:v>
                </c:pt>
                <c:pt idx="28">
                  <c:v>1.71386242277</c:v>
                </c:pt>
                <c:pt idx="29">
                  <c:v>1.71386242277</c:v>
                </c:pt>
                <c:pt idx="30">
                  <c:v>1.76059195679</c:v>
                </c:pt>
                <c:pt idx="31">
                  <c:v>1.76059195679</c:v>
                </c:pt>
                <c:pt idx="32">
                  <c:v>1.78589316576</c:v>
                </c:pt>
                <c:pt idx="33">
                  <c:v>1.78589316576</c:v>
                </c:pt>
                <c:pt idx="34">
                  <c:v>1.82845156831</c:v>
                </c:pt>
                <c:pt idx="35">
                  <c:v>1.82845156831</c:v>
                </c:pt>
                <c:pt idx="36">
                  <c:v>1.84715766224</c:v>
                </c:pt>
                <c:pt idx="37">
                  <c:v>1.84715766224</c:v>
                </c:pt>
                <c:pt idx="38">
                  <c:v>1.85408003229</c:v>
                </c:pt>
                <c:pt idx="39">
                  <c:v>1.85408003229</c:v>
                </c:pt>
                <c:pt idx="40">
                  <c:v>1.85568472626</c:v>
                </c:pt>
                <c:pt idx="41">
                  <c:v>1.85568472626</c:v>
                </c:pt>
                <c:pt idx="42">
                  <c:v>1.86866273623</c:v>
                </c:pt>
                <c:pt idx="43">
                  <c:v>1.86866273623</c:v>
                </c:pt>
                <c:pt idx="44">
                  <c:v>1.87583045381</c:v>
                </c:pt>
                <c:pt idx="45">
                  <c:v>1.87583045381</c:v>
                </c:pt>
                <c:pt idx="46">
                  <c:v>1.8795756302</c:v>
                </c:pt>
                <c:pt idx="47">
                  <c:v>1.8795756302</c:v>
                </c:pt>
                <c:pt idx="48">
                  <c:v>1.88500469297</c:v>
                </c:pt>
                <c:pt idx="49">
                  <c:v>1.88500469297</c:v>
                </c:pt>
                <c:pt idx="50">
                  <c:v>1.9059706902</c:v>
                </c:pt>
                <c:pt idx="51">
                  <c:v>1.9059706902</c:v>
                </c:pt>
                <c:pt idx="52">
                  <c:v>1.92597693049</c:v>
                </c:pt>
                <c:pt idx="53">
                  <c:v>1.92597693049</c:v>
                </c:pt>
                <c:pt idx="54">
                  <c:v>1.93915257635</c:v>
                </c:pt>
                <c:pt idx="55">
                  <c:v>1.93915257635</c:v>
                </c:pt>
                <c:pt idx="56">
                  <c:v>1.94465063345</c:v>
                </c:pt>
                <c:pt idx="57">
                  <c:v>1.94465063345</c:v>
                </c:pt>
                <c:pt idx="58">
                  <c:v>1.98111630556</c:v>
                </c:pt>
                <c:pt idx="59">
                  <c:v>1.98111630556</c:v>
                </c:pt>
                <c:pt idx="60">
                  <c:v>1.98313475089</c:v>
                </c:pt>
                <c:pt idx="61">
                  <c:v>1.98313475089</c:v>
                </c:pt>
                <c:pt idx="62">
                  <c:v>1.99002549407</c:v>
                </c:pt>
                <c:pt idx="63">
                  <c:v>1.99002549407</c:v>
                </c:pt>
                <c:pt idx="64">
                  <c:v>2.00373627584</c:v>
                </c:pt>
                <c:pt idx="65">
                  <c:v>2.00373627584</c:v>
                </c:pt>
                <c:pt idx="66">
                  <c:v>2.0090542382</c:v>
                </c:pt>
                <c:pt idx="67">
                  <c:v>2.0090542382</c:v>
                </c:pt>
                <c:pt idx="68">
                  <c:v>2.01829575155</c:v>
                </c:pt>
                <c:pt idx="69">
                  <c:v>2.01829575155</c:v>
                </c:pt>
                <c:pt idx="70">
                  <c:v>2.03197714306</c:v>
                </c:pt>
                <c:pt idx="71">
                  <c:v>2.03197714306</c:v>
                </c:pt>
                <c:pt idx="72">
                  <c:v>2.08949872889</c:v>
                </c:pt>
                <c:pt idx="73">
                  <c:v>2.08949872889</c:v>
                </c:pt>
                <c:pt idx="74">
                  <c:v>2.10949905241</c:v>
                </c:pt>
                <c:pt idx="75">
                  <c:v>2.10949905241</c:v>
                </c:pt>
                <c:pt idx="76">
                  <c:v>2.11927550585</c:v>
                </c:pt>
                <c:pt idx="77">
                  <c:v>2.11927550585</c:v>
                </c:pt>
                <c:pt idx="78">
                  <c:v>2.14340124157</c:v>
                </c:pt>
                <c:pt idx="79">
                  <c:v>2.14340124157</c:v>
                </c:pt>
                <c:pt idx="80">
                  <c:v>2.16051960313</c:v>
                </c:pt>
                <c:pt idx="81">
                  <c:v>2.16051960313</c:v>
                </c:pt>
                <c:pt idx="82">
                  <c:v>2.17156963761</c:v>
                </c:pt>
                <c:pt idx="83">
                  <c:v>2.17156963761</c:v>
                </c:pt>
                <c:pt idx="84">
                  <c:v>2.18998049294</c:v>
                </c:pt>
                <c:pt idx="85">
                  <c:v>2.18998049294</c:v>
                </c:pt>
                <c:pt idx="86">
                  <c:v>2.19743126169</c:v>
                </c:pt>
                <c:pt idx="87">
                  <c:v>2.19743126169</c:v>
                </c:pt>
                <c:pt idx="88">
                  <c:v>2.19832354319</c:v>
                </c:pt>
                <c:pt idx="89">
                  <c:v>2.19832354319</c:v>
                </c:pt>
                <c:pt idx="90">
                  <c:v>2.21702037689</c:v>
                </c:pt>
                <c:pt idx="91">
                  <c:v>2.21702037689</c:v>
                </c:pt>
                <c:pt idx="92">
                  <c:v>2.24587591509</c:v>
                </c:pt>
                <c:pt idx="93">
                  <c:v>2.24587591509</c:v>
                </c:pt>
                <c:pt idx="94">
                  <c:v>2.26370068198</c:v>
                </c:pt>
                <c:pt idx="95">
                  <c:v>2.26370068198</c:v>
                </c:pt>
                <c:pt idx="96">
                  <c:v>2.26691498636</c:v>
                </c:pt>
                <c:pt idx="97">
                  <c:v>2.26691498636</c:v>
                </c:pt>
                <c:pt idx="98">
                  <c:v>2.2760206708</c:v>
                </c:pt>
                <c:pt idx="99">
                  <c:v>2.2760206708</c:v>
                </c:pt>
                <c:pt idx="100">
                  <c:v>2.29851441574</c:v>
                </c:pt>
                <c:pt idx="101">
                  <c:v>2.29851441574</c:v>
                </c:pt>
                <c:pt idx="102">
                  <c:v>2.30112936019</c:v>
                </c:pt>
                <c:pt idx="103">
                  <c:v>2.30112936019</c:v>
                </c:pt>
                <c:pt idx="104">
                  <c:v>2.30719310169</c:v>
                </c:pt>
                <c:pt idx="105">
                  <c:v>2.30719310169</c:v>
                </c:pt>
                <c:pt idx="106">
                  <c:v>2.32624683736</c:v>
                </c:pt>
                <c:pt idx="107">
                  <c:v>2.32624683736</c:v>
                </c:pt>
                <c:pt idx="108">
                  <c:v>2.32706870584</c:v>
                </c:pt>
                <c:pt idx="109">
                  <c:v>2.32706870584</c:v>
                </c:pt>
                <c:pt idx="110">
                  <c:v>2.32953529908</c:v>
                </c:pt>
                <c:pt idx="111">
                  <c:v>2.32953529908</c:v>
                </c:pt>
                <c:pt idx="112">
                  <c:v>2.33328521849</c:v>
                </c:pt>
                <c:pt idx="113">
                  <c:v>2.33328521849</c:v>
                </c:pt>
                <c:pt idx="114">
                  <c:v>2.35112453725</c:v>
                </c:pt>
                <c:pt idx="115">
                  <c:v>2.35112453725</c:v>
                </c:pt>
                <c:pt idx="116">
                  <c:v>2.35852608178</c:v>
                </c:pt>
                <c:pt idx="117">
                  <c:v>2.35852608178</c:v>
                </c:pt>
                <c:pt idx="118">
                  <c:v>2.36857824526</c:v>
                </c:pt>
                <c:pt idx="119">
                  <c:v>2.36857824526</c:v>
                </c:pt>
                <c:pt idx="120">
                  <c:v>2.37079949541</c:v>
                </c:pt>
                <c:pt idx="121">
                  <c:v>2.37079949541</c:v>
                </c:pt>
                <c:pt idx="122">
                  <c:v>2.38223378098</c:v>
                </c:pt>
                <c:pt idx="123">
                  <c:v>2.38223378098</c:v>
                </c:pt>
                <c:pt idx="124">
                  <c:v>2.38845923399</c:v>
                </c:pt>
                <c:pt idx="125">
                  <c:v>2.38845923399</c:v>
                </c:pt>
                <c:pt idx="126">
                  <c:v>2.416054602</c:v>
                </c:pt>
                <c:pt idx="127">
                  <c:v>2.416054602</c:v>
                </c:pt>
                <c:pt idx="128">
                  <c:v>2.44135651927</c:v>
                </c:pt>
                <c:pt idx="129">
                  <c:v>2.44135651927</c:v>
                </c:pt>
                <c:pt idx="130">
                  <c:v>2.44279622627</c:v>
                </c:pt>
                <c:pt idx="131">
                  <c:v>2.44279622627</c:v>
                </c:pt>
                <c:pt idx="132">
                  <c:v>2.46549048566</c:v>
                </c:pt>
                <c:pt idx="133">
                  <c:v>2.46549048566</c:v>
                </c:pt>
                <c:pt idx="134">
                  <c:v>2.46566048943</c:v>
                </c:pt>
                <c:pt idx="135">
                  <c:v>2.46566048943</c:v>
                </c:pt>
                <c:pt idx="136">
                  <c:v>2.46947105588</c:v>
                </c:pt>
                <c:pt idx="137">
                  <c:v>2.46947105588</c:v>
                </c:pt>
                <c:pt idx="138">
                  <c:v>2.47307217041</c:v>
                </c:pt>
                <c:pt idx="139">
                  <c:v>2.47307217041</c:v>
                </c:pt>
                <c:pt idx="140">
                  <c:v>2.48056778183</c:v>
                </c:pt>
                <c:pt idx="141">
                  <c:v>2.48056778183</c:v>
                </c:pt>
                <c:pt idx="142">
                  <c:v>2.48597071194</c:v>
                </c:pt>
                <c:pt idx="143">
                  <c:v>2.48597071194</c:v>
                </c:pt>
                <c:pt idx="144">
                  <c:v>2.49481507102</c:v>
                </c:pt>
                <c:pt idx="145">
                  <c:v>2.49481507102</c:v>
                </c:pt>
                <c:pt idx="146">
                  <c:v>2.50683230651</c:v>
                </c:pt>
                <c:pt idx="147">
                  <c:v>2.50683230651</c:v>
                </c:pt>
                <c:pt idx="148">
                  <c:v>2.51625446293</c:v>
                </c:pt>
                <c:pt idx="149">
                  <c:v>2.51625446293</c:v>
                </c:pt>
                <c:pt idx="150">
                  <c:v>2.5221311411</c:v>
                </c:pt>
                <c:pt idx="151">
                  <c:v>2.5221311411</c:v>
                </c:pt>
                <c:pt idx="152">
                  <c:v>2.52601503476</c:v>
                </c:pt>
                <c:pt idx="153">
                  <c:v>2.52601503476</c:v>
                </c:pt>
                <c:pt idx="154">
                  <c:v>2.53250016751</c:v>
                </c:pt>
                <c:pt idx="155">
                  <c:v>2.53250016751</c:v>
                </c:pt>
                <c:pt idx="156">
                  <c:v>2.53391288556</c:v>
                </c:pt>
                <c:pt idx="157">
                  <c:v>2.53391288556</c:v>
                </c:pt>
                <c:pt idx="158">
                  <c:v>2.53418250611</c:v>
                </c:pt>
                <c:pt idx="159">
                  <c:v>2.53418250611</c:v>
                </c:pt>
                <c:pt idx="160">
                  <c:v>2.53711049284</c:v>
                </c:pt>
                <c:pt idx="161">
                  <c:v>2.53711049284</c:v>
                </c:pt>
                <c:pt idx="162">
                  <c:v>2.55063144794</c:v>
                </c:pt>
                <c:pt idx="163">
                  <c:v>2.55063144794</c:v>
                </c:pt>
                <c:pt idx="164">
                  <c:v>2.55922254716</c:v>
                </c:pt>
                <c:pt idx="165">
                  <c:v>2.55922254716</c:v>
                </c:pt>
                <c:pt idx="166">
                  <c:v>2.56633301632</c:v>
                </c:pt>
                <c:pt idx="167">
                  <c:v>2.56633301632</c:v>
                </c:pt>
                <c:pt idx="168">
                  <c:v>2.58401637126</c:v>
                </c:pt>
                <c:pt idx="169">
                  <c:v>2.58401637126</c:v>
                </c:pt>
                <c:pt idx="170">
                  <c:v>2.59342021586</c:v>
                </c:pt>
                <c:pt idx="171">
                  <c:v>2.59342021586</c:v>
                </c:pt>
                <c:pt idx="172">
                  <c:v>2.59540973373</c:v>
                </c:pt>
                <c:pt idx="173">
                  <c:v>2.59540973373</c:v>
                </c:pt>
                <c:pt idx="174">
                  <c:v>2.60249343367</c:v>
                </c:pt>
                <c:pt idx="175">
                  <c:v>2.60249343367</c:v>
                </c:pt>
                <c:pt idx="176">
                  <c:v>2.60422061586</c:v>
                </c:pt>
                <c:pt idx="177">
                  <c:v>2.60422061586</c:v>
                </c:pt>
                <c:pt idx="178">
                  <c:v>2.6278709733</c:v>
                </c:pt>
                <c:pt idx="179">
                  <c:v>2.6278709733</c:v>
                </c:pt>
                <c:pt idx="180">
                  <c:v>2.6288767127</c:v>
                </c:pt>
                <c:pt idx="181">
                  <c:v>2.6288767127</c:v>
                </c:pt>
                <c:pt idx="182">
                  <c:v>2.64310091705</c:v>
                </c:pt>
                <c:pt idx="183">
                  <c:v>2.64310091705</c:v>
                </c:pt>
                <c:pt idx="184">
                  <c:v>2.65061877445</c:v>
                </c:pt>
                <c:pt idx="185">
                  <c:v>2.65061877445</c:v>
                </c:pt>
                <c:pt idx="186">
                  <c:v>2.67462963881</c:v>
                </c:pt>
                <c:pt idx="187">
                  <c:v>2.67462963881</c:v>
                </c:pt>
                <c:pt idx="188">
                  <c:v>2.68007768794</c:v>
                </c:pt>
                <c:pt idx="189">
                  <c:v>2.68007768794</c:v>
                </c:pt>
                <c:pt idx="190">
                  <c:v>2.68398382266</c:v>
                </c:pt>
                <c:pt idx="191">
                  <c:v>2.68398382266</c:v>
                </c:pt>
                <c:pt idx="192">
                  <c:v>2.69822193665</c:v>
                </c:pt>
                <c:pt idx="193">
                  <c:v>2.69822193665</c:v>
                </c:pt>
                <c:pt idx="194">
                  <c:v>2.7338283279</c:v>
                </c:pt>
                <c:pt idx="195">
                  <c:v>2.7338283279</c:v>
                </c:pt>
                <c:pt idx="196">
                  <c:v>2.76803170964</c:v>
                </c:pt>
                <c:pt idx="197">
                  <c:v>2.76803170964</c:v>
                </c:pt>
                <c:pt idx="198">
                  <c:v>2.76994025885</c:v>
                </c:pt>
                <c:pt idx="199">
                  <c:v>2.76994025885</c:v>
                </c:pt>
                <c:pt idx="200">
                  <c:v>2.77643669165</c:v>
                </c:pt>
                <c:pt idx="201">
                  <c:v>2.77643669165</c:v>
                </c:pt>
                <c:pt idx="202">
                  <c:v>2.77848015533</c:v>
                </c:pt>
                <c:pt idx="203">
                  <c:v>2.77848015533</c:v>
                </c:pt>
                <c:pt idx="204">
                  <c:v>2.78557105576</c:v>
                </c:pt>
                <c:pt idx="205">
                  <c:v>2.78557105576</c:v>
                </c:pt>
                <c:pt idx="206">
                  <c:v>2.80807000559</c:v>
                </c:pt>
                <c:pt idx="207">
                  <c:v>2.80807000559</c:v>
                </c:pt>
                <c:pt idx="208">
                  <c:v>2.80909552159</c:v>
                </c:pt>
                <c:pt idx="209">
                  <c:v>2.80909552159</c:v>
                </c:pt>
                <c:pt idx="210">
                  <c:v>2.81007226686</c:v>
                </c:pt>
                <c:pt idx="211">
                  <c:v>2.81007226686</c:v>
                </c:pt>
                <c:pt idx="212">
                  <c:v>2.82660482822</c:v>
                </c:pt>
                <c:pt idx="213">
                  <c:v>2.82660482822</c:v>
                </c:pt>
                <c:pt idx="214">
                  <c:v>2.82833569756</c:v>
                </c:pt>
                <c:pt idx="215">
                  <c:v>2.82833569756</c:v>
                </c:pt>
                <c:pt idx="216">
                  <c:v>2.85060075133</c:v>
                </c:pt>
                <c:pt idx="217">
                  <c:v>2.85060075133</c:v>
                </c:pt>
                <c:pt idx="218">
                  <c:v>2.85553512554</c:v>
                </c:pt>
                <c:pt idx="219">
                  <c:v>2.85553512554</c:v>
                </c:pt>
                <c:pt idx="220">
                  <c:v>2.85878485724</c:v>
                </c:pt>
                <c:pt idx="221">
                  <c:v>2.85878485724</c:v>
                </c:pt>
                <c:pt idx="222">
                  <c:v>2.86126054096</c:v>
                </c:pt>
                <c:pt idx="223">
                  <c:v>2.86126054096</c:v>
                </c:pt>
                <c:pt idx="224">
                  <c:v>2.88379531224</c:v>
                </c:pt>
                <c:pt idx="225">
                  <c:v>2.88379531224</c:v>
                </c:pt>
                <c:pt idx="226">
                  <c:v>2.89980511333</c:v>
                </c:pt>
                <c:pt idx="227">
                  <c:v>2.89980511333</c:v>
                </c:pt>
                <c:pt idx="228">
                  <c:v>2.90473200819</c:v>
                </c:pt>
                <c:pt idx="229">
                  <c:v>2.90473200819</c:v>
                </c:pt>
                <c:pt idx="230">
                  <c:v>2.92832910524</c:v>
                </c:pt>
                <c:pt idx="231">
                  <c:v>2.92832910524</c:v>
                </c:pt>
                <c:pt idx="232">
                  <c:v>2.93118644677</c:v>
                </c:pt>
                <c:pt idx="233">
                  <c:v>2.93118644677</c:v>
                </c:pt>
                <c:pt idx="234">
                  <c:v>2.94813790777</c:v>
                </c:pt>
                <c:pt idx="235">
                  <c:v>2.94813790777</c:v>
                </c:pt>
                <c:pt idx="236">
                  <c:v>2.94850582559</c:v>
                </c:pt>
                <c:pt idx="237">
                  <c:v>2.94850582559</c:v>
                </c:pt>
                <c:pt idx="238">
                  <c:v>2.95363124347</c:v>
                </c:pt>
                <c:pt idx="239">
                  <c:v>2.95363124347</c:v>
                </c:pt>
                <c:pt idx="240">
                  <c:v>2.95867953896</c:v>
                </c:pt>
                <c:pt idx="241">
                  <c:v>2.95867953896</c:v>
                </c:pt>
                <c:pt idx="242">
                  <c:v>2.96150488484</c:v>
                </c:pt>
                <c:pt idx="243">
                  <c:v>2.96150488484</c:v>
                </c:pt>
                <c:pt idx="244">
                  <c:v>2.9619968643</c:v>
                </c:pt>
                <c:pt idx="245">
                  <c:v>2.9619968643</c:v>
                </c:pt>
                <c:pt idx="246">
                  <c:v>2.96591404602</c:v>
                </c:pt>
                <c:pt idx="247">
                  <c:v>2.96591404602</c:v>
                </c:pt>
                <c:pt idx="248">
                  <c:v>2.97450158723</c:v>
                </c:pt>
                <c:pt idx="249">
                  <c:v>2.97450158723</c:v>
                </c:pt>
                <c:pt idx="250">
                  <c:v>2.97606658705</c:v>
                </c:pt>
                <c:pt idx="251">
                  <c:v>2.97606658705</c:v>
                </c:pt>
                <c:pt idx="252">
                  <c:v>2.98986228505</c:v>
                </c:pt>
                <c:pt idx="253">
                  <c:v>2.98986228505</c:v>
                </c:pt>
                <c:pt idx="254">
                  <c:v>2.99398811843</c:v>
                </c:pt>
                <c:pt idx="255">
                  <c:v>2.99398811843</c:v>
                </c:pt>
                <c:pt idx="256">
                  <c:v>2.99623537844</c:v>
                </c:pt>
                <c:pt idx="257">
                  <c:v>2.99623537844</c:v>
                </c:pt>
                <c:pt idx="258">
                  <c:v>3.00150809379</c:v>
                </c:pt>
                <c:pt idx="259">
                  <c:v>3.00150809379</c:v>
                </c:pt>
                <c:pt idx="260">
                  <c:v>3.01304644765</c:v>
                </c:pt>
                <c:pt idx="261">
                  <c:v>3.01304644765</c:v>
                </c:pt>
                <c:pt idx="262">
                  <c:v>3.01501861538</c:v>
                </c:pt>
                <c:pt idx="263">
                  <c:v>3.01501861538</c:v>
                </c:pt>
                <c:pt idx="264">
                  <c:v>3.01620919645</c:v>
                </c:pt>
                <c:pt idx="265">
                  <c:v>3.01620919645</c:v>
                </c:pt>
                <c:pt idx="266">
                  <c:v>3.0163023078</c:v>
                </c:pt>
                <c:pt idx="267">
                  <c:v>3.0163023078</c:v>
                </c:pt>
                <c:pt idx="268">
                  <c:v>3.02355586086</c:v>
                </c:pt>
                <c:pt idx="269">
                  <c:v>3.02355586086</c:v>
                </c:pt>
                <c:pt idx="270">
                  <c:v>3.02537601761</c:v>
                </c:pt>
                <c:pt idx="271">
                  <c:v>3.02537601761</c:v>
                </c:pt>
                <c:pt idx="272">
                  <c:v>3.02761661837</c:v>
                </c:pt>
                <c:pt idx="273">
                  <c:v>3.02761661837</c:v>
                </c:pt>
                <c:pt idx="274">
                  <c:v>3.03425121976</c:v>
                </c:pt>
                <c:pt idx="275">
                  <c:v>3.03425121976</c:v>
                </c:pt>
                <c:pt idx="276">
                  <c:v>3.03764964729</c:v>
                </c:pt>
                <c:pt idx="277">
                  <c:v>3.03764964729</c:v>
                </c:pt>
                <c:pt idx="278">
                  <c:v>3.06060035168</c:v>
                </c:pt>
                <c:pt idx="279">
                  <c:v>3.06060035168</c:v>
                </c:pt>
                <c:pt idx="280">
                  <c:v>3.07117085815</c:v>
                </c:pt>
                <c:pt idx="281">
                  <c:v>3.07117085815</c:v>
                </c:pt>
                <c:pt idx="282">
                  <c:v>3.07258457114</c:v>
                </c:pt>
                <c:pt idx="283">
                  <c:v>3.07258457114</c:v>
                </c:pt>
                <c:pt idx="284">
                  <c:v>3.07636688063</c:v>
                </c:pt>
                <c:pt idx="285">
                  <c:v>3.07636688063</c:v>
                </c:pt>
                <c:pt idx="286">
                  <c:v>3.08100471961</c:v>
                </c:pt>
                <c:pt idx="287">
                  <c:v>3.08100471961</c:v>
                </c:pt>
                <c:pt idx="288">
                  <c:v>3.08268508355</c:v>
                </c:pt>
                <c:pt idx="289">
                  <c:v>3.08268508355</c:v>
                </c:pt>
                <c:pt idx="290">
                  <c:v>3.0880819036</c:v>
                </c:pt>
                <c:pt idx="291">
                  <c:v>3.0880819036</c:v>
                </c:pt>
                <c:pt idx="292">
                  <c:v>3.09238403941</c:v>
                </c:pt>
                <c:pt idx="293">
                  <c:v>3.09238403941</c:v>
                </c:pt>
                <c:pt idx="294">
                  <c:v>3.11231178732</c:v>
                </c:pt>
                <c:pt idx="295">
                  <c:v>3.11231178732</c:v>
                </c:pt>
                <c:pt idx="296">
                  <c:v>3.12567644276</c:v>
                </c:pt>
                <c:pt idx="297">
                  <c:v>3.12567644276</c:v>
                </c:pt>
                <c:pt idx="298">
                  <c:v>3.13079546485</c:v>
                </c:pt>
                <c:pt idx="299">
                  <c:v>3.13079546485</c:v>
                </c:pt>
                <c:pt idx="300">
                  <c:v>3.13232141245</c:v>
                </c:pt>
                <c:pt idx="301">
                  <c:v>3.13232141245</c:v>
                </c:pt>
                <c:pt idx="302">
                  <c:v>3.1414404948</c:v>
                </c:pt>
                <c:pt idx="303">
                  <c:v>3.1414404948</c:v>
                </c:pt>
                <c:pt idx="304">
                  <c:v>3.15119468516</c:v>
                </c:pt>
                <c:pt idx="305">
                  <c:v>3.15119468516</c:v>
                </c:pt>
                <c:pt idx="306">
                  <c:v>3.15414576244</c:v>
                </c:pt>
                <c:pt idx="307">
                  <c:v>3.15414576244</c:v>
                </c:pt>
                <c:pt idx="308">
                  <c:v>3.15497496143</c:v>
                </c:pt>
                <c:pt idx="309">
                  <c:v>3.15497496143</c:v>
                </c:pt>
                <c:pt idx="310">
                  <c:v>3.15554663291</c:v>
                </c:pt>
                <c:pt idx="311">
                  <c:v>3.15554663291</c:v>
                </c:pt>
                <c:pt idx="312">
                  <c:v>3.15977958091</c:v>
                </c:pt>
                <c:pt idx="313">
                  <c:v>3.15977958091</c:v>
                </c:pt>
                <c:pt idx="314">
                  <c:v>3.16005871436</c:v>
                </c:pt>
                <c:pt idx="315">
                  <c:v>3.16005871436</c:v>
                </c:pt>
                <c:pt idx="316">
                  <c:v>3.16248632418</c:v>
                </c:pt>
                <c:pt idx="317">
                  <c:v>3.16248632418</c:v>
                </c:pt>
                <c:pt idx="318">
                  <c:v>3.16950704479</c:v>
                </c:pt>
                <c:pt idx="319">
                  <c:v>3.16950704479</c:v>
                </c:pt>
                <c:pt idx="320">
                  <c:v>3.17189198563</c:v>
                </c:pt>
                <c:pt idx="321">
                  <c:v>3.17189198563</c:v>
                </c:pt>
                <c:pt idx="322">
                  <c:v>3.17277751445</c:v>
                </c:pt>
                <c:pt idx="323">
                  <c:v>3.17277751445</c:v>
                </c:pt>
                <c:pt idx="324">
                  <c:v>3.18510555879</c:v>
                </c:pt>
                <c:pt idx="325">
                  <c:v>3.18510555879</c:v>
                </c:pt>
                <c:pt idx="326">
                  <c:v>3.19879851909</c:v>
                </c:pt>
                <c:pt idx="327">
                  <c:v>3.19879851909</c:v>
                </c:pt>
                <c:pt idx="328">
                  <c:v>3.20055961203</c:v>
                </c:pt>
                <c:pt idx="329">
                  <c:v>3.20055961203</c:v>
                </c:pt>
                <c:pt idx="330">
                  <c:v>3.21130581551</c:v>
                </c:pt>
                <c:pt idx="331">
                  <c:v>3.21130581551</c:v>
                </c:pt>
                <c:pt idx="332">
                  <c:v>3.21556110745</c:v>
                </c:pt>
                <c:pt idx="333">
                  <c:v>3.21556110745</c:v>
                </c:pt>
                <c:pt idx="334">
                  <c:v>3.21973526066</c:v>
                </c:pt>
                <c:pt idx="335">
                  <c:v>3.21973526066</c:v>
                </c:pt>
                <c:pt idx="336">
                  <c:v>3.22563387723</c:v>
                </c:pt>
                <c:pt idx="337">
                  <c:v>3.22563387723</c:v>
                </c:pt>
                <c:pt idx="338">
                  <c:v>3.23231573566</c:v>
                </c:pt>
                <c:pt idx="339">
                  <c:v>3.23231573566</c:v>
                </c:pt>
                <c:pt idx="340">
                  <c:v>3.24163329317</c:v>
                </c:pt>
                <c:pt idx="341">
                  <c:v>3.24163329317</c:v>
                </c:pt>
                <c:pt idx="342">
                  <c:v>3.25181856272</c:v>
                </c:pt>
                <c:pt idx="343">
                  <c:v>3.25181856272</c:v>
                </c:pt>
                <c:pt idx="344">
                  <c:v>3.26557477906</c:v>
                </c:pt>
                <c:pt idx="345">
                  <c:v>3.26557477906</c:v>
                </c:pt>
                <c:pt idx="346">
                  <c:v>3.26900834194</c:v>
                </c:pt>
                <c:pt idx="347">
                  <c:v>3.26900834194</c:v>
                </c:pt>
                <c:pt idx="348">
                  <c:v>3.27132599215</c:v>
                </c:pt>
                <c:pt idx="349">
                  <c:v>3.27132599215</c:v>
                </c:pt>
                <c:pt idx="350">
                  <c:v>3.27283102014</c:v>
                </c:pt>
                <c:pt idx="351">
                  <c:v>3.27283102014</c:v>
                </c:pt>
                <c:pt idx="352">
                  <c:v>3.2780907011</c:v>
                </c:pt>
                <c:pt idx="353">
                  <c:v>3.2780907011</c:v>
                </c:pt>
                <c:pt idx="354">
                  <c:v>3.27934187014</c:v>
                </c:pt>
                <c:pt idx="355">
                  <c:v>3.27934187014</c:v>
                </c:pt>
                <c:pt idx="356">
                  <c:v>3.27947702468</c:v>
                </c:pt>
                <c:pt idx="357">
                  <c:v>3.27947702468</c:v>
                </c:pt>
                <c:pt idx="358">
                  <c:v>3.28544934992</c:v>
                </c:pt>
                <c:pt idx="359">
                  <c:v>3.28544934992</c:v>
                </c:pt>
                <c:pt idx="360">
                  <c:v>3.28659491565</c:v>
                </c:pt>
                <c:pt idx="361">
                  <c:v>3.28659491565</c:v>
                </c:pt>
                <c:pt idx="362">
                  <c:v>3.28774740857</c:v>
                </c:pt>
                <c:pt idx="363">
                  <c:v>3.28774740857</c:v>
                </c:pt>
                <c:pt idx="364">
                  <c:v>3.31200127274</c:v>
                </c:pt>
                <c:pt idx="365">
                  <c:v>3.31200127274</c:v>
                </c:pt>
                <c:pt idx="366">
                  <c:v>3.31702050703</c:v>
                </c:pt>
                <c:pt idx="367">
                  <c:v>3.31702050703</c:v>
                </c:pt>
                <c:pt idx="368">
                  <c:v>3.31804631506</c:v>
                </c:pt>
                <c:pt idx="369">
                  <c:v>3.31804631506</c:v>
                </c:pt>
                <c:pt idx="370">
                  <c:v>3.31882020172</c:v>
                </c:pt>
                <c:pt idx="371">
                  <c:v>3.31882020172</c:v>
                </c:pt>
                <c:pt idx="372">
                  <c:v>3.31948450513</c:v>
                </c:pt>
                <c:pt idx="373">
                  <c:v>3.31948450513</c:v>
                </c:pt>
                <c:pt idx="374">
                  <c:v>3.33068983915</c:v>
                </c:pt>
                <c:pt idx="375">
                  <c:v>3.33068983915</c:v>
                </c:pt>
                <c:pt idx="376">
                  <c:v>3.33875135485</c:v>
                </c:pt>
                <c:pt idx="377">
                  <c:v>3.33875135485</c:v>
                </c:pt>
                <c:pt idx="378">
                  <c:v>3.34284236339</c:v>
                </c:pt>
                <c:pt idx="379">
                  <c:v>3.34284236339</c:v>
                </c:pt>
                <c:pt idx="380">
                  <c:v>3.34462892837</c:v>
                </c:pt>
                <c:pt idx="381">
                  <c:v>3.34462892837</c:v>
                </c:pt>
                <c:pt idx="382">
                  <c:v>3.34971482348</c:v>
                </c:pt>
                <c:pt idx="383">
                  <c:v>3.34971482348</c:v>
                </c:pt>
                <c:pt idx="384">
                  <c:v>3.35672212066</c:v>
                </c:pt>
                <c:pt idx="385">
                  <c:v>3.35672212066</c:v>
                </c:pt>
                <c:pt idx="386">
                  <c:v>3.3570768836</c:v>
                </c:pt>
                <c:pt idx="387">
                  <c:v>3.3570768836</c:v>
                </c:pt>
                <c:pt idx="388">
                  <c:v>3.3637474976</c:v>
                </c:pt>
                <c:pt idx="389">
                  <c:v>3.3637474976</c:v>
                </c:pt>
                <c:pt idx="390">
                  <c:v>3.37464910807</c:v>
                </c:pt>
                <c:pt idx="391">
                  <c:v>3.37464910807</c:v>
                </c:pt>
                <c:pt idx="392">
                  <c:v>3.38579639567</c:v>
                </c:pt>
                <c:pt idx="393">
                  <c:v>3.38579639567</c:v>
                </c:pt>
                <c:pt idx="394">
                  <c:v>3.38836397348</c:v>
                </c:pt>
                <c:pt idx="395">
                  <c:v>3.38836397348</c:v>
                </c:pt>
                <c:pt idx="396">
                  <c:v>3.39395444669</c:v>
                </c:pt>
                <c:pt idx="397">
                  <c:v>3.39395444669</c:v>
                </c:pt>
                <c:pt idx="398">
                  <c:v>3.40235599082</c:v>
                </c:pt>
                <c:pt idx="399">
                  <c:v>3.40235599082</c:v>
                </c:pt>
                <c:pt idx="400">
                  <c:v>3.41925678234</c:v>
                </c:pt>
                <c:pt idx="401">
                  <c:v>3.41925678234</c:v>
                </c:pt>
                <c:pt idx="402">
                  <c:v>3.4246948362</c:v>
                </c:pt>
                <c:pt idx="403">
                  <c:v>3.4246948362</c:v>
                </c:pt>
                <c:pt idx="404">
                  <c:v>3.42955044303</c:v>
                </c:pt>
                <c:pt idx="405">
                  <c:v>3.42955044303</c:v>
                </c:pt>
                <c:pt idx="406">
                  <c:v>3.43559892024</c:v>
                </c:pt>
                <c:pt idx="407">
                  <c:v>3.43559892024</c:v>
                </c:pt>
                <c:pt idx="408">
                  <c:v>3.43608433435</c:v>
                </c:pt>
                <c:pt idx="409">
                  <c:v>3.43608433435</c:v>
                </c:pt>
                <c:pt idx="410">
                  <c:v>3.43691542229</c:v>
                </c:pt>
                <c:pt idx="411">
                  <c:v>3.43691542229</c:v>
                </c:pt>
                <c:pt idx="412">
                  <c:v>3.46896016883</c:v>
                </c:pt>
                <c:pt idx="413">
                  <c:v>3.46896016883</c:v>
                </c:pt>
                <c:pt idx="414">
                  <c:v>3.47460010201</c:v>
                </c:pt>
                <c:pt idx="415">
                  <c:v>3.47460010201</c:v>
                </c:pt>
                <c:pt idx="416">
                  <c:v>3.47823701182</c:v>
                </c:pt>
                <c:pt idx="417">
                  <c:v>3.47823701182</c:v>
                </c:pt>
                <c:pt idx="418">
                  <c:v>3.48765412865</c:v>
                </c:pt>
                <c:pt idx="419">
                  <c:v>3.48765412865</c:v>
                </c:pt>
                <c:pt idx="420">
                  <c:v>3.48825313664</c:v>
                </c:pt>
                <c:pt idx="421">
                  <c:v>3.48825313664</c:v>
                </c:pt>
                <c:pt idx="422">
                  <c:v>3.49370018316</c:v>
                </c:pt>
                <c:pt idx="423">
                  <c:v>3.49370018316</c:v>
                </c:pt>
                <c:pt idx="424">
                  <c:v>3.49762702773</c:v>
                </c:pt>
                <c:pt idx="425">
                  <c:v>3.49762702773</c:v>
                </c:pt>
                <c:pt idx="426">
                  <c:v>3.50019401179</c:v>
                </c:pt>
                <c:pt idx="427">
                  <c:v>3.50019401179</c:v>
                </c:pt>
                <c:pt idx="428">
                  <c:v>3.50786763944</c:v>
                </c:pt>
                <c:pt idx="429">
                  <c:v>3.50786763944</c:v>
                </c:pt>
                <c:pt idx="430">
                  <c:v>3.5215124073</c:v>
                </c:pt>
                <c:pt idx="431">
                  <c:v>3.5215124073</c:v>
                </c:pt>
                <c:pt idx="432">
                  <c:v>3.52635212256</c:v>
                </c:pt>
                <c:pt idx="433">
                  <c:v>3.52635212256</c:v>
                </c:pt>
                <c:pt idx="434">
                  <c:v>3.54342838891</c:v>
                </c:pt>
                <c:pt idx="435">
                  <c:v>3.54342838891</c:v>
                </c:pt>
                <c:pt idx="436">
                  <c:v>3.54449089679</c:v>
                </c:pt>
                <c:pt idx="437">
                  <c:v>3.54449089679</c:v>
                </c:pt>
                <c:pt idx="438">
                  <c:v>3.54662915938</c:v>
                </c:pt>
                <c:pt idx="439">
                  <c:v>3.54662915938</c:v>
                </c:pt>
                <c:pt idx="440">
                  <c:v>3.5573925068</c:v>
                </c:pt>
                <c:pt idx="441">
                  <c:v>3.5573925068</c:v>
                </c:pt>
                <c:pt idx="442">
                  <c:v>3.55782600881</c:v>
                </c:pt>
                <c:pt idx="443">
                  <c:v>3.55782600881</c:v>
                </c:pt>
                <c:pt idx="444">
                  <c:v>3.56707867855</c:v>
                </c:pt>
                <c:pt idx="445">
                  <c:v>3.56707867855</c:v>
                </c:pt>
                <c:pt idx="446">
                  <c:v>3.58680161276</c:v>
                </c:pt>
                <c:pt idx="447">
                  <c:v>3.58680161276</c:v>
                </c:pt>
                <c:pt idx="448">
                  <c:v>3.58960340331</c:v>
                </c:pt>
                <c:pt idx="449">
                  <c:v>3.58960340331</c:v>
                </c:pt>
                <c:pt idx="450">
                  <c:v>3.59070389112</c:v>
                </c:pt>
                <c:pt idx="451">
                  <c:v>3.59070389112</c:v>
                </c:pt>
                <c:pt idx="452">
                  <c:v>3.59150323617</c:v>
                </c:pt>
                <c:pt idx="453">
                  <c:v>3.59150323617</c:v>
                </c:pt>
                <c:pt idx="454">
                  <c:v>3.59720051228</c:v>
                </c:pt>
                <c:pt idx="455">
                  <c:v>3.59720051228</c:v>
                </c:pt>
                <c:pt idx="456">
                  <c:v>3.60008386281</c:v>
                </c:pt>
                <c:pt idx="457">
                  <c:v>3.60008386281</c:v>
                </c:pt>
                <c:pt idx="458">
                  <c:v>3.60126993245</c:v>
                </c:pt>
                <c:pt idx="459">
                  <c:v>3.60126993245</c:v>
                </c:pt>
                <c:pt idx="460">
                  <c:v>3.60397078495</c:v>
                </c:pt>
                <c:pt idx="461">
                  <c:v>3.60397078495</c:v>
                </c:pt>
                <c:pt idx="462">
                  <c:v>3.60836083259</c:v>
                </c:pt>
                <c:pt idx="463">
                  <c:v>3.60836083259</c:v>
                </c:pt>
                <c:pt idx="464">
                  <c:v>3.6105897138</c:v>
                </c:pt>
                <c:pt idx="465">
                  <c:v>3.6105897138</c:v>
                </c:pt>
                <c:pt idx="466">
                  <c:v>3.62113910138</c:v>
                </c:pt>
                <c:pt idx="467">
                  <c:v>3.62113910138</c:v>
                </c:pt>
                <c:pt idx="468">
                  <c:v>3.62230669913</c:v>
                </c:pt>
                <c:pt idx="469">
                  <c:v>3.62230669913</c:v>
                </c:pt>
                <c:pt idx="470">
                  <c:v>3.62271469219</c:v>
                </c:pt>
                <c:pt idx="471">
                  <c:v>3.62271469219</c:v>
                </c:pt>
                <c:pt idx="472">
                  <c:v>3.62297008547</c:v>
                </c:pt>
                <c:pt idx="473">
                  <c:v>3.62297008547</c:v>
                </c:pt>
                <c:pt idx="474">
                  <c:v>3.62354329224</c:v>
                </c:pt>
                <c:pt idx="475">
                  <c:v>3.62354329224</c:v>
                </c:pt>
                <c:pt idx="476">
                  <c:v>3.62408135949</c:v>
                </c:pt>
                <c:pt idx="477">
                  <c:v>3.62408135949</c:v>
                </c:pt>
                <c:pt idx="478">
                  <c:v>3.63535731342</c:v>
                </c:pt>
                <c:pt idx="479">
                  <c:v>3.63535731342</c:v>
                </c:pt>
                <c:pt idx="480">
                  <c:v>3.6370225455</c:v>
                </c:pt>
                <c:pt idx="481">
                  <c:v>3.6370225455</c:v>
                </c:pt>
                <c:pt idx="482">
                  <c:v>3.64451106518</c:v>
                </c:pt>
                <c:pt idx="483">
                  <c:v>3.64451106518</c:v>
                </c:pt>
                <c:pt idx="484">
                  <c:v>3.64507228485</c:v>
                </c:pt>
                <c:pt idx="485">
                  <c:v>3.64507228485</c:v>
                </c:pt>
                <c:pt idx="486">
                  <c:v>3.64617179725</c:v>
                </c:pt>
                <c:pt idx="487">
                  <c:v>3.64617179725</c:v>
                </c:pt>
                <c:pt idx="488">
                  <c:v>3.64822013891</c:v>
                </c:pt>
                <c:pt idx="489">
                  <c:v>3.64822013891</c:v>
                </c:pt>
                <c:pt idx="490">
                  <c:v>3.65156097241</c:v>
                </c:pt>
                <c:pt idx="491">
                  <c:v>3.65156097241</c:v>
                </c:pt>
                <c:pt idx="492">
                  <c:v>3.66731924475</c:v>
                </c:pt>
                <c:pt idx="493">
                  <c:v>3.66731924475</c:v>
                </c:pt>
                <c:pt idx="494">
                  <c:v>3.67100511829</c:v>
                </c:pt>
                <c:pt idx="495">
                  <c:v>3.67100511829</c:v>
                </c:pt>
                <c:pt idx="496">
                  <c:v>3.68158957486</c:v>
                </c:pt>
                <c:pt idx="497">
                  <c:v>3.68158957486</c:v>
                </c:pt>
                <c:pt idx="498">
                  <c:v>3.6857454469</c:v>
                </c:pt>
                <c:pt idx="499">
                  <c:v>3.6857454469</c:v>
                </c:pt>
                <c:pt idx="500">
                  <c:v>3.69633706223</c:v>
                </c:pt>
                <c:pt idx="501">
                  <c:v>3.69633706223</c:v>
                </c:pt>
                <c:pt idx="502">
                  <c:v>3.69814610327</c:v>
                </c:pt>
                <c:pt idx="503">
                  <c:v>3.69814610327</c:v>
                </c:pt>
                <c:pt idx="504">
                  <c:v>3.71177491887</c:v>
                </c:pt>
                <c:pt idx="505">
                  <c:v>3.71177491887</c:v>
                </c:pt>
                <c:pt idx="506">
                  <c:v>3.71272626975</c:v>
                </c:pt>
                <c:pt idx="507">
                  <c:v>3.71272626975</c:v>
                </c:pt>
                <c:pt idx="508">
                  <c:v>3.72277891719</c:v>
                </c:pt>
                <c:pt idx="509">
                  <c:v>3.72277891719</c:v>
                </c:pt>
                <c:pt idx="510">
                  <c:v>3.72472271673</c:v>
                </c:pt>
                <c:pt idx="511">
                  <c:v>3.72472271673</c:v>
                </c:pt>
                <c:pt idx="512">
                  <c:v>3.72854144766</c:v>
                </c:pt>
                <c:pt idx="513">
                  <c:v>3.72854144766</c:v>
                </c:pt>
                <c:pt idx="514">
                  <c:v>3.73091535393</c:v>
                </c:pt>
                <c:pt idx="515">
                  <c:v>3.73091535393</c:v>
                </c:pt>
                <c:pt idx="516">
                  <c:v>3.73637325691</c:v>
                </c:pt>
                <c:pt idx="517">
                  <c:v>3.73637325691</c:v>
                </c:pt>
                <c:pt idx="518">
                  <c:v>3.74785247933</c:v>
                </c:pt>
                <c:pt idx="519">
                  <c:v>3.74785247933</c:v>
                </c:pt>
                <c:pt idx="520">
                  <c:v>3.75893107046</c:v>
                </c:pt>
                <c:pt idx="521">
                  <c:v>3.75893107046</c:v>
                </c:pt>
                <c:pt idx="522">
                  <c:v>3.76200987494</c:v>
                </c:pt>
                <c:pt idx="523">
                  <c:v>3.76200987494</c:v>
                </c:pt>
                <c:pt idx="524">
                  <c:v>3.77014092855</c:v>
                </c:pt>
                <c:pt idx="525">
                  <c:v>3.77014092855</c:v>
                </c:pt>
                <c:pt idx="526">
                  <c:v>3.77102211771</c:v>
                </c:pt>
                <c:pt idx="527">
                  <c:v>3.77102211771</c:v>
                </c:pt>
                <c:pt idx="528">
                  <c:v>3.77566103926</c:v>
                </c:pt>
                <c:pt idx="529">
                  <c:v>3.77566103926</c:v>
                </c:pt>
                <c:pt idx="530">
                  <c:v>3.77827268459</c:v>
                </c:pt>
                <c:pt idx="531">
                  <c:v>3.77827268459</c:v>
                </c:pt>
                <c:pt idx="532">
                  <c:v>3.77936546321</c:v>
                </c:pt>
                <c:pt idx="533">
                  <c:v>3.77936546321</c:v>
                </c:pt>
                <c:pt idx="534">
                  <c:v>3.77981161493</c:v>
                </c:pt>
                <c:pt idx="535">
                  <c:v>3.77981161493</c:v>
                </c:pt>
                <c:pt idx="536">
                  <c:v>3.81337011976</c:v>
                </c:pt>
                <c:pt idx="537">
                  <c:v>3.81337011976</c:v>
                </c:pt>
                <c:pt idx="538">
                  <c:v>3.82680888376</c:v>
                </c:pt>
                <c:pt idx="539">
                  <c:v>3.82680888376</c:v>
                </c:pt>
                <c:pt idx="540">
                  <c:v>3.82715685764</c:v>
                </c:pt>
                <c:pt idx="541">
                  <c:v>3.82715685764</c:v>
                </c:pt>
                <c:pt idx="542">
                  <c:v>3.82843536495</c:v>
                </c:pt>
                <c:pt idx="543">
                  <c:v>3.82843536495</c:v>
                </c:pt>
                <c:pt idx="544">
                  <c:v>3.8298801511</c:v>
                </c:pt>
                <c:pt idx="545">
                  <c:v>3.8298801511</c:v>
                </c:pt>
                <c:pt idx="546">
                  <c:v>3.8350804745</c:v>
                </c:pt>
                <c:pt idx="547">
                  <c:v>3.8350804745</c:v>
                </c:pt>
                <c:pt idx="548">
                  <c:v>3.837830391</c:v>
                </c:pt>
                <c:pt idx="549">
                  <c:v>3.837830391</c:v>
                </c:pt>
                <c:pt idx="550">
                  <c:v>3.85358492265</c:v>
                </c:pt>
                <c:pt idx="551">
                  <c:v>3.85358492265</c:v>
                </c:pt>
                <c:pt idx="552">
                  <c:v>3.85430159428</c:v>
                </c:pt>
                <c:pt idx="553">
                  <c:v>3.85430159428</c:v>
                </c:pt>
                <c:pt idx="554">
                  <c:v>3.85641510545</c:v>
                </c:pt>
                <c:pt idx="555">
                  <c:v>3.85641510545</c:v>
                </c:pt>
                <c:pt idx="556">
                  <c:v>3.85787711638</c:v>
                </c:pt>
                <c:pt idx="557">
                  <c:v>3.85787711638</c:v>
                </c:pt>
                <c:pt idx="558">
                  <c:v>3.87080300313</c:v>
                </c:pt>
                <c:pt idx="559">
                  <c:v>3.87080300313</c:v>
                </c:pt>
                <c:pt idx="560">
                  <c:v>3.87354381893</c:v>
                </c:pt>
                <c:pt idx="561">
                  <c:v>3.87354381893</c:v>
                </c:pt>
                <c:pt idx="562">
                  <c:v>3.87802532346</c:v>
                </c:pt>
                <c:pt idx="563">
                  <c:v>3.87802532346</c:v>
                </c:pt>
                <c:pt idx="564">
                  <c:v>3.88660604387</c:v>
                </c:pt>
                <c:pt idx="565">
                  <c:v>3.88660604387</c:v>
                </c:pt>
                <c:pt idx="566">
                  <c:v>3.88682065493</c:v>
                </c:pt>
                <c:pt idx="567">
                  <c:v>3.88682065493</c:v>
                </c:pt>
                <c:pt idx="568">
                  <c:v>3.88935219508</c:v>
                </c:pt>
                <c:pt idx="569">
                  <c:v>3.88935219508</c:v>
                </c:pt>
                <c:pt idx="570">
                  <c:v>3.89123855884</c:v>
                </c:pt>
                <c:pt idx="571">
                  <c:v>3.89123855884</c:v>
                </c:pt>
                <c:pt idx="572">
                  <c:v>3.89124415081</c:v>
                </c:pt>
                <c:pt idx="573">
                  <c:v>3.89124415081</c:v>
                </c:pt>
                <c:pt idx="574">
                  <c:v>3.90180691565</c:v>
                </c:pt>
                <c:pt idx="575">
                  <c:v>3.90180691565</c:v>
                </c:pt>
                <c:pt idx="576">
                  <c:v>3.9043648484</c:v>
                </c:pt>
                <c:pt idx="577">
                  <c:v>3.9043648484</c:v>
                </c:pt>
                <c:pt idx="578">
                  <c:v>3.90504681129</c:v>
                </c:pt>
                <c:pt idx="579">
                  <c:v>3.90504681129</c:v>
                </c:pt>
                <c:pt idx="580">
                  <c:v>3.90559841159</c:v>
                </c:pt>
                <c:pt idx="581">
                  <c:v>3.90559841159</c:v>
                </c:pt>
                <c:pt idx="582">
                  <c:v>3.91093945294</c:v>
                </c:pt>
                <c:pt idx="583">
                  <c:v>3.91093945294</c:v>
                </c:pt>
                <c:pt idx="584">
                  <c:v>3.91260585421</c:v>
                </c:pt>
                <c:pt idx="585">
                  <c:v>3.91260585421</c:v>
                </c:pt>
                <c:pt idx="586">
                  <c:v>3.91272310618</c:v>
                </c:pt>
                <c:pt idx="587">
                  <c:v>3.91272310618</c:v>
                </c:pt>
                <c:pt idx="588">
                  <c:v>3.93198945331</c:v>
                </c:pt>
                <c:pt idx="589">
                  <c:v>3.93198945331</c:v>
                </c:pt>
                <c:pt idx="590">
                  <c:v>3.9340366141</c:v>
                </c:pt>
                <c:pt idx="591">
                  <c:v>3.9340366141</c:v>
                </c:pt>
                <c:pt idx="592">
                  <c:v>3.93886464094</c:v>
                </c:pt>
                <c:pt idx="593">
                  <c:v>3.93886464094</c:v>
                </c:pt>
                <c:pt idx="594">
                  <c:v>3.94646359914</c:v>
                </c:pt>
                <c:pt idx="595">
                  <c:v>3.94646359914</c:v>
                </c:pt>
                <c:pt idx="596">
                  <c:v>3.94737960014</c:v>
                </c:pt>
                <c:pt idx="597">
                  <c:v>3.94737960014</c:v>
                </c:pt>
                <c:pt idx="598">
                  <c:v>3.94983009677</c:v>
                </c:pt>
                <c:pt idx="599">
                  <c:v>3.94983009677</c:v>
                </c:pt>
                <c:pt idx="600">
                  <c:v>3.9519724943</c:v>
                </c:pt>
                <c:pt idx="601">
                  <c:v>3.9519724943</c:v>
                </c:pt>
                <c:pt idx="602">
                  <c:v>3.97168399218</c:v>
                </c:pt>
                <c:pt idx="603">
                  <c:v>3.97168399218</c:v>
                </c:pt>
                <c:pt idx="604">
                  <c:v>3.97396048891</c:v>
                </c:pt>
                <c:pt idx="605">
                  <c:v>3.97396048891</c:v>
                </c:pt>
                <c:pt idx="606">
                  <c:v>3.97646281514</c:v>
                </c:pt>
                <c:pt idx="607">
                  <c:v>3.97646281514</c:v>
                </c:pt>
                <c:pt idx="608">
                  <c:v>3.97856081293</c:v>
                </c:pt>
                <c:pt idx="609">
                  <c:v>3.97856081293</c:v>
                </c:pt>
                <c:pt idx="610">
                  <c:v>3.99038279734</c:v>
                </c:pt>
                <c:pt idx="611">
                  <c:v>3.99038279734</c:v>
                </c:pt>
                <c:pt idx="612">
                  <c:v>3.9961930034</c:v>
                </c:pt>
                <c:pt idx="613">
                  <c:v>3.9961930034</c:v>
                </c:pt>
                <c:pt idx="614">
                  <c:v>3.99664039879</c:v>
                </c:pt>
                <c:pt idx="615">
                  <c:v>3.99664039879</c:v>
                </c:pt>
                <c:pt idx="616">
                  <c:v>3.99766455412</c:v>
                </c:pt>
                <c:pt idx="617">
                  <c:v>3.99766455412</c:v>
                </c:pt>
                <c:pt idx="618">
                  <c:v>4.00074151192</c:v>
                </c:pt>
                <c:pt idx="619">
                  <c:v>4.00074151192</c:v>
                </c:pt>
                <c:pt idx="620">
                  <c:v>4.00741026876</c:v>
                </c:pt>
                <c:pt idx="621">
                  <c:v>4.00741026876</c:v>
                </c:pt>
                <c:pt idx="622">
                  <c:v>4.00749241361</c:v>
                </c:pt>
                <c:pt idx="623">
                  <c:v>4.00749241361</c:v>
                </c:pt>
                <c:pt idx="624">
                  <c:v>4.00926311633</c:v>
                </c:pt>
                <c:pt idx="625">
                  <c:v>4.00926311633</c:v>
                </c:pt>
                <c:pt idx="626">
                  <c:v>4.01461221696</c:v>
                </c:pt>
                <c:pt idx="627">
                  <c:v>4.01461221696</c:v>
                </c:pt>
                <c:pt idx="628">
                  <c:v>4.01621695186</c:v>
                </c:pt>
                <c:pt idx="629">
                  <c:v>4.01621695186</c:v>
                </c:pt>
                <c:pt idx="630">
                  <c:v>4.0206103106</c:v>
                </c:pt>
                <c:pt idx="631">
                  <c:v>4.0206103106</c:v>
                </c:pt>
                <c:pt idx="632">
                  <c:v>4.0253201063</c:v>
                </c:pt>
                <c:pt idx="633">
                  <c:v>4.0253201063</c:v>
                </c:pt>
                <c:pt idx="634">
                  <c:v>4.02649864137</c:v>
                </c:pt>
                <c:pt idx="635">
                  <c:v>4.02649864137</c:v>
                </c:pt>
                <c:pt idx="636">
                  <c:v>4.03136929349</c:v>
                </c:pt>
                <c:pt idx="637">
                  <c:v>4.03136929349</c:v>
                </c:pt>
                <c:pt idx="638">
                  <c:v>4.04500747471</c:v>
                </c:pt>
                <c:pt idx="639">
                  <c:v>4.04500747471</c:v>
                </c:pt>
                <c:pt idx="640">
                  <c:v>4.04894842613</c:v>
                </c:pt>
                <c:pt idx="641">
                  <c:v>4.04894842613</c:v>
                </c:pt>
                <c:pt idx="642">
                  <c:v>4.04976545934</c:v>
                </c:pt>
                <c:pt idx="643">
                  <c:v>4.04976545934</c:v>
                </c:pt>
                <c:pt idx="644">
                  <c:v>4.05437182742</c:v>
                </c:pt>
                <c:pt idx="645">
                  <c:v>4.05437182742</c:v>
                </c:pt>
                <c:pt idx="646">
                  <c:v>4.05514122999</c:v>
                </c:pt>
                <c:pt idx="647">
                  <c:v>4.05514122999</c:v>
                </c:pt>
                <c:pt idx="648">
                  <c:v>4.06969647011</c:v>
                </c:pt>
                <c:pt idx="649">
                  <c:v>4.06969647011</c:v>
                </c:pt>
                <c:pt idx="650">
                  <c:v>4.08401072096</c:v>
                </c:pt>
                <c:pt idx="651">
                  <c:v>4.08401072096</c:v>
                </c:pt>
                <c:pt idx="652">
                  <c:v>4.08802731867</c:v>
                </c:pt>
                <c:pt idx="653">
                  <c:v>4.08802731867</c:v>
                </c:pt>
                <c:pt idx="654">
                  <c:v>4.09334942135</c:v>
                </c:pt>
                <c:pt idx="655">
                  <c:v>4.09334942135</c:v>
                </c:pt>
                <c:pt idx="656">
                  <c:v>4.09485394448</c:v>
                </c:pt>
                <c:pt idx="657">
                  <c:v>4.09485394448</c:v>
                </c:pt>
                <c:pt idx="658">
                  <c:v>4.10015335968</c:v>
                </c:pt>
                <c:pt idx="659">
                  <c:v>4.10015335968</c:v>
                </c:pt>
                <c:pt idx="660">
                  <c:v>4.10647948535</c:v>
                </c:pt>
                <c:pt idx="661">
                  <c:v>4.10647948535</c:v>
                </c:pt>
                <c:pt idx="662">
                  <c:v>4.12296469027</c:v>
                </c:pt>
                <c:pt idx="663">
                  <c:v>4.12296469027</c:v>
                </c:pt>
                <c:pt idx="664">
                  <c:v>4.13982944922</c:v>
                </c:pt>
                <c:pt idx="665">
                  <c:v>4.13982944922</c:v>
                </c:pt>
                <c:pt idx="666">
                  <c:v>4.14458857568</c:v>
                </c:pt>
                <c:pt idx="667">
                  <c:v>4.14458857568</c:v>
                </c:pt>
                <c:pt idx="668">
                  <c:v>4.15858272815</c:v>
                </c:pt>
                <c:pt idx="669">
                  <c:v>4.15858272815</c:v>
                </c:pt>
                <c:pt idx="670">
                  <c:v>4.16615851647</c:v>
                </c:pt>
                <c:pt idx="671">
                  <c:v>4.16615851647</c:v>
                </c:pt>
                <c:pt idx="672">
                  <c:v>4.16821663853</c:v>
                </c:pt>
                <c:pt idx="673">
                  <c:v>4.16821663853</c:v>
                </c:pt>
                <c:pt idx="674">
                  <c:v>4.17685909621</c:v>
                </c:pt>
                <c:pt idx="675">
                  <c:v>4.17685909621</c:v>
                </c:pt>
                <c:pt idx="676">
                  <c:v>4.176863553</c:v>
                </c:pt>
                <c:pt idx="677">
                  <c:v>4.176863553</c:v>
                </c:pt>
                <c:pt idx="678">
                  <c:v>4.17691201459</c:v>
                </c:pt>
                <c:pt idx="679">
                  <c:v>4.17691201459</c:v>
                </c:pt>
                <c:pt idx="680">
                  <c:v>4.17911624331</c:v>
                </c:pt>
                <c:pt idx="681">
                  <c:v>4.17911624331</c:v>
                </c:pt>
                <c:pt idx="682">
                  <c:v>4.18013733659</c:v>
                </c:pt>
                <c:pt idx="683">
                  <c:v>4.18013733659</c:v>
                </c:pt>
                <c:pt idx="684">
                  <c:v>4.20925598699</c:v>
                </c:pt>
                <c:pt idx="685">
                  <c:v>4.20925598699</c:v>
                </c:pt>
                <c:pt idx="686">
                  <c:v>4.21245701216</c:v>
                </c:pt>
                <c:pt idx="687">
                  <c:v>4.21245701216</c:v>
                </c:pt>
                <c:pt idx="688">
                  <c:v>4.21429835151</c:v>
                </c:pt>
                <c:pt idx="689">
                  <c:v>4.21429835151</c:v>
                </c:pt>
                <c:pt idx="690">
                  <c:v>4.21492225588</c:v>
                </c:pt>
                <c:pt idx="691">
                  <c:v>4.21492225588</c:v>
                </c:pt>
                <c:pt idx="692">
                  <c:v>4.21678191438</c:v>
                </c:pt>
                <c:pt idx="693">
                  <c:v>4.21678191438</c:v>
                </c:pt>
                <c:pt idx="694">
                  <c:v>4.2203344703</c:v>
                </c:pt>
                <c:pt idx="695">
                  <c:v>4.2203344703</c:v>
                </c:pt>
                <c:pt idx="696">
                  <c:v>4.22865991881</c:v>
                </c:pt>
                <c:pt idx="697">
                  <c:v>4.22865991881</c:v>
                </c:pt>
                <c:pt idx="698">
                  <c:v>4.22970102242</c:v>
                </c:pt>
                <c:pt idx="699">
                  <c:v>4.22970102242</c:v>
                </c:pt>
                <c:pt idx="700">
                  <c:v>4.23209189577</c:v>
                </c:pt>
                <c:pt idx="701">
                  <c:v>4.23209189577</c:v>
                </c:pt>
                <c:pt idx="702">
                  <c:v>4.23387309499</c:v>
                </c:pt>
                <c:pt idx="703">
                  <c:v>4.23387309499</c:v>
                </c:pt>
                <c:pt idx="704">
                  <c:v>4.24208121803</c:v>
                </c:pt>
                <c:pt idx="705">
                  <c:v>4.24208121803</c:v>
                </c:pt>
                <c:pt idx="706">
                  <c:v>4.24715048856</c:v>
                </c:pt>
                <c:pt idx="707">
                  <c:v>4.24715048856</c:v>
                </c:pt>
                <c:pt idx="708">
                  <c:v>4.24784886222</c:v>
                </c:pt>
                <c:pt idx="709">
                  <c:v>4.24784886222</c:v>
                </c:pt>
                <c:pt idx="710">
                  <c:v>4.25348108835</c:v>
                </c:pt>
                <c:pt idx="711">
                  <c:v>4.25348108835</c:v>
                </c:pt>
                <c:pt idx="712">
                  <c:v>4.26471940615</c:v>
                </c:pt>
                <c:pt idx="713">
                  <c:v>4.26471940615</c:v>
                </c:pt>
                <c:pt idx="714">
                  <c:v>4.27731248611</c:v>
                </c:pt>
                <c:pt idx="715">
                  <c:v>4.27731248611</c:v>
                </c:pt>
                <c:pt idx="716">
                  <c:v>4.28152976348</c:v>
                </c:pt>
                <c:pt idx="717">
                  <c:v>4.28152976348</c:v>
                </c:pt>
                <c:pt idx="718">
                  <c:v>4.28473058184</c:v>
                </c:pt>
                <c:pt idx="719">
                  <c:v>4.28473058184</c:v>
                </c:pt>
                <c:pt idx="720">
                  <c:v>4.2853856942</c:v>
                </c:pt>
                <c:pt idx="721">
                  <c:v>4.2853856942</c:v>
                </c:pt>
                <c:pt idx="722">
                  <c:v>4.28692503659</c:v>
                </c:pt>
                <c:pt idx="723">
                  <c:v>4.28692503659</c:v>
                </c:pt>
                <c:pt idx="724">
                  <c:v>4.28705284853</c:v>
                </c:pt>
                <c:pt idx="725">
                  <c:v>4.28705284853</c:v>
                </c:pt>
                <c:pt idx="726">
                  <c:v>4.28804840153</c:v>
                </c:pt>
                <c:pt idx="727">
                  <c:v>4.28804840153</c:v>
                </c:pt>
                <c:pt idx="728">
                  <c:v>4.29507652382</c:v>
                </c:pt>
                <c:pt idx="729">
                  <c:v>4.29507652382</c:v>
                </c:pt>
                <c:pt idx="730">
                  <c:v>4.3015465581</c:v>
                </c:pt>
                <c:pt idx="731">
                  <c:v>4.3015465581</c:v>
                </c:pt>
                <c:pt idx="732">
                  <c:v>4.30185783074</c:v>
                </c:pt>
                <c:pt idx="733">
                  <c:v>4.30185783074</c:v>
                </c:pt>
                <c:pt idx="734">
                  <c:v>4.30715154613</c:v>
                </c:pt>
                <c:pt idx="735">
                  <c:v>4.30715154613</c:v>
                </c:pt>
                <c:pt idx="736">
                  <c:v>4.30949370573</c:v>
                </c:pt>
                <c:pt idx="737">
                  <c:v>4.30949370573</c:v>
                </c:pt>
                <c:pt idx="738">
                  <c:v>4.3135304784</c:v>
                </c:pt>
                <c:pt idx="739">
                  <c:v>4.3135304784</c:v>
                </c:pt>
                <c:pt idx="740">
                  <c:v>4.31586921042</c:v>
                </c:pt>
                <c:pt idx="741">
                  <c:v>4.31586921042</c:v>
                </c:pt>
                <c:pt idx="742">
                  <c:v>4.32060841093</c:v>
                </c:pt>
                <c:pt idx="743">
                  <c:v>4.32060841093</c:v>
                </c:pt>
                <c:pt idx="744">
                  <c:v>4.32174938228</c:v>
                </c:pt>
                <c:pt idx="745">
                  <c:v>4.32174938228</c:v>
                </c:pt>
                <c:pt idx="746">
                  <c:v>4.32223650164</c:v>
                </c:pt>
                <c:pt idx="747">
                  <c:v>4.32223650164</c:v>
                </c:pt>
                <c:pt idx="748">
                  <c:v>4.32258737068</c:v>
                </c:pt>
                <c:pt idx="749">
                  <c:v>4.32258737068</c:v>
                </c:pt>
                <c:pt idx="750">
                  <c:v>4.32797069967</c:v>
                </c:pt>
                <c:pt idx="751">
                  <c:v>4.32797069967</c:v>
                </c:pt>
                <c:pt idx="752">
                  <c:v>4.3369546727</c:v>
                </c:pt>
                <c:pt idx="753">
                  <c:v>4.3369546727</c:v>
                </c:pt>
                <c:pt idx="754">
                  <c:v>4.34329464344</c:v>
                </c:pt>
                <c:pt idx="755">
                  <c:v>4.34329464344</c:v>
                </c:pt>
                <c:pt idx="756">
                  <c:v>4.34547089513</c:v>
                </c:pt>
                <c:pt idx="757">
                  <c:v>4.34547089513</c:v>
                </c:pt>
                <c:pt idx="758">
                  <c:v>4.35115569021</c:v>
                </c:pt>
                <c:pt idx="759">
                  <c:v>4.35115569021</c:v>
                </c:pt>
                <c:pt idx="760">
                  <c:v>4.35518380637</c:v>
                </c:pt>
                <c:pt idx="761">
                  <c:v>4.35518380637</c:v>
                </c:pt>
                <c:pt idx="762">
                  <c:v>4.35970062619</c:v>
                </c:pt>
                <c:pt idx="763">
                  <c:v>4.35970062619</c:v>
                </c:pt>
                <c:pt idx="764">
                  <c:v>4.36370348496</c:v>
                </c:pt>
                <c:pt idx="765">
                  <c:v>4.36370348496</c:v>
                </c:pt>
                <c:pt idx="766">
                  <c:v>4.37850098104</c:v>
                </c:pt>
                <c:pt idx="767">
                  <c:v>4.37850098104</c:v>
                </c:pt>
                <c:pt idx="768">
                  <c:v>4.38256029848</c:v>
                </c:pt>
                <c:pt idx="769">
                  <c:v>4.38256029848</c:v>
                </c:pt>
                <c:pt idx="770">
                  <c:v>4.38786236704</c:v>
                </c:pt>
                <c:pt idx="771">
                  <c:v>4.38786236704</c:v>
                </c:pt>
                <c:pt idx="772">
                  <c:v>4.39334126372</c:v>
                </c:pt>
                <c:pt idx="773">
                  <c:v>4.39334126372</c:v>
                </c:pt>
                <c:pt idx="774">
                  <c:v>4.39367888837</c:v>
                </c:pt>
                <c:pt idx="775">
                  <c:v>4.39367888837</c:v>
                </c:pt>
                <c:pt idx="776">
                  <c:v>4.39805916583</c:v>
                </c:pt>
                <c:pt idx="777">
                  <c:v>4.39805916583</c:v>
                </c:pt>
                <c:pt idx="778">
                  <c:v>4.40439489642</c:v>
                </c:pt>
                <c:pt idx="779">
                  <c:v>4.40439489642</c:v>
                </c:pt>
                <c:pt idx="780">
                  <c:v>4.40966862649</c:v>
                </c:pt>
                <c:pt idx="781">
                  <c:v>4.40966862649</c:v>
                </c:pt>
                <c:pt idx="782">
                  <c:v>4.41171832989</c:v>
                </c:pt>
                <c:pt idx="783">
                  <c:v>4.41171832989</c:v>
                </c:pt>
                <c:pt idx="784">
                  <c:v>4.42205669319</c:v>
                </c:pt>
                <c:pt idx="785">
                  <c:v>4.42205669319</c:v>
                </c:pt>
                <c:pt idx="786">
                  <c:v>4.42412564188</c:v>
                </c:pt>
                <c:pt idx="787">
                  <c:v>4.42412564188</c:v>
                </c:pt>
                <c:pt idx="788">
                  <c:v>4.42640600342</c:v>
                </c:pt>
                <c:pt idx="789">
                  <c:v>4.42640600342</c:v>
                </c:pt>
                <c:pt idx="790">
                  <c:v>4.43161414627</c:v>
                </c:pt>
                <c:pt idx="791">
                  <c:v>4.43161414627</c:v>
                </c:pt>
                <c:pt idx="792">
                  <c:v>4.4322116116</c:v>
                </c:pt>
                <c:pt idx="793">
                  <c:v>4.4322116116</c:v>
                </c:pt>
                <c:pt idx="794">
                  <c:v>4.43938175761</c:v>
                </c:pt>
                <c:pt idx="795">
                  <c:v>4.43938175761</c:v>
                </c:pt>
                <c:pt idx="796">
                  <c:v>4.45440650147</c:v>
                </c:pt>
                <c:pt idx="797">
                  <c:v>4.45440650147</c:v>
                </c:pt>
                <c:pt idx="798">
                  <c:v>4.46070944074</c:v>
                </c:pt>
                <c:pt idx="799">
                  <c:v>4.46070944074</c:v>
                </c:pt>
                <c:pt idx="800">
                  <c:v>4.46093506319</c:v>
                </c:pt>
                <c:pt idx="801">
                  <c:v>4.46093506319</c:v>
                </c:pt>
                <c:pt idx="802">
                  <c:v>4.46754784237</c:v>
                </c:pt>
                <c:pt idx="803">
                  <c:v>4.46754784237</c:v>
                </c:pt>
                <c:pt idx="804">
                  <c:v>4.47015056059</c:v>
                </c:pt>
                <c:pt idx="805">
                  <c:v>4.47015056059</c:v>
                </c:pt>
                <c:pt idx="806">
                  <c:v>4.47209910248</c:v>
                </c:pt>
                <c:pt idx="807">
                  <c:v>4.47209910248</c:v>
                </c:pt>
                <c:pt idx="808">
                  <c:v>4.47253868426</c:v>
                </c:pt>
                <c:pt idx="809">
                  <c:v>4.47253868426</c:v>
                </c:pt>
                <c:pt idx="810">
                  <c:v>4.47282366717</c:v>
                </c:pt>
                <c:pt idx="811">
                  <c:v>4.47282366717</c:v>
                </c:pt>
                <c:pt idx="812">
                  <c:v>4.47316138947</c:v>
                </c:pt>
                <c:pt idx="813">
                  <c:v>4.47316138947</c:v>
                </c:pt>
                <c:pt idx="814">
                  <c:v>4.47893041183</c:v>
                </c:pt>
                <c:pt idx="815">
                  <c:v>4.47893041183</c:v>
                </c:pt>
                <c:pt idx="816">
                  <c:v>4.47952155469</c:v>
                </c:pt>
                <c:pt idx="817">
                  <c:v>4.47952155469</c:v>
                </c:pt>
                <c:pt idx="818">
                  <c:v>4.48473829216</c:v>
                </c:pt>
                <c:pt idx="819">
                  <c:v>4.48473829216</c:v>
                </c:pt>
                <c:pt idx="820">
                  <c:v>4.48615050631</c:v>
                </c:pt>
                <c:pt idx="821">
                  <c:v>4.48615050631</c:v>
                </c:pt>
                <c:pt idx="822">
                  <c:v>4.48748804395</c:v>
                </c:pt>
                <c:pt idx="823">
                  <c:v>4.48748804395</c:v>
                </c:pt>
                <c:pt idx="824">
                  <c:v>4.49973439758</c:v>
                </c:pt>
                <c:pt idx="825">
                  <c:v>4.49973439758</c:v>
                </c:pt>
                <c:pt idx="826">
                  <c:v>4.50551219686</c:v>
                </c:pt>
                <c:pt idx="827">
                  <c:v>4.50551219686</c:v>
                </c:pt>
                <c:pt idx="828">
                  <c:v>4.51062193434</c:v>
                </c:pt>
                <c:pt idx="829">
                  <c:v>4.51062193434</c:v>
                </c:pt>
                <c:pt idx="830">
                  <c:v>4.51099351541</c:v>
                </c:pt>
                <c:pt idx="831">
                  <c:v>4.51099351541</c:v>
                </c:pt>
                <c:pt idx="832">
                  <c:v>4.51101346695</c:v>
                </c:pt>
                <c:pt idx="833">
                  <c:v>4.51101346695</c:v>
                </c:pt>
                <c:pt idx="834">
                  <c:v>4.51940462682</c:v>
                </c:pt>
                <c:pt idx="835">
                  <c:v>4.51940462682</c:v>
                </c:pt>
                <c:pt idx="836">
                  <c:v>4.52810255476</c:v>
                </c:pt>
                <c:pt idx="837">
                  <c:v>4.52810255476</c:v>
                </c:pt>
                <c:pt idx="838">
                  <c:v>4.52829797591</c:v>
                </c:pt>
                <c:pt idx="839">
                  <c:v>4.52829797591</c:v>
                </c:pt>
                <c:pt idx="840">
                  <c:v>4.53877515824</c:v>
                </c:pt>
                <c:pt idx="841">
                  <c:v>4.53877515824</c:v>
                </c:pt>
                <c:pt idx="842">
                  <c:v>4.54332780525</c:v>
                </c:pt>
                <c:pt idx="843">
                  <c:v>4.54332780525</c:v>
                </c:pt>
                <c:pt idx="844">
                  <c:v>4.5527612147</c:v>
                </c:pt>
                <c:pt idx="845">
                  <c:v>4.5527612147</c:v>
                </c:pt>
                <c:pt idx="846">
                  <c:v>4.55415824991</c:v>
                </c:pt>
                <c:pt idx="847">
                  <c:v>4.55415824991</c:v>
                </c:pt>
                <c:pt idx="848">
                  <c:v>4.55516471767</c:v>
                </c:pt>
                <c:pt idx="849">
                  <c:v>4.55516471767</c:v>
                </c:pt>
                <c:pt idx="850">
                  <c:v>4.55667557818</c:v>
                </c:pt>
                <c:pt idx="851">
                  <c:v>4.55667557818</c:v>
                </c:pt>
                <c:pt idx="852">
                  <c:v>4.55834608982</c:v>
                </c:pt>
                <c:pt idx="853">
                  <c:v>4.55834608982</c:v>
                </c:pt>
                <c:pt idx="854">
                  <c:v>4.56835218259</c:v>
                </c:pt>
                <c:pt idx="855">
                  <c:v>4.56835218259</c:v>
                </c:pt>
                <c:pt idx="856">
                  <c:v>4.57220941486</c:v>
                </c:pt>
                <c:pt idx="857">
                  <c:v>4.57220941486</c:v>
                </c:pt>
                <c:pt idx="858">
                  <c:v>4.57401843123</c:v>
                </c:pt>
                <c:pt idx="859">
                  <c:v>4.57401843123</c:v>
                </c:pt>
                <c:pt idx="860">
                  <c:v>4.57993150797</c:v>
                </c:pt>
                <c:pt idx="861">
                  <c:v>4.57993150797</c:v>
                </c:pt>
                <c:pt idx="862">
                  <c:v>4.58179726932</c:v>
                </c:pt>
                <c:pt idx="863">
                  <c:v>4.58179726932</c:v>
                </c:pt>
                <c:pt idx="864">
                  <c:v>4.5838596857</c:v>
                </c:pt>
                <c:pt idx="865">
                  <c:v>4.5838596857</c:v>
                </c:pt>
                <c:pt idx="866">
                  <c:v>4.60478443116</c:v>
                </c:pt>
                <c:pt idx="867">
                  <c:v>4.60478443116</c:v>
                </c:pt>
                <c:pt idx="868">
                  <c:v>4.61035770057</c:v>
                </c:pt>
                <c:pt idx="869">
                  <c:v>4.61035770057</c:v>
                </c:pt>
                <c:pt idx="870">
                  <c:v>4.61403386137</c:v>
                </c:pt>
                <c:pt idx="871">
                  <c:v>4.61403386137</c:v>
                </c:pt>
                <c:pt idx="872">
                  <c:v>4.61522275147</c:v>
                </c:pt>
                <c:pt idx="873">
                  <c:v>4.61522275147</c:v>
                </c:pt>
                <c:pt idx="874">
                  <c:v>4.61744357262</c:v>
                </c:pt>
                <c:pt idx="875">
                  <c:v>4.61744357262</c:v>
                </c:pt>
                <c:pt idx="876">
                  <c:v>4.61923821796</c:v>
                </c:pt>
                <c:pt idx="877">
                  <c:v>4.61923821796</c:v>
                </c:pt>
                <c:pt idx="878">
                  <c:v>4.6261468348</c:v>
                </c:pt>
                <c:pt idx="879">
                  <c:v>4.6261468348</c:v>
                </c:pt>
                <c:pt idx="880">
                  <c:v>4.64201717071</c:v>
                </c:pt>
                <c:pt idx="881">
                  <c:v>4.64201717071</c:v>
                </c:pt>
                <c:pt idx="882">
                  <c:v>4.64394649586</c:v>
                </c:pt>
                <c:pt idx="883">
                  <c:v>4.64394649586</c:v>
                </c:pt>
                <c:pt idx="884">
                  <c:v>4.6495424812</c:v>
                </c:pt>
                <c:pt idx="885">
                  <c:v>4.6495424812</c:v>
                </c:pt>
                <c:pt idx="886">
                  <c:v>4.65033822517</c:v>
                </c:pt>
                <c:pt idx="887">
                  <c:v>4.65033822517</c:v>
                </c:pt>
                <c:pt idx="888">
                  <c:v>4.65493865678</c:v>
                </c:pt>
                <c:pt idx="889">
                  <c:v>4.65493865678</c:v>
                </c:pt>
                <c:pt idx="890">
                  <c:v>4.65619788998</c:v>
                </c:pt>
                <c:pt idx="891">
                  <c:v>4.65619788998</c:v>
                </c:pt>
                <c:pt idx="892">
                  <c:v>4.67049517034</c:v>
                </c:pt>
                <c:pt idx="893">
                  <c:v>4.67049517034</c:v>
                </c:pt>
                <c:pt idx="894">
                  <c:v>4.67102401532</c:v>
                </c:pt>
                <c:pt idx="895">
                  <c:v>4.67102401532</c:v>
                </c:pt>
                <c:pt idx="896">
                  <c:v>4.67165646907</c:v>
                </c:pt>
                <c:pt idx="897">
                  <c:v>4.67165646907</c:v>
                </c:pt>
                <c:pt idx="898">
                  <c:v>4.67300816298</c:v>
                </c:pt>
                <c:pt idx="899">
                  <c:v>4.67300816298</c:v>
                </c:pt>
                <c:pt idx="900">
                  <c:v>4.67341121796</c:v>
                </c:pt>
                <c:pt idx="901">
                  <c:v>4.67341121796</c:v>
                </c:pt>
                <c:pt idx="902">
                  <c:v>4.67359800342</c:v>
                </c:pt>
                <c:pt idx="903">
                  <c:v>4.67359800342</c:v>
                </c:pt>
                <c:pt idx="904">
                  <c:v>4.67748277229</c:v>
                </c:pt>
                <c:pt idx="905">
                  <c:v>4.67748277229</c:v>
                </c:pt>
                <c:pt idx="906">
                  <c:v>4.678023997</c:v>
                </c:pt>
                <c:pt idx="907">
                  <c:v>4.678023997</c:v>
                </c:pt>
                <c:pt idx="908">
                  <c:v>4.67988882759</c:v>
                </c:pt>
                <c:pt idx="909">
                  <c:v>4.67988882759</c:v>
                </c:pt>
                <c:pt idx="910">
                  <c:v>4.68602951001</c:v>
                </c:pt>
                <c:pt idx="911">
                  <c:v>4.68602951001</c:v>
                </c:pt>
                <c:pt idx="912">
                  <c:v>4.68625416061</c:v>
                </c:pt>
                <c:pt idx="913">
                  <c:v>4.68625416061</c:v>
                </c:pt>
                <c:pt idx="914">
                  <c:v>4.69342740001</c:v>
                </c:pt>
                <c:pt idx="915">
                  <c:v>4.69342740001</c:v>
                </c:pt>
                <c:pt idx="916">
                  <c:v>4.69570370635</c:v>
                </c:pt>
                <c:pt idx="917">
                  <c:v>4.69570370635</c:v>
                </c:pt>
                <c:pt idx="918">
                  <c:v>4.6981999405</c:v>
                </c:pt>
                <c:pt idx="919">
                  <c:v>4.6981999405</c:v>
                </c:pt>
                <c:pt idx="920">
                  <c:v>4.69890577059</c:v>
                </c:pt>
                <c:pt idx="921">
                  <c:v>4.69890577059</c:v>
                </c:pt>
                <c:pt idx="922">
                  <c:v>4.70715971685</c:v>
                </c:pt>
                <c:pt idx="923">
                  <c:v>4.70715971685</c:v>
                </c:pt>
                <c:pt idx="924">
                  <c:v>4.7084245961</c:v>
                </c:pt>
                <c:pt idx="925">
                  <c:v>4.7084245961</c:v>
                </c:pt>
                <c:pt idx="926">
                  <c:v>4.71339428709</c:v>
                </c:pt>
                <c:pt idx="927">
                  <c:v>4.71339428709</c:v>
                </c:pt>
                <c:pt idx="928">
                  <c:v>4.71673046792</c:v>
                </c:pt>
                <c:pt idx="929">
                  <c:v>4.71673046792</c:v>
                </c:pt>
                <c:pt idx="930">
                  <c:v>4.71884050902</c:v>
                </c:pt>
                <c:pt idx="931">
                  <c:v>4.71884050902</c:v>
                </c:pt>
                <c:pt idx="932">
                  <c:v>4.72180191035</c:v>
                </c:pt>
                <c:pt idx="933">
                  <c:v>4.72180191035</c:v>
                </c:pt>
                <c:pt idx="934">
                  <c:v>4.72561913936</c:v>
                </c:pt>
                <c:pt idx="935">
                  <c:v>4.72561913936</c:v>
                </c:pt>
                <c:pt idx="936">
                  <c:v>4.73170983741</c:v>
                </c:pt>
                <c:pt idx="937">
                  <c:v>4.73170983741</c:v>
                </c:pt>
                <c:pt idx="938">
                  <c:v>4.74760220679</c:v>
                </c:pt>
                <c:pt idx="939">
                  <c:v>4.74760220679</c:v>
                </c:pt>
                <c:pt idx="940">
                  <c:v>4.75476326227</c:v>
                </c:pt>
                <c:pt idx="941">
                  <c:v>4.75476326227</c:v>
                </c:pt>
                <c:pt idx="942">
                  <c:v>4.75705786045</c:v>
                </c:pt>
                <c:pt idx="943">
                  <c:v>4.75705786045</c:v>
                </c:pt>
                <c:pt idx="944">
                  <c:v>4.76378179728</c:v>
                </c:pt>
                <c:pt idx="945">
                  <c:v>4.76378179728</c:v>
                </c:pt>
                <c:pt idx="946">
                  <c:v>4.76645306228</c:v>
                </c:pt>
                <c:pt idx="947">
                  <c:v>4.76645306228</c:v>
                </c:pt>
                <c:pt idx="948">
                  <c:v>4.76657077012</c:v>
                </c:pt>
                <c:pt idx="949">
                  <c:v>4.76657077012</c:v>
                </c:pt>
                <c:pt idx="950">
                  <c:v>4.77989045552</c:v>
                </c:pt>
                <c:pt idx="951">
                  <c:v>4.77989045552</c:v>
                </c:pt>
                <c:pt idx="952">
                  <c:v>4.78153031906</c:v>
                </c:pt>
                <c:pt idx="953">
                  <c:v>4.78153031906</c:v>
                </c:pt>
                <c:pt idx="954">
                  <c:v>4.78339570767</c:v>
                </c:pt>
                <c:pt idx="955">
                  <c:v>4.78339570767</c:v>
                </c:pt>
                <c:pt idx="956">
                  <c:v>4.78415449254</c:v>
                </c:pt>
                <c:pt idx="957">
                  <c:v>4.78415449254</c:v>
                </c:pt>
                <c:pt idx="958">
                  <c:v>4.78887015642</c:v>
                </c:pt>
                <c:pt idx="959">
                  <c:v>4.78887015642</c:v>
                </c:pt>
                <c:pt idx="960">
                  <c:v>4.80353854788</c:v>
                </c:pt>
                <c:pt idx="961">
                  <c:v>4.80353854788</c:v>
                </c:pt>
                <c:pt idx="962">
                  <c:v>4.80815024328</c:v>
                </c:pt>
                <c:pt idx="963">
                  <c:v>4.80815024328</c:v>
                </c:pt>
                <c:pt idx="964">
                  <c:v>4.81409432815</c:v>
                </c:pt>
                <c:pt idx="965">
                  <c:v>4.81409432815</c:v>
                </c:pt>
                <c:pt idx="966">
                  <c:v>4.81788017293</c:v>
                </c:pt>
                <c:pt idx="967">
                  <c:v>4.81788017293</c:v>
                </c:pt>
                <c:pt idx="968">
                  <c:v>4.8228232463</c:v>
                </c:pt>
                <c:pt idx="969">
                  <c:v>4.8228232463</c:v>
                </c:pt>
                <c:pt idx="970">
                  <c:v>4.82371391889</c:v>
                </c:pt>
                <c:pt idx="971">
                  <c:v>4.82371391889</c:v>
                </c:pt>
                <c:pt idx="972">
                  <c:v>4.8322286249</c:v>
                </c:pt>
                <c:pt idx="973">
                  <c:v>4.8322286249</c:v>
                </c:pt>
                <c:pt idx="974">
                  <c:v>4.84083951129</c:v>
                </c:pt>
                <c:pt idx="975">
                  <c:v>4.84083951129</c:v>
                </c:pt>
                <c:pt idx="976">
                  <c:v>4.84294688571</c:v>
                </c:pt>
                <c:pt idx="977">
                  <c:v>4.84294688571</c:v>
                </c:pt>
                <c:pt idx="978">
                  <c:v>4.84377249481</c:v>
                </c:pt>
                <c:pt idx="979">
                  <c:v>4.84377249481</c:v>
                </c:pt>
                <c:pt idx="980">
                  <c:v>4.84402659493</c:v>
                </c:pt>
                <c:pt idx="981">
                  <c:v>4.84402659493</c:v>
                </c:pt>
                <c:pt idx="982">
                  <c:v>4.84804329564</c:v>
                </c:pt>
                <c:pt idx="983">
                  <c:v>4.84804329564</c:v>
                </c:pt>
                <c:pt idx="984">
                  <c:v>4.84892816006</c:v>
                </c:pt>
                <c:pt idx="985">
                  <c:v>4.84892816006</c:v>
                </c:pt>
                <c:pt idx="986">
                  <c:v>4.85266591479</c:v>
                </c:pt>
                <c:pt idx="987">
                  <c:v>4.85266591479</c:v>
                </c:pt>
                <c:pt idx="988">
                  <c:v>4.86952051501</c:v>
                </c:pt>
                <c:pt idx="989">
                  <c:v>4.86952051501</c:v>
                </c:pt>
                <c:pt idx="990">
                  <c:v>4.8710484986</c:v>
                </c:pt>
                <c:pt idx="991">
                  <c:v>4.8710484986</c:v>
                </c:pt>
                <c:pt idx="992">
                  <c:v>4.87887663305</c:v>
                </c:pt>
                <c:pt idx="993">
                  <c:v>4.87887663305</c:v>
                </c:pt>
                <c:pt idx="994">
                  <c:v>4.88023189913</c:v>
                </c:pt>
                <c:pt idx="995">
                  <c:v>4.88023189913</c:v>
                </c:pt>
                <c:pt idx="996">
                  <c:v>4.88590537237</c:v>
                </c:pt>
                <c:pt idx="997">
                  <c:v>4.88590537237</c:v>
                </c:pt>
                <c:pt idx="998">
                  <c:v>4.8871021923</c:v>
                </c:pt>
                <c:pt idx="999">
                  <c:v>4.8871021923</c:v>
                </c:pt>
                <c:pt idx="1000">
                  <c:v>4.88989448402</c:v>
                </c:pt>
                <c:pt idx="1001">
                  <c:v>4.88989448402</c:v>
                </c:pt>
                <c:pt idx="1002">
                  <c:v>4.90181556601</c:v>
                </c:pt>
                <c:pt idx="1003">
                  <c:v>4.90181556601</c:v>
                </c:pt>
                <c:pt idx="1004">
                  <c:v>4.91162378637</c:v>
                </c:pt>
                <c:pt idx="1005">
                  <c:v>4.91162378637</c:v>
                </c:pt>
                <c:pt idx="1006">
                  <c:v>4.91251231774</c:v>
                </c:pt>
                <c:pt idx="1007">
                  <c:v>4.91251231774</c:v>
                </c:pt>
                <c:pt idx="1008">
                  <c:v>4.9126891224</c:v>
                </c:pt>
                <c:pt idx="1009">
                  <c:v>4.9126891224</c:v>
                </c:pt>
                <c:pt idx="1010">
                  <c:v>4.92223922448</c:v>
                </c:pt>
                <c:pt idx="1011">
                  <c:v>4.92223922448</c:v>
                </c:pt>
                <c:pt idx="1012">
                  <c:v>4.92681003719</c:v>
                </c:pt>
                <c:pt idx="1013">
                  <c:v>4.92681003719</c:v>
                </c:pt>
                <c:pt idx="1014">
                  <c:v>4.9300308748</c:v>
                </c:pt>
                <c:pt idx="1015">
                  <c:v>4.9300308748</c:v>
                </c:pt>
                <c:pt idx="1016">
                  <c:v>4.93119076511</c:v>
                </c:pt>
                <c:pt idx="1017">
                  <c:v>4.93119076511</c:v>
                </c:pt>
                <c:pt idx="1018">
                  <c:v>4.93528209267</c:v>
                </c:pt>
                <c:pt idx="1019">
                  <c:v>4.93528209267</c:v>
                </c:pt>
                <c:pt idx="1020">
                  <c:v>4.93813628468</c:v>
                </c:pt>
                <c:pt idx="1021">
                  <c:v>4.93813628468</c:v>
                </c:pt>
                <c:pt idx="1022">
                  <c:v>4.93887241165</c:v>
                </c:pt>
                <c:pt idx="1023">
                  <c:v>4.93887241165</c:v>
                </c:pt>
                <c:pt idx="1024">
                  <c:v>4.94178433776</c:v>
                </c:pt>
                <c:pt idx="1025">
                  <c:v>4.94178433776</c:v>
                </c:pt>
                <c:pt idx="1026">
                  <c:v>4.94245304401</c:v>
                </c:pt>
                <c:pt idx="1027">
                  <c:v>4.94245304401</c:v>
                </c:pt>
                <c:pt idx="1028">
                  <c:v>4.94408194105</c:v>
                </c:pt>
                <c:pt idx="1029">
                  <c:v>4.94408194105</c:v>
                </c:pt>
                <c:pt idx="1030">
                  <c:v>4.94966760776</c:v>
                </c:pt>
                <c:pt idx="1031">
                  <c:v>4.94966760776</c:v>
                </c:pt>
                <c:pt idx="1032">
                  <c:v>4.95092667868</c:v>
                </c:pt>
                <c:pt idx="1033">
                  <c:v>4.95092667868</c:v>
                </c:pt>
                <c:pt idx="1034">
                  <c:v>4.95138713</c:v>
                </c:pt>
                <c:pt idx="1035">
                  <c:v>4.95138713</c:v>
                </c:pt>
                <c:pt idx="1036">
                  <c:v>4.95237449802</c:v>
                </c:pt>
                <c:pt idx="1037">
                  <c:v>4.95237449802</c:v>
                </c:pt>
                <c:pt idx="1038">
                  <c:v>4.95524897166</c:v>
                </c:pt>
                <c:pt idx="1039">
                  <c:v>4.95524897166</c:v>
                </c:pt>
                <c:pt idx="1040">
                  <c:v>4.95698573739</c:v>
                </c:pt>
                <c:pt idx="1041">
                  <c:v>4.95698573739</c:v>
                </c:pt>
                <c:pt idx="1042">
                  <c:v>4.96749618591</c:v>
                </c:pt>
                <c:pt idx="1043">
                  <c:v>4.96749618591</c:v>
                </c:pt>
                <c:pt idx="1044">
                  <c:v>4.97305137612</c:v>
                </c:pt>
                <c:pt idx="1045">
                  <c:v>4.97305137612</c:v>
                </c:pt>
                <c:pt idx="1046">
                  <c:v>4.97737809879</c:v>
                </c:pt>
                <c:pt idx="1047">
                  <c:v>4.97737809879</c:v>
                </c:pt>
                <c:pt idx="1048">
                  <c:v>4.99485365244</c:v>
                </c:pt>
                <c:pt idx="1049">
                  <c:v>4.99485365244</c:v>
                </c:pt>
                <c:pt idx="1050">
                  <c:v>4.99614393029</c:v>
                </c:pt>
                <c:pt idx="1051">
                  <c:v>4.99614393029</c:v>
                </c:pt>
                <c:pt idx="1052">
                  <c:v>5.00181162409</c:v>
                </c:pt>
                <c:pt idx="1053">
                  <c:v>5.00181162409</c:v>
                </c:pt>
                <c:pt idx="1054">
                  <c:v>5.00224338885</c:v>
                </c:pt>
                <c:pt idx="1055">
                  <c:v>5.00224338885</c:v>
                </c:pt>
                <c:pt idx="1056">
                  <c:v>5.01072780265</c:v>
                </c:pt>
                <c:pt idx="1057">
                  <c:v>5.01072780265</c:v>
                </c:pt>
                <c:pt idx="1058">
                  <c:v>5.01116761383</c:v>
                </c:pt>
                <c:pt idx="1059">
                  <c:v>5.01116761383</c:v>
                </c:pt>
                <c:pt idx="1060">
                  <c:v>5.01149183525</c:v>
                </c:pt>
                <c:pt idx="1061">
                  <c:v>5.01149183525</c:v>
                </c:pt>
                <c:pt idx="1062">
                  <c:v>5.01233736047</c:v>
                </c:pt>
                <c:pt idx="1063">
                  <c:v>5.01233736047</c:v>
                </c:pt>
                <c:pt idx="1064">
                  <c:v>5.01504502611</c:v>
                </c:pt>
                <c:pt idx="1065">
                  <c:v>5.01504502611</c:v>
                </c:pt>
                <c:pt idx="1066">
                  <c:v>5.02633460739</c:v>
                </c:pt>
                <c:pt idx="1067">
                  <c:v>5.02633460739</c:v>
                </c:pt>
                <c:pt idx="1068">
                  <c:v>5.03442697364</c:v>
                </c:pt>
                <c:pt idx="1069">
                  <c:v>5.03442697364</c:v>
                </c:pt>
                <c:pt idx="1070">
                  <c:v>5.03452362433</c:v>
                </c:pt>
                <c:pt idx="1071">
                  <c:v>5.03452362433</c:v>
                </c:pt>
                <c:pt idx="1072">
                  <c:v>5.04157511517</c:v>
                </c:pt>
                <c:pt idx="1073">
                  <c:v>5.04157511517</c:v>
                </c:pt>
                <c:pt idx="1074">
                  <c:v>5.04569976637</c:v>
                </c:pt>
                <c:pt idx="1075">
                  <c:v>5.04569976637</c:v>
                </c:pt>
                <c:pt idx="1076">
                  <c:v>5.04963909823</c:v>
                </c:pt>
                <c:pt idx="1077">
                  <c:v>5.04963909823</c:v>
                </c:pt>
                <c:pt idx="1078">
                  <c:v>5.06581438159</c:v>
                </c:pt>
                <c:pt idx="1079">
                  <c:v>5.06581438159</c:v>
                </c:pt>
                <c:pt idx="1080">
                  <c:v>5.07510308936</c:v>
                </c:pt>
                <c:pt idx="1081">
                  <c:v>5.07510308936</c:v>
                </c:pt>
                <c:pt idx="1082">
                  <c:v>5.08091016411</c:v>
                </c:pt>
                <c:pt idx="1083">
                  <c:v>5.08091016411</c:v>
                </c:pt>
                <c:pt idx="1084">
                  <c:v>5.08414513775</c:v>
                </c:pt>
                <c:pt idx="1085">
                  <c:v>5.08414513775</c:v>
                </c:pt>
                <c:pt idx="1086">
                  <c:v>5.087207655</c:v>
                </c:pt>
                <c:pt idx="1087">
                  <c:v>5.087207655</c:v>
                </c:pt>
                <c:pt idx="1088">
                  <c:v>5.08870009608</c:v>
                </c:pt>
                <c:pt idx="1089">
                  <c:v>5.08870009608</c:v>
                </c:pt>
                <c:pt idx="1090">
                  <c:v>5.09714544737</c:v>
                </c:pt>
                <c:pt idx="1091">
                  <c:v>5.09714544737</c:v>
                </c:pt>
                <c:pt idx="1092">
                  <c:v>5.09965273344</c:v>
                </c:pt>
                <c:pt idx="1093">
                  <c:v>5.09965273344</c:v>
                </c:pt>
                <c:pt idx="1094">
                  <c:v>5.10069524635</c:v>
                </c:pt>
                <c:pt idx="1095">
                  <c:v>5.10069524635</c:v>
                </c:pt>
                <c:pt idx="1096">
                  <c:v>5.10309450711</c:v>
                </c:pt>
                <c:pt idx="1097">
                  <c:v>5.10309450711</c:v>
                </c:pt>
                <c:pt idx="1098">
                  <c:v>5.10578494759</c:v>
                </c:pt>
                <c:pt idx="1099">
                  <c:v>5.10578494759</c:v>
                </c:pt>
                <c:pt idx="1100">
                  <c:v>5.10865529435</c:v>
                </c:pt>
                <c:pt idx="1101">
                  <c:v>5.10865529435</c:v>
                </c:pt>
                <c:pt idx="1102">
                  <c:v>5.1124704123</c:v>
                </c:pt>
                <c:pt idx="1103">
                  <c:v>5.1124704123</c:v>
                </c:pt>
                <c:pt idx="1104">
                  <c:v>5.1130503874</c:v>
                </c:pt>
                <c:pt idx="1105">
                  <c:v>5.1130503874</c:v>
                </c:pt>
                <c:pt idx="1106">
                  <c:v>5.11431556018</c:v>
                </c:pt>
                <c:pt idx="1107">
                  <c:v>5.11431556018</c:v>
                </c:pt>
                <c:pt idx="1108">
                  <c:v>5.1166756084</c:v>
                </c:pt>
                <c:pt idx="1109">
                  <c:v>5.1166756084</c:v>
                </c:pt>
                <c:pt idx="1110">
                  <c:v>5.11760524823</c:v>
                </c:pt>
                <c:pt idx="1111">
                  <c:v>5.11760524823</c:v>
                </c:pt>
                <c:pt idx="1112">
                  <c:v>5.11990667329</c:v>
                </c:pt>
                <c:pt idx="1113">
                  <c:v>5.11990667329</c:v>
                </c:pt>
                <c:pt idx="1114">
                  <c:v>5.12709412505</c:v>
                </c:pt>
                <c:pt idx="1115">
                  <c:v>5.12709412505</c:v>
                </c:pt>
                <c:pt idx="1116">
                  <c:v>5.13763456218</c:v>
                </c:pt>
                <c:pt idx="1117">
                  <c:v>5.13763456218</c:v>
                </c:pt>
                <c:pt idx="1118">
                  <c:v>5.13777645424</c:v>
                </c:pt>
                <c:pt idx="1119">
                  <c:v>5.13777645424</c:v>
                </c:pt>
                <c:pt idx="1120">
                  <c:v>5.14133695004</c:v>
                </c:pt>
                <c:pt idx="1121">
                  <c:v>5.14133695004</c:v>
                </c:pt>
                <c:pt idx="1122">
                  <c:v>5.14152877595</c:v>
                </c:pt>
                <c:pt idx="1123">
                  <c:v>5.14152877595</c:v>
                </c:pt>
                <c:pt idx="1124">
                  <c:v>5.14288198791</c:v>
                </c:pt>
                <c:pt idx="1125">
                  <c:v>5.14288198791</c:v>
                </c:pt>
                <c:pt idx="1126">
                  <c:v>5.15533402698</c:v>
                </c:pt>
                <c:pt idx="1127">
                  <c:v>5.15533402698</c:v>
                </c:pt>
                <c:pt idx="1128">
                  <c:v>5.1667217809</c:v>
                </c:pt>
                <c:pt idx="1129">
                  <c:v>5.1667217809</c:v>
                </c:pt>
                <c:pt idx="1130">
                  <c:v>5.17336551953</c:v>
                </c:pt>
                <c:pt idx="1131">
                  <c:v>5.17336551953</c:v>
                </c:pt>
                <c:pt idx="1132">
                  <c:v>5.17706024198</c:v>
                </c:pt>
                <c:pt idx="1133">
                  <c:v>5.17706024198</c:v>
                </c:pt>
                <c:pt idx="1134">
                  <c:v>5.17780520281</c:v>
                </c:pt>
                <c:pt idx="1135">
                  <c:v>5.17780520281</c:v>
                </c:pt>
                <c:pt idx="1136">
                  <c:v>5.18262203274</c:v>
                </c:pt>
                <c:pt idx="1137">
                  <c:v>5.18262203274</c:v>
                </c:pt>
                <c:pt idx="1138">
                  <c:v>5.19226168646</c:v>
                </c:pt>
                <c:pt idx="1139">
                  <c:v>5.19226168646</c:v>
                </c:pt>
                <c:pt idx="1140">
                  <c:v>5.20592224286</c:v>
                </c:pt>
                <c:pt idx="1141">
                  <c:v>5.20592224286</c:v>
                </c:pt>
                <c:pt idx="1142">
                  <c:v>5.20634210948</c:v>
                </c:pt>
                <c:pt idx="1143">
                  <c:v>5.20634210948</c:v>
                </c:pt>
                <c:pt idx="1144">
                  <c:v>5.21554840046</c:v>
                </c:pt>
                <c:pt idx="1145">
                  <c:v>5.21554840046</c:v>
                </c:pt>
                <c:pt idx="1146">
                  <c:v>5.21723267378</c:v>
                </c:pt>
                <c:pt idx="1147">
                  <c:v>5.21723267378</c:v>
                </c:pt>
                <c:pt idx="1148">
                  <c:v>5.23007749875</c:v>
                </c:pt>
                <c:pt idx="1149">
                  <c:v>5.23007749875</c:v>
                </c:pt>
                <c:pt idx="1150">
                  <c:v>5.23438949283</c:v>
                </c:pt>
                <c:pt idx="1151">
                  <c:v>5.23438949283</c:v>
                </c:pt>
                <c:pt idx="1152">
                  <c:v>5.23926575158</c:v>
                </c:pt>
                <c:pt idx="1153">
                  <c:v>5.23926575158</c:v>
                </c:pt>
                <c:pt idx="1154">
                  <c:v>5.24041901836</c:v>
                </c:pt>
                <c:pt idx="1155">
                  <c:v>5.24041901836</c:v>
                </c:pt>
                <c:pt idx="1156">
                  <c:v>5.25385526007</c:v>
                </c:pt>
                <c:pt idx="1157">
                  <c:v>5.25385526007</c:v>
                </c:pt>
                <c:pt idx="1158">
                  <c:v>5.27226408816</c:v>
                </c:pt>
                <c:pt idx="1159">
                  <c:v>5.27226408816</c:v>
                </c:pt>
                <c:pt idx="1160">
                  <c:v>5.27375697647</c:v>
                </c:pt>
                <c:pt idx="1161">
                  <c:v>5.27375697647</c:v>
                </c:pt>
                <c:pt idx="1162">
                  <c:v>5.28021532526</c:v>
                </c:pt>
                <c:pt idx="1163">
                  <c:v>5.28021532526</c:v>
                </c:pt>
                <c:pt idx="1164">
                  <c:v>5.28205039706</c:v>
                </c:pt>
                <c:pt idx="1165">
                  <c:v>5.28205039706</c:v>
                </c:pt>
                <c:pt idx="1166">
                  <c:v>5.28598543242</c:v>
                </c:pt>
                <c:pt idx="1167">
                  <c:v>5.28598543242</c:v>
                </c:pt>
                <c:pt idx="1168">
                  <c:v>5.28969903416</c:v>
                </c:pt>
                <c:pt idx="1169">
                  <c:v>5.28969903416</c:v>
                </c:pt>
                <c:pt idx="1170">
                  <c:v>5.29256299475</c:v>
                </c:pt>
                <c:pt idx="1171">
                  <c:v>5.29256299475</c:v>
                </c:pt>
                <c:pt idx="1172">
                  <c:v>5.30195387338</c:v>
                </c:pt>
                <c:pt idx="1173">
                  <c:v>5.30195387338</c:v>
                </c:pt>
                <c:pt idx="1174">
                  <c:v>5.30576994813</c:v>
                </c:pt>
                <c:pt idx="1175">
                  <c:v>5.30576994813</c:v>
                </c:pt>
                <c:pt idx="1176">
                  <c:v>5.30905059417</c:v>
                </c:pt>
                <c:pt idx="1177">
                  <c:v>5.30905059417</c:v>
                </c:pt>
                <c:pt idx="1178">
                  <c:v>5.31170358369</c:v>
                </c:pt>
                <c:pt idx="1179">
                  <c:v>5.31170358369</c:v>
                </c:pt>
                <c:pt idx="1180">
                  <c:v>5.31290684971</c:v>
                </c:pt>
                <c:pt idx="1181">
                  <c:v>5.31290684971</c:v>
                </c:pt>
                <c:pt idx="1182">
                  <c:v>5.31772331983</c:v>
                </c:pt>
                <c:pt idx="1183">
                  <c:v>5.31772331983</c:v>
                </c:pt>
                <c:pt idx="1184">
                  <c:v>5.31938194711</c:v>
                </c:pt>
                <c:pt idx="1185">
                  <c:v>5.31938194711</c:v>
                </c:pt>
                <c:pt idx="1186">
                  <c:v>5.32753998466</c:v>
                </c:pt>
                <c:pt idx="1187">
                  <c:v>5.32753998466</c:v>
                </c:pt>
                <c:pt idx="1188">
                  <c:v>5.32854648106</c:v>
                </c:pt>
                <c:pt idx="1189">
                  <c:v>5.32854648106</c:v>
                </c:pt>
                <c:pt idx="1190">
                  <c:v>5.3293371776</c:v>
                </c:pt>
                <c:pt idx="1191">
                  <c:v>5.3293371776</c:v>
                </c:pt>
                <c:pt idx="1192">
                  <c:v>5.33759139438</c:v>
                </c:pt>
                <c:pt idx="1193">
                  <c:v>5.33759139438</c:v>
                </c:pt>
                <c:pt idx="1194">
                  <c:v>5.33955978937</c:v>
                </c:pt>
                <c:pt idx="1195">
                  <c:v>5.33955978937</c:v>
                </c:pt>
                <c:pt idx="1196">
                  <c:v>5.33991624216</c:v>
                </c:pt>
                <c:pt idx="1197">
                  <c:v>5.33991624216</c:v>
                </c:pt>
                <c:pt idx="1198">
                  <c:v>5.34422795112</c:v>
                </c:pt>
                <c:pt idx="1199">
                  <c:v>5.34422795112</c:v>
                </c:pt>
                <c:pt idx="1200">
                  <c:v>5.34528977151</c:v>
                </c:pt>
                <c:pt idx="1201">
                  <c:v>5.34528977151</c:v>
                </c:pt>
                <c:pt idx="1202">
                  <c:v>5.34576245464</c:v>
                </c:pt>
                <c:pt idx="1203">
                  <c:v>5.34576245464</c:v>
                </c:pt>
                <c:pt idx="1204">
                  <c:v>5.35257933793</c:v>
                </c:pt>
                <c:pt idx="1205">
                  <c:v>5.35257933793</c:v>
                </c:pt>
                <c:pt idx="1206">
                  <c:v>5.35354943099</c:v>
                </c:pt>
                <c:pt idx="1207">
                  <c:v>5.35354943099</c:v>
                </c:pt>
                <c:pt idx="1208">
                  <c:v>5.35769847431</c:v>
                </c:pt>
                <c:pt idx="1209">
                  <c:v>5.35769847431</c:v>
                </c:pt>
                <c:pt idx="1210">
                  <c:v>5.36697633783</c:v>
                </c:pt>
                <c:pt idx="1211">
                  <c:v>5.36697633783</c:v>
                </c:pt>
                <c:pt idx="1212">
                  <c:v>5.36777171642</c:v>
                </c:pt>
                <c:pt idx="1213">
                  <c:v>5.36777171642</c:v>
                </c:pt>
                <c:pt idx="1214">
                  <c:v>5.38648869094</c:v>
                </c:pt>
                <c:pt idx="1215">
                  <c:v>5.38648869094</c:v>
                </c:pt>
                <c:pt idx="1216">
                  <c:v>5.38730712842</c:v>
                </c:pt>
                <c:pt idx="1217">
                  <c:v>5.38730712842</c:v>
                </c:pt>
                <c:pt idx="1218">
                  <c:v>5.39560376784</c:v>
                </c:pt>
                <c:pt idx="1219">
                  <c:v>5.39560376784</c:v>
                </c:pt>
                <c:pt idx="1220">
                  <c:v>5.41185532002</c:v>
                </c:pt>
                <c:pt idx="1221">
                  <c:v>5.41185532002</c:v>
                </c:pt>
                <c:pt idx="1222">
                  <c:v>5.41661610933</c:v>
                </c:pt>
                <c:pt idx="1223">
                  <c:v>5.41661610933</c:v>
                </c:pt>
                <c:pt idx="1224">
                  <c:v>5.41685870286</c:v>
                </c:pt>
                <c:pt idx="1225">
                  <c:v>5.41685870286</c:v>
                </c:pt>
                <c:pt idx="1226">
                  <c:v>5.42103027365</c:v>
                </c:pt>
                <c:pt idx="1227">
                  <c:v>5.42103027365</c:v>
                </c:pt>
                <c:pt idx="1228">
                  <c:v>5.42713427698</c:v>
                </c:pt>
                <c:pt idx="1229">
                  <c:v>5.42713427698</c:v>
                </c:pt>
                <c:pt idx="1230">
                  <c:v>5.43046806704</c:v>
                </c:pt>
                <c:pt idx="1231">
                  <c:v>5.43046806704</c:v>
                </c:pt>
                <c:pt idx="1232">
                  <c:v>5.43200507226</c:v>
                </c:pt>
                <c:pt idx="1233">
                  <c:v>5.43200507226</c:v>
                </c:pt>
                <c:pt idx="1234">
                  <c:v>5.44161436117</c:v>
                </c:pt>
                <c:pt idx="1235">
                  <c:v>5.44161436117</c:v>
                </c:pt>
                <c:pt idx="1236">
                  <c:v>5.44922714015</c:v>
                </c:pt>
                <c:pt idx="1237">
                  <c:v>5.44922714015</c:v>
                </c:pt>
                <c:pt idx="1238">
                  <c:v>5.45159074452</c:v>
                </c:pt>
                <c:pt idx="1239">
                  <c:v>5.45159074452</c:v>
                </c:pt>
                <c:pt idx="1240">
                  <c:v>5.4549314956</c:v>
                </c:pt>
                <c:pt idx="1241">
                  <c:v>5.4549314956</c:v>
                </c:pt>
                <c:pt idx="1242">
                  <c:v>5.45532459332</c:v>
                </c:pt>
                <c:pt idx="1243">
                  <c:v>5.45532459332</c:v>
                </c:pt>
                <c:pt idx="1244">
                  <c:v>5.4690706363</c:v>
                </c:pt>
                <c:pt idx="1245">
                  <c:v>5.4690706363</c:v>
                </c:pt>
                <c:pt idx="1246">
                  <c:v>5.46921934185</c:v>
                </c:pt>
                <c:pt idx="1247">
                  <c:v>5.46921934185</c:v>
                </c:pt>
                <c:pt idx="1248">
                  <c:v>5.47456138071</c:v>
                </c:pt>
                <c:pt idx="1249">
                  <c:v>5.47456138071</c:v>
                </c:pt>
                <c:pt idx="1250">
                  <c:v>5.47734623119</c:v>
                </c:pt>
                <c:pt idx="1251">
                  <c:v>5.47734623119</c:v>
                </c:pt>
                <c:pt idx="1252">
                  <c:v>5.47957376222</c:v>
                </c:pt>
                <c:pt idx="1253">
                  <c:v>5.47957376222</c:v>
                </c:pt>
                <c:pt idx="1254">
                  <c:v>5.48468968582</c:v>
                </c:pt>
                <c:pt idx="1255">
                  <c:v>5.48468968582</c:v>
                </c:pt>
                <c:pt idx="1256">
                  <c:v>5.49475039847</c:v>
                </c:pt>
                <c:pt idx="1257">
                  <c:v>5.49475039847</c:v>
                </c:pt>
                <c:pt idx="1258">
                  <c:v>5.50066713992</c:v>
                </c:pt>
                <c:pt idx="1259">
                  <c:v>5.50066713992</c:v>
                </c:pt>
                <c:pt idx="1260">
                  <c:v>5.50138980468</c:v>
                </c:pt>
                <c:pt idx="1261">
                  <c:v>5.50138980468</c:v>
                </c:pt>
                <c:pt idx="1262">
                  <c:v>5.5159405963</c:v>
                </c:pt>
                <c:pt idx="1263">
                  <c:v>5.5159405963</c:v>
                </c:pt>
                <c:pt idx="1264">
                  <c:v>5.52764806056</c:v>
                </c:pt>
                <c:pt idx="1265">
                  <c:v>5.52764806056</c:v>
                </c:pt>
                <c:pt idx="1266">
                  <c:v>5.52834960644</c:v>
                </c:pt>
                <c:pt idx="1267">
                  <c:v>5.52834960644</c:v>
                </c:pt>
                <c:pt idx="1268">
                  <c:v>5.52903092643</c:v>
                </c:pt>
                <c:pt idx="1269">
                  <c:v>5.52903092643</c:v>
                </c:pt>
                <c:pt idx="1270">
                  <c:v>5.53124333864</c:v>
                </c:pt>
                <c:pt idx="1271">
                  <c:v>5.53124333864</c:v>
                </c:pt>
                <c:pt idx="1272">
                  <c:v>5.53149373546</c:v>
                </c:pt>
                <c:pt idx="1273">
                  <c:v>5.53149373546</c:v>
                </c:pt>
                <c:pt idx="1274">
                  <c:v>5.53317766076</c:v>
                </c:pt>
                <c:pt idx="1275">
                  <c:v>5.53317766076</c:v>
                </c:pt>
                <c:pt idx="1276">
                  <c:v>5.53412640124</c:v>
                </c:pt>
                <c:pt idx="1277">
                  <c:v>5.53412640124</c:v>
                </c:pt>
                <c:pt idx="1278">
                  <c:v>5.53642228876</c:v>
                </c:pt>
                <c:pt idx="1279">
                  <c:v>5.53642228876</c:v>
                </c:pt>
                <c:pt idx="1280">
                  <c:v>5.55581177201</c:v>
                </c:pt>
                <c:pt idx="1281">
                  <c:v>5.55581177201</c:v>
                </c:pt>
                <c:pt idx="1282">
                  <c:v>5.56257337479</c:v>
                </c:pt>
                <c:pt idx="1283">
                  <c:v>5.56257337479</c:v>
                </c:pt>
                <c:pt idx="1284">
                  <c:v>5.56278899255</c:v>
                </c:pt>
                <c:pt idx="1285">
                  <c:v>5.56278899255</c:v>
                </c:pt>
                <c:pt idx="1286">
                  <c:v>5.56491321062</c:v>
                </c:pt>
                <c:pt idx="1287">
                  <c:v>5.56491321062</c:v>
                </c:pt>
                <c:pt idx="1288">
                  <c:v>5.56587153787</c:v>
                </c:pt>
                <c:pt idx="1289">
                  <c:v>5.56587153787</c:v>
                </c:pt>
                <c:pt idx="1290">
                  <c:v>5.56720587101</c:v>
                </c:pt>
                <c:pt idx="1291">
                  <c:v>5.56720587101</c:v>
                </c:pt>
                <c:pt idx="1292">
                  <c:v>5.56834918451</c:v>
                </c:pt>
                <c:pt idx="1293">
                  <c:v>5.56834918451</c:v>
                </c:pt>
                <c:pt idx="1294">
                  <c:v>5.5767855874</c:v>
                </c:pt>
                <c:pt idx="1295">
                  <c:v>5.5767855874</c:v>
                </c:pt>
                <c:pt idx="1296">
                  <c:v>5.58421541933</c:v>
                </c:pt>
                <c:pt idx="1297">
                  <c:v>5.58421541933</c:v>
                </c:pt>
                <c:pt idx="1298">
                  <c:v>5.59798451077</c:v>
                </c:pt>
                <c:pt idx="1299">
                  <c:v>5.59798451077</c:v>
                </c:pt>
                <c:pt idx="1300">
                  <c:v>5.60539727688</c:v>
                </c:pt>
                <c:pt idx="1301">
                  <c:v>5.60539727688</c:v>
                </c:pt>
                <c:pt idx="1302">
                  <c:v>5.60912708473</c:v>
                </c:pt>
                <c:pt idx="1303">
                  <c:v>5.60912708473</c:v>
                </c:pt>
                <c:pt idx="1304">
                  <c:v>5.60921840957</c:v>
                </c:pt>
                <c:pt idx="1305">
                  <c:v>5.60921840957</c:v>
                </c:pt>
                <c:pt idx="1306">
                  <c:v>5.60928223499</c:v>
                </c:pt>
                <c:pt idx="1307">
                  <c:v>5.60928223499</c:v>
                </c:pt>
                <c:pt idx="1308">
                  <c:v>5.62015553968</c:v>
                </c:pt>
                <c:pt idx="1309">
                  <c:v>5.62015553968</c:v>
                </c:pt>
                <c:pt idx="1310">
                  <c:v>5.62142434469</c:v>
                </c:pt>
                <c:pt idx="1311">
                  <c:v>5.62142434469</c:v>
                </c:pt>
                <c:pt idx="1312">
                  <c:v>5.62532374181</c:v>
                </c:pt>
                <c:pt idx="1313">
                  <c:v>5.62532374181</c:v>
                </c:pt>
                <c:pt idx="1314">
                  <c:v>5.63394714681</c:v>
                </c:pt>
                <c:pt idx="1315">
                  <c:v>5.63394714681</c:v>
                </c:pt>
                <c:pt idx="1316">
                  <c:v>5.63915566088</c:v>
                </c:pt>
                <c:pt idx="1317">
                  <c:v>5.63915566088</c:v>
                </c:pt>
                <c:pt idx="1318">
                  <c:v>5.64223034785</c:v>
                </c:pt>
                <c:pt idx="1319">
                  <c:v>5.64223034785</c:v>
                </c:pt>
                <c:pt idx="1320">
                  <c:v>5.64527349169</c:v>
                </c:pt>
                <c:pt idx="1321">
                  <c:v>5.64527349169</c:v>
                </c:pt>
                <c:pt idx="1322">
                  <c:v>5.64614740826</c:v>
                </c:pt>
                <c:pt idx="1323">
                  <c:v>5.64614740826</c:v>
                </c:pt>
                <c:pt idx="1324">
                  <c:v>5.64638185207</c:v>
                </c:pt>
                <c:pt idx="1325">
                  <c:v>5.64638185207</c:v>
                </c:pt>
                <c:pt idx="1326">
                  <c:v>5.64689633746</c:v>
                </c:pt>
                <c:pt idx="1327">
                  <c:v>5.64689633746</c:v>
                </c:pt>
                <c:pt idx="1328">
                  <c:v>5.6475893115</c:v>
                </c:pt>
                <c:pt idx="1329">
                  <c:v>5.6475893115</c:v>
                </c:pt>
                <c:pt idx="1330">
                  <c:v>5.65688061093</c:v>
                </c:pt>
                <c:pt idx="1331">
                  <c:v>5.65688061093</c:v>
                </c:pt>
                <c:pt idx="1332">
                  <c:v>5.65766284451</c:v>
                </c:pt>
                <c:pt idx="1333">
                  <c:v>5.65766284451</c:v>
                </c:pt>
                <c:pt idx="1334">
                  <c:v>5.65934456305</c:v>
                </c:pt>
                <c:pt idx="1335">
                  <c:v>5.65934456305</c:v>
                </c:pt>
                <c:pt idx="1336">
                  <c:v>5.65941146162</c:v>
                </c:pt>
                <c:pt idx="1337">
                  <c:v>5.65941146162</c:v>
                </c:pt>
                <c:pt idx="1338">
                  <c:v>5.66243028567</c:v>
                </c:pt>
                <c:pt idx="1339">
                  <c:v>5.66243028567</c:v>
                </c:pt>
                <c:pt idx="1340">
                  <c:v>5.66614656681</c:v>
                </c:pt>
                <c:pt idx="1341">
                  <c:v>5.66614656681</c:v>
                </c:pt>
                <c:pt idx="1342">
                  <c:v>5.67071810635</c:v>
                </c:pt>
                <c:pt idx="1343">
                  <c:v>5.67071810635</c:v>
                </c:pt>
                <c:pt idx="1344">
                  <c:v>5.67090114452</c:v>
                </c:pt>
                <c:pt idx="1345">
                  <c:v>5.67090114452</c:v>
                </c:pt>
                <c:pt idx="1346">
                  <c:v>5.67188980028</c:v>
                </c:pt>
                <c:pt idx="1347">
                  <c:v>5.67188980028</c:v>
                </c:pt>
                <c:pt idx="1348">
                  <c:v>5.68461780607</c:v>
                </c:pt>
                <c:pt idx="1349">
                  <c:v>5.68461780607</c:v>
                </c:pt>
                <c:pt idx="1350">
                  <c:v>5.69273245439</c:v>
                </c:pt>
                <c:pt idx="1351">
                  <c:v>5.69273245439</c:v>
                </c:pt>
                <c:pt idx="1352">
                  <c:v>5.69939490625</c:v>
                </c:pt>
                <c:pt idx="1353">
                  <c:v>5.69939490625</c:v>
                </c:pt>
                <c:pt idx="1354">
                  <c:v>5.71206151396</c:v>
                </c:pt>
                <c:pt idx="1355">
                  <c:v>5.71206151396</c:v>
                </c:pt>
                <c:pt idx="1356">
                  <c:v>5.7190097849</c:v>
                </c:pt>
                <c:pt idx="1357">
                  <c:v>5.7190097849</c:v>
                </c:pt>
                <c:pt idx="1358">
                  <c:v>5.72273727174</c:v>
                </c:pt>
                <c:pt idx="1359">
                  <c:v>5.72273727174</c:v>
                </c:pt>
                <c:pt idx="1360">
                  <c:v>5.72540929933</c:v>
                </c:pt>
                <c:pt idx="1361">
                  <c:v>5.72540929933</c:v>
                </c:pt>
                <c:pt idx="1362">
                  <c:v>5.72740537927</c:v>
                </c:pt>
                <c:pt idx="1363">
                  <c:v>5.72740537927</c:v>
                </c:pt>
                <c:pt idx="1364">
                  <c:v>5.74207663469</c:v>
                </c:pt>
                <c:pt idx="1365">
                  <c:v>5.74207663469</c:v>
                </c:pt>
                <c:pt idx="1366">
                  <c:v>5.74330802771</c:v>
                </c:pt>
                <c:pt idx="1367">
                  <c:v>5.74330802771</c:v>
                </c:pt>
                <c:pt idx="1368">
                  <c:v>5.74964067609</c:v>
                </c:pt>
                <c:pt idx="1369">
                  <c:v>5.74964067609</c:v>
                </c:pt>
                <c:pt idx="1370">
                  <c:v>5.75644508013</c:v>
                </c:pt>
                <c:pt idx="1371">
                  <c:v>5.75644508013</c:v>
                </c:pt>
                <c:pt idx="1372">
                  <c:v>5.76260067537</c:v>
                </c:pt>
                <c:pt idx="1373">
                  <c:v>5.76260067537</c:v>
                </c:pt>
                <c:pt idx="1374">
                  <c:v>5.76349445647</c:v>
                </c:pt>
                <c:pt idx="1375">
                  <c:v>5.76349445647</c:v>
                </c:pt>
                <c:pt idx="1376">
                  <c:v>5.76548696031</c:v>
                </c:pt>
                <c:pt idx="1377">
                  <c:v>5.76548696031</c:v>
                </c:pt>
                <c:pt idx="1378">
                  <c:v>5.77094129332</c:v>
                </c:pt>
                <c:pt idx="1379">
                  <c:v>5.77094129332</c:v>
                </c:pt>
                <c:pt idx="1380">
                  <c:v>5.77845914476</c:v>
                </c:pt>
                <c:pt idx="1381">
                  <c:v>5.77845914476</c:v>
                </c:pt>
                <c:pt idx="1382">
                  <c:v>5.78102511061</c:v>
                </c:pt>
                <c:pt idx="1383">
                  <c:v>5.78102511061</c:v>
                </c:pt>
                <c:pt idx="1384">
                  <c:v>5.78362286268</c:v>
                </c:pt>
                <c:pt idx="1385">
                  <c:v>5.78362286268</c:v>
                </c:pt>
                <c:pt idx="1386">
                  <c:v>5.78457559768</c:v>
                </c:pt>
                <c:pt idx="1387">
                  <c:v>5.78457559768</c:v>
                </c:pt>
                <c:pt idx="1388">
                  <c:v>5.7853083751</c:v>
                </c:pt>
                <c:pt idx="1389">
                  <c:v>5.7853083751</c:v>
                </c:pt>
                <c:pt idx="1390">
                  <c:v>5.78631205607</c:v>
                </c:pt>
                <c:pt idx="1391">
                  <c:v>5.78631205607</c:v>
                </c:pt>
                <c:pt idx="1392">
                  <c:v>5.79183613425</c:v>
                </c:pt>
                <c:pt idx="1393">
                  <c:v>5.79183613425</c:v>
                </c:pt>
                <c:pt idx="1394">
                  <c:v>5.79437702352</c:v>
                </c:pt>
                <c:pt idx="1395">
                  <c:v>5.79437702352</c:v>
                </c:pt>
                <c:pt idx="1396">
                  <c:v>5.80366991906</c:v>
                </c:pt>
                <c:pt idx="1397">
                  <c:v>5.80366991906</c:v>
                </c:pt>
                <c:pt idx="1398">
                  <c:v>5.80982858427</c:v>
                </c:pt>
                <c:pt idx="1399">
                  <c:v>5.80982858427</c:v>
                </c:pt>
                <c:pt idx="1400">
                  <c:v>5.81116743869</c:v>
                </c:pt>
                <c:pt idx="1401">
                  <c:v>5.81116743869</c:v>
                </c:pt>
                <c:pt idx="1402">
                  <c:v>5.81997947172</c:v>
                </c:pt>
                <c:pt idx="1403">
                  <c:v>5.81997947172</c:v>
                </c:pt>
                <c:pt idx="1404">
                  <c:v>5.8235758669</c:v>
                </c:pt>
                <c:pt idx="1405">
                  <c:v>5.8235758669</c:v>
                </c:pt>
                <c:pt idx="1406">
                  <c:v>5.82785193516</c:v>
                </c:pt>
                <c:pt idx="1407">
                  <c:v>5.82785193516</c:v>
                </c:pt>
                <c:pt idx="1408">
                  <c:v>5.83048924772</c:v>
                </c:pt>
                <c:pt idx="1409">
                  <c:v>5.83048924772</c:v>
                </c:pt>
                <c:pt idx="1410">
                  <c:v>5.83801535595</c:v>
                </c:pt>
                <c:pt idx="1411">
                  <c:v>5.83801535595</c:v>
                </c:pt>
                <c:pt idx="1412">
                  <c:v>5.84363824296</c:v>
                </c:pt>
                <c:pt idx="1413">
                  <c:v>5.84363824296</c:v>
                </c:pt>
                <c:pt idx="1414">
                  <c:v>5.84737643713</c:v>
                </c:pt>
                <c:pt idx="1415">
                  <c:v>5.84737643713</c:v>
                </c:pt>
                <c:pt idx="1416">
                  <c:v>5.86153413211</c:v>
                </c:pt>
                <c:pt idx="1417">
                  <c:v>5.86153413211</c:v>
                </c:pt>
                <c:pt idx="1418">
                  <c:v>5.87720184336</c:v>
                </c:pt>
                <c:pt idx="1419">
                  <c:v>5.87720184336</c:v>
                </c:pt>
                <c:pt idx="1420">
                  <c:v>5.88834691214</c:v>
                </c:pt>
                <c:pt idx="1421">
                  <c:v>5.88834691214</c:v>
                </c:pt>
                <c:pt idx="1422">
                  <c:v>5.88964227452</c:v>
                </c:pt>
                <c:pt idx="1423">
                  <c:v>5.88964227452</c:v>
                </c:pt>
                <c:pt idx="1424">
                  <c:v>5.89218924554</c:v>
                </c:pt>
                <c:pt idx="1425">
                  <c:v>5.89218924554</c:v>
                </c:pt>
                <c:pt idx="1426">
                  <c:v>5.89601977405</c:v>
                </c:pt>
                <c:pt idx="1427">
                  <c:v>5.89601977405</c:v>
                </c:pt>
                <c:pt idx="1428">
                  <c:v>5.89796248219</c:v>
                </c:pt>
                <c:pt idx="1429">
                  <c:v>5.89796248219</c:v>
                </c:pt>
                <c:pt idx="1430">
                  <c:v>5.90191551397</c:v>
                </c:pt>
                <c:pt idx="1431">
                  <c:v>5.90191551397</c:v>
                </c:pt>
                <c:pt idx="1432">
                  <c:v>5.90487124645</c:v>
                </c:pt>
                <c:pt idx="1433">
                  <c:v>5.90487124645</c:v>
                </c:pt>
                <c:pt idx="1434">
                  <c:v>5.90718208696</c:v>
                </c:pt>
                <c:pt idx="1435">
                  <c:v>5.90718208696</c:v>
                </c:pt>
                <c:pt idx="1436">
                  <c:v>5.91257421651</c:v>
                </c:pt>
                <c:pt idx="1437">
                  <c:v>5.91257421651</c:v>
                </c:pt>
                <c:pt idx="1438">
                  <c:v>5.91320170258</c:v>
                </c:pt>
                <c:pt idx="1439">
                  <c:v>5.91320170258</c:v>
                </c:pt>
                <c:pt idx="1440">
                  <c:v>5.91431679551</c:v>
                </c:pt>
                <c:pt idx="1441">
                  <c:v>5.91431679551</c:v>
                </c:pt>
                <c:pt idx="1442">
                  <c:v>5.91482279315</c:v>
                </c:pt>
                <c:pt idx="1443">
                  <c:v>5.91482279315</c:v>
                </c:pt>
                <c:pt idx="1444">
                  <c:v>5.92307144403</c:v>
                </c:pt>
                <c:pt idx="1445">
                  <c:v>5.92307144403</c:v>
                </c:pt>
                <c:pt idx="1446">
                  <c:v>5.92388579412</c:v>
                </c:pt>
                <c:pt idx="1447">
                  <c:v>5.92388579412</c:v>
                </c:pt>
                <c:pt idx="1448">
                  <c:v>5.92425501462</c:v>
                </c:pt>
                <c:pt idx="1449">
                  <c:v>5.92425501462</c:v>
                </c:pt>
                <c:pt idx="1450">
                  <c:v>5.92916950852</c:v>
                </c:pt>
                <c:pt idx="1451">
                  <c:v>5.92916950852</c:v>
                </c:pt>
                <c:pt idx="1452">
                  <c:v>5.92966374377</c:v>
                </c:pt>
                <c:pt idx="1453">
                  <c:v>5.92966374377</c:v>
                </c:pt>
                <c:pt idx="1454">
                  <c:v>5.94338461851</c:v>
                </c:pt>
                <c:pt idx="1455">
                  <c:v>5.94338461851</c:v>
                </c:pt>
                <c:pt idx="1456">
                  <c:v>5.94866628658</c:v>
                </c:pt>
                <c:pt idx="1457">
                  <c:v>5.94866628658</c:v>
                </c:pt>
                <c:pt idx="1458">
                  <c:v>5.95293626089</c:v>
                </c:pt>
                <c:pt idx="1459">
                  <c:v>5.95293626089</c:v>
                </c:pt>
                <c:pt idx="1460">
                  <c:v>5.9557325766</c:v>
                </c:pt>
                <c:pt idx="1461">
                  <c:v>5.9557325766</c:v>
                </c:pt>
                <c:pt idx="1462">
                  <c:v>5.96340518704</c:v>
                </c:pt>
                <c:pt idx="1463">
                  <c:v>5.96340518704</c:v>
                </c:pt>
                <c:pt idx="1464">
                  <c:v>5.97060892958</c:v>
                </c:pt>
                <c:pt idx="1465">
                  <c:v>5.97060892958</c:v>
                </c:pt>
                <c:pt idx="1466">
                  <c:v>5.97266468706</c:v>
                </c:pt>
                <c:pt idx="1467">
                  <c:v>5.97266468706</c:v>
                </c:pt>
                <c:pt idx="1468">
                  <c:v>5.97347205002</c:v>
                </c:pt>
                <c:pt idx="1469">
                  <c:v>5.97347205002</c:v>
                </c:pt>
                <c:pt idx="1470">
                  <c:v>5.97465563724</c:v>
                </c:pt>
                <c:pt idx="1471">
                  <c:v>5.97465563724</c:v>
                </c:pt>
                <c:pt idx="1472">
                  <c:v>5.98091531231</c:v>
                </c:pt>
                <c:pt idx="1473">
                  <c:v>5.98091531231</c:v>
                </c:pt>
                <c:pt idx="1474">
                  <c:v>5.9913678908</c:v>
                </c:pt>
                <c:pt idx="1475">
                  <c:v>5.9913678908</c:v>
                </c:pt>
                <c:pt idx="1476">
                  <c:v>6.00678100338</c:v>
                </c:pt>
                <c:pt idx="1477">
                  <c:v>6.00678100338</c:v>
                </c:pt>
                <c:pt idx="1478">
                  <c:v>6.00798106058</c:v>
                </c:pt>
                <c:pt idx="1479">
                  <c:v>6.00798106058</c:v>
                </c:pt>
                <c:pt idx="1480">
                  <c:v>6.00924461677</c:v>
                </c:pt>
                <c:pt idx="1481">
                  <c:v>6.00924461677</c:v>
                </c:pt>
                <c:pt idx="1482">
                  <c:v>6.01500252699</c:v>
                </c:pt>
                <c:pt idx="1483">
                  <c:v>6.01500252699</c:v>
                </c:pt>
                <c:pt idx="1484">
                  <c:v>6.02334989192</c:v>
                </c:pt>
                <c:pt idx="1485">
                  <c:v>6.02334989192</c:v>
                </c:pt>
                <c:pt idx="1486">
                  <c:v>6.0314411358</c:v>
                </c:pt>
                <c:pt idx="1487">
                  <c:v>6.0314411358</c:v>
                </c:pt>
                <c:pt idx="1488">
                  <c:v>6.03838706529</c:v>
                </c:pt>
                <c:pt idx="1489">
                  <c:v>6.03838706529</c:v>
                </c:pt>
                <c:pt idx="1490">
                  <c:v>6.04662540663</c:v>
                </c:pt>
                <c:pt idx="1491">
                  <c:v>6.04662540663</c:v>
                </c:pt>
                <c:pt idx="1492">
                  <c:v>6.0489023118</c:v>
                </c:pt>
                <c:pt idx="1493">
                  <c:v>6.0489023118</c:v>
                </c:pt>
                <c:pt idx="1494">
                  <c:v>6.05410392446</c:v>
                </c:pt>
                <c:pt idx="1495">
                  <c:v>6.05410392446</c:v>
                </c:pt>
                <c:pt idx="1496">
                  <c:v>6.05543239972</c:v>
                </c:pt>
                <c:pt idx="1497">
                  <c:v>6.05543239972</c:v>
                </c:pt>
                <c:pt idx="1498">
                  <c:v>6.05620270421</c:v>
                </c:pt>
                <c:pt idx="1499">
                  <c:v>6.05620270421</c:v>
                </c:pt>
                <c:pt idx="1500">
                  <c:v>6.05950505986</c:v>
                </c:pt>
                <c:pt idx="1501">
                  <c:v>6.05950505986</c:v>
                </c:pt>
                <c:pt idx="1502">
                  <c:v>6.06446834579</c:v>
                </c:pt>
                <c:pt idx="1503">
                  <c:v>6.06446834579</c:v>
                </c:pt>
                <c:pt idx="1504">
                  <c:v>6.06460397632</c:v>
                </c:pt>
                <c:pt idx="1505">
                  <c:v>6.06460397632</c:v>
                </c:pt>
                <c:pt idx="1506">
                  <c:v>6.06816828563</c:v>
                </c:pt>
                <c:pt idx="1507">
                  <c:v>6.06816828563</c:v>
                </c:pt>
                <c:pt idx="1508">
                  <c:v>6.0820827332</c:v>
                </c:pt>
                <c:pt idx="1509">
                  <c:v>6.0820827332</c:v>
                </c:pt>
                <c:pt idx="1510">
                  <c:v>6.0876866992</c:v>
                </c:pt>
                <c:pt idx="1511">
                  <c:v>6.0876866992</c:v>
                </c:pt>
                <c:pt idx="1512">
                  <c:v>6.08861052274</c:v>
                </c:pt>
                <c:pt idx="1513">
                  <c:v>6.08861052274</c:v>
                </c:pt>
                <c:pt idx="1514">
                  <c:v>6.09230175769</c:v>
                </c:pt>
                <c:pt idx="1515">
                  <c:v>6.09230175769</c:v>
                </c:pt>
                <c:pt idx="1516">
                  <c:v>6.09272856733</c:v>
                </c:pt>
                <c:pt idx="1517">
                  <c:v>6.09272856733</c:v>
                </c:pt>
                <c:pt idx="1518">
                  <c:v>6.11959900774</c:v>
                </c:pt>
                <c:pt idx="1519">
                  <c:v>6.11959900774</c:v>
                </c:pt>
                <c:pt idx="1520">
                  <c:v>6.12255232529</c:v>
                </c:pt>
                <c:pt idx="1521">
                  <c:v>6.12255232529</c:v>
                </c:pt>
                <c:pt idx="1522">
                  <c:v>6.13247825665</c:v>
                </c:pt>
                <c:pt idx="1523">
                  <c:v>6.13247825665</c:v>
                </c:pt>
                <c:pt idx="1524">
                  <c:v>6.13264223902</c:v>
                </c:pt>
                <c:pt idx="1525">
                  <c:v>6.13264223902</c:v>
                </c:pt>
                <c:pt idx="1526">
                  <c:v>6.138999506</c:v>
                </c:pt>
                <c:pt idx="1527">
                  <c:v>6.138999506</c:v>
                </c:pt>
                <c:pt idx="1528">
                  <c:v>6.14001326747</c:v>
                </c:pt>
                <c:pt idx="1529">
                  <c:v>6.14001326747</c:v>
                </c:pt>
                <c:pt idx="1530">
                  <c:v>6.1439747008</c:v>
                </c:pt>
                <c:pt idx="1531">
                  <c:v>6.1439747008</c:v>
                </c:pt>
                <c:pt idx="1532">
                  <c:v>6.15276271703</c:v>
                </c:pt>
                <c:pt idx="1533">
                  <c:v>6.15276271703</c:v>
                </c:pt>
                <c:pt idx="1534">
                  <c:v>6.15656464441</c:v>
                </c:pt>
                <c:pt idx="1535">
                  <c:v>6.15656464441</c:v>
                </c:pt>
                <c:pt idx="1536">
                  <c:v>6.16701887632</c:v>
                </c:pt>
                <c:pt idx="1537">
                  <c:v>6.16701887632</c:v>
                </c:pt>
                <c:pt idx="1538">
                  <c:v>6.1681099801</c:v>
                </c:pt>
                <c:pt idx="1539">
                  <c:v>6.1681099801</c:v>
                </c:pt>
                <c:pt idx="1540">
                  <c:v>6.17138048226</c:v>
                </c:pt>
                <c:pt idx="1541">
                  <c:v>6.17138048226</c:v>
                </c:pt>
                <c:pt idx="1542">
                  <c:v>6.1714828759</c:v>
                </c:pt>
                <c:pt idx="1543">
                  <c:v>6.1714828759</c:v>
                </c:pt>
                <c:pt idx="1544">
                  <c:v>6.17250384383</c:v>
                </c:pt>
                <c:pt idx="1545">
                  <c:v>6.17250384383</c:v>
                </c:pt>
                <c:pt idx="1546">
                  <c:v>6.17321016714</c:v>
                </c:pt>
                <c:pt idx="1547">
                  <c:v>6.17321016714</c:v>
                </c:pt>
                <c:pt idx="1548">
                  <c:v>6.18042904069</c:v>
                </c:pt>
                <c:pt idx="1549">
                  <c:v>6.18042904069</c:v>
                </c:pt>
                <c:pt idx="1550">
                  <c:v>6.1835527618</c:v>
                </c:pt>
                <c:pt idx="1551">
                  <c:v>6.1835527618</c:v>
                </c:pt>
                <c:pt idx="1552">
                  <c:v>6.2000518676</c:v>
                </c:pt>
                <c:pt idx="1553">
                  <c:v>6.2000518676</c:v>
                </c:pt>
                <c:pt idx="1554">
                  <c:v>6.20282937824</c:v>
                </c:pt>
                <c:pt idx="1555">
                  <c:v>6.20282937824</c:v>
                </c:pt>
                <c:pt idx="1556">
                  <c:v>6.20676287429</c:v>
                </c:pt>
                <c:pt idx="1557">
                  <c:v>6.20676287429</c:v>
                </c:pt>
                <c:pt idx="1558">
                  <c:v>6.20892615418</c:v>
                </c:pt>
                <c:pt idx="1559">
                  <c:v>6.20892615418</c:v>
                </c:pt>
                <c:pt idx="1560">
                  <c:v>6.20985263387</c:v>
                </c:pt>
                <c:pt idx="1561">
                  <c:v>6.20985263387</c:v>
                </c:pt>
                <c:pt idx="1562">
                  <c:v>6.21000119891</c:v>
                </c:pt>
                <c:pt idx="1563">
                  <c:v>6.21000119891</c:v>
                </c:pt>
                <c:pt idx="1564">
                  <c:v>6.21438979484</c:v>
                </c:pt>
                <c:pt idx="1565">
                  <c:v>6.21438979484</c:v>
                </c:pt>
                <c:pt idx="1566">
                  <c:v>6.21534850559</c:v>
                </c:pt>
                <c:pt idx="1567">
                  <c:v>6.21534850559</c:v>
                </c:pt>
                <c:pt idx="1568">
                  <c:v>6.21924278162</c:v>
                </c:pt>
                <c:pt idx="1569">
                  <c:v>6.21924278162</c:v>
                </c:pt>
                <c:pt idx="1570">
                  <c:v>6.22445248419</c:v>
                </c:pt>
                <c:pt idx="1571">
                  <c:v>6.22445248419</c:v>
                </c:pt>
                <c:pt idx="1572">
                  <c:v>6.22750497915</c:v>
                </c:pt>
                <c:pt idx="1573">
                  <c:v>6.22750497915</c:v>
                </c:pt>
                <c:pt idx="1574">
                  <c:v>6.24619488159</c:v>
                </c:pt>
                <c:pt idx="1575">
                  <c:v>6.24619488159</c:v>
                </c:pt>
                <c:pt idx="1576">
                  <c:v>6.25646311213</c:v>
                </c:pt>
                <c:pt idx="1577">
                  <c:v>6.25646311213</c:v>
                </c:pt>
                <c:pt idx="1578">
                  <c:v>6.25782646841</c:v>
                </c:pt>
                <c:pt idx="1579">
                  <c:v>6.25782646841</c:v>
                </c:pt>
                <c:pt idx="1580">
                  <c:v>6.25826198402</c:v>
                </c:pt>
                <c:pt idx="1581">
                  <c:v>6.25826198402</c:v>
                </c:pt>
                <c:pt idx="1582">
                  <c:v>6.25896014797</c:v>
                </c:pt>
                <c:pt idx="1583">
                  <c:v>6.25896014797</c:v>
                </c:pt>
                <c:pt idx="1584">
                  <c:v>6.26705504089</c:v>
                </c:pt>
                <c:pt idx="1585">
                  <c:v>6.26705504089</c:v>
                </c:pt>
                <c:pt idx="1586">
                  <c:v>6.2673633959</c:v>
                </c:pt>
                <c:pt idx="1587">
                  <c:v>6.2673633959</c:v>
                </c:pt>
                <c:pt idx="1588">
                  <c:v>6.27102503006</c:v>
                </c:pt>
                <c:pt idx="1589">
                  <c:v>6.27102503006</c:v>
                </c:pt>
                <c:pt idx="1590">
                  <c:v>6.29187538195</c:v>
                </c:pt>
                <c:pt idx="1591">
                  <c:v>6.29187538195</c:v>
                </c:pt>
                <c:pt idx="1592">
                  <c:v>6.29515440966</c:v>
                </c:pt>
                <c:pt idx="1593">
                  <c:v>6.29515440966</c:v>
                </c:pt>
                <c:pt idx="1594">
                  <c:v>6.3004358821</c:v>
                </c:pt>
                <c:pt idx="1595">
                  <c:v>6.3004358821</c:v>
                </c:pt>
                <c:pt idx="1596">
                  <c:v>6.30388857424</c:v>
                </c:pt>
                <c:pt idx="1597">
                  <c:v>6.30388857424</c:v>
                </c:pt>
                <c:pt idx="1598">
                  <c:v>6.31084520933</c:v>
                </c:pt>
                <c:pt idx="1599">
                  <c:v>6.31084520933</c:v>
                </c:pt>
                <c:pt idx="1600">
                  <c:v>6.31360795264</c:v>
                </c:pt>
                <c:pt idx="1601">
                  <c:v>6.31360795264</c:v>
                </c:pt>
                <c:pt idx="1602">
                  <c:v>6.32057181056</c:v>
                </c:pt>
                <c:pt idx="1603">
                  <c:v>6.32057181056</c:v>
                </c:pt>
                <c:pt idx="1604">
                  <c:v>6.32370190926</c:v>
                </c:pt>
                <c:pt idx="1605">
                  <c:v>6.32370190926</c:v>
                </c:pt>
                <c:pt idx="1606">
                  <c:v>6.33358413244</c:v>
                </c:pt>
                <c:pt idx="1607">
                  <c:v>6.33358413244</c:v>
                </c:pt>
                <c:pt idx="1608">
                  <c:v>6.33843456901</c:v>
                </c:pt>
                <c:pt idx="1609">
                  <c:v>6.33843456901</c:v>
                </c:pt>
                <c:pt idx="1610">
                  <c:v>6.33943344936</c:v>
                </c:pt>
                <c:pt idx="1611">
                  <c:v>6.33943344936</c:v>
                </c:pt>
                <c:pt idx="1612">
                  <c:v>6.34068199768</c:v>
                </c:pt>
                <c:pt idx="1613">
                  <c:v>6.34068199768</c:v>
                </c:pt>
                <c:pt idx="1614">
                  <c:v>6.34875595711</c:v>
                </c:pt>
                <c:pt idx="1615">
                  <c:v>6.34875595711</c:v>
                </c:pt>
                <c:pt idx="1616">
                  <c:v>6.35367427605</c:v>
                </c:pt>
                <c:pt idx="1617">
                  <c:v>6.35367427605</c:v>
                </c:pt>
                <c:pt idx="1618">
                  <c:v>6.35499559038</c:v>
                </c:pt>
                <c:pt idx="1619">
                  <c:v>6.35499559038</c:v>
                </c:pt>
                <c:pt idx="1620">
                  <c:v>6.35513612594</c:v>
                </c:pt>
                <c:pt idx="1621">
                  <c:v>6.35513612594</c:v>
                </c:pt>
                <c:pt idx="1622">
                  <c:v>6.35602525084</c:v>
                </c:pt>
                <c:pt idx="1623">
                  <c:v>6.35602525084</c:v>
                </c:pt>
                <c:pt idx="1624">
                  <c:v>6.35864712701</c:v>
                </c:pt>
                <c:pt idx="1625">
                  <c:v>6.35864712701</c:v>
                </c:pt>
                <c:pt idx="1626">
                  <c:v>6.36708862538</c:v>
                </c:pt>
                <c:pt idx="1627">
                  <c:v>6.36708862538</c:v>
                </c:pt>
                <c:pt idx="1628">
                  <c:v>6.37111811486</c:v>
                </c:pt>
                <c:pt idx="1629">
                  <c:v>6.37111811486</c:v>
                </c:pt>
                <c:pt idx="1630">
                  <c:v>6.37764617858</c:v>
                </c:pt>
                <c:pt idx="1631">
                  <c:v>6.37764617858</c:v>
                </c:pt>
                <c:pt idx="1632">
                  <c:v>6.38630815893</c:v>
                </c:pt>
                <c:pt idx="1633">
                  <c:v>6.38630815893</c:v>
                </c:pt>
                <c:pt idx="1634">
                  <c:v>6.38830840292</c:v>
                </c:pt>
                <c:pt idx="1635">
                  <c:v>6.38830840292</c:v>
                </c:pt>
                <c:pt idx="1636">
                  <c:v>6.38977922626</c:v>
                </c:pt>
                <c:pt idx="1637">
                  <c:v>6.38977922626</c:v>
                </c:pt>
                <c:pt idx="1638">
                  <c:v>6.39134955252</c:v>
                </c:pt>
                <c:pt idx="1639">
                  <c:v>6.39134955252</c:v>
                </c:pt>
                <c:pt idx="1640">
                  <c:v>6.39148580336</c:v>
                </c:pt>
                <c:pt idx="1641">
                  <c:v>6.39148580336</c:v>
                </c:pt>
                <c:pt idx="1642">
                  <c:v>6.39410183018</c:v>
                </c:pt>
                <c:pt idx="1643">
                  <c:v>6.39410183018</c:v>
                </c:pt>
                <c:pt idx="1644">
                  <c:v>6.39562745359</c:v>
                </c:pt>
                <c:pt idx="1645">
                  <c:v>6.39562745359</c:v>
                </c:pt>
                <c:pt idx="1646">
                  <c:v>6.4148751164</c:v>
                </c:pt>
                <c:pt idx="1647">
                  <c:v>6.4148751164</c:v>
                </c:pt>
                <c:pt idx="1648">
                  <c:v>6.41571833019</c:v>
                </c:pt>
                <c:pt idx="1649">
                  <c:v>6.41571833019</c:v>
                </c:pt>
                <c:pt idx="1650">
                  <c:v>6.41966896197</c:v>
                </c:pt>
                <c:pt idx="1651">
                  <c:v>6.41966896197</c:v>
                </c:pt>
                <c:pt idx="1652">
                  <c:v>6.42788516662</c:v>
                </c:pt>
                <c:pt idx="1653">
                  <c:v>6.42788516662</c:v>
                </c:pt>
                <c:pt idx="1654">
                  <c:v>6.43418312005</c:v>
                </c:pt>
                <c:pt idx="1655">
                  <c:v>6.43418312005</c:v>
                </c:pt>
                <c:pt idx="1656">
                  <c:v>6.43958550169</c:v>
                </c:pt>
                <c:pt idx="1657">
                  <c:v>6.43958550169</c:v>
                </c:pt>
                <c:pt idx="1658">
                  <c:v>6.44937153126</c:v>
                </c:pt>
                <c:pt idx="1659">
                  <c:v>6.44937153126</c:v>
                </c:pt>
                <c:pt idx="1660">
                  <c:v>6.45045419657</c:v>
                </c:pt>
                <c:pt idx="1661">
                  <c:v>6.45045419657</c:v>
                </c:pt>
                <c:pt idx="1662">
                  <c:v>6.45155614718</c:v>
                </c:pt>
                <c:pt idx="1663">
                  <c:v>6.45155614718</c:v>
                </c:pt>
                <c:pt idx="1664">
                  <c:v>6.45213362379</c:v>
                </c:pt>
                <c:pt idx="1665">
                  <c:v>6.45213362379</c:v>
                </c:pt>
                <c:pt idx="1666">
                  <c:v>6.45231653411</c:v>
                </c:pt>
                <c:pt idx="1667">
                  <c:v>6.45231653411</c:v>
                </c:pt>
                <c:pt idx="1668">
                  <c:v>6.45237253083</c:v>
                </c:pt>
                <c:pt idx="1669">
                  <c:v>6.45237253083</c:v>
                </c:pt>
                <c:pt idx="1670">
                  <c:v>6.46455564031</c:v>
                </c:pt>
                <c:pt idx="1671">
                  <c:v>6.46455564031</c:v>
                </c:pt>
                <c:pt idx="1672">
                  <c:v>6.46768536555</c:v>
                </c:pt>
                <c:pt idx="1673">
                  <c:v>6.46768536555</c:v>
                </c:pt>
                <c:pt idx="1674">
                  <c:v>6.47442151402</c:v>
                </c:pt>
                <c:pt idx="1675">
                  <c:v>6.47442151402</c:v>
                </c:pt>
                <c:pt idx="1676">
                  <c:v>6.47628804018</c:v>
                </c:pt>
                <c:pt idx="1677">
                  <c:v>6.47628804018</c:v>
                </c:pt>
                <c:pt idx="1678">
                  <c:v>6.47876036723</c:v>
                </c:pt>
                <c:pt idx="1679">
                  <c:v>6.47876036723</c:v>
                </c:pt>
                <c:pt idx="1680">
                  <c:v>6.48199962538</c:v>
                </c:pt>
                <c:pt idx="1681">
                  <c:v>6.48199962538</c:v>
                </c:pt>
                <c:pt idx="1682">
                  <c:v>6.48270638892</c:v>
                </c:pt>
                <c:pt idx="1683">
                  <c:v>6.48270638892</c:v>
                </c:pt>
                <c:pt idx="1684">
                  <c:v>6.48507885761</c:v>
                </c:pt>
                <c:pt idx="1685">
                  <c:v>6.48507885761</c:v>
                </c:pt>
                <c:pt idx="1686">
                  <c:v>6.49260185613</c:v>
                </c:pt>
                <c:pt idx="1687">
                  <c:v>6.49260185613</c:v>
                </c:pt>
                <c:pt idx="1688">
                  <c:v>6.4926048281</c:v>
                </c:pt>
                <c:pt idx="1689">
                  <c:v>6.4926048281</c:v>
                </c:pt>
                <c:pt idx="1690">
                  <c:v>6.49768584037</c:v>
                </c:pt>
                <c:pt idx="1691">
                  <c:v>6.49768584037</c:v>
                </c:pt>
                <c:pt idx="1692">
                  <c:v>6.49913083926</c:v>
                </c:pt>
                <c:pt idx="1693">
                  <c:v>6.49913083926</c:v>
                </c:pt>
                <c:pt idx="1694">
                  <c:v>6.50878791014</c:v>
                </c:pt>
                <c:pt idx="1695">
                  <c:v>6.50878791014</c:v>
                </c:pt>
                <c:pt idx="1696">
                  <c:v>6.51426188217</c:v>
                </c:pt>
                <c:pt idx="1697">
                  <c:v>6.51426188217</c:v>
                </c:pt>
                <c:pt idx="1698">
                  <c:v>6.5146229995</c:v>
                </c:pt>
                <c:pt idx="1699">
                  <c:v>6.5146229995</c:v>
                </c:pt>
                <c:pt idx="1700">
                  <c:v>6.53997511591</c:v>
                </c:pt>
                <c:pt idx="1701">
                  <c:v>6.53997511591</c:v>
                </c:pt>
                <c:pt idx="1702">
                  <c:v>6.55417492076</c:v>
                </c:pt>
                <c:pt idx="1703">
                  <c:v>6.55417492076</c:v>
                </c:pt>
                <c:pt idx="1704">
                  <c:v>6.55616231847</c:v>
                </c:pt>
                <c:pt idx="1705">
                  <c:v>6.55616231847</c:v>
                </c:pt>
                <c:pt idx="1706">
                  <c:v>6.56898959029</c:v>
                </c:pt>
                <c:pt idx="1707">
                  <c:v>6.56898959029</c:v>
                </c:pt>
                <c:pt idx="1708">
                  <c:v>6.57133737274</c:v>
                </c:pt>
                <c:pt idx="1709">
                  <c:v>6.57133737274</c:v>
                </c:pt>
                <c:pt idx="1710">
                  <c:v>6.57650632032</c:v>
                </c:pt>
                <c:pt idx="1711">
                  <c:v>6.57650632032</c:v>
                </c:pt>
                <c:pt idx="1712">
                  <c:v>6.58168912868</c:v>
                </c:pt>
                <c:pt idx="1713">
                  <c:v>6.58168912868</c:v>
                </c:pt>
                <c:pt idx="1714">
                  <c:v>6.60853196385</c:v>
                </c:pt>
                <c:pt idx="1715">
                  <c:v>6.60853196385</c:v>
                </c:pt>
                <c:pt idx="1716">
                  <c:v>6.62036997414</c:v>
                </c:pt>
                <c:pt idx="1717">
                  <c:v>6.62036997414</c:v>
                </c:pt>
                <c:pt idx="1718">
                  <c:v>6.62448280073</c:v>
                </c:pt>
                <c:pt idx="1719">
                  <c:v>6.62448280073</c:v>
                </c:pt>
                <c:pt idx="1720">
                  <c:v>6.63147902895</c:v>
                </c:pt>
                <c:pt idx="1721">
                  <c:v>6.63147902895</c:v>
                </c:pt>
                <c:pt idx="1722">
                  <c:v>6.63892147532</c:v>
                </c:pt>
                <c:pt idx="1723">
                  <c:v>6.63892147532</c:v>
                </c:pt>
                <c:pt idx="1724">
                  <c:v>6.6445993062</c:v>
                </c:pt>
                <c:pt idx="1725">
                  <c:v>6.6445993062</c:v>
                </c:pt>
                <c:pt idx="1726">
                  <c:v>6.65051581086</c:v>
                </c:pt>
                <c:pt idx="1727">
                  <c:v>6.65051581086</c:v>
                </c:pt>
                <c:pt idx="1728">
                  <c:v>6.65970717389</c:v>
                </c:pt>
                <c:pt idx="1729">
                  <c:v>6.65970717389</c:v>
                </c:pt>
                <c:pt idx="1730">
                  <c:v>6.67143726761</c:v>
                </c:pt>
                <c:pt idx="1731">
                  <c:v>6.67143726761</c:v>
                </c:pt>
                <c:pt idx="1732">
                  <c:v>6.67161821742</c:v>
                </c:pt>
                <c:pt idx="1733">
                  <c:v>6.67161821742</c:v>
                </c:pt>
                <c:pt idx="1734">
                  <c:v>6.67257079548</c:v>
                </c:pt>
                <c:pt idx="1735">
                  <c:v>6.67257079548</c:v>
                </c:pt>
                <c:pt idx="1736">
                  <c:v>6.68102107194</c:v>
                </c:pt>
                <c:pt idx="1737">
                  <c:v>6.68102107194</c:v>
                </c:pt>
                <c:pt idx="1738">
                  <c:v>6.68909403143</c:v>
                </c:pt>
                <c:pt idx="1739">
                  <c:v>6.68909403143</c:v>
                </c:pt>
                <c:pt idx="1740">
                  <c:v>6.69431362059</c:v>
                </c:pt>
                <c:pt idx="1741">
                  <c:v>6.69431362059</c:v>
                </c:pt>
                <c:pt idx="1742">
                  <c:v>6.69451395202</c:v>
                </c:pt>
                <c:pt idx="1743">
                  <c:v>6.69451395202</c:v>
                </c:pt>
                <c:pt idx="1744">
                  <c:v>6.69822852487</c:v>
                </c:pt>
                <c:pt idx="1745">
                  <c:v>6.69822852487</c:v>
                </c:pt>
                <c:pt idx="1746">
                  <c:v>6.69960561563</c:v>
                </c:pt>
                <c:pt idx="1747">
                  <c:v>6.69960561563</c:v>
                </c:pt>
                <c:pt idx="1748">
                  <c:v>6.70009902486</c:v>
                </c:pt>
                <c:pt idx="1749">
                  <c:v>6.70009902486</c:v>
                </c:pt>
                <c:pt idx="1750">
                  <c:v>6.70378545799</c:v>
                </c:pt>
                <c:pt idx="1751">
                  <c:v>6.70378545799</c:v>
                </c:pt>
                <c:pt idx="1752">
                  <c:v>6.70502645958</c:v>
                </c:pt>
                <c:pt idx="1753">
                  <c:v>6.70502645958</c:v>
                </c:pt>
                <c:pt idx="1754">
                  <c:v>6.70634816613</c:v>
                </c:pt>
                <c:pt idx="1755">
                  <c:v>6.70634816613</c:v>
                </c:pt>
                <c:pt idx="1756">
                  <c:v>6.70955194972</c:v>
                </c:pt>
                <c:pt idx="1757">
                  <c:v>6.70955194972</c:v>
                </c:pt>
                <c:pt idx="1758">
                  <c:v>6.72268873657</c:v>
                </c:pt>
                <c:pt idx="1759">
                  <c:v>6.72268873657</c:v>
                </c:pt>
                <c:pt idx="1760">
                  <c:v>6.73112227281</c:v>
                </c:pt>
                <c:pt idx="1761">
                  <c:v>6.73112227281</c:v>
                </c:pt>
                <c:pt idx="1762">
                  <c:v>6.73506372439</c:v>
                </c:pt>
                <c:pt idx="1763">
                  <c:v>6.73506372439</c:v>
                </c:pt>
                <c:pt idx="1764">
                  <c:v>6.74053189171</c:v>
                </c:pt>
                <c:pt idx="1765">
                  <c:v>6.74053189171</c:v>
                </c:pt>
                <c:pt idx="1766">
                  <c:v>6.75454600398</c:v>
                </c:pt>
                <c:pt idx="1767">
                  <c:v>6.75454600398</c:v>
                </c:pt>
                <c:pt idx="1768">
                  <c:v>6.75507471746</c:v>
                </c:pt>
                <c:pt idx="1769">
                  <c:v>6.75507471746</c:v>
                </c:pt>
                <c:pt idx="1770">
                  <c:v>6.75738893302</c:v>
                </c:pt>
                <c:pt idx="1771">
                  <c:v>6.75738893302</c:v>
                </c:pt>
                <c:pt idx="1772">
                  <c:v>6.76163671199</c:v>
                </c:pt>
                <c:pt idx="1773">
                  <c:v>6.76163671199</c:v>
                </c:pt>
                <c:pt idx="1774">
                  <c:v>6.77031129805</c:v>
                </c:pt>
                <c:pt idx="1775">
                  <c:v>6.77031129805</c:v>
                </c:pt>
                <c:pt idx="1776">
                  <c:v>6.77712254456</c:v>
                </c:pt>
                <c:pt idx="1777">
                  <c:v>6.77712254456</c:v>
                </c:pt>
                <c:pt idx="1778">
                  <c:v>6.78098546418</c:v>
                </c:pt>
                <c:pt idx="1779">
                  <c:v>6.78098546418</c:v>
                </c:pt>
                <c:pt idx="1780">
                  <c:v>6.78161701122</c:v>
                </c:pt>
                <c:pt idx="1781">
                  <c:v>6.78161701122</c:v>
                </c:pt>
                <c:pt idx="1782">
                  <c:v>6.78490736609</c:v>
                </c:pt>
                <c:pt idx="1783">
                  <c:v>6.78490736609</c:v>
                </c:pt>
                <c:pt idx="1784">
                  <c:v>6.78573160502</c:v>
                </c:pt>
                <c:pt idx="1785">
                  <c:v>6.78573160502</c:v>
                </c:pt>
                <c:pt idx="1786">
                  <c:v>6.79706402876</c:v>
                </c:pt>
                <c:pt idx="1787">
                  <c:v>6.79706402876</c:v>
                </c:pt>
                <c:pt idx="1788">
                  <c:v>6.80146816021</c:v>
                </c:pt>
                <c:pt idx="1789">
                  <c:v>6.80146816021</c:v>
                </c:pt>
                <c:pt idx="1790">
                  <c:v>6.80717249105</c:v>
                </c:pt>
                <c:pt idx="1791">
                  <c:v>6.80717249105</c:v>
                </c:pt>
                <c:pt idx="1792">
                  <c:v>6.80898071049</c:v>
                </c:pt>
                <c:pt idx="1793">
                  <c:v>6.80898071049</c:v>
                </c:pt>
                <c:pt idx="1794">
                  <c:v>6.80930316214</c:v>
                </c:pt>
                <c:pt idx="1795">
                  <c:v>6.80930316214</c:v>
                </c:pt>
                <c:pt idx="1796">
                  <c:v>6.81436336761</c:v>
                </c:pt>
                <c:pt idx="1797">
                  <c:v>6.81436336761</c:v>
                </c:pt>
                <c:pt idx="1798">
                  <c:v>6.82113047429</c:v>
                </c:pt>
                <c:pt idx="1799">
                  <c:v>6.82113047429</c:v>
                </c:pt>
                <c:pt idx="1800">
                  <c:v>6.82701623673</c:v>
                </c:pt>
                <c:pt idx="1801">
                  <c:v>6.82701623673</c:v>
                </c:pt>
                <c:pt idx="1802">
                  <c:v>6.82755239155</c:v>
                </c:pt>
                <c:pt idx="1803">
                  <c:v>6.82755239155</c:v>
                </c:pt>
                <c:pt idx="1804">
                  <c:v>6.82766086437</c:v>
                </c:pt>
                <c:pt idx="1805">
                  <c:v>6.82766086437</c:v>
                </c:pt>
                <c:pt idx="1806">
                  <c:v>6.82863656984</c:v>
                </c:pt>
                <c:pt idx="1807">
                  <c:v>6.82863656984</c:v>
                </c:pt>
                <c:pt idx="1808">
                  <c:v>6.83693504295</c:v>
                </c:pt>
                <c:pt idx="1809">
                  <c:v>6.83693504295</c:v>
                </c:pt>
                <c:pt idx="1810">
                  <c:v>6.84485438999</c:v>
                </c:pt>
                <c:pt idx="1811">
                  <c:v>6.84485438999</c:v>
                </c:pt>
                <c:pt idx="1812">
                  <c:v>6.85895153338</c:v>
                </c:pt>
                <c:pt idx="1813">
                  <c:v>6.85895153338</c:v>
                </c:pt>
                <c:pt idx="1814">
                  <c:v>6.85919962999</c:v>
                </c:pt>
                <c:pt idx="1815">
                  <c:v>6.85919962999</c:v>
                </c:pt>
                <c:pt idx="1816">
                  <c:v>6.8654528979</c:v>
                </c:pt>
                <c:pt idx="1817">
                  <c:v>6.8654528979</c:v>
                </c:pt>
                <c:pt idx="1818">
                  <c:v>6.87404665677</c:v>
                </c:pt>
                <c:pt idx="1819">
                  <c:v>6.87404665677</c:v>
                </c:pt>
                <c:pt idx="1820">
                  <c:v>6.87806268624</c:v>
                </c:pt>
                <c:pt idx="1821">
                  <c:v>6.87806268624</c:v>
                </c:pt>
                <c:pt idx="1822">
                  <c:v>6.87944364041</c:v>
                </c:pt>
                <c:pt idx="1823">
                  <c:v>6.87944364041</c:v>
                </c:pt>
                <c:pt idx="1824">
                  <c:v>6.88993815913</c:v>
                </c:pt>
                <c:pt idx="1825">
                  <c:v>6.88993815913</c:v>
                </c:pt>
                <c:pt idx="1826">
                  <c:v>6.89264134056</c:v>
                </c:pt>
                <c:pt idx="1827">
                  <c:v>6.89264134056</c:v>
                </c:pt>
                <c:pt idx="1828">
                  <c:v>6.89385690687</c:v>
                </c:pt>
                <c:pt idx="1829">
                  <c:v>6.89385690687</c:v>
                </c:pt>
                <c:pt idx="1830">
                  <c:v>6.89446512282</c:v>
                </c:pt>
                <c:pt idx="1831">
                  <c:v>6.89446512282</c:v>
                </c:pt>
                <c:pt idx="1832">
                  <c:v>6.89541034152</c:v>
                </c:pt>
                <c:pt idx="1833">
                  <c:v>6.89541034152</c:v>
                </c:pt>
                <c:pt idx="1834">
                  <c:v>6.8963674877</c:v>
                </c:pt>
                <c:pt idx="1835">
                  <c:v>6.8963674877</c:v>
                </c:pt>
                <c:pt idx="1836">
                  <c:v>6.90314084232</c:v>
                </c:pt>
                <c:pt idx="1837">
                  <c:v>6.90314084232</c:v>
                </c:pt>
                <c:pt idx="1838">
                  <c:v>6.90319909313</c:v>
                </c:pt>
                <c:pt idx="1839">
                  <c:v>6.90319909313</c:v>
                </c:pt>
                <c:pt idx="1840">
                  <c:v>6.9093803069</c:v>
                </c:pt>
                <c:pt idx="1841">
                  <c:v>6.9093803069</c:v>
                </c:pt>
                <c:pt idx="1842">
                  <c:v>6.91618580073</c:v>
                </c:pt>
                <c:pt idx="1843">
                  <c:v>6.91618580073</c:v>
                </c:pt>
                <c:pt idx="1844">
                  <c:v>6.92048208421</c:v>
                </c:pt>
                <c:pt idx="1845">
                  <c:v>6.92048208421</c:v>
                </c:pt>
                <c:pt idx="1846">
                  <c:v>6.92300811556</c:v>
                </c:pt>
                <c:pt idx="1847">
                  <c:v>6.92300811556</c:v>
                </c:pt>
                <c:pt idx="1848">
                  <c:v>6.92387027535</c:v>
                </c:pt>
                <c:pt idx="1849">
                  <c:v>6.92387027535</c:v>
                </c:pt>
                <c:pt idx="1850">
                  <c:v>6.93035061969</c:v>
                </c:pt>
                <c:pt idx="1851">
                  <c:v>6.93035061969</c:v>
                </c:pt>
                <c:pt idx="1852">
                  <c:v>6.93253843739</c:v>
                </c:pt>
                <c:pt idx="1853">
                  <c:v>6.93253843739</c:v>
                </c:pt>
                <c:pt idx="1854">
                  <c:v>6.93998686035</c:v>
                </c:pt>
                <c:pt idx="1855">
                  <c:v>6.93998686035</c:v>
                </c:pt>
                <c:pt idx="1856">
                  <c:v>6.96856783523</c:v>
                </c:pt>
                <c:pt idx="1857">
                  <c:v>6.96856783523</c:v>
                </c:pt>
                <c:pt idx="1858">
                  <c:v>6.97190129029</c:v>
                </c:pt>
                <c:pt idx="1859">
                  <c:v>6.97190129029</c:v>
                </c:pt>
                <c:pt idx="1860">
                  <c:v>6.97992416285</c:v>
                </c:pt>
                <c:pt idx="1861">
                  <c:v>6.97992416285</c:v>
                </c:pt>
                <c:pt idx="1862">
                  <c:v>6.98067627842</c:v>
                </c:pt>
                <c:pt idx="1863">
                  <c:v>6.98067627842</c:v>
                </c:pt>
                <c:pt idx="1864">
                  <c:v>6.98194908069</c:v>
                </c:pt>
                <c:pt idx="1865">
                  <c:v>6.98194908069</c:v>
                </c:pt>
                <c:pt idx="1866">
                  <c:v>6.98398591882</c:v>
                </c:pt>
                <c:pt idx="1867">
                  <c:v>6.98398591882</c:v>
                </c:pt>
                <c:pt idx="1868">
                  <c:v>6.98686146391</c:v>
                </c:pt>
                <c:pt idx="1869">
                  <c:v>6.98686146391</c:v>
                </c:pt>
                <c:pt idx="1870">
                  <c:v>6.99543268053</c:v>
                </c:pt>
                <c:pt idx="1871">
                  <c:v>6.99543268053</c:v>
                </c:pt>
                <c:pt idx="1872">
                  <c:v>6.99724083914</c:v>
                </c:pt>
                <c:pt idx="1873">
                  <c:v>6.99724083914</c:v>
                </c:pt>
                <c:pt idx="1874">
                  <c:v>7.00204003558</c:v>
                </c:pt>
                <c:pt idx="1875">
                  <c:v>7.00204003558</c:v>
                </c:pt>
                <c:pt idx="1876">
                  <c:v>7.00374488492</c:v>
                </c:pt>
                <c:pt idx="1877">
                  <c:v>7.00374488492</c:v>
                </c:pt>
                <c:pt idx="1878">
                  <c:v>7.01153057824</c:v>
                </c:pt>
                <c:pt idx="1879">
                  <c:v>7.01153057824</c:v>
                </c:pt>
                <c:pt idx="1880">
                  <c:v>7.01335566262</c:v>
                </c:pt>
                <c:pt idx="1881">
                  <c:v>7.01335566262</c:v>
                </c:pt>
                <c:pt idx="1882">
                  <c:v>7.0216228212</c:v>
                </c:pt>
                <c:pt idx="1883">
                  <c:v>7.0216228212</c:v>
                </c:pt>
                <c:pt idx="1884">
                  <c:v>7.02432547177</c:v>
                </c:pt>
                <c:pt idx="1885">
                  <c:v>7.02432547177</c:v>
                </c:pt>
                <c:pt idx="1886">
                  <c:v>7.02574680717</c:v>
                </c:pt>
                <c:pt idx="1887">
                  <c:v>7.02574680717</c:v>
                </c:pt>
                <c:pt idx="1888">
                  <c:v>7.04037662713</c:v>
                </c:pt>
                <c:pt idx="1889">
                  <c:v>7.04037662713</c:v>
                </c:pt>
                <c:pt idx="1890">
                  <c:v>7.04229162453</c:v>
                </c:pt>
                <c:pt idx="1891">
                  <c:v>7.04229162453</c:v>
                </c:pt>
                <c:pt idx="1892">
                  <c:v>7.04236031312</c:v>
                </c:pt>
                <c:pt idx="1893">
                  <c:v>7.04236031312</c:v>
                </c:pt>
                <c:pt idx="1894">
                  <c:v>7.04671564512</c:v>
                </c:pt>
                <c:pt idx="1895">
                  <c:v>7.04671564512</c:v>
                </c:pt>
                <c:pt idx="1896">
                  <c:v>7.05592873017</c:v>
                </c:pt>
                <c:pt idx="1897">
                  <c:v>7.05592873017</c:v>
                </c:pt>
                <c:pt idx="1898">
                  <c:v>7.06138380349</c:v>
                </c:pt>
                <c:pt idx="1899">
                  <c:v>7.06138380349</c:v>
                </c:pt>
                <c:pt idx="1900">
                  <c:v>7.06306595586</c:v>
                </c:pt>
                <c:pt idx="1901">
                  <c:v>7.06306595586</c:v>
                </c:pt>
                <c:pt idx="1902">
                  <c:v>7.0661630967</c:v>
                </c:pt>
                <c:pt idx="1903">
                  <c:v>7.0661630967</c:v>
                </c:pt>
                <c:pt idx="1904">
                  <c:v>7.07128355795</c:v>
                </c:pt>
                <c:pt idx="1905">
                  <c:v>7.07128355795</c:v>
                </c:pt>
                <c:pt idx="1906">
                  <c:v>7.08466544847</c:v>
                </c:pt>
                <c:pt idx="1907">
                  <c:v>7.08466544847</c:v>
                </c:pt>
                <c:pt idx="1908">
                  <c:v>7.08545080541</c:v>
                </c:pt>
                <c:pt idx="1909">
                  <c:v>7.08545080541</c:v>
                </c:pt>
                <c:pt idx="1910">
                  <c:v>7.09051916563</c:v>
                </c:pt>
                <c:pt idx="1911">
                  <c:v>7.09051916563</c:v>
                </c:pt>
                <c:pt idx="1912">
                  <c:v>7.09096219885</c:v>
                </c:pt>
                <c:pt idx="1913">
                  <c:v>7.09096219885</c:v>
                </c:pt>
                <c:pt idx="1914">
                  <c:v>7.1040742497</c:v>
                </c:pt>
                <c:pt idx="1915">
                  <c:v>7.1040742497</c:v>
                </c:pt>
                <c:pt idx="1916">
                  <c:v>7.10925472099</c:v>
                </c:pt>
                <c:pt idx="1917">
                  <c:v>7.10925472099</c:v>
                </c:pt>
                <c:pt idx="1918">
                  <c:v>7.11376004383</c:v>
                </c:pt>
                <c:pt idx="1919">
                  <c:v>7.11376004383</c:v>
                </c:pt>
                <c:pt idx="1920">
                  <c:v>7.11692050865</c:v>
                </c:pt>
                <c:pt idx="1921">
                  <c:v>7.11692050865</c:v>
                </c:pt>
                <c:pt idx="1922">
                  <c:v>7.12718888712</c:v>
                </c:pt>
                <c:pt idx="1923">
                  <c:v>7.12718888712</c:v>
                </c:pt>
                <c:pt idx="1924">
                  <c:v>7.13360517795</c:v>
                </c:pt>
                <c:pt idx="1925">
                  <c:v>7.13360517795</c:v>
                </c:pt>
                <c:pt idx="1926">
                  <c:v>7.1413847146</c:v>
                </c:pt>
                <c:pt idx="1927">
                  <c:v>7.1413847146</c:v>
                </c:pt>
                <c:pt idx="1928">
                  <c:v>7.15724345616</c:v>
                </c:pt>
                <c:pt idx="1929">
                  <c:v>7.15724345616</c:v>
                </c:pt>
                <c:pt idx="1930">
                  <c:v>7.16273852296</c:v>
                </c:pt>
                <c:pt idx="1931">
                  <c:v>7.16273852296</c:v>
                </c:pt>
                <c:pt idx="1932">
                  <c:v>7.17213532326</c:v>
                </c:pt>
                <c:pt idx="1933">
                  <c:v>7.17213532326</c:v>
                </c:pt>
                <c:pt idx="1934">
                  <c:v>7.17376703603</c:v>
                </c:pt>
                <c:pt idx="1935">
                  <c:v>7.17376703603</c:v>
                </c:pt>
                <c:pt idx="1936">
                  <c:v>7.17469590519</c:v>
                </c:pt>
                <c:pt idx="1937">
                  <c:v>7.17469590519</c:v>
                </c:pt>
                <c:pt idx="1938">
                  <c:v>7.18059759737</c:v>
                </c:pt>
                <c:pt idx="1939">
                  <c:v>7.18059759737</c:v>
                </c:pt>
                <c:pt idx="1940">
                  <c:v>7.18115922754</c:v>
                </c:pt>
                <c:pt idx="1941">
                  <c:v>7.18115922754</c:v>
                </c:pt>
                <c:pt idx="1942">
                  <c:v>7.18152561067</c:v>
                </c:pt>
                <c:pt idx="1943">
                  <c:v>7.18152561067</c:v>
                </c:pt>
                <c:pt idx="1944">
                  <c:v>7.18357847332</c:v>
                </c:pt>
                <c:pt idx="1945">
                  <c:v>7.18357847332</c:v>
                </c:pt>
                <c:pt idx="1946">
                  <c:v>7.19296390135</c:v>
                </c:pt>
                <c:pt idx="1947">
                  <c:v>7.19296390135</c:v>
                </c:pt>
                <c:pt idx="1948">
                  <c:v>7.19302817395</c:v>
                </c:pt>
                <c:pt idx="1949">
                  <c:v>7.19302817395</c:v>
                </c:pt>
                <c:pt idx="1950">
                  <c:v>7.2006348551</c:v>
                </c:pt>
                <c:pt idx="1951">
                  <c:v>7.2006348551</c:v>
                </c:pt>
                <c:pt idx="1952">
                  <c:v>7.20337836379</c:v>
                </c:pt>
                <c:pt idx="1953">
                  <c:v>7.20337836379</c:v>
                </c:pt>
                <c:pt idx="1954">
                  <c:v>7.21008501338</c:v>
                </c:pt>
                <c:pt idx="1955">
                  <c:v>7.21008501338</c:v>
                </c:pt>
                <c:pt idx="1956">
                  <c:v>7.2185822905</c:v>
                </c:pt>
                <c:pt idx="1957">
                  <c:v>7.2185822905</c:v>
                </c:pt>
                <c:pt idx="1958">
                  <c:v>7.23720036954</c:v>
                </c:pt>
                <c:pt idx="1959">
                  <c:v>7.23720036954</c:v>
                </c:pt>
                <c:pt idx="1960">
                  <c:v>7.24741974997</c:v>
                </c:pt>
                <c:pt idx="1961">
                  <c:v>7.24741974997</c:v>
                </c:pt>
                <c:pt idx="1962">
                  <c:v>7.24929757362</c:v>
                </c:pt>
                <c:pt idx="1963">
                  <c:v>7.24929757362</c:v>
                </c:pt>
                <c:pt idx="1964">
                  <c:v>7.25259947516</c:v>
                </c:pt>
                <c:pt idx="1965">
                  <c:v>7.25259947516</c:v>
                </c:pt>
                <c:pt idx="1966">
                  <c:v>7.25750069658</c:v>
                </c:pt>
                <c:pt idx="1967">
                  <c:v>7.25750069658</c:v>
                </c:pt>
                <c:pt idx="1968">
                  <c:v>7.26467741918</c:v>
                </c:pt>
                <c:pt idx="1969">
                  <c:v>7.26467741918</c:v>
                </c:pt>
                <c:pt idx="1970">
                  <c:v>7.27720230372</c:v>
                </c:pt>
                <c:pt idx="1971">
                  <c:v>7.27720230372</c:v>
                </c:pt>
                <c:pt idx="1972">
                  <c:v>7.29567008997</c:v>
                </c:pt>
                <c:pt idx="1973">
                  <c:v>7.29567008997</c:v>
                </c:pt>
                <c:pt idx="1974">
                  <c:v>7.29678834758</c:v>
                </c:pt>
                <c:pt idx="1975">
                  <c:v>7.29678834758</c:v>
                </c:pt>
                <c:pt idx="1976">
                  <c:v>7.29722740467</c:v>
                </c:pt>
                <c:pt idx="1977">
                  <c:v>7.29722740467</c:v>
                </c:pt>
                <c:pt idx="1978">
                  <c:v>7.29781831716</c:v>
                </c:pt>
                <c:pt idx="1979">
                  <c:v>7.29781831716</c:v>
                </c:pt>
                <c:pt idx="1980">
                  <c:v>7.30118124662</c:v>
                </c:pt>
                <c:pt idx="1981">
                  <c:v>7.30118124662</c:v>
                </c:pt>
                <c:pt idx="1982">
                  <c:v>7.30141818845</c:v>
                </c:pt>
                <c:pt idx="1983">
                  <c:v>7.30141818845</c:v>
                </c:pt>
                <c:pt idx="1984">
                  <c:v>7.30472534174</c:v>
                </c:pt>
                <c:pt idx="1985">
                  <c:v>7.30472534174</c:v>
                </c:pt>
                <c:pt idx="1986">
                  <c:v>7.30863783338</c:v>
                </c:pt>
                <c:pt idx="1987">
                  <c:v>7.30863783338</c:v>
                </c:pt>
                <c:pt idx="1988">
                  <c:v>7.31741948018</c:v>
                </c:pt>
                <c:pt idx="1989">
                  <c:v>7.31741948018</c:v>
                </c:pt>
                <c:pt idx="1990">
                  <c:v>7.3225940433</c:v>
                </c:pt>
                <c:pt idx="1991">
                  <c:v>7.3225940433</c:v>
                </c:pt>
                <c:pt idx="1992">
                  <c:v>7.32570422427</c:v>
                </c:pt>
                <c:pt idx="1993">
                  <c:v>7.32570422427</c:v>
                </c:pt>
                <c:pt idx="1994">
                  <c:v>7.32763116168</c:v>
                </c:pt>
                <c:pt idx="1995">
                  <c:v>7.32763116168</c:v>
                </c:pt>
                <c:pt idx="1996">
                  <c:v>7.33274044465</c:v>
                </c:pt>
                <c:pt idx="1997">
                  <c:v>7.33274044465</c:v>
                </c:pt>
                <c:pt idx="1998">
                  <c:v>7.34396605086</c:v>
                </c:pt>
                <c:pt idx="1999">
                  <c:v>7.34396605086</c:v>
                </c:pt>
                <c:pt idx="2000">
                  <c:v>7.35172188645</c:v>
                </c:pt>
                <c:pt idx="2001">
                  <c:v>7.35172188645</c:v>
                </c:pt>
                <c:pt idx="2002">
                  <c:v>7.35907128957</c:v>
                </c:pt>
                <c:pt idx="2003">
                  <c:v>7.35907128957</c:v>
                </c:pt>
                <c:pt idx="2004">
                  <c:v>7.36964159015</c:v>
                </c:pt>
                <c:pt idx="2005">
                  <c:v>7.36964159015</c:v>
                </c:pt>
                <c:pt idx="2006">
                  <c:v>7.37392352331</c:v>
                </c:pt>
                <c:pt idx="2007">
                  <c:v>7.37392352331</c:v>
                </c:pt>
                <c:pt idx="2008">
                  <c:v>7.37606124853</c:v>
                </c:pt>
                <c:pt idx="2009">
                  <c:v>7.37606124853</c:v>
                </c:pt>
                <c:pt idx="2010">
                  <c:v>7.38294855816</c:v>
                </c:pt>
                <c:pt idx="2011">
                  <c:v>7.38294855816</c:v>
                </c:pt>
                <c:pt idx="2012">
                  <c:v>7.39310856112</c:v>
                </c:pt>
                <c:pt idx="2013">
                  <c:v>7.39310856112</c:v>
                </c:pt>
                <c:pt idx="2014">
                  <c:v>7.3990894611</c:v>
                </c:pt>
                <c:pt idx="2015">
                  <c:v>7.3990894611</c:v>
                </c:pt>
                <c:pt idx="2016">
                  <c:v>7.40710572153</c:v>
                </c:pt>
                <c:pt idx="2017">
                  <c:v>7.40710572153</c:v>
                </c:pt>
                <c:pt idx="2018">
                  <c:v>7.44347771255</c:v>
                </c:pt>
                <c:pt idx="2019">
                  <c:v>7.44347771255</c:v>
                </c:pt>
                <c:pt idx="2020">
                  <c:v>7.45235290748</c:v>
                </c:pt>
                <c:pt idx="2021">
                  <c:v>7.45235290748</c:v>
                </c:pt>
                <c:pt idx="2022">
                  <c:v>7.4609945471</c:v>
                </c:pt>
                <c:pt idx="2023">
                  <c:v>7.4609945471</c:v>
                </c:pt>
                <c:pt idx="2024">
                  <c:v>7.46725275503</c:v>
                </c:pt>
                <c:pt idx="2025">
                  <c:v>7.46725275503</c:v>
                </c:pt>
                <c:pt idx="2026">
                  <c:v>7.46832449705</c:v>
                </c:pt>
                <c:pt idx="2027">
                  <c:v>7.46832449705</c:v>
                </c:pt>
                <c:pt idx="2028">
                  <c:v>7.47215148635</c:v>
                </c:pt>
                <c:pt idx="2029">
                  <c:v>7.47215148635</c:v>
                </c:pt>
                <c:pt idx="2030">
                  <c:v>7.47394022075</c:v>
                </c:pt>
                <c:pt idx="2031">
                  <c:v>7.47394022075</c:v>
                </c:pt>
                <c:pt idx="2032">
                  <c:v>7.47888008087</c:v>
                </c:pt>
                <c:pt idx="2033">
                  <c:v>7.47888008087</c:v>
                </c:pt>
                <c:pt idx="2034">
                  <c:v>7.47917660044</c:v>
                </c:pt>
                <c:pt idx="2035">
                  <c:v>7.47917660044</c:v>
                </c:pt>
                <c:pt idx="2036">
                  <c:v>7.48178857083</c:v>
                </c:pt>
                <c:pt idx="2037">
                  <c:v>7.48178857083</c:v>
                </c:pt>
                <c:pt idx="2038">
                  <c:v>7.48496030477</c:v>
                </c:pt>
                <c:pt idx="2039">
                  <c:v>7.48496030477</c:v>
                </c:pt>
                <c:pt idx="2040">
                  <c:v>7.48530092812</c:v>
                </c:pt>
                <c:pt idx="2041">
                  <c:v>7.48530092812</c:v>
                </c:pt>
                <c:pt idx="2042">
                  <c:v>7.48644492815</c:v>
                </c:pt>
                <c:pt idx="2043">
                  <c:v>7.48644492815</c:v>
                </c:pt>
                <c:pt idx="2044">
                  <c:v>7.48713279296</c:v>
                </c:pt>
                <c:pt idx="2045">
                  <c:v>7.48713279296</c:v>
                </c:pt>
                <c:pt idx="2046">
                  <c:v>7.49653678895</c:v>
                </c:pt>
                <c:pt idx="2047">
                  <c:v>7.49653678895</c:v>
                </c:pt>
                <c:pt idx="2048">
                  <c:v>7.50125983916</c:v>
                </c:pt>
                <c:pt idx="2049">
                  <c:v>7.50125983916</c:v>
                </c:pt>
                <c:pt idx="2050">
                  <c:v>7.50341780966</c:v>
                </c:pt>
                <c:pt idx="2051">
                  <c:v>7.50341780966</c:v>
                </c:pt>
                <c:pt idx="2052">
                  <c:v>7.50364216388</c:v>
                </c:pt>
                <c:pt idx="2053">
                  <c:v>7.50364216388</c:v>
                </c:pt>
                <c:pt idx="2054">
                  <c:v>7.52048184605</c:v>
                </c:pt>
                <c:pt idx="2055">
                  <c:v>7.52048184605</c:v>
                </c:pt>
                <c:pt idx="2056">
                  <c:v>7.53058786255</c:v>
                </c:pt>
                <c:pt idx="2057">
                  <c:v>7.53058786255</c:v>
                </c:pt>
                <c:pt idx="2058">
                  <c:v>7.53445210135</c:v>
                </c:pt>
                <c:pt idx="2059">
                  <c:v>7.53445210135</c:v>
                </c:pt>
                <c:pt idx="2060">
                  <c:v>7.54358235402</c:v>
                </c:pt>
                <c:pt idx="2061">
                  <c:v>7.54358235402</c:v>
                </c:pt>
                <c:pt idx="2062">
                  <c:v>7.5475098135</c:v>
                </c:pt>
                <c:pt idx="2063">
                  <c:v>7.5475098135</c:v>
                </c:pt>
                <c:pt idx="2064">
                  <c:v>7.54889856584</c:v>
                </c:pt>
                <c:pt idx="2065">
                  <c:v>7.54889856584</c:v>
                </c:pt>
                <c:pt idx="2066">
                  <c:v>7.54904164608</c:v>
                </c:pt>
                <c:pt idx="2067">
                  <c:v>7.54904164608</c:v>
                </c:pt>
                <c:pt idx="2068">
                  <c:v>7.54993223327</c:v>
                </c:pt>
                <c:pt idx="2069">
                  <c:v>7.54993223327</c:v>
                </c:pt>
                <c:pt idx="2070">
                  <c:v>7.56313472493</c:v>
                </c:pt>
                <c:pt idx="2071">
                  <c:v>7.56313472493</c:v>
                </c:pt>
                <c:pt idx="2072">
                  <c:v>7.56500769269</c:v>
                </c:pt>
                <c:pt idx="2073">
                  <c:v>7.56500769269</c:v>
                </c:pt>
                <c:pt idx="2074">
                  <c:v>7.57157427684</c:v>
                </c:pt>
                <c:pt idx="2075">
                  <c:v>7.57157427684</c:v>
                </c:pt>
                <c:pt idx="2076">
                  <c:v>7.58452238251</c:v>
                </c:pt>
                <c:pt idx="2077">
                  <c:v>7.58452238251</c:v>
                </c:pt>
                <c:pt idx="2078">
                  <c:v>7.59723862911</c:v>
                </c:pt>
                <c:pt idx="2079">
                  <c:v>7.59723862911</c:v>
                </c:pt>
                <c:pt idx="2080">
                  <c:v>7.6068936123</c:v>
                </c:pt>
                <c:pt idx="2081">
                  <c:v>7.6068936123</c:v>
                </c:pt>
                <c:pt idx="2082">
                  <c:v>7.61205774943</c:v>
                </c:pt>
                <c:pt idx="2083">
                  <c:v>7.61205774943</c:v>
                </c:pt>
                <c:pt idx="2084">
                  <c:v>7.61547353271</c:v>
                </c:pt>
                <c:pt idx="2085">
                  <c:v>7.61547353271</c:v>
                </c:pt>
                <c:pt idx="2086">
                  <c:v>7.61648050917</c:v>
                </c:pt>
                <c:pt idx="2087">
                  <c:v>7.61648050917</c:v>
                </c:pt>
                <c:pt idx="2088">
                  <c:v>7.62071950693</c:v>
                </c:pt>
                <c:pt idx="2089">
                  <c:v>7.62071950693</c:v>
                </c:pt>
                <c:pt idx="2090">
                  <c:v>7.64799184856</c:v>
                </c:pt>
                <c:pt idx="2091">
                  <c:v>7.64799184856</c:v>
                </c:pt>
                <c:pt idx="2092">
                  <c:v>7.65261038504</c:v>
                </c:pt>
                <c:pt idx="2093">
                  <c:v>7.65261038504</c:v>
                </c:pt>
                <c:pt idx="2094">
                  <c:v>7.66132214836</c:v>
                </c:pt>
                <c:pt idx="2095">
                  <c:v>7.66132214836</c:v>
                </c:pt>
                <c:pt idx="2096">
                  <c:v>7.66435727985</c:v>
                </c:pt>
                <c:pt idx="2097">
                  <c:v>7.66435727985</c:v>
                </c:pt>
                <c:pt idx="2098">
                  <c:v>7.67394274152</c:v>
                </c:pt>
                <c:pt idx="2099">
                  <c:v>7.67394274152</c:v>
                </c:pt>
                <c:pt idx="2100">
                  <c:v>7.67740173224</c:v>
                </c:pt>
                <c:pt idx="2101">
                  <c:v>7.67740173224</c:v>
                </c:pt>
                <c:pt idx="2102">
                  <c:v>7.68445934506</c:v>
                </c:pt>
                <c:pt idx="2103">
                  <c:v>7.68445934506</c:v>
                </c:pt>
                <c:pt idx="2104">
                  <c:v>7.69473852657</c:v>
                </c:pt>
                <c:pt idx="2105">
                  <c:v>7.69473852657</c:v>
                </c:pt>
                <c:pt idx="2106">
                  <c:v>7.69510697574</c:v>
                </c:pt>
                <c:pt idx="2107">
                  <c:v>7.69510697574</c:v>
                </c:pt>
                <c:pt idx="2108">
                  <c:v>7.69965407382</c:v>
                </c:pt>
                <c:pt idx="2109">
                  <c:v>7.69965407382</c:v>
                </c:pt>
                <c:pt idx="2110">
                  <c:v>7.70117929831</c:v>
                </c:pt>
                <c:pt idx="2111">
                  <c:v>7.70117929831</c:v>
                </c:pt>
                <c:pt idx="2112">
                  <c:v>7.70373998852</c:v>
                </c:pt>
                <c:pt idx="2113">
                  <c:v>7.70373998852</c:v>
                </c:pt>
                <c:pt idx="2114">
                  <c:v>7.72012107255</c:v>
                </c:pt>
                <c:pt idx="2115">
                  <c:v>7.72012107255</c:v>
                </c:pt>
                <c:pt idx="2116">
                  <c:v>7.72908168232</c:v>
                </c:pt>
                <c:pt idx="2117">
                  <c:v>7.72908168232</c:v>
                </c:pt>
                <c:pt idx="2118">
                  <c:v>7.73900352539</c:v>
                </c:pt>
                <c:pt idx="2119">
                  <c:v>7.73900352539</c:v>
                </c:pt>
                <c:pt idx="2120">
                  <c:v>7.74209642489</c:v>
                </c:pt>
                <c:pt idx="2121">
                  <c:v>7.74209642489</c:v>
                </c:pt>
                <c:pt idx="2122">
                  <c:v>7.75981080968</c:v>
                </c:pt>
                <c:pt idx="2123">
                  <c:v>7.75981080968</c:v>
                </c:pt>
                <c:pt idx="2124">
                  <c:v>7.76339031279</c:v>
                </c:pt>
                <c:pt idx="2125">
                  <c:v>7.76339031279</c:v>
                </c:pt>
                <c:pt idx="2126">
                  <c:v>7.76802069057</c:v>
                </c:pt>
                <c:pt idx="2127">
                  <c:v>7.76802069057</c:v>
                </c:pt>
                <c:pt idx="2128">
                  <c:v>7.76881975705</c:v>
                </c:pt>
                <c:pt idx="2129">
                  <c:v>7.76881975705</c:v>
                </c:pt>
                <c:pt idx="2130">
                  <c:v>7.7865453518</c:v>
                </c:pt>
                <c:pt idx="2131">
                  <c:v>7.7865453518</c:v>
                </c:pt>
                <c:pt idx="2132">
                  <c:v>7.78702018569</c:v>
                </c:pt>
                <c:pt idx="2133">
                  <c:v>7.78702018569</c:v>
                </c:pt>
                <c:pt idx="2134">
                  <c:v>7.78801383334</c:v>
                </c:pt>
                <c:pt idx="2135">
                  <c:v>7.78801383334</c:v>
                </c:pt>
                <c:pt idx="2136">
                  <c:v>7.79262562653</c:v>
                </c:pt>
                <c:pt idx="2137">
                  <c:v>7.79262562653</c:v>
                </c:pt>
                <c:pt idx="2138">
                  <c:v>7.80035557922</c:v>
                </c:pt>
                <c:pt idx="2139">
                  <c:v>7.80035557922</c:v>
                </c:pt>
                <c:pt idx="2140">
                  <c:v>7.80172510932</c:v>
                </c:pt>
                <c:pt idx="2141">
                  <c:v>7.80172510932</c:v>
                </c:pt>
                <c:pt idx="2142">
                  <c:v>7.80254729247</c:v>
                </c:pt>
                <c:pt idx="2143">
                  <c:v>7.80254729247</c:v>
                </c:pt>
                <c:pt idx="2144">
                  <c:v>7.803012648</c:v>
                </c:pt>
                <c:pt idx="2145">
                  <c:v>7.803012648</c:v>
                </c:pt>
                <c:pt idx="2146">
                  <c:v>7.80347773916</c:v>
                </c:pt>
                <c:pt idx="2147">
                  <c:v>7.80347773916</c:v>
                </c:pt>
                <c:pt idx="2148">
                  <c:v>7.80934487056</c:v>
                </c:pt>
                <c:pt idx="2149">
                  <c:v>7.80934487056</c:v>
                </c:pt>
                <c:pt idx="2150">
                  <c:v>7.81475715045</c:v>
                </c:pt>
                <c:pt idx="2151">
                  <c:v>7.81475715045</c:v>
                </c:pt>
                <c:pt idx="2152">
                  <c:v>7.8155403948</c:v>
                </c:pt>
                <c:pt idx="2153">
                  <c:v>7.8155403948</c:v>
                </c:pt>
                <c:pt idx="2154">
                  <c:v>7.81616039708</c:v>
                </c:pt>
                <c:pt idx="2155">
                  <c:v>7.81616039708</c:v>
                </c:pt>
                <c:pt idx="2156">
                  <c:v>7.81832926753</c:v>
                </c:pt>
                <c:pt idx="2157">
                  <c:v>7.81832926753</c:v>
                </c:pt>
                <c:pt idx="2158">
                  <c:v>7.82206986142</c:v>
                </c:pt>
                <c:pt idx="2159">
                  <c:v>7.82206986142</c:v>
                </c:pt>
                <c:pt idx="2160">
                  <c:v>7.82909149827</c:v>
                </c:pt>
                <c:pt idx="2161">
                  <c:v>7.82909149827</c:v>
                </c:pt>
                <c:pt idx="2162">
                  <c:v>7.83363269352</c:v>
                </c:pt>
                <c:pt idx="2163">
                  <c:v>7.83363269352</c:v>
                </c:pt>
                <c:pt idx="2164">
                  <c:v>7.84321053479</c:v>
                </c:pt>
                <c:pt idx="2165">
                  <c:v>7.84321053479</c:v>
                </c:pt>
                <c:pt idx="2166">
                  <c:v>7.84745297152</c:v>
                </c:pt>
                <c:pt idx="2167">
                  <c:v>7.84745297152</c:v>
                </c:pt>
                <c:pt idx="2168">
                  <c:v>7.86669251361</c:v>
                </c:pt>
                <c:pt idx="2169">
                  <c:v>7.86669251361</c:v>
                </c:pt>
                <c:pt idx="2170">
                  <c:v>7.87013705882</c:v>
                </c:pt>
                <c:pt idx="2171">
                  <c:v>7.87013705882</c:v>
                </c:pt>
                <c:pt idx="2172">
                  <c:v>7.87285527216</c:v>
                </c:pt>
                <c:pt idx="2173">
                  <c:v>7.87285527216</c:v>
                </c:pt>
                <c:pt idx="2174">
                  <c:v>7.88006574941</c:v>
                </c:pt>
                <c:pt idx="2175">
                  <c:v>7.88006574941</c:v>
                </c:pt>
                <c:pt idx="2176">
                  <c:v>7.88376829004</c:v>
                </c:pt>
                <c:pt idx="2177">
                  <c:v>7.88376829004</c:v>
                </c:pt>
                <c:pt idx="2178">
                  <c:v>7.88940913079</c:v>
                </c:pt>
                <c:pt idx="2179">
                  <c:v>7.88940913079</c:v>
                </c:pt>
                <c:pt idx="2180">
                  <c:v>7.89241781655</c:v>
                </c:pt>
                <c:pt idx="2181">
                  <c:v>7.89241781655</c:v>
                </c:pt>
                <c:pt idx="2182">
                  <c:v>7.89654150704</c:v>
                </c:pt>
                <c:pt idx="2183">
                  <c:v>7.89654150704</c:v>
                </c:pt>
                <c:pt idx="2184">
                  <c:v>7.89841490745</c:v>
                </c:pt>
                <c:pt idx="2185">
                  <c:v>7.89841490745</c:v>
                </c:pt>
                <c:pt idx="2186">
                  <c:v>7.89956554949</c:v>
                </c:pt>
                <c:pt idx="2187">
                  <c:v>7.89956554949</c:v>
                </c:pt>
                <c:pt idx="2188">
                  <c:v>7.90688627954</c:v>
                </c:pt>
                <c:pt idx="2189">
                  <c:v>7.90688627954</c:v>
                </c:pt>
                <c:pt idx="2190">
                  <c:v>7.91751695861</c:v>
                </c:pt>
                <c:pt idx="2191">
                  <c:v>7.91751695861</c:v>
                </c:pt>
                <c:pt idx="2192">
                  <c:v>7.91867089346</c:v>
                </c:pt>
                <c:pt idx="2193">
                  <c:v>7.91867089346</c:v>
                </c:pt>
                <c:pt idx="2194">
                  <c:v>7.92555888794</c:v>
                </c:pt>
                <c:pt idx="2195">
                  <c:v>7.92555888794</c:v>
                </c:pt>
                <c:pt idx="2196">
                  <c:v>7.93568395596</c:v>
                </c:pt>
                <c:pt idx="2197">
                  <c:v>7.93568395596</c:v>
                </c:pt>
                <c:pt idx="2198">
                  <c:v>7.9374074096</c:v>
                </c:pt>
                <c:pt idx="2199">
                  <c:v>7.9374074096</c:v>
                </c:pt>
                <c:pt idx="2200">
                  <c:v>7.94633319502</c:v>
                </c:pt>
                <c:pt idx="2201">
                  <c:v>7.94633319502</c:v>
                </c:pt>
                <c:pt idx="2202">
                  <c:v>7.94925157664</c:v>
                </c:pt>
                <c:pt idx="2203">
                  <c:v>7.94925157664</c:v>
                </c:pt>
                <c:pt idx="2204">
                  <c:v>7.94991189243</c:v>
                </c:pt>
                <c:pt idx="2205">
                  <c:v>7.94991189243</c:v>
                </c:pt>
                <c:pt idx="2206">
                  <c:v>7.95927472052</c:v>
                </c:pt>
                <c:pt idx="2207">
                  <c:v>7.95927472052</c:v>
                </c:pt>
                <c:pt idx="2208">
                  <c:v>7.96132465445</c:v>
                </c:pt>
                <c:pt idx="2209">
                  <c:v>7.96132465445</c:v>
                </c:pt>
                <c:pt idx="2210">
                  <c:v>7.97091604668</c:v>
                </c:pt>
                <c:pt idx="2211">
                  <c:v>7.97091604668</c:v>
                </c:pt>
                <c:pt idx="2212">
                  <c:v>7.97483558344</c:v>
                </c:pt>
                <c:pt idx="2213">
                  <c:v>7.97483558344</c:v>
                </c:pt>
                <c:pt idx="2214">
                  <c:v>7.9778789302</c:v>
                </c:pt>
                <c:pt idx="2215">
                  <c:v>7.9778789302</c:v>
                </c:pt>
                <c:pt idx="2216">
                  <c:v>7.97927360783</c:v>
                </c:pt>
                <c:pt idx="2217">
                  <c:v>7.97927360783</c:v>
                </c:pt>
                <c:pt idx="2218">
                  <c:v>7.98043544569</c:v>
                </c:pt>
                <c:pt idx="2219">
                  <c:v>7.98043544569</c:v>
                </c:pt>
                <c:pt idx="2220">
                  <c:v>7.98341663082</c:v>
                </c:pt>
                <c:pt idx="2221">
                  <c:v>7.98341663082</c:v>
                </c:pt>
                <c:pt idx="2222">
                  <c:v>7.98344716803</c:v>
                </c:pt>
                <c:pt idx="2223">
                  <c:v>7.98344716803</c:v>
                </c:pt>
                <c:pt idx="2224">
                  <c:v>7.99471333619</c:v>
                </c:pt>
                <c:pt idx="2225">
                  <c:v>7.99471333619</c:v>
                </c:pt>
                <c:pt idx="2226">
                  <c:v>7.99580020551</c:v>
                </c:pt>
                <c:pt idx="2227">
                  <c:v>7.99580020551</c:v>
                </c:pt>
                <c:pt idx="2228">
                  <c:v>8.00042700114</c:v>
                </c:pt>
                <c:pt idx="2229">
                  <c:v>8.00042700114</c:v>
                </c:pt>
                <c:pt idx="2230">
                  <c:v>8.00417744382</c:v>
                </c:pt>
                <c:pt idx="2231">
                  <c:v>8.00417744382</c:v>
                </c:pt>
                <c:pt idx="2232">
                  <c:v>8.00908489004</c:v>
                </c:pt>
                <c:pt idx="2233">
                  <c:v>8.00908489004</c:v>
                </c:pt>
                <c:pt idx="2234">
                  <c:v>8.00971034141</c:v>
                </c:pt>
                <c:pt idx="2235">
                  <c:v>8.00971034141</c:v>
                </c:pt>
                <c:pt idx="2236">
                  <c:v>8.01005956995</c:v>
                </c:pt>
                <c:pt idx="2237">
                  <c:v>8.01005956995</c:v>
                </c:pt>
                <c:pt idx="2238">
                  <c:v>8.01180567749</c:v>
                </c:pt>
                <c:pt idx="2239">
                  <c:v>8.01180567749</c:v>
                </c:pt>
                <c:pt idx="2240">
                  <c:v>8.01379384598</c:v>
                </c:pt>
                <c:pt idx="2241">
                  <c:v>8.01379384598</c:v>
                </c:pt>
                <c:pt idx="2242">
                  <c:v>8.01566390297</c:v>
                </c:pt>
                <c:pt idx="2243">
                  <c:v>8.01566390297</c:v>
                </c:pt>
                <c:pt idx="2244">
                  <c:v>8.01988540442</c:v>
                </c:pt>
                <c:pt idx="2245">
                  <c:v>8.01988540442</c:v>
                </c:pt>
                <c:pt idx="2246">
                  <c:v>8.02676848819</c:v>
                </c:pt>
                <c:pt idx="2247">
                  <c:v>8.02676848819</c:v>
                </c:pt>
                <c:pt idx="2248">
                  <c:v>8.03454055578</c:v>
                </c:pt>
                <c:pt idx="2249">
                  <c:v>8.03454055578</c:v>
                </c:pt>
                <c:pt idx="2250">
                  <c:v>8.0374495803</c:v>
                </c:pt>
                <c:pt idx="2251">
                  <c:v>8.0374495803</c:v>
                </c:pt>
                <c:pt idx="2252">
                  <c:v>8.03759381707</c:v>
                </c:pt>
                <c:pt idx="2253">
                  <c:v>8.03759381707</c:v>
                </c:pt>
                <c:pt idx="2254">
                  <c:v>8.04797505961</c:v>
                </c:pt>
                <c:pt idx="2255">
                  <c:v>8.04797505961</c:v>
                </c:pt>
                <c:pt idx="2256">
                  <c:v>8.06555044958</c:v>
                </c:pt>
                <c:pt idx="2257">
                  <c:v>8.06555044958</c:v>
                </c:pt>
                <c:pt idx="2258">
                  <c:v>8.06685385444</c:v>
                </c:pt>
                <c:pt idx="2259">
                  <c:v>8.06685385444</c:v>
                </c:pt>
                <c:pt idx="2260">
                  <c:v>8.08142156192</c:v>
                </c:pt>
                <c:pt idx="2261">
                  <c:v>8.08142156192</c:v>
                </c:pt>
                <c:pt idx="2262">
                  <c:v>8.08471149228</c:v>
                </c:pt>
                <c:pt idx="2263">
                  <c:v>8.08471149228</c:v>
                </c:pt>
                <c:pt idx="2264">
                  <c:v>8.09061426053</c:v>
                </c:pt>
                <c:pt idx="2265">
                  <c:v>8.09061426053</c:v>
                </c:pt>
                <c:pt idx="2266">
                  <c:v>8.09245799312</c:v>
                </c:pt>
                <c:pt idx="2267">
                  <c:v>8.09245799312</c:v>
                </c:pt>
                <c:pt idx="2268">
                  <c:v>8.09265492527</c:v>
                </c:pt>
                <c:pt idx="2269">
                  <c:v>8.09265492527</c:v>
                </c:pt>
                <c:pt idx="2270">
                  <c:v>8.10023171489</c:v>
                </c:pt>
                <c:pt idx="2271">
                  <c:v>8.10023171489</c:v>
                </c:pt>
                <c:pt idx="2272">
                  <c:v>8.10292374594</c:v>
                </c:pt>
                <c:pt idx="2273">
                  <c:v>8.10292374594</c:v>
                </c:pt>
                <c:pt idx="2274">
                  <c:v>8.11171187453</c:v>
                </c:pt>
                <c:pt idx="2275">
                  <c:v>8.11171187453</c:v>
                </c:pt>
                <c:pt idx="2276">
                  <c:v>8.11959860723</c:v>
                </c:pt>
                <c:pt idx="2277">
                  <c:v>8.11959860723</c:v>
                </c:pt>
                <c:pt idx="2278">
                  <c:v>8.13572209953</c:v>
                </c:pt>
                <c:pt idx="2279">
                  <c:v>8.13572209953</c:v>
                </c:pt>
                <c:pt idx="2280">
                  <c:v>8.1390414506</c:v>
                </c:pt>
                <c:pt idx="2281">
                  <c:v>8.1390414506</c:v>
                </c:pt>
                <c:pt idx="2282">
                  <c:v>8.14148572016</c:v>
                </c:pt>
                <c:pt idx="2283">
                  <c:v>8.14148572016</c:v>
                </c:pt>
                <c:pt idx="2284">
                  <c:v>8.14453298024</c:v>
                </c:pt>
                <c:pt idx="2285">
                  <c:v>8.14453298024</c:v>
                </c:pt>
                <c:pt idx="2286">
                  <c:v>8.14566304104</c:v>
                </c:pt>
                <c:pt idx="2287">
                  <c:v>8.14566304104</c:v>
                </c:pt>
                <c:pt idx="2288">
                  <c:v>8.14781253494</c:v>
                </c:pt>
                <c:pt idx="2289">
                  <c:v>8.14781253494</c:v>
                </c:pt>
                <c:pt idx="2290">
                  <c:v>8.16211728792</c:v>
                </c:pt>
                <c:pt idx="2291">
                  <c:v>8.16211728792</c:v>
                </c:pt>
                <c:pt idx="2292">
                  <c:v>8.17431317978</c:v>
                </c:pt>
                <c:pt idx="2293">
                  <c:v>8.17431317978</c:v>
                </c:pt>
                <c:pt idx="2294">
                  <c:v>8.17798700083</c:v>
                </c:pt>
                <c:pt idx="2295">
                  <c:v>8.17798700083</c:v>
                </c:pt>
                <c:pt idx="2296">
                  <c:v>8.1807836377</c:v>
                </c:pt>
                <c:pt idx="2297">
                  <c:v>8.1807836377</c:v>
                </c:pt>
                <c:pt idx="2298">
                  <c:v>8.19094037455</c:v>
                </c:pt>
                <c:pt idx="2299">
                  <c:v>8.19094037455</c:v>
                </c:pt>
                <c:pt idx="2300">
                  <c:v>8.19341167074</c:v>
                </c:pt>
                <c:pt idx="2301">
                  <c:v>8.19341167074</c:v>
                </c:pt>
                <c:pt idx="2302">
                  <c:v>8.20169531451</c:v>
                </c:pt>
                <c:pt idx="2303">
                  <c:v>8.20169531451</c:v>
                </c:pt>
                <c:pt idx="2304">
                  <c:v>8.2061853013</c:v>
                </c:pt>
                <c:pt idx="2305">
                  <c:v>8.2061853013</c:v>
                </c:pt>
                <c:pt idx="2306">
                  <c:v>8.21019730714</c:v>
                </c:pt>
                <c:pt idx="2307">
                  <c:v>8.21019730714</c:v>
                </c:pt>
                <c:pt idx="2308">
                  <c:v>8.21272541</c:v>
                </c:pt>
                <c:pt idx="2309">
                  <c:v>8.21272541</c:v>
                </c:pt>
                <c:pt idx="2310">
                  <c:v>8.22794008388</c:v>
                </c:pt>
                <c:pt idx="2311">
                  <c:v>8.22794008388</c:v>
                </c:pt>
                <c:pt idx="2312">
                  <c:v>8.24067462322</c:v>
                </c:pt>
                <c:pt idx="2313">
                  <c:v>8.24067462322</c:v>
                </c:pt>
                <c:pt idx="2314">
                  <c:v>8.26136169888</c:v>
                </c:pt>
                <c:pt idx="2315">
                  <c:v>8.26136169888</c:v>
                </c:pt>
                <c:pt idx="2316">
                  <c:v>8.26876090184</c:v>
                </c:pt>
                <c:pt idx="2317">
                  <c:v>8.26876090184</c:v>
                </c:pt>
                <c:pt idx="2318">
                  <c:v>8.26884367959</c:v>
                </c:pt>
                <c:pt idx="2319">
                  <c:v>8.26884367959</c:v>
                </c:pt>
                <c:pt idx="2320">
                  <c:v>8.27158548136</c:v>
                </c:pt>
                <c:pt idx="2321">
                  <c:v>8.27158548136</c:v>
                </c:pt>
                <c:pt idx="2322">
                  <c:v>8.28210373023</c:v>
                </c:pt>
                <c:pt idx="2323">
                  <c:v>8.28210373023</c:v>
                </c:pt>
                <c:pt idx="2324">
                  <c:v>8.28876552444</c:v>
                </c:pt>
                <c:pt idx="2325">
                  <c:v>8.28876552444</c:v>
                </c:pt>
                <c:pt idx="2326">
                  <c:v>8.29521742545</c:v>
                </c:pt>
                <c:pt idx="2327">
                  <c:v>8.29521742545</c:v>
                </c:pt>
                <c:pt idx="2328">
                  <c:v>8.29783765553</c:v>
                </c:pt>
                <c:pt idx="2329">
                  <c:v>8.29783765553</c:v>
                </c:pt>
                <c:pt idx="2330">
                  <c:v>8.29867756794</c:v>
                </c:pt>
                <c:pt idx="2331">
                  <c:v>8.29867756794</c:v>
                </c:pt>
                <c:pt idx="2332">
                  <c:v>8.30069984972</c:v>
                </c:pt>
                <c:pt idx="2333">
                  <c:v>8.30069984972</c:v>
                </c:pt>
                <c:pt idx="2334">
                  <c:v>8.31418681713</c:v>
                </c:pt>
                <c:pt idx="2335">
                  <c:v>8.31418681713</c:v>
                </c:pt>
                <c:pt idx="2336">
                  <c:v>8.31770531971</c:v>
                </c:pt>
                <c:pt idx="2337">
                  <c:v>8.31770531971</c:v>
                </c:pt>
                <c:pt idx="2338">
                  <c:v>8.32210819888</c:v>
                </c:pt>
                <c:pt idx="2339">
                  <c:v>8.32210819888</c:v>
                </c:pt>
                <c:pt idx="2340">
                  <c:v>8.32419479481</c:v>
                </c:pt>
                <c:pt idx="2341">
                  <c:v>8.32419479481</c:v>
                </c:pt>
                <c:pt idx="2342">
                  <c:v>8.3320464243</c:v>
                </c:pt>
                <c:pt idx="2343">
                  <c:v>8.3320464243</c:v>
                </c:pt>
                <c:pt idx="2344">
                  <c:v>8.33253752032</c:v>
                </c:pt>
                <c:pt idx="2345">
                  <c:v>8.33253752032</c:v>
                </c:pt>
                <c:pt idx="2346">
                  <c:v>8.34009378048</c:v>
                </c:pt>
                <c:pt idx="2347">
                  <c:v>8.34009378048</c:v>
                </c:pt>
                <c:pt idx="2348">
                  <c:v>8.34125376563</c:v>
                </c:pt>
                <c:pt idx="2349">
                  <c:v>8.34125376563</c:v>
                </c:pt>
                <c:pt idx="2350">
                  <c:v>8.34243241051</c:v>
                </c:pt>
                <c:pt idx="2351">
                  <c:v>8.34243241051</c:v>
                </c:pt>
                <c:pt idx="2352">
                  <c:v>8.34318883686</c:v>
                </c:pt>
                <c:pt idx="2353">
                  <c:v>8.34318883686</c:v>
                </c:pt>
                <c:pt idx="2354">
                  <c:v>8.35674110821</c:v>
                </c:pt>
                <c:pt idx="2355">
                  <c:v>8.35674110821</c:v>
                </c:pt>
                <c:pt idx="2356">
                  <c:v>8.36340195757</c:v>
                </c:pt>
                <c:pt idx="2357">
                  <c:v>8.36340195757</c:v>
                </c:pt>
                <c:pt idx="2358">
                  <c:v>8.3647828899</c:v>
                </c:pt>
                <c:pt idx="2359">
                  <c:v>8.3647828899</c:v>
                </c:pt>
                <c:pt idx="2360">
                  <c:v>8.36919828675</c:v>
                </c:pt>
                <c:pt idx="2361">
                  <c:v>8.36919828675</c:v>
                </c:pt>
                <c:pt idx="2362">
                  <c:v>8.37861795971</c:v>
                </c:pt>
                <c:pt idx="2363">
                  <c:v>8.37861795971</c:v>
                </c:pt>
                <c:pt idx="2364">
                  <c:v>8.37947701787</c:v>
                </c:pt>
                <c:pt idx="2365">
                  <c:v>8.37947701787</c:v>
                </c:pt>
                <c:pt idx="2366">
                  <c:v>8.38668978045</c:v>
                </c:pt>
                <c:pt idx="2367">
                  <c:v>8.38668978045</c:v>
                </c:pt>
                <c:pt idx="2368">
                  <c:v>8.3883749984</c:v>
                </c:pt>
                <c:pt idx="2369">
                  <c:v>8.3883749984</c:v>
                </c:pt>
                <c:pt idx="2370">
                  <c:v>8.40300708696</c:v>
                </c:pt>
                <c:pt idx="2371">
                  <c:v>8.40300708696</c:v>
                </c:pt>
                <c:pt idx="2372">
                  <c:v>8.4257830699</c:v>
                </c:pt>
                <c:pt idx="2373">
                  <c:v>8.4257830699</c:v>
                </c:pt>
                <c:pt idx="2374">
                  <c:v>8.42662471966</c:v>
                </c:pt>
                <c:pt idx="2375">
                  <c:v>8.42662471966</c:v>
                </c:pt>
                <c:pt idx="2376">
                  <c:v>8.43356197276</c:v>
                </c:pt>
                <c:pt idx="2377">
                  <c:v>8.43356197276</c:v>
                </c:pt>
                <c:pt idx="2378">
                  <c:v>8.44251452363</c:v>
                </c:pt>
                <c:pt idx="2379">
                  <c:v>8.44251452363</c:v>
                </c:pt>
                <c:pt idx="2380">
                  <c:v>8.45400945897</c:v>
                </c:pt>
                <c:pt idx="2381">
                  <c:v>8.45400945897</c:v>
                </c:pt>
                <c:pt idx="2382">
                  <c:v>8.45650521283</c:v>
                </c:pt>
                <c:pt idx="2383">
                  <c:v>8.45650521283</c:v>
                </c:pt>
                <c:pt idx="2384">
                  <c:v>8.48119227065</c:v>
                </c:pt>
                <c:pt idx="2385">
                  <c:v>8.48119227065</c:v>
                </c:pt>
                <c:pt idx="2386">
                  <c:v>8.4818617957</c:v>
                </c:pt>
                <c:pt idx="2387">
                  <c:v>8.4818617957</c:v>
                </c:pt>
                <c:pt idx="2388">
                  <c:v>8.48767049122</c:v>
                </c:pt>
                <c:pt idx="2389">
                  <c:v>8.48767049122</c:v>
                </c:pt>
                <c:pt idx="2390">
                  <c:v>8.49412972839</c:v>
                </c:pt>
                <c:pt idx="2391">
                  <c:v>8.49412972839</c:v>
                </c:pt>
                <c:pt idx="2392">
                  <c:v>8.4970367514</c:v>
                </c:pt>
                <c:pt idx="2393">
                  <c:v>8.4970367514</c:v>
                </c:pt>
                <c:pt idx="2394">
                  <c:v>8.50192695832</c:v>
                </c:pt>
                <c:pt idx="2395">
                  <c:v>8.50192695832</c:v>
                </c:pt>
                <c:pt idx="2396">
                  <c:v>8.52339105417</c:v>
                </c:pt>
                <c:pt idx="2397">
                  <c:v>8.52339105417</c:v>
                </c:pt>
                <c:pt idx="2398">
                  <c:v>8.54082503135</c:v>
                </c:pt>
                <c:pt idx="2399">
                  <c:v>8.54082503135</c:v>
                </c:pt>
                <c:pt idx="2400">
                  <c:v>8.54413641098</c:v>
                </c:pt>
                <c:pt idx="2401">
                  <c:v>8.54413641098</c:v>
                </c:pt>
                <c:pt idx="2402">
                  <c:v>8.55015732581</c:v>
                </c:pt>
                <c:pt idx="2403">
                  <c:v>8.55015732581</c:v>
                </c:pt>
                <c:pt idx="2404">
                  <c:v>8.55058411994</c:v>
                </c:pt>
                <c:pt idx="2405">
                  <c:v>8.55058411994</c:v>
                </c:pt>
                <c:pt idx="2406">
                  <c:v>8.55168361962</c:v>
                </c:pt>
                <c:pt idx="2407">
                  <c:v>8.55168361962</c:v>
                </c:pt>
                <c:pt idx="2408">
                  <c:v>8.55562601927</c:v>
                </c:pt>
                <c:pt idx="2409">
                  <c:v>8.55562601927</c:v>
                </c:pt>
                <c:pt idx="2410">
                  <c:v>8.55734532304</c:v>
                </c:pt>
                <c:pt idx="2411">
                  <c:v>8.55734532304</c:v>
                </c:pt>
                <c:pt idx="2412">
                  <c:v>8.55821848007</c:v>
                </c:pt>
                <c:pt idx="2413">
                  <c:v>8.55821848007</c:v>
                </c:pt>
                <c:pt idx="2414">
                  <c:v>8.55893404991</c:v>
                </c:pt>
                <c:pt idx="2415">
                  <c:v>8.55893404991</c:v>
                </c:pt>
                <c:pt idx="2416">
                  <c:v>8.56898102585</c:v>
                </c:pt>
                <c:pt idx="2417">
                  <c:v>8.56898102585</c:v>
                </c:pt>
                <c:pt idx="2418">
                  <c:v>8.5760031531</c:v>
                </c:pt>
                <c:pt idx="2419">
                  <c:v>8.5760031531</c:v>
                </c:pt>
                <c:pt idx="2420">
                  <c:v>8.57642888692</c:v>
                </c:pt>
                <c:pt idx="2421">
                  <c:v>8.57642888692</c:v>
                </c:pt>
                <c:pt idx="2422">
                  <c:v>8.58777025979</c:v>
                </c:pt>
                <c:pt idx="2423">
                  <c:v>8.58777025979</c:v>
                </c:pt>
                <c:pt idx="2424">
                  <c:v>8.58937314669</c:v>
                </c:pt>
                <c:pt idx="2425">
                  <c:v>8.58937314669</c:v>
                </c:pt>
                <c:pt idx="2426">
                  <c:v>8.59776059877</c:v>
                </c:pt>
                <c:pt idx="2427">
                  <c:v>8.59776059877</c:v>
                </c:pt>
                <c:pt idx="2428">
                  <c:v>8.60499266712</c:v>
                </c:pt>
                <c:pt idx="2429">
                  <c:v>8.60499266712</c:v>
                </c:pt>
                <c:pt idx="2430">
                  <c:v>8.62270092179</c:v>
                </c:pt>
                <c:pt idx="2431">
                  <c:v>8.62270092179</c:v>
                </c:pt>
                <c:pt idx="2432">
                  <c:v>8.62763084513</c:v>
                </c:pt>
                <c:pt idx="2433">
                  <c:v>8.62763084513</c:v>
                </c:pt>
                <c:pt idx="2434">
                  <c:v>8.63057365372</c:v>
                </c:pt>
                <c:pt idx="2435">
                  <c:v>8.63057365372</c:v>
                </c:pt>
                <c:pt idx="2436">
                  <c:v>8.63109008769</c:v>
                </c:pt>
                <c:pt idx="2437">
                  <c:v>8.63109008769</c:v>
                </c:pt>
                <c:pt idx="2438">
                  <c:v>8.65798702438</c:v>
                </c:pt>
                <c:pt idx="2439">
                  <c:v>8.65798702438</c:v>
                </c:pt>
                <c:pt idx="2440">
                  <c:v>8.66137474859</c:v>
                </c:pt>
                <c:pt idx="2441">
                  <c:v>8.66137474859</c:v>
                </c:pt>
                <c:pt idx="2442">
                  <c:v>8.66763273268</c:v>
                </c:pt>
                <c:pt idx="2443">
                  <c:v>8.66763273268</c:v>
                </c:pt>
                <c:pt idx="2444">
                  <c:v>8.67300955225</c:v>
                </c:pt>
                <c:pt idx="2445">
                  <c:v>8.67300955225</c:v>
                </c:pt>
                <c:pt idx="2446">
                  <c:v>8.67487125918</c:v>
                </c:pt>
                <c:pt idx="2447">
                  <c:v>8.67487125918</c:v>
                </c:pt>
                <c:pt idx="2448">
                  <c:v>8.68223383892</c:v>
                </c:pt>
                <c:pt idx="2449">
                  <c:v>8.68223383892</c:v>
                </c:pt>
                <c:pt idx="2450">
                  <c:v>8.68842499377</c:v>
                </c:pt>
                <c:pt idx="2451">
                  <c:v>8.68842499377</c:v>
                </c:pt>
                <c:pt idx="2452">
                  <c:v>8.69320135131</c:v>
                </c:pt>
                <c:pt idx="2453">
                  <c:v>8.69320135131</c:v>
                </c:pt>
                <c:pt idx="2454">
                  <c:v>8.69535043435</c:v>
                </c:pt>
                <c:pt idx="2455">
                  <c:v>8.69535043435</c:v>
                </c:pt>
                <c:pt idx="2456">
                  <c:v>8.72579215917</c:v>
                </c:pt>
                <c:pt idx="2457">
                  <c:v>8.72579215917</c:v>
                </c:pt>
                <c:pt idx="2458">
                  <c:v>8.73479796615</c:v>
                </c:pt>
                <c:pt idx="2459">
                  <c:v>8.73479796615</c:v>
                </c:pt>
                <c:pt idx="2460">
                  <c:v>8.74216988843</c:v>
                </c:pt>
                <c:pt idx="2461">
                  <c:v>8.74216988843</c:v>
                </c:pt>
                <c:pt idx="2462">
                  <c:v>8.7730194386</c:v>
                </c:pt>
                <c:pt idx="2463">
                  <c:v>8.7730194386</c:v>
                </c:pt>
                <c:pt idx="2464">
                  <c:v>8.78663224865</c:v>
                </c:pt>
                <c:pt idx="2465">
                  <c:v>8.78663224865</c:v>
                </c:pt>
                <c:pt idx="2466">
                  <c:v>8.79462556914</c:v>
                </c:pt>
                <c:pt idx="2467">
                  <c:v>8.79462556914</c:v>
                </c:pt>
                <c:pt idx="2468">
                  <c:v>8.79716467376</c:v>
                </c:pt>
                <c:pt idx="2469">
                  <c:v>8.79716467376</c:v>
                </c:pt>
                <c:pt idx="2470">
                  <c:v>8.79854279045</c:v>
                </c:pt>
                <c:pt idx="2471">
                  <c:v>8.79854279045</c:v>
                </c:pt>
                <c:pt idx="2472">
                  <c:v>8.80505164168</c:v>
                </c:pt>
                <c:pt idx="2473">
                  <c:v>8.80505164168</c:v>
                </c:pt>
                <c:pt idx="2474">
                  <c:v>8.80806611411</c:v>
                </c:pt>
                <c:pt idx="2475">
                  <c:v>8.80806611411</c:v>
                </c:pt>
                <c:pt idx="2476">
                  <c:v>8.81592317525</c:v>
                </c:pt>
                <c:pt idx="2477">
                  <c:v>8.81592317525</c:v>
                </c:pt>
                <c:pt idx="2478">
                  <c:v>8.81973224755</c:v>
                </c:pt>
                <c:pt idx="2479">
                  <c:v>8.81973224755</c:v>
                </c:pt>
                <c:pt idx="2480">
                  <c:v>8.83204740445</c:v>
                </c:pt>
                <c:pt idx="2481">
                  <c:v>8.83204740445</c:v>
                </c:pt>
                <c:pt idx="2482">
                  <c:v>8.83988342298</c:v>
                </c:pt>
                <c:pt idx="2483">
                  <c:v>8.83988342298</c:v>
                </c:pt>
                <c:pt idx="2484">
                  <c:v>8.84859819694</c:v>
                </c:pt>
                <c:pt idx="2485">
                  <c:v>8.84859819694</c:v>
                </c:pt>
                <c:pt idx="2486">
                  <c:v>8.87876023054</c:v>
                </c:pt>
                <c:pt idx="2487">
                  <c:v>8.87876023054</c:v>
                </c:pt>
                <c:pt idx="2488">
                  <c:v>8.87925336421</c:v>
                </c:pt>
                <c:pt idx="2489">
                  <c:v>8.87925336421</c:v>
                </c:pt>
                <c:pt idx="2490">
                  <c:v>8.87998635238</c:v>
                </c:pt>
                <c:pt idx="2491">
                  <c:v>8.87998635238</c:v>
                </c:pt>
                <c:pt idx="2492">
                  <c:v>8.89192413737</c:v>
                </c:pt>
                <c:pt idx="2493">
                  <c:v>8.89192413737</c:v>
                </c:pt>
                <c:pt idx="2494">
                  <c:v>8.894316246</c:v>
                </c:pt>
                <c:pt idx="2495">
                  <c:v>8.894316246</c:v>
                </c:pt>
                <c:pt idx="2496">
                  <c:v>8.90096526462</c:v>
                </c:pt>
                <c:pt idx="2497">
                  <c:v>8.90096526462</c:v>
                </c:pt>
                <c:pt idx="2498">
                  <c:v>8.90866380715</c:v>
                </c:pt>
                <c:pt idx="2499">
                  <c:v>8.90866380715</c:v>
                </c:pt>
                <c:pt idx="2500">
                  <c:v>8.91664292823</c:v>
                </c:pt>
                <c:pt idx="2501">
                  <c:v>8.91664292823</c:v>
                </c:pt>
                <c:pt idx="2502">
                  <c:v>8.92156397341</c:v>
                </c:pt>
                <c:pt idx="2503">
                  <c:v>8.92156397341</c:v>
                </c:pt>
                <c:pt idx="2504">
                  <c:v>8.93568484027</c:v>
                </c:pt>
                <c:pt idx="2505">
                  <c:v>8.93568484027</c:v>
                </c:pt>
                <c:pt idx="2506">
                  <c:v>8.93573661292</c:v>
                </c:pt>
                <c:pt idx="2507">
                  <c:v>8.93573661292</c:v>
                </c:pt>
                <c:pt idx="2508">
                  <c:v>8.93661356583</c:v>
                </c:pt>
                <c:pt idx="2509">
                  <c:v>8.93661356583</c:v>
                </c:pt>
                <c:pt idx="2510">
                  <c:v>8.93760166342</c:v>
                </c:pt>
                <c:pt idx="2511">
                  <c:v>8.93760166342</c:v>
                </c:pt>
                <c:pt idx="2512">
                  <c:v>8.9419161275</c:v>
                </c:pt>
                <c:pt idx="2513">
                  <c:v>8.9419161275</c:v>
                </c:pt>
                <c:pt idx="2514">
                  <c:v>8.94672052179</c:v>
                </c:pt>
                <c:pt idx="2515">
                  <c:v>8.94672052179</c:v>
                </c:pt>
                <c:pt idx="2516">
                  <c:v>8.95036152501</c:v>
                </c:pt>
                <c:pt idx="2517">
                  <c:v>8.95036152501</c:v>
                </c:pt>
                <c:pt idx="2518">
                  <c:v>8.98011493379</c:v>
                </c:pt>
                <c:pt idx="2519">
                  <c:v>8.98011493379</c:v>
                </c:pt>
                <c:pt idx="2520">
                  <c:v>8.98047341883</c:v>
                </c:pt>
                <c:pt idx="2521">
                  <c:v>8.98047341883</c:v>
                </c:pt>
                <c:pt idx="2522">
                  <c:v>8.99213762979</c:v>
                </c:pt>
                <c:pt idx="2523">
                  <c:v>8.99213762979</c:v>
                </c:pt>
                <c:pt idx="2524">
                  <c:v>9.00475878085</c:v>
                </c:pt>
                <c:pt idx="2525">
                  <c:v>9.00475878085</c:v>
                </c:pt>
                <c:pt idx="2526">
                  <c:v>9.0086283334</c:v>
                </c:pt>
                <c:pt idx="2527">
                  <c:v>9.0086283334</c:v>
                </c:pt>
                <c:pt idx="2528">
                  <c:v>9.01609231701</c:v>
                </c:pt>
                <c:pt idx="2529">
                  <c:v>9.01609231701</c:v>
                </c:pt>
                <c:pt idx="2530">
                  <c:v>9.01741140695</c:v>
                </c:pt>
                <c:pt idx="2531">
                  <c:v>9.01741140695</c:v>
                </c:pt>
                <c:pt idx="2532">
                  <c:v>9.02667122149</c:v>
                </c:pt>
                <c:pt idx="2533">
                  <c:v>9.02667122149</c:v>
                </c:pt>
                <c:pt idx="2534">
                  <c:v>9.02690882174</c:v>
                </c:pt>
                <c:pt idx="2535">
                  <c:v>9.02690882174</c:v>
                </c:pt>
                <c:pt idx="2536">
                  <c:v>9.0399037102</c:v>
                </c:pt>
                <c:pt idx="2537">
                  <c:v>9.0399037102</c:v>
                </c:pt>
                <c:pt idx="2538">
                  <c:v>9.04626850836</c:v>
                </c:pt>
                <c:pt idx="2539">
                  <c:v>9.04626850836</c:v>
                </c:pt>
                <c:pt idx="2540">
                  <c:v>9.05266116608</c:v>
                </c:pt>
                <c:pt idx="2541">
                  <c:v>9.05266116608</c:v>
                </c:pt>
                <c:pt idx="2542">
                  <c:v>9.06423683033</c:v>
                </c:pt>
                <c:pt idx="2543">
                  <c:v>9.06423683033</c:v>
                </c:pt>
                <c:pt idx="2544">
                  <c:v>9.07874739739</c:v>
                </c:pt>
                <c:pt idx="2545">
                  <c:v>9.07874739739</c:v>
                </c:pt>
                <c:pt idx="2546">
                  <c:v>9.07996289221</c:v>
                </c:pt>
                <c:pt idx="2547">
                  <c:v>9.07996289221</c:v>
                </c:pt>
                <c:pt idx="2548">
                  <c:v>9.08031461267</c:v>
                </c:pt>
                <c:pt idx="2549">
                  <c:v>9.08031461267</c:v>
                </c:pt>
                <c:pt idx="2550">
                  <c:v>9.08062172634</c:v>
                </c:pt>
                <c:pt idx="2551">
                  <c:v>9.08062172634</c:v>
                </c:pt>
                <c:pt idx="2552">
                  <c:v>9.08098596528</c:v>
                </c:pt>
                <c:pt idx="2553">
                  <c:v>9.08098596528</c:v>
                </c:pt>
                <c:pt idx="2554">
                  <c:v>9.09432317973</c:v>
                </c:pt>
                <c:pt idx="2555">
                  <c:v>9.09432317973</c:v>
                </c:pt>
                <c:pt idx="2556">
                  <c:v>9.094474372</c:v>
                </c:pt>
                <c:pt idx="2557">
                  <c:v>9.094474372</c:v>
                </c:pt>
                <c:pt idx="2558">
                  <c:v>9.09517347167</c:v>
                </c:pt>
                <c:pt idx="2559">
                  <c:v>9.09517347167</c:v>
                </c:pt>
                <c:pt idx="2560">
                  <c:v>9.13113042115</c:v>
                </c:pt>
                <c:pt idx="2561">
                  <c:v>9.13113042115</c:v>
                </c:pt>
                <c:pt idx="2562">
                  <c:v>9.15534250482</c:v>
                </c:pt>
                <c:pt idx="2563">
                  <c:v>9.15534250482</c:v>
                </c:pt>
                <c:pt idx="2564">
                  <c:v>9.15913373121</c:v>
                </c:pt>
                <c:pt idx="2565">
                  <c:v>9.15913373121</c:v>
                </c:pt>
                <c:pt idx="2566">
                  <c:v>9.15948163131</c:v>
                </c:pt>
                <c:pt idx="2567">
                  <c:v>9.15948163131</c:v>
                </c:pt>
                <c:pt idx="2568">
                  <c:v>9.16163553943</c:v>
                </c:pt>
                <c:pt idx="2569">
                  <c:v>9.16163553943</c:v>
                </c:pt>
                <c:pt idx="2570">
                  <c:v>9.17879579767</c:v>
                </c:pt>
                <c:pt idx="2571">
                  <c:v>9.17879579767</c:v>
                </c:pt>
                <c:pt idx="2572">
                  <c:v>9.17964961968</c:v>
                </c:pt>
                <c:pt idx="2573">
                  <c:v>9.17964961968</c:v>
                </c:pt>
                <c:pt idx="2574">
                  <c:v>9.19114771741</c:v>
                </c:pt>
                <c:pt idx="2575">
                  <c:v>9.19114771741</c:v>
                </c:pt>
                <c:pt idx="2576">
                  <c:v>9.20641747922</c:v>
                </c:pt>
                <c:pt idx="2577">
                  <c:v>9.20641747922</c:v>
                </c:pt>
                <c:pt idx="2578">
                  <c:v>9.21366888588</c:v>
                </c:pt>
                <c:pt idx="2579">
                  <c:v>9.21366888588</c:v>
                </c:pt>
                <c:pt idx="2580">
                  <c:v>9.21711007767</c:v>
                </c:pt>
                <c:pt idx="2581">
                  <c:v>9.21711007767</c:v>
                </c:pt>
                <c:pt idx="2582">
                  <c:v>9.23437648823</c:v>
                </c:pt>
                <c:pt idx="2583">
                  <c:v>9.23437648823</c:v>
                </c:pt>
                <c:pt idx="2584">
                  <c:v>9.25377746256</c:v>
                </c:pt>
                <c:pt idx="2585">
                  <c:v>9.25377746256</c:v>
                </c:pt>
                <c:pt idx="2586">
                  <c:v>9.25489806149</c:v>
                </c:pt>
                <c:pt idx="2587">
                  <c:v>9.25489806149</c:v>
                </c:pt>
                <c:pt idx="2588">
                  <c:v>9.25542247043</c:v>
                </c:pt>
                <c:pt idx="2589">
                  <c:v>9.25542247043</c:v>
                </c:pt>
                <c:pt idx="2590">
                  <c:v>9.25892423554</c:v>
                </c:pt>
                <c:pt idx="2591">
                  <c:v>9.25892423554</c:v>
                </c:pt>
                <c:pt idx="2592">
                  <c:v>9.27260278259</c:v>
                </c:pt>
                <c:pt idx="2593">
                  <c:v>9.27260278259</c:v>
                </c:pt>
                <c:pt idx="2594">
                  <c:v>9.28369255357</c:v>
                </c:pt>
                <c:pt idx="2595">
                  <c:v>9.28369255357</c:v>
                </c:pt>
                <c:pt idx="2596">
                  <c:v>9.30367755286</c:v>
                </c:pt>
                <c:pt idx="2597">
                  <c:v>9.30367755286</c:v>
                </c:pt>
                <c:pt idx="2598">
                  <c:v>9.30550309223</c:v>
                </c:pt>
                <c:pt idx="2599">
                  <c:v>9.30550309223</c:v>
                </c:pt>
                <c:pt idx="2600">
                  <c:v>9.34052247957</c:v>
                </c:pt>
                <c:pt idx="2601">
                  <c:v>9.34052247957</c:v>
                </c:pt>
                <c:pt idx="2602">
                  <c:v>9.34131922068</c:v>
                </c:pt>
                <c:pt idx="2603">
                  <c:v>9.34131922068</c:v>
                </c:pt>
                <c:pt idx="2604">
                  <c:v>9.35109942223</c:v>
                </c:pt>
                <c:pt idx="2605">
                  <c:v>9.35109942223</c:v>
                </c:pt>
                <c:pt idx="2606">
                  <c:v>9.35160175098</c:v>
                </c:pt>
                <c:pt idx="2607">
                  <c:v>9.35160175098</c:v>
                </c:pt>
                <c:pt idx="2608">
                  <c:v>9.35184966831</c:v>
                </c:pt>
                <c:pt idx="2609">
                  <c:v>9.35184966831</c:v>
                </c:pt>
                <c:pt idx="2610">
                  <c:v>9.3553672097</c:v>
                </c:pt>
                <c:pt idx="2611">
                  <c:v>9.3553672097</c:v>
                </c:pt>
                <c:pt idx="2612">
                  <c:v>9.36931902547</c:v>
                </c:pt>
                <c:pt idx="2613">
                  <c:v>9.36931902547</c:v>
                </c:pt>
                <c:pt idx="2614">
                  <c:v>9.37342806445</c:v>
                </c:pt>
                <c:pt idx="2615">
                  <c:v>9.37342806445</c:v>
                </c:pt>
                <c:pt idx="2616">
                  <c:v>9.37698070082</c:v>
                </c:pt>
                <c:pt idx="2617">
                  <c:v>9.37698070082</c:v>
                </c:pt>
                <c:pt idx="2618">
                  <c:v>9.38907168704</c:v>
                </c:pt>
                <c:pt idx="2619">
                  <c:v>9.38907168704</c:v>
                </c:pt>
                <c:pt idx="2620">
                  <c:v>9.39194111824</c:v>
                </c:pt>
                <c:pt idx="2621">
                  <c:v>9.39194111824</c:v>
                </c:pt>
                <c:pt idx="2622">
                  <c:v>9.3960590241</c:v>
                </c:pt>
                <c:pt idx="2623">
                  <c:v>9.3960590241</c:v>
                </c:pt>
                <c:pt idx="2624">
                  <c:v>9.41163541068</c:v>
                </c:pt>
                <c:pt idx="2625">
                  <c:v>9.41163541068</c:v>
                </c:pt>
                <c:pt idx="2626">
                  <c:v>9.41677508733</c:v>
                </c:pt>
                <c:pt idx="2627">
                  <c:v>9.41677508733</c:v>
                </c:pt>
                <c:pt idx="2628">
                  <c:v>9.41756592854</c:v>
                </c:pt>
                <c:pt idx="2629">
                  <c:v>9.41756592854</c:v>
                </c:pt>
                <c:pt idx="2630">
                  <c:v>9.42270378494</c:v>
                </c:pt>
                <c:pt idx="2631">
                  <c:v>9.42270378494</c:v>
                </c:pt>
                <c:pt idx="2632">
                  <c:v>9.45012060643</c:v>
                </c:pt>
                <c:pt idx="2633">
                  <c:v>9.45012060643</c:v>
                </c:pt>
                <c:pt idx="2634">
                  <c:v>9.45896437153</c:v>
                </c:pt>
                <c:pt idx="2635">
                  <c:v>9.45896437153</c:v>
                </c:pt>
                <c:pt idx="2636">
                  <c:v>9.46054522832</c:v>
                </c:pt>
                <c:pt idx="2637">
                  <c:v>9.46054522832</c:v>
                </c:pt>
                <c:pt idx="2638">
                  <c:v>9.46164380441</c:v>
                </c:pt>
                <c:pt idx="2639">
                  <c:v>9.46164380441</c:v>
                </c:pt>
                <c:pt idx="2640">
                  <c:v>9.4616972539</c:v>
                </c:pt>
                <c:pt idx="2641">
                  <c:v>9.4616972539</c:v>
                </c:pt>
                <c:pt idx="2642">
                  <c:v>9.46460665045</c:v>
                </c:pt>
                <c:pt idx="2643">
                  <c:v>9.46460665045</c:v>
                </c:pt>
                <c:pt idx="2644">
                  <c:v>9.47194348939</c:v>
                </c:pt>
                <c:pt idx="2645">
                  <c:v>9.47194348939</c:v>
                </c:pt>
                <c:pt idx="2646">
                  <c:v>9.47554993634</c:v>
                </c:pt>
                <c:pt idx="2647">
                  <c:v>9.47554993634</c:v>
                </c:pt>
                <c:pt idx="2648">
                  <c:v>9.48402485518</c:v>
                </c:pt>
                <c:pt idx="2649">
                  <c:v>9.48402485518</c:v>
                </c:pt>
                <c:pt idx="2650">
                  <c:v>9.4951524256</c:v>
                </c:pt>
                <c:pt idx="2651">
                  <c:v>9.4951524256</c:v>
                </c:pt>
                <c:pt idx="2652">
                  <c:v>9.4961550632</c:v>
                </c:pt>
                <c:pt idx="2653">
                  <c:v>9.4961550632</c:v>
                </c:pt>
                <c:pt idx="2654">
                  <c:v>9.50638877884</c:v>
                </c:pt>
                <c:pt idx="2655">
                  <c:v>9.50638877884</c:v>
                </c:pt>
                <c:pt idx="2656">
                  <c:v>9.50872654676</c:v>
                </c:pt>
                <c:pt idx="2657">
                  <c:v>9.50872654676</c:v>
                </c:pt>
                <c:pt idx="2658">
                  <c:v>9.51400788011</c:v>
                </c:pt>
                <c:pt idx="2659">
                  <c:v>9.51400788011</c:v>
                </c:pt>
                <c:pt idx="2660">
                  <c:v>9.51808951091</c:v>
                </c:pt>
                <c:pt idx="2661">
                  <c:v>9.51808951091</c:v>
                </c:pt>
                <c:pt idx="2662">
                  <c:v>9.52783003755</c:v>
                </c:pt>
                <c:pt idx="2663">
                  <c:v>9.52783003755</c:v>
                </c:pt>
                <c:pt idx="2664">
                  <c:v>9.53912797416</c:v>
                </c:pt>
                <c:pt idx="2665">
                  <c:v>9.53912797416</c:v>
                </c:pt>
                <c:pt idx="2666">
                  <c:v>9.54935181134</c:v>
                </c:pt>
                <c:pt idx="2667">
                  <c:v>9.54935181134</c:v>
                </c:pt>
                <c:pt idx="2668">
                  <c:v>9.55372243095</c:v>
                </c:pt>
                <c:pt idx="2669">
                  <c:v>9.55372243095</c:v>
                </c:pt>
                <c:pt idx="2670">
                  <c:v>9.57472240922</c:v>
                </c:pt>
                <c:pt idx="2671">
                  <c:v>9.57472240922</c:v>
                </c:pt>
                <c:pt idx="2672">
                  <c:v>9.57961912848</c:v>
                </c:pt>
                <c:pt idx="2673">
                  <c:v>9.57961912848</c:v>
                </c:pt>
                <c:pt idx="2674">
                  <c:v>9.58289113017</c:v>
                </c:pt>
                <c:pt idx="2675">
                  <c:v>9.58289113017</c:v>
                </c:pt>
                <c:pt idx="2676">
                  <c:v>9.59804223595</c:v>
                </c:pt>
                <c:pt idx="2677">
                  <c:v>9.59804223595</c:v>
                </c:pt>
                <c:pt idx="2678">
                  <c:v>9.60800241708</c:v>
                </c:pt>
                <c:pt idx="2679">
                  <c:v>9.60800241708</c:v>
                </c:pt>
                <c:pt idx="2680">
                  <c:v>9.61014157488</c:v>
                </c:pt>
                <c:pt idx="2681">
                  <c:v>9.61014157488</c:v>
                </c:pt>
                <c:pt idx="2682">
                  <c:v>9.6110992588</c:v>
                </c:pt>
                <c:pt idx="2683">
                  <c:v>9.6110992588</c:v>
                </c:pt>
                <c:pt idx="2684">
                  <c:v>9.61144388209</c:v>
                </c:pt>
                <c:pt idx="2685">
                  <c:v>9.61144388209</c:v>
                </c:pt>
                <c:pt idx="2686">
                  <c:v>9.61573568266</c:v>
                </c:pt>
                <c:pt idx="2687">
                  <c:v>9.61573568266</c:v>
                </c:pt>
                <c:pt idx="2688">
                  <c:v>9.62121196841</c:v>
                </c:pt>
                <c:pt idx="2689">
                  <c:v>9.62121196841</c:v>
                </c:pt>
                <c:pt idx="2690">
                  <c:v>9.62264083237</c:v>
                </c:pt>
                <c:pt idx="2691">
                  <c:v>9.62264083237</c:v>
                </c:pt>
                <c:pt idx="2692">
                  <c:v>9.62269452343</c:v>
                </c:pt>
                <c:pt idx="2693">
                  <c:v>9.62269452343</c:v>
                </c:pt>
                <c:pt idx="2694">
                  <c:v>9.62467629644</c:v>
                </c:pt>
                <c:pt idx="2695">
                  <c:v>9.62467629644</c:v>
                </c:pt>
                <c:pt idx="2696">
                  <c:v>9.63600949169</c:v>
                </c:pt>
                <c:pt idx="2697">
                  <c:v>9.63600949169</c:v>
                </c:pt>
                <c:pt idx="2698">
                  <c:v>9.6371496031</c:v>
                </c:pt>
                <c:pt idx="2699">
                  <c:v>9.6371496031</c:v>
                </c:pt>
                <c:pt idx="2700">
                  <c:v>9.64651534746</c:v>
                </c:pt>
                <c:pt idx="2701">
                  <c:v>9.64651534746</c:v>
                </c:pt>
                <c:pt idx="2702">
                  <c:v>9.65785479854</c:v>
                </c:pt>
                <c:pt idx="2703">
                  <c:v>9.65785479854</c:v>
                </c:pt>
                <c:pt idx="2704">
                  <c:v>9.65877432297</c:v>
                </c:pt>
                <c:pt idx="2705">
                  <c:v>9.65877432297</c:v>
                </c:pt>
                <c:pt idx="2706">
                  <c:v>9.66486266261</c:v>
                </c:pt>
                <c:pt idx="2707">
                  <c:v>9.66486266261</c:v>
                </c:pt>
                <c:pt idx="2708">
                  <c:v>9.66870168422</c:v>
                </c:pt>
                <c:pt idx="2709">
                  <c:v>9.66870168422</c:v>
                </c:pt>
                <c:pt idx="2710">
                  <c:v>9.67349387443</c:v>
                </c:pt>
                <c:pt idx="2711">
                  <c:v>9.67349387443</c:v>
                </c:pt>
                <c:pt idx="2712">
                  <c:v>9.68079868611</c:v>
                </c:pt>
                <c:pt idx="2713">
                  <c:v>9.68079868611</c:v>
                </c:pt>
                <c:pt idx="2714">
                  <c:v>9.68975521265</c:v>
                </c:pt>
                <c:pt idx="2715">
                  <c:v>9.68975521265</c:v>
                </c:pt>
                <c:pt idx="2716">
                  <c:v>9.6978002795</c:v>
                </c:pt>
                <c:pt idx="2717">
                  <c:v>9.6978002795</c:v>
                </c:pt>
                <c:pt idx="2718">
                  <c:v>9.70058772538</c:v>
                </c:pt>
                <c:pt idx="2719">
                  <c:v>9.70058772538</c:v>
                </c:pt>
                <c:pt idx="2720">
                  <c:v>9.70099592445</c:v>
                </c:pt>
                <c:pt idx="2721">
                  <c:v>9.70099592445</c:v>
                </c:pt>
                <c:pt idx="2722">
                  <c:v>9.70301503543</c:v>
                </c:pt>
                <c:pt idx="2723">
                  <c:v>9.70301503543</c:v>
                </c:pt>
                <c:pt idx="2724">
                  <c:v>9.71563971084</c:v>
                </c:pt>
                <c:pt idx="2725">
                  <c:v>9.71563971084</c:v>
                </c:pt>
                <c:pt idx="2726">
                  <c:v>9.72079084863</c:v>
                </c:pt>
                <c:pt idx="2727">
                  <c:v>9.72079084863</c:v>
                </c:pt>
                <c:pt idx="2728">
                  <c:v>9.72940750411</c:v>
                </c:pt>
                <c:pt idx="2729">
                  <c:v>9.72940750411</c:v>
                </c:pt>
                <c:pt idx="2730">
                  <c:v>9.73839357046</c:v>
                </c:pt>
                <c:pt idx="2731">
                  <c:v>9.73839357046</c:v>
                </c:pt>
                <c:pt idx="2732">
                  <c:v>9.73972461331</c:v>
                </c:pt>
                <c:pt idx="2733">
                  <c:v>9.73972461331</c:v>
                </c:pt>
                <c:pt idx="2734">
                  <c:v>9.74713392607</c:v>
                </c:pt>
                <c:pt idx="2735">
                  <c:v>9.74713392607</c:v>
                </c:pt>
                <c:pt idx="2736">
                  <c:v>9.75132761839</c:v>
                </c:pt>
                <c:pt idx="2737">
                  <c:v>9.75132761839</c:v>
                </c:pt>
                <c:pt idx="2738">
                  <c:v>9.7519045394</c:v>
                </c:pt>
                <c:pt idx="2739">
                  <c:v>9.7519045394</c:v>
                </c:pt>
                <c:pt idx="2740">
                  <c:v>9.75349382179</c:v>
                </c:pt>
                <c:pt idx="2741">
                  <c:v>9.75349382179</c:v>
                </c:pt>
                <c:pt idx="2742">
                  <c:v>9.76952584222</c:v>
                </c:pt>
                <c:pt idx="2743">
                  <c:v>9.76952584222</c:v>
                </c:pt>
                <c:pt idx="2744">
                  <c:v>9.77221366704</c:v>
                </c:pt>
                <c:pt idx="2745">
                  <c:v>9.77221366704</c:v>
                </c:pt>
                <c:pt idx="2746">
                  <c:v>9.77568297763</c:v>
                </c:pt>
                <c:pt idx="2747">
                  <c:v>9.77568297763</c:v>
                </c:pt>
                <c:pt idx="2748">
                  <c:v>9.77603840634</c:v>
                </c:pt>
                <c:pt idx="2749">
                  <c:v>9.77603840634</c:v>
                </c:pt>
                <c:pt idx="2750">
                  <c:v>9.77789147535</c:v>
                </c:pt>
                <c:pt idx="2751">
                  <c:v>9.77789147535</c:v>
                </c:pt>
                <c:pt idx="2752">
                  <c:v>9.77901840899</c:v>
                </c:pt>
                <c:pt idx="2753">
                  <c:v>9.77901840899</c:v>
                </c:pt>
                <c:pt idx="2754">
                  <c:v>9.78044166966</c:v>
                </c:pt>
                <c:pt idx="2755">
                  <c:v>9.78044166966</c:v>
                </c:pt>
                <c:pt idx="2756">
                  <c:v>9.78258676679</c:v>
                </c:pt>
                <c:pt idx="2757">
                  <c:v>9.78258676679</c:v>
                </c:pt>
                <c:pt idx="2758">
                  <c:v>9.78858652152</c:v>
                </c:pt>
                <c:pt idx="2759">
                  <c:v>9.78858652152</c:v>
                </c:pt>
                <c:pt idx="2760">
                  <c:v>9.79268921413</c:v>
                </c:pt>
                <c:pt idx="2761">
                  <c:v>9.79268921413</c:v>
                </c:pt>
                <c:pt idx="2762">
                  <c:v>9.80096444958</c:v>
                </c:pt>
                <c:pt idx="2763">
                  <c:v>9.80096444958</c:v>
                </c:pt>
                <c:pt idx="2764">
                  <c:v>9.81199864923</c:v>
                </c:pt>
                <c:pt idx="2765">
                  <c:v>9.81199864923</c:v>
                </c:pt>
                <c:pt idx="2766">
                  <c:v>9.82015065167</c:v>
                </c:pt>
                <c:pt idx="2767">
                  <c:v>9.82015065167</c:v>
                </c:pt>
                <c:pt idx="2768">
                  <c:v>9.82763277413</c:v>
                </c:pt>
                <c:pt idx="2769">
                  <c:v>9.82763277413</c:v>
                </c:pt>
                <c:pt idx="2770">
                  <c:v>9.83350770691</c:v>
                </c:pt>
                <c:pt idx="2771">
                  <c:v>9.83350770691</c:v>
                </c:pt>
                <c:pt idx="2772">
                  <c:v>9.83947149</c:v>
                </c:pt>
                <c:pt idx="2773">
                  <c:v>9.83947149</c:v>
                </c:pt>
                <c:pt idx="2774">
                  <c:v>9.84101681213</c:v>
                </c:pt>
                <c:pt idx="2775">
                  <c:v>9.84101681213</c:v>
                </c:pt>
                <c:pt idx="2776">
                  <c:v>9.84691952484</c:v>
                </c:pt>
                <c:pt idx="2777">
                  <c:v>9.84691952484</c:v>
                </c:pt>
                <c:pt idx="2778">
                  <c:v>9.86547167769</c:v>
                </c:pt>
                <c:pt idx="2779">
                  <c:v>9.86547167769</c:v>
                </c:pt>
                <c:pt idx="2780">
                  <c:v>9.86917744277</c:v>
                </c:pt>
                <c:pt idx="2781">
                  <c:v>9.86917744277</c:v>
                </c:pt>
                <c:pt idx="2782">
                  <c:v>9.89500664606</c:v>
                </c:pt>
                <c:pt idx="2783">
                  <c:v>9.89500664606</c:v>
                </c:pt>
                <c:pt idx="2784">
                  <c:v>9.90730907267</c:v>
                </c:pt>
                <c:pt idx="2785">
                  <c:v>9.90730907267</c:v>
                </c:pt>
                <c:pt idx="2786">
                  <c:v>9.9095068668</c:v>
                </c:pt>
                <c:pt idx="2787">
                  <c:v>9.9095068668</c:v>
                </c:pt>
                <c:pt idx="2788">
                  <c:v>9.91190265427</c:v>
                </c:pt>
                <c:pt idx="2789">
                  <c:v>9.91190265427</c:v>
                </c:pt>
                <c:pt idx="2790">
                  <c:v>9.91724216901</c:v>
                </c:pt>
                <c:pt idx="2791">
                  <c:v>9.91724216901</c:v>
                </c:pt>
                <c:pt idx="2792">
                  <c:v>9.92316146875</c:v>
                </c:pt>
                <c:pt idx="2793">
                  <c:v>9.92316146875</c:v>
                </c:pt>
                <c:pt idx="2794">
                  <c:v>9.94123189176</c:v>
                </c:pt>
                <c:pt idx="2795">
                  <c:v>9.94123189176</c:v>
                </c:pt>
                <c:pt idx="2796">
                  <c:v>9.95048016792</c:v>
                </c:pt>
                <c:pt idx="2797">
                  <c:v>9.95048016792</c:v>
                </c:pt>
                <c:pt idx="2798">
                  <c:v>9.95867221191</c:v>
                </c:pt>
                <c:pt idx="2799">
                  <c:v>9.95867221191</c:v>
                </c:pt>
                <c:pt idx="2800">
                  <c:v>9.96701579333</c:v>
                </c:pt>
                <c:pt idx="2801">
                  <c:v>9.96701579333</c:v>
                </c:pt>
                <c:pt idx="2802">
                  <c:v>9.96853242429</c:v>
                </c:pt>
                <c:pt idx="2803">
                  <c:v>9.96853242429</c:v>
                </c:pt>
                <c:pt idx="2804">
                  <c:v>9.97430255959</c:v>
                </c:pt>
                <c:pt idx="2805">
                  <c:v>9.97430255959</c:v>
                </c:pt>
                <c:pt idx="2806">
                  <c:v>9.98034603574</c:v>
                </c:pt>
                <c:pt idx="2807">
                  <c:v>9.98034603574</c:v>
                </c:pt>
                <c:pt idx="2808">
                  <c:v>9.98521269896</c:v>
                </c:pt>
                <c:pt idx="2809">
                  <c:v>9.98521269896</c:v>
                </c:pt>
                <c:pt idx="2810">
                  <c:v>9.98929837524</c:v>
                </c:pt>
                <c:pt idx="2811">
                  <c:v>9.98929837524</c:v>
                </c:pt>
                <c:pt idx="2812">
                  <c:v>9.99102273265</c:v>
                </c:pt>
                <c:pt idx="2813">
                  <c:v>9.99102273265</c:v>
                </c:pt>
                <c:pt idx="2814">
                  <c:v>9.99402975869</c:v>
                </c:pt>
                <c:pt idx="2815">
                  <c:v>9.99402975869</c:v>
                </c:pt>
                <c:pt idx="2816">
                  <c:v>9.99607104301</c:v>
                </c:pt>
                <c:pt idx="2817">
                  <c:v>9.99607104301</c:v>
                </c:pt>
                <c:pt idx="2818">
                  <c:v>9.99735840844</c:v>
                </c:pt>
                <c:pt idx="2819">
                  <c:v>9.99735840844</c:v>
                </c:pt>
                <c:pt idx="2820">
                  <c:v>10.0034767791</c:v>
                </c:pt>
                <c:pt idx="2821">
                  <c:v>10.0034767791</c:v>
                </c:pt>
                <c:pt idx="2822">
                  <c:v>10.0118777788</c:v>
                </c:pt>
                <c:pt idx="2823">
                  <c:v>10.0118777788</c:v>
                </c:pt>
                <c:pt idx="2824">
                  <c:v>10.0156733812</c:v>
                </c:pt>
                <c:pt idx="2825">
                  <c:v>10.0156733812</c:v>
                </c:pt>
                <c:pt idx="2826">
                  <c:v>10.019675585</c:v>
                </c:pt>
                <c:pt idx="2827">
                  <c:v>10.019675585</c:v>
                </c:pt>
                <c:pt idx="2828">
                  <c:v>10.0212953579</c:v>
                </c:pt>
                <c:pt idx="2829">
                  <c:v>10.0212953579</c:v>
                </c:pt>
                <c:pt idx="2830">
                  <c:v>10.0341762183</c:v>
                </c:pt>
                <c:pt idx="2831">
                  <c:v>10.0341762183</c:v>
                </c:pt>
                <c:pt idx="2832">
                  <c:v>10.0388043345</c:v>
                </c:pt>
                <c:pt idx="2833">
                  <c:v>10.0388043345</c:v>
                </c:pt>
                <c:pt idx="2834">
                  <c:v>10.0396457276</c:v>
                </c:pt>
                <c:pt idx="2835">
                  <c:v>10.0396457276</c:v>
                </c:pt>
                <c:pt idx="2836">
                  <c:v>10.0613653789</c:v>
                </c:pt>
                <c:pt idx="2837">
                  <c:v>10.0613653789</c:v>
                </c:pt>
                <c:pt idx="2838">
                  <c:v>10.069569389</c:v>
                </c:pt>
                <c:pt idx="2839">
                  <c:v>10.069569389</c:v>
                </c:pt>
                <c:pt idx="2840">
                  <c:v>10.0895073289</c:v>
                </c:pt>
                <c:pt idx="2841">
                  <c:v>10.0895073289</c:v>
                </c:pt>
                <c:pt idx="2842">
                  <c:v>10.1010591272</c:v>
                </c:pt>
                <c:pt idx="2843">
                  <c:v>10.1010591272</c:v>
                </c:pt>
                <c:pt idx="2844">
                  <c:v>10.1152194401</c:v>
                </c:pt>
                <c:pt idx="2845">
                  <c:v>10.1152194401</c:v>
                </c:pt>
                <c:pt idx="2846">
                  <c:v>10.1282738921</c:v>
                </c:pt>
                <c:pt idx="2847">
                  <c:v>10.1282738921</c:v>
                </c:pt>
                <c:pt idx="2848">
                  <c:v>10.1333600493</c:v>
                </c:pt>
                <c:pt idx="2849">
                  <c:v>10.1333600493</c:v>
                </c:pt>
                <c:pt idx="2850">
                  <c:v>10.1334086728</c:v>
                </c:pt>
                <c:pt idx="2851">
                  <c:v>10.1334086728</c:v>
                </c:pt>
                <c:pt idx="2852">
                  <c:v>10.1429103906</c:v>
                </c:pt>
                <c:pt idx="2853">
                  <c:v>10.1429103906</c:v>
                </c:pt>
                <c:pt idx="2854">
                  <c:v>10.1450407524</c:v>
                </c:pt>
                <c:pt idx="2855">
                  <c:v>10.1450407524</c:v>
                </c:pt>
                <c:pt idx="2856">
                  <c:v>10.1563761443</c:v>
                </c:pt>
                <c:pt idx="2857">
                  <c:v>10.1563761443</c:v>
                </c:pt>
                <c:pt idx="2858">
                  <c:v>10.1665268008</c:v>
                </c:pt>
                <c:pt idx="2859">
                  <c:v>10.1665268008</c:v>
                </c:pt>
                <c:pt idx="2860">
                  <c:v>10.1844044797</c:v>
                </c:pt>
                <c:pt idx="2861">
                  <c:v>10.1844044797</c:v>
                </c:pt>
                <c:pt idx="2862">
                  <c:v>10.1896023731</c:v>
                </c:pt>
                <c:pt idx="2863">
                  <c:v>10.1896023731</c:v>
                </c:pt>
                <c:pt idx="2864">
                  <c:v>10.2022321966</c:v>
                </c:pt>
                <c:pt idx="2865">
                  <c:v>10.2022321966</c:v>
                </c:pt>
                <c:pt idx="2866">
                  <c:v>10.2135196919</c:v>
                </c:pt>
                <c:pt idx="2867">
                  <c:v>10.2135196919</c:v>
                </c:pt>
                <c:pt idx="2868">
                  <c:v>10.2297282419</c:v>
                </c:pt>
                <c:pt idx="2869">
                  <c:v>10.2297282419</c:v>
                </c:pt>
                <c:pt idx="2870">
                  <c:v>10.2489774839</c:v>
                </c:pt>
                <c:pt idx="2871">
                  <c:v>10.2489774839</c:v>
                </c:pt>
                <c:pt idx="2872">
                  <c:v>10.2537399191</c:v>
                </c:pt>
                <c:pt idx="2873">
                  <c:v>10.2537399191</c:v>
                </c:pt>
                <c:pt idx="2874">
                  <c:v>10.265867717</c:v>
                </c:pt>
                <c:pt idx="2875">
                  <c:v>10.265867717</c:v>
                </c:pt>
                <c:pt idx="2876">
                  <c:v>10.2670609108</c:v>
                </c:pt>
                <c:pt idx="2877">
                  <c:v>10.2670609108</c:v>
                </c:pt>
                <c:pt idx="2878">
                  <c:v>10.2741150073</c:v>
                </c:pt>
                <c:pt idx="2879">
                  <c:v>10.2741150073</c:v>
                </c:pt>
                <c:pt idx="2880">
                  <c:v>10.2903323408</c:v>
                </c:pt>
                <c:pt idx="2881">
                  <c:v>10.2903323408</c:v>
                </c:pt>
                <c:pt idx="2882">
                  <c:v>10.306294297</c:v>
                </c:pt>
                <c:pt idx="2883">
                  <c:v>10.306294297</c:v>
                </c:pt>
                <c:pt idx="2884">
                  <c:v>10.3187795836</c:v>
                </c:pt>
                <c:pt idx="2885">
                  <c:v>10.3187795836</c:v>
                </c:pt>
                <c:pt idx="2886">
                  <c:v>10.3265614923</c:v>
                </c:pt>
                <c:pt idx="2887">
                  <c:v>10.3265614923</c:v>
                </c:pt>
                <c:pt idx="2888">
                  <c:v>10.3395338683</c:v>
                </c:pt>
                <c:pt idx="2889">
                  <c:v>10.3395338683</c:v>
                </c:pt>
                <c:pt idx="2890">
                  <c:v>10.3473956099</c:v>
                </c:pt>
                <c:pt idx="2891">
                  <c:v>10.3473956099</c:v>
                </c:pt>
                <c:pt idx="2892">
                  <c:v>10.3631871147</c:v>
                </c:pt>
                <c:pt idx="2893">
                  <c:v>10.3631871147</c:v>
                </c:pt>
                <c:pt idx="2894">
                  <c:v>10.3699348976</c:v>
                </c:pt>
                <c:pt idx="2895">
                  <c:v>10.3699348976</c:v>
                </c:pt>
                <c:pt idx="2896">
                  <c:v>10.3805570028</c:v>
                </c:pt>
                <c:pt idx="2897">
                  <c:v>10.3805570028</c:v>
                </c:pt>
                <c:pt idx="2898">
                  <c:v>10.3814712376</c:v>
                </c:pt>
                <c:pt idx="2899">
                  <c:v>10.3814712376</c:v>
                </c:pt>
                <c:pt idx="2900">
                  <c:v>10.3835734604</c:v>
                </c:pt>
                <c:pt idx="2901">
                  <c:v>10.3835734604</c:v>
                </c:pt>
                <c:pt idx="2902">
                  <c:v>10.3843796105</c:v>
                </c:pt>
                <c:pt idx="2903">
                  <c:v>10.3843796105</c:v>
                </c:pt>
                <c:pt idx="2904">
                  <c:v>10.3902028254</c:v>
                </c:pt>
                <c:pt idx="2905">
                  <c:v>10.3902028254</c:v>
                </c:pt>
                <c:pt idx="2906">
                  <c:v>10.3995717027</c:v>
                </c:pt>
                <c:pt idx="2907">
                  <c:v>10.3995717027</c:v>
                </c:pt>
                <c:pt idx="2908">
                  <c:v>10.4199933755</c:v>
                </c:pt>
                <c:pt idx="2909">
                  <c:v>10.4199933755</c:v>
                </c:pt>
                <c:pt idx="2910">
                  <c:v>10.4246462831</c:v>
                </c:pt>
                <c:pt idx="2911">
                  <c:v>10.4246462831</c:v>
                </c:pt>
                <c:pt idx="2912">
                  <c:v>10.4469383704</c:v>
                </c:pt>
                <c:pt idx="2913">
                  <c:v>10.4469383704</c:v>
                </c:pt>
                <c:pt idx="2914">
                  <c:v>10.4582905417</c:v>
                </c:pt>
                <c:pt idx="2915">
                  <c:v>10.4582905417</c:v>
                </c:pt>
                <c:pt idx="2916">
                  <c:v>10.4789537538</c:v>
                </c:pt>
                <c:pt idx="2917">
                  <c:v>10.4789537538</c:v>
                </c:pt>
                <c:pt idx="2918">
                  <c:v>10.505440811</c:v>
                </c:pt>
                <c:pt idx="2919">
                  <c:v>10.505440811</c:v>
                </c:pt>
                <c:pt idx="2920">
                  <c:v>10.5117857983</c:v>
                </c:pt>
                <c:pt idx="2921">
                  <c:v>10.5117857983</c:v>
                </c:pt>
                <c:pt idx="2922">
                  <c:v>10.5307814591</c:v>
                </c:pt>
                <c:pt idx="2923">
                  <c:v>10.5307814591</c:v>
                </c:pt>
                <c:pt idx="2924">
                  <c:v>10.5311851215</c:v>
                </c:pt>
                <c:pt idx="2925">
                  <c:v>10.5311851215</c:v>
                </c:pt>
                <c:pt idx="2926">
                  <c:v>10.5395721955</c:v>
                </c:pt>
                <c:pt idx="2927">
                  <c:v>10.5395721955</c:v>
                </c:pt>
                <c:pt idx="2928">
                  <c:v>10.5779691763</c:v>
                </c:pt>
                <c:pt idx="2929">
                  <c:v>10.5779691763</c:v>
                </c:pt>
                <c:pt idx="2930">
                  <c:v>10.5783644129</c:v>
                </c:pt>
                <c:pt idx="2931">
                  <c:v>10.5783644129</c:v>
                </c:pt>
                <c:pt idx="2932">
                  <c:v>10.5822722752</c:v>
                </c:pt>
                <c:pt idx="2933">
                  <c:v>10.5822722752</c:v>
                </c:pt>
                <c:pt idx="2934">
                  <c:v>10.5909989904</c:v>
                </c:pt>
                <c:pt idx="2935">
                  <c:v>10.5909989904</c:v>
                </c:pt>
                <c:pt idx="2936">
                  <c:v>10.5946241751</c:v>
                </c:pt>
                <c:pt idx="2937">
                  <c:v>10.5946241751</c:v>
                </c:pt>
                <c:pt idx="2938">
                  <c:v>10.6488139013</c:v>
                </c:pt>
                <c:pt idx="2939">
                  <c:v>10.6488139013</c:v>
                </c:pt>
                <c:pt idx="2940">
                  <c:v>10.6521673188</c:v>
                </c:pt>
                <c:pt idx="2941">
                  <c:v>10.6521673188</c:v>
                </c:pt>
                <c:pt idx="2942">
                  <c:v>10.6636373723</c:v>
                </c:pt>
                <c:pt idx="2943">
                  <c:v>10.6636373723</c:v>
                </c:pt>
                <c:pt idx="2944">
                  <c:v>10.6638155728</c:v>
                </c:pt>
                <c:pt idx="2945">
                  <c:v>10.6638155728</c:v>
                </c:pt>
                <c:pt idx="2946">
                  <c:v>10.6702861882</c:v>
                </c:pt>
                <c:pt idx="2947">
                  <c:v>10.6702861882</c:v>
                </c:pt>
                <c:pt idx="2948">
                  <c:v>10.6738232486</c:v>
                </c:pt>
                <c:pt idx="2949">
                  <c:v>10.6738232486</c:v>
                </c:pt>
                <c:pt idx="2950">
                  <c:v>10.7007263868</c:v>
                </c:pt>
                <c:pt idx="2951">
                  <c:v>10.7007263868</c:v>
                </c:pt>
                <c:pt idx="2952">
                  <c:v>10.7070419069</c:v>
                </c:pt>
                <c:pt idx="2953">
                  <c:v>10.7070419069</c:v>
                </c:pt>
                <c:pt idx="2954">
                  <c:v>10.7107094716</c:v>
                </c:pt>
                <c:pt idx="2955">
                  <c:v>10.7107094716</c:v>
                </c:pt>
                <c:pt idx="2956">
                  <c:v>10.7196445897</c:v>
                </c:pt>
                <c:pt idx="2957">
                  <c:v>10.7196445897</c:v>
                </c:pt>
                <c:pt idx="2958">
                  <c:v>10.7308116974</c:v>
                </c:pt>
                <c:pt idx="2959">
                  <c:v>10.7308116974</c:v>
                </c:pt>
                <c:pt idx="2960">
                  <c:v>10.7392813108</c:v>
                </c:pt>
                <c:pt idx="2961">
                  <c:v>10.7392813108</c:v>
                </c:pt>
                <c:pt idx="2962">
                  <c:v>10.7410723934</c:v>
                </c:pt>
                <c:pt idx="2963">
                  <c:v>10.7410723934</c:v>
                </c:pt>
                <c:pt idx="2964">
                  <c:v>10.7424869539</c:v>
                </c:pt>
                <c:pt idx="2965">
                  <c:v>10.7424869539</c:v>
                </c:pt>
                <c:pt idx="2966">
                  <c:v>10.7505054471</c:v>
                </c:pt>
                <c:pt idx="2967">
                  <c:v>10.7505054471</c:v>
                </c:pt>
                <c:pt idx="2968">
                  <c:v>10.7507488684</c:v>
                </c:pt>
                <c:pt idx="2969">
                  <c:v>10.7507488684</c:v>
                </c:pt>
                <c:pt idx="2970">
                  <c:v>10.7595658194</c:v>
                </c:pt>
                <c:pt idx="2971">
                  <c:v>10.7595658194</c:v>
                </c:pt>
                <c:pt idx="2972">
                  <c:v>10.760678746</c:v>
                </c:pt>
                <c:pt idx="2973">
                  <c:v>10.760678746</c:v>
                </c:pt>
                <c:pt idx="2974">
                  <c:v>10.7623707355</c:v>
                </c:pt>
                <c:pt idx="2975">
                  <c:v>10.7623707355</c:v>
                </c:pt>
                <c:pt idx="2976">
                  <c:v>10.764571126</c:v>
                </c:pt>
                <c:pt idx="2977">
                  <c:v>10.764571126</c:v>
                </c:pt>
                <c:pt idx="2978">
                  <c:v>10.7672503882</c:v>
                </c:pt>
                <c:pt idx="2979">
                  <c:v>10.7672503882</c:v>
                </c:pt>
                <c:pt idx="2980">
                  <c:v>10.7733107744</c:v>
                </c:pt>
                <c:pt idx="2981">
                  <c:v>10.7733107744</c:v>
                </c:pt>
                <c:pt idx="2982">
                  <c:v>10.7767901491</c:v>
                </c:pt>
                <c:pt idx="2983">
                  <c:v>10.7767901491</c:v>
                </c:pt>
                <c:pt idx="2984">
                  <c:v>10.8045394828</c:v>
                </c:pt>
                <c:pt idx="2985">
                  <c:v>10.8045394828</c:v>
                </c:pt>
                <c:pt idx="2986">
                  <c:v>10.8108601375</c:v>
                </c:pt>
                <c:pt idx="2987">
                  <c:v>10.8108601375</c:v>
                </c:pt>
                <c:pt idx="2988">
                  <c:v>10.8183664188</c:v>
                </c:pt>
                <c:pt idx="2989">
                  <c:v>10.8183664188</c:v>
                </c:pt>
                <c:pt idx="2990">
                  <c:v>10.8216448372</c:v>
                </c:pt>
                <c:pt idx="2991">
                  <c:v>10.8216448372</c:v>
                </c:pt>
                <c:pt idx="2992">
                  <c:v>10.8536023369</c:v>
                </c:pt>
                <c:pt idx="2993">
                  <c:v>10.8536023369</c:v>
                </c:pt>
                <c:pt idx="2994">
                  <c:v>10.8574139596</c:v>
                </c:pt>
                <c:pt idx="2995">
                  <c:v>10.8574139596</c:v>
                </c:pt>
                <c:pt idx="2996">
                  <c:v>10.8591040229</c:v>
                </c:pt>
                <c:pt idx="2997">
                  <c:v>10.8591040229</c:v>
                </c:pt>
                <c:pt idx="2998">
                  <c:v>10.8719066381</c:v>
                </c:pt>
                <c:pt idx="2999">
                  <c:v>10.8719066381</c:v>
                </c:pt>
                <c:pt idx="3000">
                  <c:v>10.8722968735</c:v>
                </c:pt>
                <c:pt idx="3001">
                  <c:v>10.8722968735</c:v>
                </c:pt>
                <c:pt idx="3002">
                  <c:v>10.8909937342</c:v>
                </c:pt>
                <c:pt idx="3003">
                  <c:v>10.8909937342</c:v>
                </c:pt>
                <c:pt idx="3004">
                  <c:v>10.8987312119</c:v>
                </c:pt>
                <c:pt idx="3005">
                  <c:v>10.8987312119</c:v>
                </c:pt>
                <c:pt idx="3006">
                  <c:v>10.9051050185</c:v>
                </c:pt>
                <c:pt idx="3007">
                  <c:v>10.9051050185</c:v>
                </c:pt>
                <c:pt idx="3008">
                  <c:v>10.9305300303</c:v>
                </c:pt>
                <c:pt idx="3009">
                  <c:v>10.9305300303</c:v>
                </c:pt>
                <c:pt idx="3010">
                  <c:v>10.9428427662</c:v>
                </c:pt>
                <c:pt idx="3011">
                  <c:v>10.9428427662</c:v>
                </c:pt>
                <c:pt idx="3012">
                  <c:v>10.9431622961</c:v>
                </c:pt>
                <c:pt idx="3013">
                  <c:v>10.9431622961</c:v>
                </c:pt>
                <c:pt idx="3014">
                  <c:v>10.9463714048</c:v>
                </c:pt>
                <c:pt idx="3015">
                  <c:v>10.9463714048</c:v>
                </c:pt>
                <c:pt idx="3016">
                  <c:v>10.9621874114</c:v>
                </c:pt>
                <c:pt idx="3017">
                  <c:v>10.9621874114</c:v>
                </c:pt>
                <c:pt idx="3018">
                  <c:v>10.9733129076</c:v>
                </c:pt>
                <c:pt idx="3019">
                  <c:v>10.9733129076</c:v>
                </c:pt>
                <c:pt idx="3020">
                  <c:v>10.9794157136</c:v>
                </c:pt>
                <c:pt idx="3021">
                  <c:v>10.9794157136</c:v>
                </c:pt>
                <c:pt idx="3022">
                  <c:v>10.992530164</c:v>
                </c:pt>
                <c:pt idx="3023">
                  <c:v>10.992530164</c:v>
                </c:pt>
                <c:pt idx="3024">
                  <c:v>11.009632337</c:v>
                </c:pt>
                <c:pt idx="3025">
                  <c:v>11.009632337</c:v>
                </c:pt>
                <c:pt idx="3026">
                  <c:v>11.0361973527</c:v>
                </c:pt>
                <c:pt idx="3027">
                  <c:v>11.0361973527</c:v>
                </c:pt>
                <c:pt idx="3028">
                  <c:v>11.0545392687</c:v>
                </c:pt>
                <c:pt idx="3029">
                  <c:v>11.0545392687</c:v>
                </c:pt>
                <c:pt idx="3030">
                  <c:v>11.0623277962</c:v>
                </c:pt>
                <c:pt idx="3031">
                  <c:v>11.0623277962</c:v>
                </c:pt>
                <c:pt idx="3032">
                  <c:v>11.0997115911</c:v>
                </c:pt>
                <c:pt idx="3033">
                  <c:v>11.0997115911</c:v>
                </c:pt>
                <c:pt idx="3034">
                  <c:v>11.1148961438</c:v>
                </c:pt>
                <c:pt idx="3035">
                  <c:v>11.1148961438</c:v>
                </c:pt>
                <c:pt idx="3036">
                  <c:v>11.1199765007</c:v>
                </c:pt>
                <c:pt idx="3037">
                  <c:v>11.1199765007</c:v>
                </c:pt>
                <c:pt idx="3038">
                  <c:v>11.1437930859</c:v>
                </c:pt>
                <c:pt idx="3039">
                  <c:v>11.1437930859</c:v>
                </c:pt>
                <c:pt idx="3040">
                  <c:v>11.1481503244</c:v>
                </c:pt>
                <c:pt idx="3041">
                  <c:v>11.1481503244</c:v>
                </c:pt>
                <c:pt idx="3042">
                  <c:v>11.1613366025</c:v>
                </c:pt>
                <c:pt idx="3043">
                  <c:v>11.1613366025</c:v>
                </c:pt>
                <c:pt idx="3044">
                  <c:v>11.1701286033</c:v>
                </c:pt>
                <c:pt idx="3045">
                  <c:v>11.1701286033</c:v>
                </c:pt>
                <c:pt idx="3046">
                  <c:v>11.1730125781</c:v>
                </c:pt>
                <c:pt idx="3047">
                  <c:v>11.1730125781</c:v>
                </c:pt>
                <c:pt idx="3048">
                  <c:v>11.1845521385</c:v>
                </c:pt>
                <c:pt idx="3049">
                  <c:v>11.1845521385</c:v>
                </c:pt>
                <c:pt idx="3050">
                  <c:v>11.1847649568</c:v>
                </c:pt>
                <c:pt idx="3051">
                  <c:v>11.1847649568</c:v>
                </c:pt>
                <c:pt idx="3052">
                  <c:v>11.1876393933</c:v>
                </c:pt>
                <c:pt idx="3053">
                  <c:v>11.1876393933</c:v>
                </c:pt>
                <c:pt idx="3054">
                  <c:v>11.1902130549</c:v>
                </c:pt>
                <c:pt idx="3055">
                  <c:v>11.1902130549</c:v>
                </c:pt>
                <c:pt idx="3056">
                  <c:v>11.2132953279</c:v>
                </c:pt>
                <c:pt idx="3057">
                  <c:v>11.2132953279</c:v>
                </c:pt>
                <c:pt idx="3058">
                  <c:v>11.2418325479</c:v>
                </c:pt>
                <c:pt idx="3059">
                  <c:v>11.2418325479</c:v>
                </c:pt>
                <c:pt idx="3060">
                  <c:v>11.2418983238</c:v>
                </c:pt>
                <c:pt idx="3061">
                  <c:v>11.2418983238</c:v>
                </c:pt>
                <c:pt idx="3062">
                  <c:v>11.2937937183</c:v>
                </c:pt>
                <c:pt idx="3063">
                  <c:v>11.2937937183</c:v>
                </c:pt>
                <c:pt idx="3064">
                  <c:v>11.3180881752</c:v>
                </c:pt>
                <c:pt idx="3065">
                  <c:v>11.3180881752</c:v>
                </c:pt>
                <c:pt idx="3066">
                  <c:v>11.3191680043</c:v>
                </c:pt>
                <c:pt idx="3067">
                  <c:v>11.3191680043</c:v>
                </c:pt>
                <c:pt idx="3068">
                  <c:v>11.3284502531</c:v>
                </c:pt>
                <c:pt idx="3069">
                  <c:v>11.3284502531</c:v>
                </c:pt>
                <c:pt idx="3070">
                  <c:v>11.3298524042</c:v>
                </c:pt>
                <c:pt idx="3071">
                  <c:v>11.3298524042</c:v>
                </c:pt>
                <c:pt idx="3072">
                  <c:v>11.3721977877</c:v>
                </c:pt>
                <c:pt idx="3073">
                  <c:v>11.3721977877</c:v>
                </c:pt>
                <c:pt idx="3074">
                  <c:v>11.3909993608</c:v>
                </c:pt>
                <c:pt idx="3075">
                  <c:v>11.3909993608</c:v>
                </c:pt>
                <c:pt idx="3076">
                  <c:v>11.3991237654</c:v>
                </c:pt>
                <c:pt idx="3077">
                  <c:v>11.3991237654</c:v>
                </c:pt>
                <c:pt idx="3078">
                  <c:v>11.4508680679</c:v>
                </c:pt>
                <c:pt idx="3079">
                  <c:v>11.4508680679</c:v>
                </c:pt>
                <c:pt idx="3080">
                  <c:v>11.4652911154</c:v>
                </c:pt>
                <c:pt idx="3081">
                  <c:v>11.4652911154</c:v>
                </c:pt>
                <c:pt idx="3082">
                  <c:v>11.4673354889</c:v>
                </c:pt>
                <c:pt idx="3083">
                  <c:v>11.4673354889</c:v>
                </c:pt>
                <c:pt idx="3084">
                  <c:v>11.4700071978</c:v>
                </c:pt>
                <c:pt idx="3085">
                  <c:v>11.4700071978</c:v>
                </c:pt>
                <c:pt idx="3086">
                  <c:v>11.4761746009</c:v>
                </c:pt>
                <c:pt idx="3087">
                  <c:v>11.4761746009</c:v>
                </c:pt>
                <c:pt idx="3088">
                  <c:v>11.4966451491</c:v>
                </c:pt>
                <c:pt idx="3089">
                  <c:v>11.4966451491</c:v>
                </c:pt>
                <c:pt idx="3090">
                  <c:v>11.5129781158</c:v>
                </c:pt>
                <c:pt idx="3091">
                  <c:v>11.5129781158</c:v>
                </c:pt>
                <c:pt idx="3092">
                  <c:v>11.5165296779</c:v>
                </c:pt>
                <c:pt idx="3093">
                  <c:v>11.5165296779</c:v>
                </c:pt>
                <c:pt idx="3094">
                  <c:v>11.5232484968</c:v>
                </c:pt>
                <c:pt idx="3095">
                  <c:v>11.5232484968</c:v>
                </c:pt>
                <c:pt idx="3096">
                  <c:v>11.5702760396</c:v>
                </c:pt>
                <c:pt idx="3097">
                  <c:v>11.5702760396</c:v>
                </c:pt>
                <c:pt idx="3098">
                  <c:v>11.5713591557</c:v>
                </c:pt>
                <c:pt idx="3099">
                  <c:v>11.5713591557</c:v>
                </c:pt>
                <c:pt idx="3100">
                  <c:v>11.6212493632</c:v>
                </c:pt>
                <c:pt idx="3101">
                  <c:v>11.6212493632</c:v>
                </c:pt>
                <c:pt idx="3102">
                  <c:v>11.6268233714</c:v>
                </c:pt>
                <c:pt idx="3103">
                  <c:v>11.6268233714</c:v>
                </c:pt>
                <c:pt idx="3104">
                  <c:v>11.62766222</c:v>
                </c:pt>
                <c:pt idx="3105">
                  <c:v>11.62766222</c:v>
                </c:pt>
                <c:pt idx="3106">
                  <c:v>11.6367775247</c:v>
                </c:pt>
                <c:pt idx="3107">
                  <c:v>11.6367775247</c:v>
                </c:pt>
                <c:pt idx="3108">
                  <c:v>11.6701815061</c:v>
                </c:pt>
                <c:pt idx="3109">
                  <c:v>11.6701815061</c:v>
                </c:pt>
                <c:pt idx="3110">
                  <c:v>11.6789908203</c:v>
                </c:pt>
                <c:pt idx="3111">
                  <c:v>11.6789908203</c:v>
                </c:pt>
                <c:pt idx="3112">
                  <c:v>11.6945340105</c:v>
                </c:pt>
                <c:pt idx="3113">
                  <c:v>11.6945340105</c:v>
                </c:pt>
                <c:pt idx="3114">
                  <c:v>11.7080708994</c:v>
                </c:pt>
                <c:pt idx="3115">
                  <c:v>11.7080708994</c:v>
                </c:pt>
                <c:pt idx="3116">
                  <c:v>11.7223990405</c:v>
                </c:pt>
                <c:pt idx="3117">
                  <c:v>11.7223990405</c:v>
                </c:pt>
                <c:pt idx="3118">
                  <c:v>11.7400928401</c:v>
                </c:pt>
                <c:pt idx="3119">
                  <c:v>11.7400928401</c:v>
                </c:pt>
                <c:pt idx="3120">
                  <c:v>11.7410545032</c:v>
                </c:pt>
                <c:pt idx="3121">
                  <c:v>11.7410545032</c:v>
                </c:pt>
                <c:pt idx="3122">
                  <c:v>11.7556440371</c:v>
                </c:pt>
                <c:pt idx="3123">
                  <c:v>11.7556440371</c:v>
                </c:pt>
                <c:pt idx="3124">
                  <c:v>11.7690791259</c:v>
                </c:pt>
                <c:pt idx="3125">
                  <c:v>11.7690791259</c:v>
                </c:pt>
                <c:pt idx="3126">
                  <c:v>11.8005827117</c:v>
                </c:pt>
                <c:pt idx="3127">
                  <c:v>11.8005827117</c:v>
                </c:pt>
                <c:pt idx="3128">
                  <c:v>11.8071314635</c:v>
                </c:pt>
                <c:pt idx="3129">
                  <c:v>11.8071314635</c:v>
                </c:pt>
                <c:pt idx="3130">
                  <c:v>11.8259206988</c:v>
                </c:pt>
                <c:pt idx="3131">
                  <c:v>11.8259206988</c:v>
                </c:pt>
                <c:pt idx="3132">
                  <c:v>11.8365897628</c:v>
                </c:pt>
                <c:pt idx="3133">
                  <c:v>11.8365897628</c:v>
                </c:pt>
                <c:pt idx="3134">
                  <c:v>11.843701062</c:v>
                </c:pt>
                <c:pt idx="3135">
                  <c:v>11.843701062</c:v>
                </c:pt>
                <c:pt idx="3136">
                  <c:v>11.8596096942</c:v>
                </c:pt>
                <c:pt idx="3137">
                  <c:v>11.8596096942</c:v>
                </c:pt>
                <c:pt idx="3138">
                  <c:v>11.8596609813</c:v>
                </c:pt>
                <c:pt idx="3139">
                  <c:v>11.8596609813</c:v>
                </c:pt>
                <c:pt idx="3140">
                  <c:v>11.8679527434</c:v>
                </c:pt>
                <c:pt idx="3141">
                  <c:v>11.8679527434</c:v>
                </c:pt>
                <c:pt idx="3142">
                  <c:v>11.870134273</c:v>
                </c:pt>
                <c:pt idx="3143">
                  <c:v>11.870134273</c:v>
                </c:pt>
                <c:pt idx="3144">
                  <c:v>11.8717788405</c:v>
                </c:pt>
                <c:pt idx="3145">
                  <c:v>11.8717788405</c:v>
                </c:pt>
                <c:pt idx="3146">
                  <c:v>11.873243136</c:v>
                </c:pt>
                <c:pt idx="3147">
                  <c:v>11.873243136</c:v>
                </c:pt>
                <c:pt idx="3148">
                  <c:v>11.893450933</c:v>
                </c:pt>
                <c:pt idx="3149">
                  <c:v>11.893450933</c:v>
                </c:pt>
                <c:pt idx="3150">
                  <c:v>11.8937671332</c:v>
                </c:pt>
                <c:pt idx="3151">
                  <c:v>11.8937671332</c:v>
                </c:pt>
                <c:pt idx="3152">
                  <c:v>11.9150852075</c:v>
                </c:pt>
                <c:pt idx="3153">
                  <c:v>11.9150852075</c:v>
                </c:pt>
                <c:pt idx="3154">
                  <c:v>11.9178494246</c:v>
                </c:pt>
                <c:pt idx="3155">
                  <c:v>11.9178494246</c:v>
                </c:pt>
                <c:pt idx="3156">
                  <c:v>11.9261243151</c:v>
                </c:pt>
                <c:pt idx="3157">
                  <c:v>11.9261243151</c:v>
                </c:pt>
                <c:pt idx="3158">
                  <c:v>11.9307527935</c:v>
                </c:pt>
                <c:pt idx="3159">
                  <c:v>11.9307527935</c:v>
                </c:pt>
                <c:pt idx="3160">
                  <c:v>11.9329428443</c:v>
                </c:pt>
                <c:pt idx="3161">
                  <c:v>11.9329428443</c:v>
                </c:pt>
                <c:pt idx="3162">
                  <c:v>11.9768217534</c:v>
                </c:pt>
                <c:pt idx="3163">
                  <c:v>11.9768217534</c:v>
                </c:pt>
                <c:pt idx="3164">
                  <c:v>11.9799744917</c:v>
                </c:pt>
                <c:pt idx="3165">
                  <c:v>11.9799744917</c:v>
                </c:pt>
                <c:pt idx="3166">
                  <c:v>11.9895089684</c:v>
                </c:pt>
                <c:pt idx="3167">
                  <c:v>11.9895089684</c:v>
                </c:pt>
                <c:pt idx="3168">
                  <c:v>12.0254130795</c:v>
                </c:pt>
                <c:pt idx="3169">
                  <c:v>12.0254130795</c:v>
                </c:pt>
                <c:pt idx="3170">
                  <c:v>12.0530134633</c:v>
                </c:pt>
                <c:pt idx="3171">
                  <c:v>12.0530134633</c:v>
                </c:pt>
                <c:pt idx="3172">
                  <c:v>12.0631795126</c:v>
                </c:pt>
                <c:pt idx="3173">
                  <c:v>12.0631795126</c:v>
                </c:pt>
                <c:pt idx="3174">
                  <c:v>12.0830115473</c:v>
                </c:pt>
                <c:pt idx="3175">
                  <c:v>12.0830115473</c:v>
                </c:pt>
                <c:pt idx="3176">
                  <c:v>12.0878570142</c:v>
                </c:pt>
                <c:pt idx="3177">
                  <c:v>12.0878570142</c:v>
                </c:pt>
                <c:pt idx="3178">
                  <c:v>12.1150942577</c:v>
                </c:pt>
                <c:pt idx="3179">
                  <c:v>12.1150942577</c:v>
                </c:pt>
                <c:pt idx="3180">
                  <c:v>12.1237636144</c:v>
                </c:pt>
                <c:pt idx="3181">
                  <c:v>12.1237636144</c:v>
                </c:pt>
                <c:pt idx="3182">
                  <c:v>12.1306096332</c:v>
                </c:pt>
                <c:pt idx="3183">
                  <c:v>12.1306096332</c:v>
                </c:pt>
                <c:pt idx="3184">
                  <c:v>12.1326179522</c:v>
                </c:pt>
                <c:pt idx="3185">
                  <c:v>12.1326179522</c:v>
                </c:pt>
                <c:pt idx="3186">
                  <c:v>12.141527081</c:v>
                </c:pt>
                <c:pt idx="3187">
                  <c:v>12.141527081</c:v>
                </c:pt>
                <c:pt idx="3188">
                  <c:v>12.1459645471</c:v>
                </c:pt>
                <c:pt idx="3189">
                  <c:v>12.1459645471</c:v>
                </c:pt>
                <c:pt idx="3190">
                  <c:v>12.1506564921</c:v>
                </c:pt>
                <c:pt idx="3191">
                  <c:v>12.1506564921</c:v>
                </c:pt>
                <c:pt idx="3192">
                  <c:v>12.1661846936</c:v>
                </c:pt>
                <c:pt idx="3193">
                  <c:v>12.1661846936</c:v>
                </c:pt>
                <c:pt idx="3194">
                  <c:v>12.1828193933</c:v>
                </c:pt>
                <c:pt idx="3195">
                  <c:v>12.1828193933</c:v>
                </c:pt>
                <c:pt idx="3196">
                  <c:v>12.1847970189</c:v>
                </c:pt>
                <c:pt idx="3197">
                  <c:v>12.1847970189</c:v>
                </c:pt>
                <c:pt idx="3198">
                  <c:v>12.2194528536</c:v>
                </c:pt>
                <c:pt idx="3199">
                  <c:v>12.2194528536</c:v>
                </c:pt>
                <c:pt idx="3200">
                  <c:v>12.2228958875</c:v>
                </c:pt>
                <c:pt idx="3201">
                  <c:v>12.2228958875</c:v>
                </c:pt>
                <c:pt idx="3202">
                  <c:v>12.228854121</c:v>
                </c:pt>
                <c:pt idx="3203">
                  <c:v>12.228854121</c:v>
                </c:pt>
                <c:pt idx="3204">
                  <c:v>12.2334608466</c:v>
                </c:pt>
                <c:pt idx="3205">
                  <c:v>12.2334608466</c:v>
                </c:pt>
                <c:pt idx="3206">
                  <c:v>12.237271989</c:v>
                </c:pt>
                <c:pt idx="3207">
                  <c:v>12.237271989</c:v>
                </c:pt>
                <c:pt idx="3208">
                  <c:v>12.2373731705</c:v>
                </c:pt>
                <c:pt idx="3209">
                  <c:v>12.2373731705</c:v>
                </c:pt>
                <c:pt idx="3210">
                  <c:v>12.2498319585</c:v>
                </c:pt>
                <c:pt idx="3211">
                  <c:v>12.2498319585</c:v>
                </c:pt>
                <c:pt idx="3212">
                  <c:v>12.2755934454</c:v>
                </c:pt>
                <c:pt idx="3213">
                  <c:v>12.2755934454</c:v>
                </c:pt>
                <c:pt idx="3214">
                  <c:v>12.2796006842</c:v>
                </c:pt>
                <c:pt idx="3215">
                  <c:v>12.2796006842</c:v>
                </c:pt>
                <c:pt idx="3216">
                  <c:v>12.3049536868</c:v>
                </c:pt>
                <c:pt idx="3217">
                  <c:v>12.3049536868</c:v>
                </c:pt>
                <c:pt idx="3218">
                  <c:v>12.3057031047</c:v>
                </c:pt>
                <c:pt idx="3219">
                  <c:v>12.3057031047</c:v>
                </c:pt>
                <c:pt idx="3220">
                  <c:v>12.3569795434</c:v>
                </c:pt>
                <c:pt idx="3221">
                  <c:v>12.3569795434</c:v>
                </c:pt>
                <c:pt idx="3222">
                  <c:v>12.3809710513</c:v>
                </c:pt>
                <c:pt idx="3223">
                  <c:v>12.3809710513</c:v>
                </c:pt>
                <c:pt idx="3224">
                  <c:v>12.4683253585</c:v>
                </c:pt>
                <c:pt idx="3225">
                  <c:v>12.4683253585</c:v>
                </c:pt>
                <c:pt idx="3226">
                  <c:v>12.4903040057</c:v>
                </c:pt>
                <c:pt idx="3227">
                  <c:v>12.4903040057</c:v>
                </c:pt>
                <c:pt idx="3228">
                  <c:v>12.5274755528</c:v>
                </c:pt>
                <c:pt idx="3229">
                  <c:v>12.5274755528</c:v>
                </c:pt>
                <c:pt idx="3230">
                  <c:v>12.5362250575</c:v>
                </c:pt>
                <c:pt idx="3231">
                  <c:v>12.5362250575</c:v>
                </c:pt>
                <c:pt idx="3232">
                  <c:v>12.5414708102</c:v>
                </c:pt>
                <c:pt idx="3233">
                  <c:v>12.5414708102</c:v>
                </c:pt>
                <c:pt idx="3234">
                  <c:v>12.6065586509</c:v>
                </c:pt>
                <c:pt idx="3235">
                  <c:v>12.6065586509</c:v>
                </c:pt>
                <c:pt idx="3236">
                  <c:v>12.6178222324</c:v>
                </c:pt>
                <c:pt idx="3237">
                  <c:v>12.6178222324</c:v>
                </c:pt>
                <c:pt idx="3238">
                  <c:v>12.6234111691</c:v>
                </c:pt>
                <c:pt idx="3239">
                  <c:v>12.6234111691</c:v>
                </c:pt>
                <c:pt idx="3240">
                  <c:v>12.6315251508</c:v>
                </c:pt>
                <c:pt idx="3241">
                  <c:v>12.6315251508</c:v>
                </c:pt>
                <c:pt idx="3242">
                  <c:v>12.632051499</c:v>
                </c:pt>
                <c:pt idx="3243">
                  <c:v>12.632051499</c:v>
                </c:pt>
                <c:pt idx="3244">
                  <c:v>12.6364566457</c:v>
                </c:pt>
                <c:pt idx="3245">
                  <c:v>12.6364566457</c:v>
                </c:pt>
                <c:pt idx="3246">
                  <c:v>12.6539357394</c:v>
                </c:pt>
                <c:pt idx="3247">
                  <c:v>12.6539357394</c:v>
                </c:pt>
                <c:pt idx="3248">
                  <c:v>12.6700006312</c:v>
                </c:pt>
                <c:pt idx="3249">
                  <c:v>12.6700006312</c:v>
                </c:pt>
                <c:pt idx="3250">
                  <c:v>12.6749444898</c:v>
                </c:pt>
                <c:pt idx="3251">
                  <c:v>12.6749444898</c:v>
                </c:pt>
                <c:pt idx="3252">
                  <c:v>12.7588303696</c:v>
                </c:pt>
                <c:pt idx="3253">
                  <c:v>12.7588303696</c:v>
                </c:pt>
                <c:pt idx="3254">
                  <c:v>12.7621321663</c:v>
                </c:pt>
                <c:pt idx="3255">
                  <c:v>12.7621321663</c:v>
                </c:pt>
                <c:pt idx="3256">
                  <c:v>12.7756679465</c:v>
                </c:pt>
                <c:pt idx="3257">
                  <c:v>12.7756679465</c:v>
                </c:pt>
                <c:pt idx="3258">
                  <c:v>12.7790347988</c:v>
                </c:pt>
                <c:pt idx="3259">
                  <c:v>12.7790347988</c:v>
                </c:pt>
                <c:pt idx="3260">
                  <c:v>12.7804157753</c:v>
                </c:pt>
                <c:pt idx="3261">
                  <c:v>12.7804157753</c:v>
                </c:pt>
                <c:pt idx="3262">
                  <c:v>12.7954062366</c:v>
                </c:pt>
                <c:pt idx="3263">
                  <c:v>12.7954062366</c:v>
                </c:pt>
                <c:pt idx="3264">
                  <c:v>12.8045948679</c:v>
                </c:pt>
                <c:pt idx="3265">
                  <c:v>12.8045948679</c:v>
                </c:pt>
                <c:pt idx="3266">
                  <c:v>12.8212358732</c:v>
                </c:pt>
                <c:pt idx="3267">
                  <c:v>12.8212358732</c:v>
                </c:pt>
                <c:pt idx="3268">
                  <c:v>12.8724317941</c:v>
                </c:pt>
                <c:pt idx="3269">
                  <c:v>12.8724317941</c:v>
                </c:pt>
                <c:pt idx="3270">
                  <c:v>12.8796118807</c:v>
                </c:pt>
                <c:pt idx="3271">
                  <c:v>12.8796118807</c:v>
                </c:pt>
                <c:pt idx="3272">
                  <c:v>12.8858611791</c:v>
                </c:pt>
                <c:pt idx="3273">
                  <c:v>12.8858611791</c:v>
                </c:pt>
                <c:pt idx="3274">
                  <c:v>12.8878466337</c:v>
                </c:pt>
                <c:pt idx="3275">
                  <c:v>12.8878466337</c:v>
                </c:pt>
                <c:pt idx="3276">
                  <c:v>12.8959522007</c:v>
                </c:pt>
                <c:pt idx="3277">
                  <c:v>12.8959522007</c:v>
                </c:pt>
                <c:pt idx="3278">
                  <c:v>12.9079013916</c:v>
                </c:pt>
                <c:pt idx="3279">
                  <c:v>12.9079013916</c:v>
                </c:pt>
                <c:pt idx="3280">
                  <c:v>12.9239889221</c:v>
                </c:pt>
                <c:pt idx="3281">
                  <c:v>12.9239889221</c:v>
                </c:pt>
                <c:pt idx="3282">
                  <c:v>12.9359333187</c:v>
                </c:pt>
                <c:pt idx="3283">
                  <c:v>12.9359333187</c:v>
                </c:pt>
                <c:pt idx="3284">
                  <c:v>12.9360340799</c:v>
                </c:pt>
                <c:pt idx="3285">
                  <c:v>12.9360340799</c:v>
                </c:pt>
                <c:pt idx="3286">
                  <c:v>12.9745616331</c:v>
                </c:pt>
                <c:pt idx="3287">
                  <c:v>12.9745616331</c:v>
                </c:pt>
                <c:pt idx="3288">
                  <c:v>12.9981746188</c:v>
                </c:pt>
                <c:pt idx="3289">
                  <c:v>12.9981746188</c:v>
                </c:pt>
                <c:pt idx="3290">
                  <c:v>13.0080974764</c:v>
                </c:pt>
                <c:pt idx="3291">
                  <c:v>13.0080974764</c:v>
                </c:pt>
                <c:pt idx="3292">
                  <c:v>13.0198148263</c:v>
                </c:pt>
                <c:pt idx="3293">
                  <c:v>13.0198148263</c:v>
                </c:pt>
                <c:pt idx="3294">
                  <c:v>13.0231349191</c:v>
                </c:pt>
                <c:pt idx="3295">
                  <c:v>13.0231349191</c:v>
                </c:pt>
                <c:pt idx="3296">
                  <c:v>13.0242479793</c:v>
                </c:pt>
                <c:pt idx="3297">
                  <c:v>13.0242479793</c:v>
                </c:pt>
                <c:pt idx="3298">
                  <c:v>13.0549525861</c:v>
                </c:pt>
                <c:pt idx="3299">
                  <c:v>13.0549525861</c:v>
                </c:pt>
                <c:pt idx="3300">
                  <c:v>13.0623883791</c:v>
                </c:pt>
                <c:pt idx="3301">
                  <c:v>13.0623883791</c:v>
                </c:pt>
                <c:pt idx="3302">
                  <c:v>13.0709277821</c:v>
                </c:pt>
                <c:pt idx="3303">
                  <c:v>13.0709277821</c:v>
                </c:pt>
                <c:pt idx="3304">
                  <c:v>13.0912832812</c:v>
                </c:pt>
                <c:pt idx="3305">
                  <c:v>13.0912832812</c:v>
                </c:pt>
                <c:pt idx="3306">
                  <c:v>13.1006534573</c:v>
                </c:pt>
                <c:pt idx="3307">
                  <c:v>13.1006534573</c:v>
                </c:pt>
                <c:pt idx="3308">
                  <c:v>13.1099564384</c:v>
                </c:pt>
                <c:pt idx="3309">
                  <c:v>13.1099564384</c:v>
                </c:pt>
                <c:pt idx="3310">
                  <c:v>13.1248704515</c:v>
                </c:pt>
                <c:pt idx="3311">
                  <c:v>13.1248704515</c:v>
                </c:pt>
                <c:pt idx="3312">
                  <c:v>13.1345274826</c:v>
                </c:pt>
                <c:pt idx="3313">
                  <c:v>13.1345274826</c:v>
                </c:pt>
                <c:pt idx="3314">
                  <c:v>13.1369596547</c:v>
                </c:pt>
                <c:pt idx="3315">
                  <c:v>13.1369596547</c:v>
                </c:pt>
                <c:pt idx="3316">
                  <c:v>13.1722511318</c:v>
                </c:pt>
                <c:pt idx="3317">
                  <c:v>13.1722511318</c:v>
                </c:pt>
                <c:pt idx="3318">
                  <c:v>13.186580214</c:v>
                </c:pt>
                <c:pt idx="3319">
                  <c:v>13.186580214</c:v>
                </c:pt>
                <c:pt idx="3320">
                  <c:v>13.193134752</c:v>
                </c:pt>
                <c:pt idx="3321">
                  <c:v>13.193134752</c:v>
                </c:pt>
                <c:pt idx="3322">
                  <c:v>13.1946906575</c:v>
                </c:pt>
                <c:pt idx="3323">
                  <c:v>13.1946906575</c:v>
                </c:pt>
                <c:pt idx="3324">
                  <c:v>13.2139833806</c:v>
                </c:pt>
                <c:pt idx="3325">
                  <c:v>13.2139833806</c:v>
                </c:pt>
                <c:pt idx="3326">
                  <c:v>13.2148784479</c:v>
                </c:pt>
                <c:pt idx="3327">
                  <c:v>13.2148784479</c:v>
                </c:pt>
                <c:pt idx="3328">
                  <c:v>13.2316627545</c:v>
                </c:pt>
                <c:pt idx="3329">
                  <c:v>13.2316627545</c:v>
                </c:pt>
                <c:pt idx="3330">
                  <c:v>13.2559515422</c:v>
                </c:pt>
                <c:pt idx="3331">
                  <c:v>13.2559515422</c:v>
                </c:pt>
                <c:pt idx="3332">
                  <c:v>13.2613130342</c:v>
                </c:pt>
                <c:pt idx="3333">
                  <c:v>13.2613130342</c:v>
                </c:pt>
                <c:pt idx="3334">
                  <c:v>13.2679205449</c:v>
                </c:pt>
                <c:pt idx="3335">
                  <c:v>13.2679205449</c:v>
                </c:pt>
                <c:pt idx="3336">
                  <c:v>13.3013643312</c:v>
                </c:pt>
                <c:pt idx="3337">
                  <c:v>13.3013643312</c:v>
                </c:pt>
                <c:pt idx="3338">
                  <c:v>13.3024651461</c:v>
                </c:pt>
                <c:pt idx="3339">
                  <c:v>13.3024651461</c:v>
                </c:pt>
                <c:pt idx="3340">
                  <c:v>13.3320481484</c:v>
                </c:pt>
                <c:pt idx="3341">
                  <c:v>13.3320481484</c:v>
                </c:pt>
                <c:pt idx="3342">
                  <c:v>13.355512089</c:v>
                </c:pt>
                <c:pt idx="3343">
                  <c:v>13.355512089</c:v>
                </c:pt>
                <c:pt idx="3344">
                  <c:v>13.3589117071</c:v>
                </c:pt>
                <c:pt idx="3345">
                  <c:v>13.3589117071</c:v>
                </c:pt>
                <c:pt idx="3346">
                  <c:v>13.3823691715</c:v>
                </c:pt>
                <c:pt idx="3347">
                  <c:v>13.3823691715</c:v>
                </c:pt>
                <c:pt idx="3348">
                  <c:v>13.3891295253</c:v>
                </c:pt>
                <c:pt idx="3349">
                  <c:v>13.3891295253</c:v>
                </c:pt>
                <c:pt idx="3350">
                  <c:v>13.4222004977</c:v>
                </c:pt>
                <c:pt idx="3351">
                  <c:v>13.4222004977</c:v>
                </c:pt>
                <c:pt idx="3352">
                  <c:v>13.4751017679</c:v>
                </c:pt>
                <c:pt idx="3353">
                  <c:v>13.4751017679</c:v>
                </c:pt>
                <c:pt idx="3354">
                  <c:v>13.5079243317</c:v>
                </c:pt>
                <c:pt idx="3355">
                  <c:v>13.5079243317</c:v>
                </c:pt>
                <c:pt idx="3356">
                  <c:v>13.52593237</c:v>
                </c:pt>
                <c:pt idx="3357">
                  <c:v>13.52593237</c:v>
                </c:pt>
                <c:pt idx="3358">
                  <c:v>13.551269186</c:v>
                </c:pt>
                <c:pt idx="3359">
                  <c:v>13.551269186</c:v>
                </c:pt>
                <c:pt idx="3360">
                  <c:v>13.5563602044</c:v>
                </c:pt>
                <c:pt idx="3361">
                  <c:v>13.5563602044</c:v>
                </c:pt>
                <c:pt idx="3362">
                  <c:v>13.5645174138</c:v>
                </c:pt>
                <c:pt idx="3363">
                  <c:v>13.5645174138</c:v>
                </c:pt>
                <c:pt idx="3364">
                  <c:v>13.5817593158</c:v>
                </c:pt>
                <c:pt idx="3365">
                  <c:v>13.5817593158</c:v>
                </c:pt>
                <c:pt idx="3366">
                  <c:v>13.6229278157</c:v>
                </c:pt>
                <c:pt idx="3367">
                  <c:v>13.6229278157</c:v>
                </c:pt>
                <c:pt idx="3368">
                  <c:v>13.6368324226</c:v>
                </c:pt>
                <c:pt idx="3369">
                  <c:v>13.6368324226</c:v>
                </c:pt>
                <c:pt idx="3370">
                  <c:v>13.6421745795</c:v>
                </c:pt>
                <c:pt idx="3371">
                  <c:v>13.6421745795</c:v>
                </c:pt>
                <c:pt idx="3372">
                  <c:v>13.6596629857</c:v>
                </c:pt>
                <c:pt idx="3373">
                  <c:v>13.6596629857</c:v>
                </c:pt>
                <c:pt idx="3374">
                  <c:v>13.6764366445</c:v>
                </c:pt>
                <c:pt idx="3375">
                  <c:v>13.6764366445</c:v>
                </c:pt>
                <c:pt idx="3376">
                  <c:v>13.7256619145</c:v>
                </c:pt>
                <c:pt idx="3377">
                  <c:v>13.7256619145</c:v>
                </c:pt>
                <c:pt idx="3378">
                  <c:v>13.7276847744</c:v>
                </c:pt>
                <c:pt idx="3379">
                  <c:v>13.7276847744</c:v>
                </c:pt>
                <c:pt idx="3380">
                  <c:v>13.7443886098</c:v>
                </c:pt>
                <c:pt idx="3381">
                  <c:v>13.7443886098</c:v>
                </c:pt>
                <c:pt idx="3382">
                  <c:v>13.7664378415</c:v>
                </c:pt>
                <c:pt idx="3383">
                  <c:v>13.7664378415</c:v>
                </c:pt>
                <c:pt idx="3384">
                  <c:v>13.7673319628</c:v>
                </c:pt>
                <c:pt idx="3385">
                  <c:v>13.7673319628</c:v>
                </c:pt>
                <c:pt idx="3386">
                  <c:v>13.7711771438</c:v>
                </c:pt>
                <c:pt idx="3387">
                  <c:v>13.7711771438</c:v>
                </c:pt>
                <c:pt idx="3388">
                  <c:v>13.7775377733</c:v>
                </c:pt>
                <c:pt idx="3389">
                  <c:v>13.7775377733</c:v>
                </c:pt>
                <c:pt idx="3390">
                  <c:v>13.8236895403</c:v>
                </c:pt>
                <c:pt idx="3391">
                  <c:v>13.8236895403</c:v>
                </c:pt>
                <c:pt idx="3392">
                  <c:v>13.8545755994</c:v>
                </c:pt>
                <c:pt idx="3393">
                  <c:v>13.8545755994</c:v>
                </c:pt>
                <c:pt idx="3394">
                  <c:v>13.8671139719</c:v>
                </c:pt>
                <c:pt idx="3395">
                  <c:v>13.8671139719</c:v>
                </c:pt>
                <c:pt idx="3396">
                  <c:v>13.8776184214</c:v>
                </c:pt>
                <c:pt idx="3397">
                  <c:v>13.8776184214</c:v>
                </c:pt>
                <c:pt idx="3398">
                  <c:v>13.9289558472</c:v>
                </c:pt>
                <c:pt idx="3399">
                  <c:v>13.9289558472</c:v>
                </c:pt>
                <c:pt idx="3400">
                  <c:v>13.9466446863</c:v>
                </c:pt>
                <c:pt idx="3401">
                  <c:v>13.9466446863</c:v>
                </c:pt>
                <c:pt idx="3402">
                  <c:v>13.9469085412</c:v>
                </c:pt>
                <c:pt idx="3403">
                  <c:v>13.9469085412</c:v>
                </c:pt>
                <c:pt idx="3404">
                  <c:v>13.9533924918</c:v>
                </c:pt>
                <c:pt idx="3405">
                  <c:v>13.9533924918</c:v>
                </c:pt>
                <c:pt idx="3406">
                  <c:v>13.9691799761</c:v>
                </c:pt>
                <c:pt idx="3407">
                  <c:v>13.9691799761</c:v>
                </c:pt>
                <c:pt idx="3408">
                  <c:v>13.9769146496</c:v>
                </c:pt>
                <c:pt idx="3409">
                  <c:v>13.9769146496</c:v>
                </c:pt>
                <c:pt idx="3410">
                  <c:v>13.9785946805</c:v>
                </c:pt>
                <c:pt idx="3411">
                  <c:v>13.9785946805</c:v>
                </c:pt>
                <c:pt idx="3412">
                  <c:v>13.9847902198</c:v>
                </c:pt>
                <c:pt idx="3413">
                  <c:v>13.9847902198</c:v>
                </c:pt>
                <c:pt idx="3414">
                  <c:v>13.9869245851</c:v>
                </c:pt>
                <c:pt idx="3415">
                  <c:v>13.9869245851</c:v>
                </c:pt>
                <c:pt idx="3416">
                  <c:v>13.9987494952</c:v>
                </c:pt>
                <c:pt idx="3417">
                  <c:v>13.9987494952</c:v>
                </c:pt>
                <c:pt idx="3418">
                  <c:v>14.0006191318</c:v>
                </c:pt>
                <c:pt idx="3419">
                  <c:v>14.0006191318</c:v>
                </c:pt>
                <c:pt idx="3420">
                  <c:v>14.0068367874</c:v>
                </c:pt>
                <c:pt idx="3421">
                  <c:v>14.0068367874</c:v>
                </c:pt>
                <c:pt idx="3422">
                  <c:v>14.0179329245</c:v>
                </c:pt>
                <c:pt idx="3423">
                  <c:v>14.0179329245</c:v>
                </c:pt>
                <c:pt idx="3424">
                  <c:v>14.0445123088</c:v>
                </c:pt>
                <c:pt idx="3425">
                  <c:v>14.0445123088</c:v>
                </c:pt>
                <c:pt idx="3426">
                  <c:v>14.0495945949</c:v>
                </c:pt>
                <c:pt idx="3427">
                  <c:v>14.0495945949</c:v>
                </c:pt>
                <c:pt idx="3428">
                  <c:v>14.0532500426</c:v>
                </c:pt>
                <c:pt idx="3429">
                  <c:v>14.0532500426</c:v>
                </c:pt>
                <c:pt idx="3430">
                  <c:v>14.0712216366</c:v>
                </c:pt>
                <c:pt idx="3431">
                  <c:v>14.0712216366</c:v>
                </c:pt>
                <c:pt idx="3432">
                  <c:v>14.124532057</c:v>
                </c:pt>
                <c:pt idx="3433">
                  <c:v>14.124532057</c:v>
                </c:pt>
                <c:pt idx="3434">
                  <c:v>14.1389806669</c:v>
                </c:pt>
                <c:pt idx="3435">
                  <c:v>14.1389806669</c:v>
                </c:pt>
                <c:pt idx="3436">
                  <c:v>14.1529030678</c:v>
                </c:pt>
                <c:pt idx="3437">
                  <c:v>14.1529030678</c:v>
                </c:pt>
                <c:pt idx="3438">
                  <c:v>14.1888475737</c:v>
                </c:pt>
                <c:pt idx="3439">
                  <c:v>14.1888475737</c:v>
                </c:pt>
                <c:pt idx="3440">
                  <c:v>14.2208802788</c:v>
                </c:pt>
                <c:pt idx="3441">
                  <c:v>14.2208802788</c:v>
                </c:pt>
                <c:pt idx="3442">
                  <c:v>14.2273349159</c:v>
                </c:pt>
                <c:pt idx="3443">
                  <c:v>14.2273349159</c:v>
                </c:pt>
                <c:pt idx="3444">
                  <c:v>14.243552503</c:v>
                </c:pt>
                <c:pt idx="3445">
                  <c:v>14.243552503</c:v>
                </c:pt>
                <c:pt idx="3446">
                  <c:v>14.260478168</c:v>
                </c:pt>
                <c:pt idx="3447">
                  <c:v>14.260478168</c:v>
                </c:pt>
                <c:pt idx="3448">
                  <c:v>14.2665670023</c:v>
                </c:pt>
                <c:pt idx="3449">
                  <c:v>14.2665670023</c:v>
                </c:pt>
                <c:pt idx="3450">
                  <c:v>14.2944908826</c:v>
                </c:pt>
                <c:pt idx="3451">
                  <c:v>14.2944908826</c:v>
                </c:pt>
                <c:pt idx="3452">
                  <c:v>14.2993243058</c:v>
                </c:pt>
                <c:pt idx="3453">
                  <c:v>14.2993243058</c:v>
                </c:pt>
                <c:pt idx="3454">
                  <c:v>14.3071222412</c:v>
                </c:pt>
                <c:pt idx="3455">
                  <c:v>14.3071222412</c:v>
                </c:pt>
                <c:pt idx="3456">
                  <c:v>14.3266728165</c:v>
                </c:pt>
                <c:pt idx="3457">
                  <c:v>14.3266728165</c:v>
                </c:pt>
                <c:pt idx="3458">
                  <c:v>14.3499215883</c:v>
                </c:pt>
                <c:pt idx="3459">
                  <c:v>14.3499215883</c:v>
                </c:pt>
                <c:pt idx="3460">
                  <c:v>14.3522947593</c:v>
                </c:pt>
                <c:pt idx="3461">
                  <c:v>14.3522947593</c:v>
                </c:pt>
                <c:pt idx="3462">
                  <c:v>14.4078508364</c:v>
                </c:pt>
                <c:pt idx="3463">
                  <c:v>14.4078508364</c:v>
                </c:pt>
                <c:pt idx="3464">
                  <c:v>14.4220699054</c:v>
                </c:pt>
                <c:pt idx="3465">
                  <c:v>14.4220699054</c:v>
                </c:pt>
                <c:pt idx="3466">
                  <c:v>14.4535439764</c:v>
                </c:pt>
                <c:pt idx="3467">
                  <c:v>14.4535439764</c:v>
                </c:pt>
                <c:pt idx="3468">
                  <c:v>14.4936641489</c:v>
                </c:pt>
                <c:pt idx="3469">
                  <c:v>14.4936641489</c:v>
                </c:pt>
                <c:pt idx="3470">
                  <c:v>14.5144546018</c:v>
                </c:pt>
                <c:pt idx="3471">
                  <c:v>14.5144546018</c:v>
                </c:pt>
                <c:pt idx="3472">
                  <c:v>14.5335194743</c:v>
                </c:pt>
                <c:pt idx="3473">
                  <c:v>14.5335194743</c:v>
                </c:pt>
                <c:pt idx="3474">
                  <c:v>14.5412989963</c:v>
                </c:pt>
                <c:pt idx="3475">
                  <c:v>14.5412989963</c:v>
                </c:pt>
                <c:pt idx="3476">
                  <c:v>14.5426073265</c:v>
                </c:pt>
                <c:pt idx="3477">
                  <c:v>14.5426073265</c:v>
                </c:pt>
                <c:pt idx="3478">
                  <c:v>14.5434555018</c:v>
                </c:pt>
                <c:pt idx="3479">
                  <c:v>14.5434555018</c:v>
                </c:pt>
                <c:pt idx="3480">
                  <c:v>14.5531067036</c:v>
                </c:pt>
                <c:pt idx="3481">
                  <c:v>14.5531067036</c:v>
                </c:pt>
                <c:pt idx="3482">
                  <c:v>14.5640555247</c:v>
                </c:pt>
                <c:pt idx="3483">
                  <c:v>14.5640555247</c:v>
                </c:pt>
                <c:pt idx="3484">
                  <c:v>14.6512096717</c:v>
                </c:pt>
                <c:pt idx="3485">
                  <c:v>14.6512096717</c:v>
                </c:pt>
                <c:pt idx="3486">
                  <c:v>14.6535415171</c:v>
                </c:pt>
                <c:pt idx="3487">
                  <c:v>14.6535415171</c:v>
                </c:pt>
                <c:pt idx="3488">
                  <c:v>14.6766727651</c:v>
                </c:pt>
                <c:pt idx="3489">
                  <c:v>14.6766727651</c:v>
                </c:pt>
                <c:pt idx="3490">
                  <c:v>14.7114769851</c:v>
                </c:pt>
                <c:pt idx="3491">
                  <c:v>14.7114769851</c:v>
                </c:pt>
                <c:pt idx="3492">
                  <c:v>14.7178007291</c:v>
                </c:pt>
                <c:pt idx="3493">
                  <c:v>14.7178007291</c:v>
                </c:pt>
                <c:pt idx="3494">
                  <c:v>14.7871319623</c:v>
                </c:pt>
                <c:pt idx="3495">
                  <c:v>14.7871319623</c:v>
                </c:pt>
                <c:pt idx="3496">
                  <c:v>14.8280692031</c:v>
                </c:pt>
                <c:pt idx="3497">
                  <c:v>14.8280692031</c:v>
                </c:pt>
                <c:pt idx="3498">
                  <c:v>14.8454968903</c:v>
                </c:pt>
                <c:pt idx="3499">
                  <c:v>14.8454968903</c:v>
                </c:pt>
                <c:pt idx="3500">
                  <c:v>14.8609308115</c:v>
                </c:pt>
                <c:pt idx="3501">
                  <c:v>14.8609308115</c:v>
                </c:pt>
                <c:pt idx="3502">
                  <c:v>14.9229857381</c:v>
                </c:pt>
                <c:pt idx="3503">
                  <c:v>14.9229857381</c:v>
                </c:pt>
                <c:pt idx="3504">
                  <c:v>14.9744266547</c:v>
                </c:pt>
                <c:pt idx="3505">
                  <c:v>14.9744266547</c:v>
                </c:pt>
                <c:pt idx="3506">
                  <c:v>15.0076395749</c:v>
                </c:pt>
                <c:pt idx="3507">
                  <c:v>15.0076395749</c:v>
                </c:pt>
                <c:pt idx="3508">
                  <c:v>15.0561568025</c:v>
                </c:pt>
                <c:pt idx="3509">
                  <c:v>15.0561568025</c:v>
                </c:pt>
                <c:pt idx="3510">
                  <c:v>15.1195918529</c:v>
                </c:pt>
                <c:pt idx="3511">
                  <c:v>15.1195918529</c:v>
                </c:pt>
                <c:pt idx="3512">
                  <c:v>15.1378010916</c:v>
                </c:pt>
                <c:pt idx="3513">
                  <c:v>15.1378010916</c:v>
                </c:pt>
                <c:pt idx="3514">
                  <c:v>15.141598114</c:v>
                </c:pt>
                <c:pt idx="3515">
                  <c:v>15.141598114</c:v>
                </c:pt>
                <c:pt idx="3516">
                  <c:v>15.1701815485</c:v>
                </c:pt>
                <c:pt idx="3517">
                  <c:v>15.1701815485</c:v>
                </c:pt>
                <c:pt idx="3518">
                  <c:v>15.1754969004</c:v>
                </c:pt>
                <c:pt idx="3519">
                  <c:v>15.1754969004</c:v>
                </c:pt>
                <c:pt idx="3520">
                  <c:v>15.1921140283</c:v>
                </c:pt>
                <c:pt idx="3521">
                  <c:v>15.1921140283</c:v>
                </c:pt>
                <c:pt idx="3522">
                  <c:v>15.2050211815</c:v>
                </c:pt>
                <c:pt idx="3523">
                  <c:v>15.2050211815</c:v>
                </c:pt>
                <c:pt idx="3524">
                  <c:v>15.212915896</c:v>
                </c:pt>
                <c:pt idx="3525">
                  <c:v>15.212915896</c:v>
                </c:pt>
                <c:pt idx="3526">
                  <c:v>15.2865217192</c:v>
                </c:pt>
                <c:pt idx="3527">
                  <c:v>15.2865217192</c:v>
                </c:pt>
                <c:pt idx="3528">
                  <c:v>15.2908046167</c:v>
                </c:pt>
                <c:pt idx="3529">
                  <c:v>15.2908046167</c:v>
                </c:pt>
                <c:pt idx="3530">
                  <c:v>15.3077859743</c:v>
                </c:pt>
                <c:pt idx="3531">
                  <c:v>15.3077859743</c:v>
                </c:pt>
                <c:pt idx="3532">
                  <c:v>15.3298688751</c:v>
                </c:pt>
                <c:pt idx="3533">
                  <c:v>15.3298688751</c:v>
                </c:pt>
                <c:pt idx="3534">
                  <c:v>15.3399549718</c:v>
                </c:pt>
                <c:pt idx="3535">
                  <c:v>15.3399549718</c:v>
                </c:pt>
                <c:pt idx="3536">
                  <c:v>15.3908767278</c:v>
                </c:pt>
                <c:pt idx="3537">
                  <c:v>15.3908767278</c:v>
                </c:pt>
                <c:pt idx="3538">
                  <c:v>15.4375068654</c:v>
                </c:pt>
                <c:pt idx="3539">
                  <c:v>15.4375068654</c:v>
                </c:pt>
                <c:pt idx="3540">
                  <c:v>15.441166659</c:v>
                </c:pt>
                <c:pt idx="3541">
                  <c:v>15.441166659</c:v>
                </c:pt>
                <c:pt idx="3542">
                  <c:v>15.4682079338</c:v>
                </c:pt>
                <c:pt idx="3543">
                  <c:v>15.4682079338</c:v>
                </c:pt>
                <c:pt idx="3544">
                  <c:v>15.4804486298</c:v>
                </c:pt>
                <c:pt idx="3545">
                  <c:v>15.4804486298</c:v>
                </c:pt>
                <c:pt idx="3546">
                  <c:v>15.4907783993</c:v>
                </c:pt>
                <c:pt idx="3547">
                  <c:v>15.4907783993</c:v>
                </c:pt>
                <c:pt idx="3548">
                  <c:v>15.5707811422</c:v>
                </c:pt>
                <c:pt idx="3549">
                  <c:v>15.5707811422</c:v>
                </c:pt>
                <c:pt idx="3550">
                  <c:v>15.5775697853</c:v>
                </c:pt>
                <c:pt idx="3551">
                  <c:v>15.5775697853</c:v>
                </c:pt>
                <c:pt idx="3552">
                  <c:v>15.5935017863</c:v>
                </c:pt>
                <c:pt idx="3553">
                  <c:v>15.5935017863</c:v>
                </c:pt>
                <c:pt idx="3554">
                  <c:v>15.6114132119</c:v>
                </c:pt>
                <c:pt idx="3555">
                  <c:v>15.6114132119</c:v>
                </c:pt>
                <c:pt idx="3556">
                  <c:v>15.6128803023</c:v>
                </c:pt>
                <c:pt idx="3557">
                  <c:v>15.6128803023</c:v>
                </c:pt>
                <c:pt idx="3558">
                  <c:v>15.6132611715</c:v>
                </c:pt>
                <c:pt idx="3559">
                  <c:v>15.6132611715</c:v>
                </c:pt>
                <c:pt idx="3560">
                  <c:v>15.6181392003</c:v>
                </c:pt>
                <c:pt idx="3561">
                  <c:v>15.6181392003</c:v>
                </c:pt>
                <c:pt idx="3562">
                  <c:v>15.6353917684</c:v>
                </c:pt>
                <c:pt idx="3563">
                  <c:v>15.6353917684</c:v>
                </c:pt>
                <c:pt idx="3564">
                  <c:v>15.6439246322</c:v>
                </c:pt>
                <c:pt idx="3565">
                  <c:v>15.6439246322</c:v>
                </c:pt>
                <c:pt idx="3566">
                  <c:v>15.6442757657</c:v>
                </c:pt>
                <c:pt idx="3567">
                  <c:v>15.6442757657</c:v>
                </c:pt>
                <c:pt idx="3568">
                  <c:v>15.6949071838</c:v>
                </c:pt>
                <c:pt idx="3569">
                  <c:v>15.6949071838</c:v>
                </c:pt>
                <c:pt idx="3570">
                  <c:v>15.7054689457</c:v>
                </c:pt>
                <c:pt idx="3571">
                  <c:v>15.7054689457</c:v>
                </c:pt>
                <c:pt idx="3572">
                  <c:v>15.729588655</c:v>
                </c:pt>
                <c:pt idx="3573">
                  <c:v>15.729588655</c:v>
                </c:pt>
                <c:pt idx="3574">
                  <c:v>15.7417415265</c:v>
                </c:pt>
                <c:pt idx="3575">
                  <c:v>15.7417415265</c:v>
                </c:pt>
                <c:pt idx="3576">
                  <c:v>15.7561849716</c:v>
                </c:pt>
                <c:pt idx="3577">
                  <c:v>15.7561849716</c:v>
                </c:pt>
                <c:pt idx="3578">
                  <c:v>15.75914056</c:v>
                </c:pt>
                <c:pt idx="3579">
                  <c:v>15.75914056</c:v>
                </c:pt>
                <c:pt idx="3580">
                  <c:v>15.7669192856</c:v>
                </c:pt>
                <c:pt idx="3581">
                  <c:v>15.7669192856</c:v>
                </c:pt>
                <c:pt idx="3582">
                  <c:v>15.7813921313</c:v>
                </c:pt>
                <c:pt idx="3583">
                  <c:v>15.7813921313</c:v>
                </c:pt>
                <c:pt idx="3584">
                  <c:v>15.7814354556</c:v>
                </c:pt>
                <c:pt idx="3585">
                  <c:v>15.7814354556</c:v>
                </c:pt>
                <c:pt idx="3586">
                  <c:v>15.8234586507</c:v>
                </c:pt>
                <c:pt idx="3587">
                  <c:v>15.8234586507</c:v>
                </c:pt>
                <c:pt idx="3588">
                  <c:v>15.8348440472</c:v>
                </c:pt>
                <c:pt idx="3589">
                  <c:v>15.8348440472</c:v>
                </c:pt>
                <c:pt idx="3590">
                  <c:v>15.8828552735</c:v>
                </c:pt>
                <c:pt idx="3591">
                  <c:v>15.8828552735</c:v>
                </c:pt>
                <c:pt idx="3592">
                  <c:v>15.9585812905</c:v>
                </c:pt>
                <c:pt idx="3593">
                  <c:v>15.9585812905</c:v>
                </c:pt>
                <c:pt idx="3594">
                  <c:v>15.9637121836</c:v>
                </c:pt>
                <c:pt idx="3595">
                  <c:v>15.9637121836</c:v>
                </c:pt>
                <c:pt idx="3596">
                  <c:v>16.0992908552</c:v>
                </c:pt>
                <c:pt idx="3597">
                  <c:v>16.0992908552</c:v>
                </c:pt>
                <c:pt idx="3598">
                  <c:v>16.1083441093</c:v>
                </c:pt>
                <c:pt idx="3599">
                  <c:v>16.1083441093</c:v>
                </c:pt>
                <c:pt idx="3600">
                  <c:v>16.1537088174</c:v>
                </c:pt>
                <c:pt idx="3601">
                  <c:v>16.1537088174</c:v>
                </c:pt>
                <c:pt idx="3602">
                  <c:v>16.1584942254</c:v>
                </c:pt>
                <c:pt idx="3603">
                  <c:v>16.1584942254</c:v>
                </c:pt>
                <c:pt idx="3604">
                  <c:v>16.2403623038</c:v>
                </c:pt>
                <c:pt idx="3605">
                  <c:v>16.2403623038</c:v>
                </c:pt>
                <c:pt idx="3606">
                  <c:v>16.2882589263</c:v>
                </c:pt>
                <c:pt idx="3607">
                  <c:v>16.2882589263</c:v>
                </c:pt>
                <c:pt idx="3608">
                  <c:v>16.3047994647</c:v>
                </c:pt>
                <c:pt idx="3609">
                  <c:v>16.3047994647</c:v>
                </c:pt>
                <c:pt idx="3610">
                  <c:v>16.329329767</c:v>
                </c:pt>
                <c:pt idx="3611">
                  <c:v>16.329329767</c:v>
                </c:pt>
                <c:pt idx="3612">
                  <c:v>16.3662853529</c:v>
                </c:pt>
                <c:pt idx="3613">
                  <c:v>16.3662853529</c:v>
                </c:pt>
                <c:pt idx="3614">
                  <c:v>16.4359645018</c:v>
                </c:pt>
                <c:pt idx="3615">
                  <c:v>16.4359645018</c:v>
                </c:pt>
                <c:pt idx="3616">
                  <c:v>16.4877501294</c:v>
                </c:pt>
                <c:pt idx="3617">
                  <c:v>16.4877501294</c:v>
                </c:pt>
                <c:pt idx="3618">
                  <c:v>16.5095024635</c:v>
                </c:pt>
                <c:pt idx="3619">
                  <c:v>16.5095024635</c:v>
                </c:pt>
                <c:pt idx="3620">
                  <c:v>16.5165180999</c:v>
                </c:pt>
                <c:pt idx="3621">
                  <c:v>16.5165180999</c:v>
                </c:pt>
                <c:pt idx="3622">
                  <c:v>16.531846535</c:v>
                </c:pt>
                <c:pt idx="3623">
                  <c:v>16.531846535</c:v>
                </c:pt>
                <c:pt idx="3624">
                  <c:v>16.5402684932</c:v>
                </c:pt>
                <c:pt idx="3625">
                  <c:v>16.5402684932</c:v>
                </c:pt>
                <c:pt idx="3626">
                  <c:v>16.5628779918</c:v>
                </c:pt>
                <c:pt idx="3627">
                  <c:v>16.5628779918</c:v>
                </c:pt>
                <c:pt idx="3628">
                  <c:v>16.5752212818</c:v>
                </c:pt>
                <c:pt idx="3629">
                  <c:v>16.5752212818</c:v>
                </c:pt>
                <c:pt idx="3630">
                  <c:v>16.6039281558</c:v>
                </c:pt>
                <c:pt idx="3631">
                  <c:v>16.6039281558</c:v>
                </c:pt>
                <c:pt idx="3632">
                  <c:v>16.6112298741</c:v>
                </c:pt>
                <c:pt idx="3633">
                  <c:v>16.6112298741</c:v>
                </c:pt>
                <c:pt idx="3634">
                  <c:v>16.6115657733</c:v>
                </c:pt>
                <c:pt idx="3635">
                  <c:v>16.6115657733</c:v>
                </c:pt>
                <c:pt idx="3636">
                  <c:v>16.7150805359</c:v>
                </c:pt>
                <c:pt idx="3637">
                  <c:v>16.7150805359</c:v>
                </c:pt>
                <c:pt idx="3638">
                  <c:v>16.7160943552</c:v>
                </c:pt>
                <c:pt idx="3639">
                  <c:v>16.7160943552</c:v>
                </c:pt>
                <c:pt idx="3640">
                  <c:v>16.7163043325</c:v>
                </c:pt>
                <c:pt idx="3641">
                  <c:v>16.7163043325</c:v>
                </c:pt>
                <c:pt idx="3642">
                  <c:v>16.8020115718</c:v>
                </c:pt>
                <c:pt idx="3643">
                  <c:v>16.8020115718</c:v>
                </c:pt>
                <c:pt idx="3644">
                  <c:v>16.8101158615</c:v>
                </c:pt>
                <c:pt idx="3645">
                  <c:v>16.8101158615</c:v>
                </c:pt>
                <c:pt idx="3646">
                  <c:v>16.854946117</c:v>
                </c:pt>
                <c:pt idx="3647">
                  <c:v>16.854946117</c:v>
                </c:pt>
                <c:pt idx="3648">
                  <c:v>16.9421558958</c:v>
                </c:pt>
                <c:pt idx="3649">
                  <c:v>16.9421558958</c:v>
                </c:pt>
                <c:pt idx="3650">
                  <c:v>16.9539590619</c:v>
                </c:pt>
                <c:pt idx="3651">
                  <c:v>16.9539590619</c:v>
                </c:pt>
                <c:pt idx="3652">
                  <c:v>16.9986371447</c:v>
                </c:pt>
                <c:pt idx="3653">
                  <c:v>16.9986371447</c:v>
                </c:pt>
                <c:pt idx="3654">
                  <c:v>17.0543113742</c:v>
                </c:pt>
                <c:pt idx="3655">
                  <c:v>17.0543113742</c:v>
                </c:pt>
                <c:pt idx="3656">
                  <c:v>17.0953623655</c:v>
                </c:pt>
                <c:pt idx="3657">
                  <c:v>17.0953623655</c:v>
                </c:pt>
                <c:pt idx="3658">
                  <c:v>17.1213945682</c:v>
                </c:pt>
                <c:pt idx="3659">
                  <c:v>17.1213945682</c:v>
                </c:pt>
                <c:pt idx="3660">
                  <c:v>17.144274382</c:v>
                </c:pt>
                <c:pt idx="3661">
                  <c:v>17.144274382</c:v>
                </c:pt>
                <c:pt idx="3662">
                  <c:v>17.1655006521</c:v>
                </c:pt>
                <c:pt idx="3663">
                  <c:v>17.1655006521</c:v>
                </c:pt>
                <c:pt idx="3664">
                  <c:v>17.1676872164</c:v>
                </c:pt>
                <c:pt idx="3665">
                  <c:v>17.1676872164</c:v>
                </c:pt>
                <c:pt idx="3666">
                  <c:v>17.2110582525</c:v>
                </c:pt>
                <c:pt idx="3667">
                  <c:v>17.2110582525</c:v>
                </c:pt>
                <c:pt idx="3668">
                  <c:v>17.212032984</c:v>
                </c:pt>
                <c:pt idx="3669">
                  <c:v>17.212032984</c:v>
                </c:pt>
                <c:pt idx="3670">
                  <c:v>17.2454801509</c:v>
                </c:pt>
                <c:pt idx="3671">
                  <c:v>17.2454801509</c:v>
                </c:pt>
                <c:pt idx="3672">
                  <c:v>17.2612638371</c:v>
                </c:pt>
                <c:pt idx="3673">
                  <c:v>17.2612638371</c:v>
                </c:pt>
                <c:pt idx="3674">
                  <c:v>17.5926530869</c:v>
                </c:pt>
                <c:pt idx="3675">
                  <c:v>17.5926530869</c:v>
                </c:pt>
                <c:pt idx="3676">
                  <c:v>17.607959565</c:v>
                </c:pt>
                <c:pt idx="3677">
                  <c:v>17.607959565</c:v>
                </c:pt>
                <c:pt idx="3678">
                  <c:v>17.6232238598</c:v>
                </c:pt>
                <c:pt idx="3679">
                  <c:v>17.6232238598</c:v>
                </c:pt>
                <c:pt idx="3680">
                  <c:v>17.6499977553</c:v>
                </c:pt>
                <c:pt idx="3681">
                  <c:v>17.6499977553</c:v>
                </c:pt>
                <c:pt idx="3682">
                  <c:v>17.7148352874</c:v>
                </c:pt>
                <c:pt idx="3683">
                  <c:v>17.7148352874</c:v>
                </c:pt>
                <c:pt idx="3684">
                  <c:v>17.7302526698</c:v>
                </c:pt>
                <c:pt idx="3685">
                  <c:v>17.7302526698</c:v>
                </c:pt>
                <c:pt idx="3686">
                  <c:v>17.7438060707</c:v>
                </c:pt>
                <c:pt idx="3687">
                  <c:v>17.7438060707</c:v>
                </c:pt>
                <c:pt idx="3688">
                  <c:v>17.8106667126</c:v>
                </c:pt>
                <c:pt idx="3689">
                  <c:v>17.8106667126</c:v>
                </c:pt>
                <c:pt idx="3690">
                  <c:v>17.8859905912</c:v>
                </c:pt>
                <c:pt idx="3691">
                  <c:v>17.8859905912</c:v>
                </c:pt>
                <c:pt idx="3692">
                  <c:v>17.9018353018</c:v>
                </c:pt>
                <c:pt idx="3693">
                  <c:v>17.9018353018</c:v>
                </c:pt>
                <c:pt idx="3694">
                  <c:v>17.9480551293</c:v>
                </c:pt>
                <c:pt idx="3695">
                  <c:v>17.9480551293</c:v>
                </c:pt>
                <c:pt idx="3696">
                  <c:v>17.9926443757</c:v>
                </c:pt>
                <c:pt idx="3697">
                  <c:v>17.9926443757</c:v>
                </c:pt>
                <c:pt idx="3698">
                  <c:v>18.0179791016</c:v>
                </c:pt>
                <c:pt idx="3699">
                  <c:v>18.0179791016</c:v>
                </c:pt>
                <c:pt idx="3700">
                  <c:v>18.0420264267</c:v>
                </c:pt>
                <c:pt idx="3701">
                  <c:v>18.0420264267</c:v>
                </c:pt>
                <c:pt idx="3702">
                  <c:v>18.0524747264</c:v>
                </c:pt>
                <c:pt idx="3703">
                  <c:v>18.0524747264</c:v>
                </c:pt>
                <c:pt idx="3704">
                  <c:v>18.1623275125</c:v>
                </c:pt>
                <c:pt idx="3705">
                  <c:v>18.1623275125</c:v>
                </c:pt>
                <c:pt idx="3706">
                  <c:v>18.2819182539</c:v>
                </c:pt>
                <c:pt idx="3707">
                  <c:v>18.2819182539</c:v>
                </c:pt>
                <c:pt idx="3708">
                  <c:v>18.3115717155</c:v>
                </c:pt>
                <c:pt idx="3709">
                  <c:v>18.3115717155</c:v>
                </c:pt>
                <c:pt idx="3710">
                  <c:v>18.317929745</c:v>
                </c:pt>
                <c:pt idx="3711">
                  <c:v>18.317929745</c:v>
                </c:pt>
                <c:pt idx="3712">
                  <c:v>18.4089434856</c:v>
                </c:pt>
                <c:pt idx="3713">
                  <c:v>18.4089434856</c:v>
                </c:pt>
                <c:pt idx="3714">
                  <c:v>18.4120468804</c:v>
                </c:pt>
                <c:pt idx="3715">
                  <c:v>18.4120468804</c:v>
                </c:pt>
                <c:pt idx="3716">
                  <c:v>18.4627575997</c:v>
                </c:pt>
                <c:pt idx="3717">
                  <c:v>18.4627575997</c:v>
                </c:pt>
                <c:pt idx="3718">
                  <c:v>18.4972827572</c:v>
                </c:pt>
                <c:pt idx="3719">
                  <c:v>18.4972827572</c:v>
                </c:pt>
                <c:pt idx="3720">
                  <c:v>18.594807259</c:v>
                </c:pt>
                <c:pt idx="3721">
                  <c:v>18.594807259</c:v>
                </c:pt>
                <c:pt idx="3722">
                  <c:v>18.618000766</c:v>
                </c:pt>
                <c:pt idx="3723">
                  <c:v>18.618000766</c:v>
                </c:pt>
                <c:pt idx="3724">
                  <c:v>18.7163826905</c:v>
                </c:pt>
                <c:pt idx="3725">
                  <c:v>18.7163826905</c:v>
                </c:pt>
                <c:pt idx="3726">
                  <c:v>18.7454718436</c:v>
                </c:pt>
                <c:pt idx="3727">
                  <c:v>18.7454718436</c:v>
                </c:pt>
                <c:pt idx="3728">
                  <c:v>18.7888762877</c:v>
                </c:pt>
                <c:pt idx="3729">
                  <c:v>18.7888762877</c:v>
                </c:pt>
                <c:pt idx="3730">
                  <c:v>18.8336020234</c:v>
                </c:pt>
                <c:pt idx="3731">
                  <c:v>18.8336020234</c:v>
                </c:pt>
                <c:pt idx="3732">
                  <c:v>18.9352914352</c:v>
                </c:pt>
                <c:pt idx="3733">
                  <c:v>18.9352914352</c:v>
                </c:pt>
                <c:pt idx="3734">
                  <c:v>18.951990825</c:v>
                </c:pt>
                <c:pt idx="3735">
                  <c:v>18.951990825</c:v>
                </c:pt>
                <c:pt idx="3736">
                  <c:v>18.9650204009</c:v>
                </c:pt>
                <c:pt idx="3737">
                  <c:v>18.9650204009</c:v>
                </c:pt>
                <c:pt idx="3738">
                  <c:v>19.030720514</c:v>
                </c:pt>
                <c:pt idx="3739">
                  <c:v>19.030720514</c:v>
                </c:pt>
                <c:pt idx="3740">
                  <c:v>19.0322708635</c:v>
                </c:pt>
                <c:pt idx="3741">
                  <c:v>19.0322708635</c:v>
                </c:pt>
                <c:pt idx="3742">
                  <c:v>19.0979550747</c:v>
                </c:pt>
                <c:pt idx="3743">
                  <c:v>19.0979550747</c:v>
                </c:pt>
                <c:pt idx="3744">
                  <c:v>19.1876361906</c:v>
                </c:pt>
                <c:pt idx="3745">
                  <c:v>19.1876361906</c:v>
                </c:pt>
                <c:pt idx="3746">
                  <c:v>19.1909299429</c:v>
                </c:pt>
                <c:pt idx="3747">
                  <c:v>19.1909299429</c:v>
                </c:pt>
                <c:pt idx="3748">
                  <c:v>19.2843759577</c:v>
                </c:pt>
                <c:pt idx="3749">
                  <c:v>19.2843759577</c:v>
                </c:pt>
                <c:pt idx="3750">
                  <c:v>19.3155051604</c:v>
                </c:pt>
                <c:pt idx="3751">
                  <c:v>19.3155051604</c:v>
                </c:pt>
                <c:pt idx="3752">
                  <c:v>19.3475264579</c:v>
                </c:pt>
                <c:pt idx="3753">
                  <c:v>19.3475264579</c:v>
                </c:pt>
                <c:pt idx="3754">
                  <c:v>19.3533836066</c:v>
                </c:pt>
                <c:pt idx="3755">
                  <c:v>19.3533836066</c:v>
                </c:pt>
                <c:pt idx="3756">
                  <c:v>19.373032445</c:v>
                </c:pt>
                <c:pt idx="3757">
                  <c:v>19.373032445</c:v>
                </c:pt>
                <c:pt idx="3758">
                  <c:v>19.3807717214</c:v>
                </c:pt>
                <c:pt idx="3759">
                  <c:v>19.3807717214</c:v>
                </c:pt>
                <c:pt idx="3760">
                  <c:v>19.4078651571</c:v>
                </c:pt>
                <c:pt idx="3761">
                  <c:v>19.4078651571</c:v>
                </c:pt>
                <c:pt idx="3762">
                  <c:v>19.4263057809</c:v>
                </c:pt>
                <c:pt idx="3763">
                  <c:v>19.4263057809</c:v>
                </c:pt>
                <c:pt idx="3764">
                  <c:v>19.4445505065</c:v>
                </c:pt>
                <c:pt idx="3765">
                  <c:v>19.4445505065</c:v>
                </c:pt>
                <c:pt idx="3766">
                  <c:v>19.4785766045</c:v>
                </c:pt>
                <c:pt idx="3767">
                  <c:v>19.4785766045</c:v>
                </c:pt>
                <c:pt idx="3768">
                  <c:v>19.5753037411</c:v>
                </c:pt>
                <c:pt idx="3769">
                  <c:v>19.5753037411</c:v>
                </c:pt>
                <c:pt idx="3770">
                  <c:v>19.6076849621</c:v>
                </c:pt>
                <c:pt idx="3771">
                  <c:v>19.6076849621</c:v>
                </c:pt>
                <c:pt idx="3772">
                  <c:v>19.6265458717</c:v>
                </c:pt>
                <c:pt idx="3773">
                  <c:v>19.6265458717</c:v>
                </c:pt>
                <c:pt idx="3774">
                  <c:v>19.6608273754</c:v>
                </c:pt>
                <c:pt idx="3775">
                  <c:v>19.6608273754</c:v>
                </c:pt>
                <c:pt idx="3776">
                  <c:v>19.7539605898</c:v>
                </c:pt>
                <c:pt idx="3777">
                  <c:v>19.7539605898</c:v>
                </c:pt>
                <c:pt idx="3778">
                  <c:v>19.8301446642</c:v>
                </c:pt>
                <c:pt idx="3779">
                  <c:v>19.8301446642</c:v>
                </c:pt>
                <c:pt idx="3780">
                  <c:v>19.8563995698</c:v>
                </c:pt>
                <c:pt idx="3781">
                  <c:v>19.8563995698</c:v>
                </c:pt>
                <c:pt idx="3782">
                  <c:v>19.8763219911</c:v>
                </c:pt>
                <c:pt idx="3783">
                  <c:v>19.8763219911</c:v>
                </c:pt>
                <c:pt idx="3784">
                  <c:v>19.8797065953</c:v>
                </c:pt>
                <c:pt idx="3785">
                  <c:v>19.8797065953</c:v>
                </c:pt>
                <c:pt idx="3786">
                  <c:v>19.8978008284</c:v>
                </c:pt>
                <c:pt idx="3787">
                  <c:v>19.8978008284</c:v>
                </c:pt>
                <c:pt idx="3788">
                  <c:v>19.9112191565</c:v>
                </c:pt>
                <c:pt idx="3789">
                  <c:v>19.9112191565</c:v>
                </c:pt>
                <c:pt idx="3790">
                  <c:v>19.9470323338</c:v>
                </c:pt>
                <c:pt idx="3791">
                  <c:v>19.9470323338</c:v>
                </c:pt>
                <c:pt idx="3792">
                  <c:v>19.9494188393</c:v>
                </c:pt>
                <c:pt idx="3793">
                  <c:v>19.9494188393</c:v>
                </c:pt>
                <c:pt idx="3794">
                  <c:v>19.9850202139</c:v>
                </c:pt>
                <c:pt idx="3795">
                  <c:v>19.9850202139</c:v>
                </c:pt>
                <c:pt idx="3796">
                  <c:v>20.0352865111</c:v>
                </c:pt>
                <c:pt idx="3797">
                  <c:v>20.0352865111</c:v>
                </c:pt>
                <c:pt idx="3798">
                  <c:v>20.0639982861</c:v>
                </c:pt>
                <c:pt idx="3799">
                  <c:v>20.0639982861</c:v>
                </c:pt>
                <c:pt idx="3800">
                  <c:v>20.1186764822</c:v>
                </c:pt>
                <c:pt idx="3801">
                  <c:v>20.1186764822</c:v>
                </c:pt>
                <c:pt idx="3802">
                  <c:v>20.1417167356</c:v>
                </c:pt>
                <c:pt idx="3803">
                  <c:v>20.1417167356</c:v>
                </c:pt>
                <c:pt idx="3804">
                  <c:v>20.226183046</c:v>
                </c:pt>
                <c:pt idx="3805">
                  <c:v>20.226183046</c:v>
                </c:pt>
                <c:pt idx="3806">
                  <c:v>20.271943598</c:v>
                </c:pt>
                <c:pt idx="3807">
                  <c:v>20.271943598</c:v>
                </c:pt>
                <c:pt idx="3808">
                  <c:v>20.3319547708</c:v>
                </c:pt>
                <c:pt idx="3809">
                  <c:v>20.3319547708</c:v>
                </c:pt>
                <c:pt idx="3810">
                  <c:v>20.3427413268</c:v>
                </c:pt>
                <c:pt idx="3811">
                  <c:v>20.3427413268</c:v>
                </c:pt>
                <c:pt idx="3812">
                  <c:v>20.3618952043</c:v>
                </c:pt>
                <c:pt idx="3813">
                  <c:v>20.3618952043</c:v>
                </c:pt>
                <c:pt idx="3814">
                  <c:v>20.4071828292</c:v>
                </c:pt>
                <c:pt idx="3815">
                  <c:v>20.4071828292</c:v>
                </c:pt>
                <c:pt idx="3816">
                  <c:v>20.4410848597</c:v>
                </c:pt>
                <c:pt idx="3817">
                  <c:v>20.4410848597</c:v>
                </c:pt>
                <c:pt idx="3818">
                  <c:v>20.4855164263</c:v>
                </c:pt>
                <c:pt idx="3819">
                  <c:v>20.4855164263</c:v>
                </c:pt>
                <c:pt idx="3820">
                  <c:v>20.6779069409</c:v>
                </c:pt>
                <c:pt idx="3821">
                  <c:v>20.6779069409</c:v>
                </c:pt>
                <c:pt idx="3822">
                  <c:v>20.747469445</c:v>
                </c:pt>
                <c:pt idx="3823">
                  <c:v>20.747469445</c:v>
                </c:pt>
                <c:pt idx="3824">
                  <c:v>20.8493131086</c:v>
                </c:pt>
                <c:pt idx="3825">
                  <c:v>20.8493131086</c:v>
                </c:pt>
                <c:pt idx="3826">
                  <c:v>20.9073229688</c:v>
                </c:pt>
                <c:pt idx="3827">
                  <c:v>20.9073229688</c:v>
                </c:pt>
                <c:pt idx="3828">
                  <c:v>20.963161396</c:v>
                </c:pt>
                <c:pt idx="3829">
                  <c:v>20.963161396</c:v>
                </c:pt>
                <c:pt idx="3830">
                  <c:v>21.0244011487</c:v>
                </c:pt>
                <c:pt idx="3831">
                  <c:v>21.0244011487</c:v>
                </c:pt>
                <c:pt idx="3832">
                  <c:v>21.1079294605</c:v>
                </c:pt>
                <c:pt idx="3833">
                  <c:v>21.1079294605</c:v>
                </c:pt>
                <c:pt idx="3834">
                  <c:v>21.1221464858</c:v>
                </c:pt>
                <c:pt idx="3835">
                  <c:v>21.1221464858</c:v>
                </c:pt>
                <c:pt idx="3836">
                  <c:v>21.1232954962</c:v>
                </c:pt>
                <c:pt idx="3837">
                  <c:v>21.1232954962</c:v>
                </c:pt>
                <c:pt idx="3838">
                  <c:v>21.2431954896</c:v>
                </c:pt>
                <c:pt idx="3839">
                  <c:v>21.2431954896</c:v>
                </c:pt>
                <c:pt idx="3840">
                  <c:v>21.2883263347</c:v>
                </c:pt>
                <c:pt idx="3841">
                  <c:v>21.2883263347</c:v>
                </c:pt>
                <c:pt idx="3842">
                  <c:v>21.3347431162</c:v>
                </c:pt>
                <c:pt idx="3843">
                  <c:v>21.3347431162</c:v>
                </c:pt>
                <c:pt idx="3844">
                  <c:v>21.5136803665</c:v>
                </c:pt>
                <c:pt idx="3845">
                  <c:v>21.5136803665</c:v>
                </c:pt>
                <c:pt idx="3846">
                  <c:v>21.5614058792</c:v>
                </c:pt>
                <c:pt idx="3847">
                  <c:v>21.5614058792</c:v>
                </c:pt>
                <c:pt idx="3848">
                  <c:v>21.703074844</c:v>
                </c:pt>
                <c:pt idx="3849">
                  <c:v>21.703074844</c:v>
                </c:pt>
                <c:pt idx="3850">
                  <c:v>21.7064077283</c:v>
                </c:pt>
                <c:pt idx="3851">
                  <c:v>21.7064077283</c:v>
                </c:pt>
                <c:pt idx="3852">
                  <c:v>21.732047037</c:v>
                </c:pt>
                <c:pt idx="3853">
                  <c:v>21.732047037</c:v>
                </c:pt>
                <c:pt idx="3854">
                  <c:v>21.857117325</c:v>
                </c:pt>
                <c:pt idx="3855">
                  <c:v>21.857117325</c:v>
                </c:pt>
                <c:pt idx="3856">
                  <c:v>21.8742414476</c:v>
                </c:pt>
                <c:pt idx="3857">
                  <c:v>21.8742414476</c:v>
                </c:pt>
                <c:pt idx="3858">
                  <c:v>22.0460026182</c:v>
                </c:pt>
                <c:pt idx="3859">
                  <c:v>22.0460026182</c:v>
                </c:pt>
                <c:pt idx="3860">
                  <c:v>22.2393533628</c:v>
                </c:pt>
                <c:pt idx="3861">
                  <c:v>22.2393533628</c:v>
                </c:pt>
                <c:pt idx="3862">
                  <c:v>22.2722971594</c:v>
                </c:pt>
                <c:pt idx="3863">
                  <c:v>22.2722971594</c:v>
                </c:pt>
                <c:pt idx="3864">
                  <c:v>22.4548794942</c:v>
                </c:pt>
                <c:pt idx="3865">
                  <c:v>22.4548794942</c:v>
                </c:pt>
                <c:pt idx="3866">
                  <c:v>22.5508884691</c:v>
                </c:pt>
                <c:pt idx="3867">
                  <c:v>22.5508884691</c:v>
                </c:pt>
                <c:pt idx="3868">
                  <c:v>22.5902079795</c:v>
                </c:pt>
                <c:pt idx="3869">
                  <c:v>22.5902079795</c:v>
                </c:pt>
                <c:pt idx="3870">
                  <c:v>22.6122204688</c:v>
                </c:pt>
                <c:pt idx="3871">
                  <c:v>22.6122204688</c:v>
                </c:pt>
                <c:pt idx="3872">
                  <c:v>22.6446300395</c:v>
                </c:pt>
                <c:pt idx="3873">
                  <c:v>22.6446300395</c:v>
                </c:pt>
                <c:pt idx="3874">
                  <c:v>22.7893530936</c:v>
                </c:pt>
                <c:pt idx="3875">
                  <c:v>22.7893530936</c:v>
                </c:pt>
                <c:pt idx="3876">
                  <c:v>23.0477397465</c:v>
                </c:pt>
                <c:pt idx="3877">
                  <c:v>23.0477397465</c:v>
                </c:pt>
                <c:pt idx="3878">
                  <c:v>23.1222527415</c:v>
                </c:pt>
                <c:pt idx="3879">
                  <c:v>23.1222527415</c:v>
                </c:pt>
                <c:pt idx="3880">
                  <c:v>23.3397084749</c:v>
                </c:pt>
                <c:pt idx="3881">
                  <c:v>23.3397084749</c:v>
                </c:pt>
                <c:pt idx="3882">
                  <c:v>23.3729683694</c:v>
                </c:pt>
                <c:pt idx="3883">
                  <c:v>23.3729683694</c:v>
                </c:pt>
                <c:pt idx="3884">
                  <c:v>23.4209608912</c:v>
                </c:pt>
                <c:pt idx="3885">
                  <c:v>23.4209608912</c:v>
                </c:pt>
                <c:pt idx="3886">
                  <c:v>23.5058545803</c:v>
                </c:pt>
                <c:pt idx="3887">
                  <c:v>23.5058545803</c:v>
                </c:pt>
                <c:pt idx="3888">
                  <c:v>23.5756719482</c:v>
                </c:pt>
                <c:pt idx="3889">
                  <c:v>23.5756719482</c:v>
                </c:pt>
                <c:pt idx="3890">
                  <c:v>23.6743671995</c:v>
                </c:pt>
                <c:pt idx="3891">
                  <c:v>23.6743671995</c:v>
                </c:pt>
                <c:pt idx="3892">
                  <c:v>23.7703612461</c:v>
                </c:pt>
                <c:pt idx="3893">
                  <c:v>23.7703612461</c:v>
                </c:pt>
                <c:pt idx="3894">
                  <c:v>23.9018092361</c:v>
                </c:pt>
                <c:pt idx="3895">
                  <c:v>23.9018092361</c:v>
                </c:pt>
                <c:pt idx="3896">
                  <c:v>24.1758007596</c:v>
                </c:pt>
                <c:pt idx="3897">
                  <c:v>24.1758007596</c:v>
                </c:pt>
                <c:pt idx="3898">
                  <c:v>24.6262971989</c:v>
                </c:pt>
                <c:pt idx="3899">
                  <c:v>24.6262971989</c:v>
                </c:pt>
                <c:pt idx="3900">
                  <c:v>24.9199956897</c:v>
                </c:pt>
                <c:pt idx="3901">
                  <c:v>24.9199956897</c:v>
                </c:pt>
                <c:pt idx="3902">
                  <c:v>25.2038759163</c:v>
                </c:pt>
                <c:pt idx="3903">
                  <c:v>25.2038759163</c:v>
                </c:pt>
                <c:pt idx="3904">
                  <c:v>25.4691755007</c:v>
                </c:pt>
                <c:pt idx="3905">
                  <c:v>25.4691755007</c:v>
                </c:pt>
                <c:pt idx="3906">
                  <c:v>25.5765115407</c:v>
                </c:pt>
                <c:pt idx="3907">
                  <c:v>25.5765115407</c:v>
                </c:pt>
                <c:pt idx="3908">
                  <c:v>25.7026249492</c:v>
                </c:pt>
                <c:pt idx="3909">
                  <c:v>25.7026249492</c:v>
                </c:pt>
                <c:pt idx="3910">
                  <c:v>26.0889404094</c:v>
                </c:pt>
                <c:pt idx="3911">
                  <c:v>26.0889404094</c:v>
                </c:pt>
                <c:pt idx="3912">
                  <c:v>26.5519985627</c:v>
                </c:pt>
                <c:pt idx="3913">
                  <c:v>26.5519985627</c:v>
                </c:pt>
                <c:pt idx="3914">
                  <c:v>26.8653767305</c:v>
                </c:pt>
                <c:pt idx="3915">
                  <c:v>26.8653767305</c:v>
                </c:pt>
                <c:pt idx="3916">
                  <c:v>26.9749583741</c:v>
                </c:pt>
                <c:pt idx="3917">
                  <c:v>26.9749583741</c:v>
                </c:pt>
                <c:pt idx="3918">
                  <c:v>27.0599277811</c:v>
                </c:pt>
                <c:pt idx="3919">
                  <c:v>27.0599277811</c:v>
                </c:pt>
                <c:pt idx="3920">
                  <c:v>27.1179348663</c:v>
                </c:pt>
                <c:pt idx="3921">
                  <c:v>27.1179348663</c:v>
                </c:pt>
                <c:pt idx="3922">
                  <c:v>27.3037909103</c:v>
                </c:pt>
                <c:pt idx="3923">
                  <c:v>27.3037909103</c:v>
                </c:pt>
                <c:pt idx="3924">
                  <c:v>27.3160109753</c:v>
                </c:pt>
                <c:pt idx="3925">
                  <c:v>27.3160109753</c:v>
                </c:pt>
                <c:pt idx="3926">
                  <c:v>27.684788847</c:v>
                </c:pt>
                <c:pt idx="3927">
                  <c:v>27.684788847</c:v>
                </c:pt>
                <c:pt idx="3928">
                  <c:v>28.0061020855</c:v>
                </c:pt>
                <c:pt idx="3929">
                  <c:v>28.0061020855</c:v>
                </c:pt>
                <c:pt idx="3930">
                  <c:v>28.1008096204</c:v>
                </c:pt>
                <c:pt idx="3931">
                  <c:v>28.1008096204</c:v>
                </c:pt>
                <c:pt idx="3932">
                  <c:v>28.1355972563</c:v>
                </c:pt>
                <c:pt idx="3933">
                  <c:v>28.1355972563</c:v>
                </c:pt>
                <c:pt idx="3934">
                  <c:v>28.1801617165</c:v>
                </c:pt>
                <c:pt idx="3935">
                  <c:v>28.1801617165</c:v>
                </c:pt>
                <c:pt idx="3936">
                  <c:v>29.0952589646</c:v>
                </c:pt>
                <c:pt idx="3937">
                  <c:v>29.0952589646</c:v>
                </c:pt>
                <c:pt idx="3938">
                  <c:v>29.7436891676</c:v>
                </c:pt>
                <c:pt idx="3939">
                  <c:v>29.7436891676</c:v>
                </c:pt>
                <c:pt idx="3940">
                  <c:v>29.7534324062</c:v>
                </c:pt>
                <c:pt idx="3941">
                  <c:v>29.7534324062</c:v>
                </c:pt>
                <c:pt idx="3942">
                  <c:v>29.804021374</c:v>
                </c:pt>
                <c:pt idx="3943">
                  <c:v>29.804021374</c:v>
                </c:pt>
                <c:pt idx="3944">
                  <c:v>29.8190828742</c:v>
                </c:pt>
                <c:pt idx="3945">
                  <c:v>29.8190828742</c:v>
                </c:pt>
                <c:pt idx="3946">
                  <c:v>29.9228836497</c:v>
                </c:pt>
                <c:pt idx="3947">
                  <c:v>29.9228836497</c:v>
                </c:pt>
                <c:pt idx="3948">
                  <c:v>31.1332007568</c:v>
                </c:pt>
                <c:pt idx="3949">
                  <c:v>31.1332007568</c:v>
                </c:pt>
                <c:pt idx="3950">
                  <c:v>31.3871827747</c:v>
                </c:pt>
                <c:pt idx="3951">
                  <c:v>31.3871827747</c:v>
                </c:pt>
                <c:pt idx="3952">
                  <c:v>31.5663767368</c:v>
                </c:pt>
                <c:pt idx="3953">
                  <c:v>31.5663767368</c:v>
                </c:pt>
                <c:pt idx="3954">
                  <c:v>32.3030634884</c:v>
                </c:pt>
                <c:pt idx="3955">
                  <c:v>32.3030634884</c:v>
                </c:pt>
                <c:pt idx="3956">
                  <c:v>32.577082455</c:v>
                </c:pt>
                <c:pt idx="3957">
                  <c:v>32.577082455</c:v>
                </c:pt>
                <c:pt idx="3958">
                  <c:v>32.8538884895</c:v>
                </c:pt>
                <c:pt idx="3959">
                  <c:v>32.8538884895</c:v>
                </c:pt>
                <c:pt idx="3960">
                  <c:v>33.4851506957</c:v>
                </c:pt>
                <c:pt idx="3961">
                  <c:v>33.4851506957</c:v>
                </c:pt>
                <c:pt idx="3962">
                  <c:v>33.5443192806</c:v>
                </c:pt>
                <c:pt idx="3963">
                  <c:v>33.5443192806</c:v>
                </c:pt>
                <c:pt idx="3964">
                  <c:v>33.6530652988</c:v>
                </c:pt>
                <c:pt idx="3965">
                  <c:v>33.6530652988</c:v>
                </c:pt>
                <c:pt idx="3966">
                  <c:v>34.0477036776</c:v>
                </c:pt>
                <c:pt idx="3967">
                  <c:v>34.0477036776</c:v>
                </c:pt>
                <c:pt idx="3968">
                  <c:v>34.1157697587</c:v>
                </c:pt>
                <c:pt idx="3969">
                  <c:v>34.1157697587</c:v>
                </c:pt>
                <c:pt idx="3970">
                  <c:v>34.7769151437</c:v>
                </c:pt>
                <c:pt idx="3971">
                  <c:v>34.7769151437</c:v>
                </c:pt>
                <c:pt idx="3972">
                  <c:v>35.2472132869</c:v>
                </c:pt>
                <c:pt idx="3973">
                  <c:v>35.2472132869</c:v>
                </c:pt>
                <c:pt idx="3974">
                  <c:v>35.8851772659</c:v>
                </c:pt>
                <c:pt idx="3975">
                  <c:v>35.8851772659</c:v>
                </c:pt>
                <c:pt idx="3976">
                  <c:v>36.0911977521</c:v>
                </c:pt>
                <c:pt idx="3977">
                  <c:v>36.0911977521</c:v>
                </c:pt>
                <c:pt idx="3978">
                  <c:v>36.5032313464</c:v>
                </c:pt>
                <c:pt idx="3979">
                  <c:v>36.5032313464</c:v>
                </c:pt>
                <c:pt idx="3980">
                  <c:v>38.856775518</c:v>
                </c:pt>
                <c:pt idx="3981">
                  <c:v>38.856775518</c:v>
                </c:pt>
                <c:pt idx="3982">
                  <c:v>41.5574579055</c:v>
                </c:pt>
                <c:pt idx="3983">
                  <c:v>41.5574579055</c:v>
                </c:pt>
                <c:pt idx="3984">
                  <c:v>41.7741519282</c:v>
                </c:pt>
                <c:pt idx="3985">
                  <c:v>41.7741519282</c:v>
                </c:pt>
                <c:pt idx="3986">
                  <c:v>42.1885590693</c:v>
                </c:pt>
                <c:pt idx="3987">
                  <c:v>42.1885590693</c:v>
                </c:pt>
                <c:pt idx="3988">
                  <c:v>44.3322864767</c:v>
                </c:pt>
                <c:pt idx="3989">
                  <c:v>44.3322864767</c:v>
                </c:pt>
                <c:pt idx="3990">
                  <c:v>46.8939579716</c:v>
                </c:pt>
                <c:pt idx="3991">
                  <c:v>46.8939579716</c:v>
                </c:pt>
                <c:pt idx="3992">
                  <c:v>49.4905165128</c:v>
                </c:pt>
                <c:pt idx="3993">
                  <c:v>49.4905165128</c:v>
                </c:pt>
                <c:pt idx="3994">
                  <c:v>54.1138550916</c:v>
                </c:pt>
                <c:pt idx="3995">
                  <c:v>54.1138550916</c:v>
                </c:pt>
                <c:pt idx="3996">
                  <c:v>58.7201551021</c:v>
                </c:pt>
                <c:pt idx="3997">
                  <c:v>58.7201551021</c:v>
                </c:pt>
                <c:pt idx="3998">
                  <c:v>65.7956721236</c:v>
                </c:pt>
                <c:pt idx="3999">
                  <c:v>65.7956721236</c:v>
                </c:pt>
              </c:numCache>
            </c:numRef>
          </c:xVal>
          <c:yVal>
            <c:numRef>
              <c:f>'Chart Data'!$B$2:$B$4001</c:f>
              <c:numCache>
                <c:formatCode>0.##</c:formatCode>
                <c:ptCount val="4000"/>
                <c:pt idx="0">
                  <c:v>0</c:v>
                </c:pt>
                <c:pt idx="1">
                  <c:v>0.0005</c:v>
                </c:pt>
                <c:pt idx="2">
                  <c:v>0.0005</c:v>
                </c:pt>
                <c:pt idx="3">
                  <c:v>0.001</c:v>
                </c:pt>
                <c:pt idx="4">
                  <c:v>0.001</c:v>
                </c:pt>
                <c:pt idx="5">
                  <c:v>0.0015</c:v>
                </c:pt>
                <c:pt idx="6">
                  <c:v>0.0015</c:v>
                </c:pt>
                <c:pt idx="7">
                  <c:v>0.002</c:v>
                </c:pt>
                <c:pt idx="8">
                  <c:v>0.002</c:v>
                </c:pt>
                <c:pt idx="9">
                  <c:v>0.0025</c:v>
                </c:pt>
                <c:pt idx="10">
                  <c:v>0.0025</c:v>
                </c:pt>
                <c:pt idx="11">
                  <c:v>0.003</c:v>
                </c:pt>
                <c:pt idx="12">
                  <c:v>0.003</c:v>
                </c:pt>
                <c:pt idx="13">
                  <c:v>0.0035</c:v>
                </c:pt>
                <c:pt idx="14">
                  <c:v>0.0035</c:v>
                </c:pt>
                <c:pt idx="15">
                  <c:v>0.004</c:v>
                </c:pt>
                <c:pt idx="16">
                  <c:v>0.004</c:v>
                </c:pt>
                <c:pt idx="17">
                  <c:v>0.0045</c:v>
                </c:pt>
                <c:pt idx="18">
                  <c:v>0.0045</c:v>
                </c:pt>
                <c:pt idx="19">
                  <c:v>0.005</c:v>
                </c:pt>
                <c:pt idx="20">
                  <c:v>0.005</c:v>
                </c:pt>
                <c:pt idx="21">
                  <c:v>0.0055</c:v>
                </c:pt>
                <c:pt idx="22">
                  <c:v>0.0055</c:v>
                </c:pt>
                <c:pt idx="23">
                  <c:v>0.006</c:v>
                </c:pt>
                <c:pt idx="24">
                  <c:v>0.006</c:v>
                </c:pt>
                <c:pt idx="25">
                  <c:v>0.0065</c:v>
                </c:pt>
                <c:pt idx="26">
                  <c:v>0.0065</c:v>
                </c:pt>
                <c:pt idx="27">
                  <c:v>0.007</c:v>
                </c:pt>
                <c:pt idx="28">
                  <c:v>0.007</c:v>
                </c:pt>
                <c:pt idx="29">
                  <c:v>0.0075</c:v>
                </c:pt>
                <c:pt idx="30">
                  <c:v>0.0075</c:v>
                </c:pt>
                <c:pt idx="31">
                  <c:v>0.008</c:v>
                </c:pt>
                <c:pt idx="32">
                  <c:v>0.008</c:v>
                </c:pt>
                <c:pt idx="33">
                  <c:v>0.0085</c:v>
                </c:pt>
                <c:pt idx="34">
                  <c:v>0.0085</c:v>
                </c:pt>
                <c:pt idx="35">
                  <c:v>0.009</c:v>
                </c:pt>
                <c:pt idx="36">
                  <c:v>0.009</c:v>
                </c:pt>
                <c:pt idx="37">
                  <c:v>0.0095</c:v>
                </c:pt>
                <c:pt idx="38">
                  <c:v>0.0095</c:v>
                </c:pt>
                <c:pt idx="39">
                  <c:v>0.01</c:v>
                </c:pt>
                <c:pt idx="40">
                  <c:v>0.01</c:v>
                </c:pt>
                <c:pt idx="41">
                  <c:v>0.0105</c:v>
                </c:pt>
                <c:pt idx="42">
                  <c:v>0.0105</c:v>
                </c:pt>
                <c:pt idx="43">
                  <c:v>0.011</c:v>
                </c:pt>
                <c:pt idx="44">
                  <c:v>0.011</c:v>
                </c:pt>
                <c:pt idx="45">
                  <c:v>0.0115</c:v>
                </c:pt>
                <c:pt idx="46">
                  <c:v>0.0115</c:v>
                </c:pt>
                <c:pt idx="47">
                  <c:v>0.012</c:v>
                </c:pt>
                <c:pt idx="48">
                  <c:v>0.012</c:v>
                </c:pt>
                <c:pt idx="49">
                  <c:v>0.0125</c:v>
                </c:pt>
                <c:pt idx="50">
                  <c:v>0.0125</c:v>
                </c:pt>
                <c:pt idx="51">
                  <c:v>0.013</c:v>
                </c:pt>
                <c:pt idx="52">
                  <c:v>0.013</c:v>
                </c:pt>
                <c:pt idx="53">
                  <c:v>0.0135</c:v>
                </c:pt>
                <c:pt idx="54">
                  <c:v>0.0135</c:v>
                </c:pt>
                <c:pt idx="55">
                  <c:v>0.014</c:v>
                </c:pt>
                <c:pt idx="56">
                  <c:v>0.014</c:v>
                </c:pt>
                <c:pt idx="57">
                  <c:v>0.0145</c:v>
                </c:pt>
                <c:pt idx="58">
                  <c:v>0.0145</c:v>
                </c:pt>
                <c:pt idx="59">
                  <c:v>0.015</c:v>
                </c:pt>
                <c:pt idx="60">
                  <c:v>0.015</c:v>
                </c:pt>
                <c:pt idx="61">
                  <c:v>0.0155</c:v>
                </c:pt>
                <c:pt idx="62">
                  <c:v>0.0155</c:v>
                </c:pt>
                <c:pt idx="63">
                  <c:v>0.016</c:v>
                </c:pt>
                <c:pt idx="64">
                  <c:v>0.016</c:v>
                </c:pt>
                <c:pt idx="65">
                  <c:v>0.0165</c:v>
                </c:pt>
                <c:pt idx="66">
                  <c:v>0.0165</c:v>
                </c:pt>
                <c:pt idx="67">
                  <c:v>0.017</c:v>
                </c:pt>
                <c:pt idx="68">
                  <c:v>0.017</c:v>
                </c:pt>
                <c:pt idx="69">
                  <c:v>0.0175</c:v>
                </c:pt>
                <c:pt idx="70">
                  <c:v>0.0175</c:v>
                </c:pt>
                <c:pt idx="71">
                  <c:v>0.018</c:v>
                </c:pt>
                <c:pt idx="72">
                  <c:v>0.018</c:v>
                </c:pt>
                <c:pt idx="73">
                  <c:v>0.0185</c:v>
                </c:pt>
                <c:pt idx="74">
                  <c:v>0.0185</c:v>
                </c:pt>
                <c:pt idx="75">
                  <c:v>0.019</c:v>
                </c:pt>
                <c:pt idx="76">
                  <c:v>0.019</c:v>
                </c:pt>
                <c:pt idx="77">
                  <c:v>0.0195</c:v>
                </c:pt>
                <c:pt idx="78">
                  <c:v>0.0195</c:v>
                </c:pt>
                <c:pt idx="79">
                  <c:v>0.02</c:v>
                </c:pt>
                <c:pt idx="80">
                  <c:v>0.02</c:v>
                </c:pt>
                <c:pt idx="81">
                  <c:v>0.0205</c:v>
                </c:pt>
                <c:pt idx="82">
                  <c:v>0.0205</c:v>
                </c:pt>
                <c:pt idx="83">
                  <c:v>0.021</c:v>
                </c:pt>
                <c:pt idx="84">
                  <c:v>0.021</c:v>
                </c:pt>
                <c:pt idx="85">
                  <c:v>0.0215</c:v>
                </c:pt>
                <c:pt idx="86">
                  <c:v>0.0215</c:v>
                </c:pt>
                <c:pt idx="87">
                  <c:v>0.022</c:v>
                </c:pt>
                <c:pt idx="88">
                  <c:v>0.022</c:v>
                </c:pt>
                <c:pt idx="89">
                  <c:v>0.0225</c:v>
                </c:pt>
                <c:pt idx="90">
                  <c:v>0.0225</c:v>
                </c:pt>
                <c:pt idx="91">
                  <c:v>0.023</c:v>
                </c:pt>
                <c:pt idx="92">
                  <c:v>0.023</c:v>
                </c:pt>
                <c:pt idx="93">
                  <c:v>0.0235</c:v>
                </c:pt>
                <c:pt idx="94">
                  <c:v>0.0235</c:v>
                </c:pt>
                <c:pt idx="95">
                  <c:v>0.024</c:v>
                </c:pt>
                <c:pt idx="96">
                  <c:v>0.024</c:v>
                </c:pt>
                <c:pt idx="97">
                  <c:v>0.0245</c:v>
                </c:pt>
                <c:pt idx="98">
                  <c:v>0.0245</c:v>
                </c:pt>
                <c:pt idx="99">
                  <c:v>0.025</c:v>
                </c:pt>
                <c:pt idx="100">
                  <c:v>0.025</c:v>
                </c:pt>
                <c:pt idx="101">
                  <c:v>0.0255</c:v>
                </c:pt>
                <c:pt idx="102">
                  <c:v>0.0255</c:v>
                </c:pt>
                <c:pt idx="103">
                  <c:v>0.026</c:v>
                </c:pt>
                <c:pt idx="104">
                  <c:v>0.026</c:v>
                </c:pt>
                <c:pt idx="105">
                  <c:v>0.0265</c:v>
                </c:pt>
                <c:pt idx="106">
                  <c:v>0.0265</c:v>
                </c:pt>
                <c:pt idx="107">
                  <c:v>0.027</c:v>
                </c:pt>
                <c:pt idx="108">
                  <c:v>0.027</c:v>
                </c:pt>
                <c:pt idx="109">
                  <c:v>0.0275</c:v>
                </c:pt>
                <c:pt idx="110">
                  <c:v>0.0275</c:v>
                </c:pt>
                <c:pt idx="111">
                  <c:v>0.028</c:v>
                </c:pt>
                <c:pt idx="112">
                  <c:v>0.028</c:v>
                </c:pt>
                <c:pt idx="113">
                  <c:v>0.0285</c:v>
                </c:pt>
                <c:pt idx="114">
                  <c:v>0.0285</c:v>
                </c:pt>
                <c:pt idx="115">
                  <c:v>0.029</c:v>
                </c:pt>
                <c:pt idx="116">
                  <c:v>0.029</c:v>
                </c:pt>
                <c:pt idx="117">
                  <c:v>0.0295</c:v>
                </c:pt>
                <c:pt idx="118">
                  <c:v>0.0295</c:v>
                </c:pt>
                <c:pt idx="119">
                  <c:v>0.03</c:v>
                </c:pt>
                <c:pt idx="120">
                  <c:v>0.03</c:v>
                </c:pt>
                <c:pt idx="121">
                  <c:v>0.0305</c:v>
                </c:pt>
                <c:pt idx="122">
                  <c:v>0.0305</c:v>
                </c:pt>
                <c:pt idx="123">
                  <c:v>0.031</c:v>
                </c:pt>
                <c:pt idx="124">
                  <c:v>0.031</c:v>
                </c:pt>
                <c:pt idx="125">
                  <c:v>0.0315</c:v>
                </c:pt>
                <c:pt idx="126">
                  <c:v>0.0315</c:v>
                </c:pt>
                <c:pt idx="127">
                  <c:v>0.032</c:v>
                </c:pt>
                <c:pt idx="128">
                  <c:v>0.032</c:v>
                </c:pt>
                <c:pt idx="129">
                  <c:v>0.0325</c:v>
                </c:pt>
                <c:pt idx="130">
                  <c:v>0.0325</c:v>
                </c:pt>
                <c:pt idx="131">
                  <c:v>0.033</c:v>
                </c:pt>
                <c:pt idx="132">
                  <c:v>0.033</c:v>
                </c:pt>
                <c:pt idx="133">
                  <c:v>0.0335</c:v>
                </c:pt>
                <c:pt idx="134">
                  <c:v>0.0335</c:v>
                </c:pt>
                <c:pt idx="135">
                  <c:v>0.034</c:v>
                </c:pt>
                <c:pt idx="136">
                  <c:v>0.034</c:v>
                </c:pt>
                <c:pt idx="137">
                  <c:v>0.0345</c:v>
                </c:pt>
                <c:pt idx="138">
                  <c:v>0.0345</c:v>
                </c:pt>
                <c:pt idx="139">
                  <c:v>0.035</c:v>
                </c:pt>
                <c:pt idx="140">
                  <c:v>0.035</c:v>
                </c:pt>
                <c:pt idx="141">
                  <c:v>0.0355</c:v>
                </c:pt>
                <c:pt idx="142">
                  <c:v>0.0355</c:v>
                </c:pt>
                <c:pt idx="143">
                  <c:v>0.036</c:v>
                </c:pt>
                <c:pt idx="144">
                  <c:v>0.036</c:v>
                </c:pt>
                <c:pt idx="145">
                  <c:v>0.0365</c:v>
                </c:pt>
                <c:pt idx="146">
                  <c:v>0.0365</c:v>
                </c:pt>
                <c:pt idx="147">
                  <c:v>0.037</c:v>
                </c:pt>
                <c:pt idx="148">
                  <c:v>0.037</c:v>
                </c:pt>
                <c:pt idx="149">
                  <c:v>0.0375</c:v>
                </c:pt>
                <c:pt idx="150">
                  <c:v>0.0375</c:v>
                </c:pt>
                <c:pt idx="151">
                  <c:v>0.038</c:v>
                </c:pt>
                <c:pt idx="152">
                  <c:v>0.038</c:v>
                </c:pt>
                <c:pt idx="153">
                  <c:v>0.0385</c:v>
                </c:pt>
                <c:pt idx="154">
                  <c:v>0.0385</c:v>
                </c:pt>
                <c:pt idx="155">
                  <c:v>0.039</c:v>
                </c:pt>
                <c:pt idx="156">
                  <c:v>0.039</c:v>
                </c:pt>
                <c:pt idx="157">
                  <c:v>0.0395</c:v>
                </c:pt>
                <c:pt idx="158">
                  <c:v>0.0395</c:v>
                </c:pt>
                <c:pt idx="159">
                  <c:v>0.04</c:v>
                </c:pt>
                <c:pt idx="160">
                  <c:v>0.04</c:v>
                </c:pt>
                <c:pt idx="161">
                  <c:v>0.0405</c:v>
                </c:pt>
                <c:pt idx="162">
                  <c:v>0.0405</c:v>
                </c:pt>
                <c:pt idx="163">
                  <c:v>0.041</c:v>
                </c:pt>
                <c:pt idx="164">
                  <c:v>0.041</c:v>
                </c:pt>
                <c:pt idx="165">
                  <c:v>0.0415</c:v>
                </c:pt>
                <c:pt idx="166">
                  <c:v>0.0415</c:v>
                </c:pt>
                <c:pt idx="167">
                  <c:v>0.042</c:v>
                </c:pt>
                <c:pt idx="168">
                  <c:v>0.042</c:v>
                </c:pt>
                <c:pt idx="169">
                  <c:v>0.0425</c:v>
                </c:pt>
                <c:pt idx="170">
                  <c:v>0.0425</c:v>
                </c:pt>
                <c:pt idx="171">
                  <c:v>0.043</c:v>
                </c:pt>
                <c:pt idx="172">
                  <c:v>0.043</c:v>
                </c:pt>
                <c:pt idx="173">
                  <c:v>0.0435</c:v>
                </c:pt>
                <c:pt idx="174">
                  <c:v>0.0435</c:v>
                </c:pt>
                <c:pt idx="175">
                  <c:v>0.044</c:v>
                </c:pt>
                <c:pt idx="176">
                  <c:v>0.044</c:v>
                </c:pt>
                <c:pt idx="177">
                  <c:v>0.0445</c:v>
                </c:pt>
                <c:pt idx="178">
                  <c:v>0.0445</c:v>
                </c:pt>
                <c:pt idx="179">
                  <c:v>0.045</c:v>
                </c:pt>
                <c:pt idx="180">
                  <c:v>0.045</c:v>
                </c:pt>
                <c:pt idx="181">
                  <c:v>0.0455</c:v>
                </c:pt>
                <c:pt idx="182">
                  <c:v>0.0455</c:v>
                </c:pt>
                <c:pt idx="183">
                  <c:v>0.046</c:v>
                </c:pt>
                <c:pt idx="184">
                  <c:v>0.046</c:v>
                </c:pt>
                <c:pt idx="185">
                  <c:v>0.0465</c:v>
                </c:pt>
                <c:pt idx="186">
                  <c:v>0.0465</c:v>
                </c:pt>
                <c:pt idx="187">
                  <c:v>0.047</c:v>
                </c:pt>
                <c:pt idx="188">
                  <c:v>0.047</c:v>
                </c:pt>
                <c:pt idx="189">
                  <c:v>0.0475</c:v>
                </c:pt>
                <c:pt idx="190">
                  <c:v>0.0475</c:v>
                </c:pt>
                <c:pt idx="191">
                  <c:v>0.048</c:v>
                </c:pt>
                <c:pt idx="192">
                  <c:v>0.048</c:v>
                </c:pt>
                <c:pt idx="193">
                  <c:v>0.0485</c:v>
                </c:pt>
                <c:pt idx="194">
                  <c:v>0.0485</c:v>
                </c:pt>
                <c:pt idx="195">
                  <c:v>0.049</c:v>
                </c:pt>
                <c:pt idx="196">
                  <c:v>0.049</c:v>
                </c:pt>
                <c:pt idx="197">
                  <c:v>0.0495</c:v>
                </c:pt>
                <c:pt idx="198">
                  <c:v>0.0495</c:v>
                </c:pt>
                <c:pt idx="199">
                  <c:v>0.05</c:v>
                </c:pt>
                <c:pt idx="200">
                  <c:v>0.05</c:v>
                </c:pt>
                <c:pt idx="201">
                  <c:v>0.0505</c:v>
                </c:pt>
                <c:pt idx="202">
                  <c:v>0.0505</c:v>
                </c:pt>
                <c:pt idx="203">
                  <c:v>0.051</c:v>
                </c:pt>
                <c:pt idx="204">
                  <c:v>0.051</c:v>
                </c:pt>
                <c:pt idx="205">
                  <c:v>0.0515</c:v>
                </c:pt>
                <c:pt idx="206">
                  <c:v>0.0515</c:v>
                </c:pt>
                <c:pt idx="207">
                  <c:v>0.052</c:v>
                </c:pt>
                <c:pt idx="208">
                  <c:v>0.052</c:v>
                </c:pt>
                <c:pt idx="209">
                  <c:v>0.0525</c:v>
                </c:pt>
                <c:pt idx="210">
                  <c:v>0.0525</c:v>
                </c:pt>
                <c:pt idx="211">
                  <c:v>0.053</c:v>
                </c:pt>
                <c:pt idx="212">
                  <c:v>0.053</c:v>
                </c:pt>
                <c:pt idx="213">
                  <c:v>0.0535</c:v>
                </c:pt>
                <c:pt idx="214">
                  <c:v>0.0535</c:v>
                </c:pt>
                <c:pt idx="215">
                  <c:v>0.054</c:v>
                </c:pt>
                <c:pt idx="216">
                  <c:v>0.054</c:v>
                </c:pt>
                <c:pt idx="217">
                  <c:v>0.0545</c:v>
                </c:pt>
                <c:pt idx="218">
                  <c:v>0.0545</c:v>
                </c:pt>
                <c:pt idx="219">
                  <c:v>0.055</c:v>
                </c:pt>
                <c:pt idx="220">
                  <c:v>0.055</c:v>
                </c:pt>
                <c:pt idx="221">
                  <c:v>0.0555</c:v>
                </c:pt>
                <c:pt idx="222">
                  <c:v>0.0555</c:v>
                </c:pt>
                <c:pt idx="223">
                  <c:v>0.056</c:v>
                </c:pt>
                <c:pt idx="224">
                  <c:v>0.056</c:v>
                </c:pt>
                <c:pt idx="225">
                  <c:v>0.0565</c:v>
                </c:pt>
                <c:pt idx="226">
                  <c:v>0.0565</c:v>
                </c:pt>
                <c:pt idx="227">
                  <c:v>0.057</c:v>
                </c:pt>
                <c:pt idx="228">
                  <c:v>0.057</c:v>
                </c:pt>
                <c:pt idx="229">
                  <c:v>0.0575</c:v>
                </c:pt>
                <c:pt idx="230">
                  <c:v>0.0575</c:v>
                </c:pt>
                <c:pt idx="231">
                  <c:v>0.058</c:v>
                </c:pt>
                <c:pt idx="232">
                  <c:v>0.058</c:v>
                </c:pt>
                <c:pt idx="233">
                  <c:v>0.0585</c:v>
                </c:pt>
                <c:pt idx="234">
                  <c:v>0.0585</c:v>
                </c:pt>
                <c:pt idx="235">
                  <c:v>0.059</c:v>
                </c:pt>
                <c:pt idx="236">
                  <c:v>0.059</c:v>
                </c:pt>
                <c:pt idx="237">
                  <c:v>0.0595</c:v>
                </c:pt>
                <c:pt idx="238">
                  <c:v>0.0595</c:v>
                </c:pt>
                <c:pt idx="239">
                  <c:v>0.06</c:v>
                </c:pt>
                <c:pt idx="240">
                  <c:v>0.06</c:v>
                </c:pt>
                <c:pt idx="241">
                  <c:v>0.0605</c:v>
                </c:pt>
                <c:pt idx="242">
                  <c:v>0.0605</c:v>
                </c:pt>
                <c:pt idx="243">
                  <c:v>0.061</c:v>
                </c:pt>
                <c:pt idx="244">
                  <c:v>0.061</c:v>
                </c:pt>
                <c:pt idx="245">
                  <c:v>0.0615</c:v>
                </c:pt>
                <c:pt idx="246">
                  <c:v>0.0615</c:v>
                </c:pt>
                <c:pt idx="247">
                  <c:v>0.062</c:v>
                </c:pt>
                <c:pt idx="248">
                  <c:v>0.062</c:v>
                </c:pt>
                <c:pt idx="249">
                  <c:v>0.0625</c:v>
                </c:pt>
                <c:pt idx="250">
                  <c:v>0.0625</c:v>
                </c:pt>
                <c:pt idx="251">
                  <c:v>0.063</c:v>
                </c:pt>
                <c:pt idx="252">
                  <c:v>0.063</c:v>
                </c:pt>
                <c:pt idx="253">
                  <c:v>0.0635</c:v>
                </c:pt>
                <c:pt idx="254">
                  <c:v>0.0635</c:v>
                </c:pt>
                <c:pt idx="255">
                  <c:v>0.064</c:v>
                </c:pt>
                <c:pt idx="256">
                  <c:v>0.064</c:v>
                </c:pt>
                <c:pt idx="257">
                  <c:v>0.0645</c:v>
                </c:pt>
                <c:pt idx="258">
                  <c:v>0.0645</c:v>
                </c:pt>
                <c:pt idx="259">
                  <c:v>0.065</c:v>
                </c:pt>
                <c:pt idx="260">
                  <c:v>0.065</c:v>
                </c:pt>
                <c:pt idx="261">
                  <c:v>0.0655</c:v>
                </c:pt>
                <c:pt idx="262">
                  <c:v>0.0655</c:v>
                </c:pt>
                <c:pt idx="263">
                  <c:v>0.066</c:v>
                </c:pt>
                <c:pt idx="264">
                  <c:v>0.066</c:v>
                </c:pt>
                <c:pt idx="265">
                  <c:v>0.0665</c:v>
                </c:pt>
                <c:pt idx="266">
                  <c:v>0.0665</c:v>
                </c:pt>
                <c:pt idx="267">
                  <c:v>0.067</c:v>
                </c:pt>
                <c:pt idx="268">
                  <c:v>0.067</c:v>
                </c:pt>
                <c:pt idx="269">
                  <c:v>0.0675</c:v>
                </c:pt>
                <c:pt idx="270">
                  <c:v>0.0675</c:v>
                </c:pt>
                <c:pt idx="271">
                  <c:v>0.068</c:v>
                </c:pt>
                <c:pt idx="272">
                  <c:v>0.068</c:v>
                </c:pt>
                <c:pt idx="273">
                  <c:v>0.0685</c:v>
                </c:pt>
                <c:pt idx="274">
                  <c:v>0.0685</c:v>
                </c:pt>
                <c:pt idx="275">
                  <c:v>0.069</c:v>
                </c:pt>
                <c:pt idx="276">
                  <c:v>0.069</c:v>
                </c:pt>
                <c:pt idx="277">
                  <c:v>0.0695</c:v>
                </c:pt>
                <c:pt idx="278">
                  <c:v>0.0695</c:v>
                </c:pt>
                <c:pt idx="279">
                  <c:v>0.07</c:v>
                </c:pt>
                <c:pt idx="280">
                  <c:v>0.07</c:v>
                </c:pt>
                <c:pt idx="281">
                  <c:v>0.0705</c:v>
                </c:pt>
                <c:pt idx="282">
                  <c:v>0.0705</c:v>
                </c:pt>
                <c:pt idx="283">
                  <c:v>0.071</c:v>
                </c:pt>
                <c:pt idx="284">
                  <c:v>0.071</c:v>
                </c:pt>
                <c:pt idx="285">
                  <c:v>0.0715</c:v>
                </c:pt>
                <c:pt idx="286">
                  <c:v>0.0715</c:v>
                </c:pt>
                <c:pt idx="287">
                  <c:v>0.072</c:v>
                </c:pt>
                <c:pt idx="288">
                  <c:v>0.072</c:v>
                </c:pt>
                <c:pt idx="289">
                  <c:v>0.0725</c:v>
                </c:pt>
                <c:pt idx="290">
                  <c:v>0.0725</c:v>
                </c:pt>
                <c:pt idx="291">
                  <c:v>0.073</c:v>
                </c:pt>
                <c:pt idx="292">
                  <c:v>0.073</c:v>
                </c:pt>
                <c:pt idx="293">
                  <c:v>0.0735</c:v>
                </c:pt>
                <c:pt idx="294">
                  <c:v>0.0735</c:v>
                </c:pt>
                <c:pt idx="295">
                  <c:v>0.074</c:v>
                </c:pt>
                <c:pt idx="296">
                  <c:v>0.074</c:v>
                </c:pt>
                <c:pt idx="297">
                  <c:v>0.0745</c:v>
                </c:pt>
                <c:pt idx="298">
                  <c:v>0.0745</c:v>
                </c:pt>
                <c:pt idx="299">
                  <c:v>0.075</c:v>
                </c:pt>
                <c:pt idx="300">
                  <c:v>0.075</c:v>
                </c:pt>
                <c:pt idx="301">
                  <c:v>0.0755</c:v>
                </c:pt>
                <c:pt idx="302">
                  <c:v>0.0755</c:v>
                </c:pt>
                <c:pt idx="303">
                  <c:v>0.076</c:v>
                </c:pt>
                <c:pt idx="304">
                  <c:v>0.076</c:v>
                </c:pt>
                <c:pt idx="305">
                  <c:v>0.0765</c:v>
                </c:pt>
                <c:pt idx="306">
                  <c:v>0.0765</c:v>
                </c:pt>
                <c:pt idx="307">
                  <c:v>0.077</c:v>
                </c:pt>
                <c:pt idx="308">
                  <c:v>0.077</c:v>
                </c:pt>
                <c:pt idx="309">
                  <c:v>0.0775</c:v>
                </c:pt>
                <c:pt idx="310">
                  <c:v>0.0775</c:v>
                </c:pt>
                <c:pt idx="311">
                  <c:v>0.078</c:v>
                </c:pt>
                <c:pt idx="312">
                  <c:v>0.078</c:v>
                </c:pt>
                <c:pt idx="313">
                  <c:v>0.0785</c:v>
                </c:pt>
                <c:pt idx="314">
                  <c:v>0.0785</c:v>
                </c:pt>
                <c:pt idx="315">
                  <c:v>0.079</c:v>
                </c:pt>
                <c:pt idx="316">
                  <c:v>0.079</c:v>
                </c:pt>
                <c:pt idx="317">
                  <c:v>0.0795</c:v>
                </c:pt>
                <c:pt idx="318">
                  <c:v>0.0795</c:v>
                </c:pt>
                <c:pt idx="319">
                  <c:v>0.08</c:v>
                </c:pt>
                <c:pt idx="320">
                  <c:v>0.08</c:v>
                </c:pt>
                <c:pt idx="321">
                  <c:v>0.0805</c:v>
                </c:pt>
                <c:pt idx="322">
                  <c:v>0.0805</c:v>
                </c:pt>
                <c:pt idx="323">
                  <c:v>0.081</c:v>
                </c:pt>
                <c:pt idx="324">
                  <c:v>0.081</c:v>
                </c:pt>
                <c:pt idx="325">
                  <c:v>0.0815</c:v>
                </c:pt>
                <c:pt idx="326">
                  <c:v>0.0815</c:v>
                </c:pt>
                <c:pt idx="327">
                  <c:v>0.082</c:v>
                </c:pt>
                <c:pt idx="328">
                  <c:v>0.082</c:v>
                </c:pt>
                <c:pt idx="329">
                  <c:v>0.0825</c:v>
                </c:pt>
                <c:pt idx="330">
                  <c:v>0.0825</c:v>
                </c:pt>
                <c:pt idx="331">
                  <c:v>0.083</c:v>
                </c:pt>
                <c:pt idx="332">
                  <c:v>0.083</c:v>
                </c:pt>
                <c:pt idx="333">
                  <c:v>0.0835</c:v>
                </c:pt>
                <c:pt idx="334">
                  <c:v>0.0835</c:v>
                </c:pt>
                <c:pt idx="335">
                  <c:v>0.084</c:v>
                </c:pt>
                <c:pt idx="336">
                  <c:v>0.084</c:v>
                </c:pt>
                <c:pt idx="337">
                  <c:v>0.0845</c:v>
                </c:pt>
                <c:pt idx="338">
                  <c:v>0.0845</c:v>
                </c:pt>
                <c:pt idx="339">
                  <c:v>0.085</c:v>
                </c:pt>
                <c:pt idx="340">
                  <c:v>0.085</c:v>
                </c:pt>
                <c:pt idx="341">
                  <c:v>0.0855</c:v>
                </c:pt>
                <c:pt idx="342">
                  <c:v>0.0855</c:v>
                </c:pt>
                <c:pt idx="343">
                  <c:v>0.086</c:v>
                </c:pt>
                <c:pt idx="344">
                  <c:v>0.086</c:v>
                </c:pt>
                <c:pt idx="345">
                  <c:v>0.0865</c:v>
                </c:pt>
                <c:pt idx="346">
                  <c:v>0.0865</c:v>
                </c:pt>
                <c:pt idx="347">
                  <c:v>0.087</c:v>
                </c:pt>
                <c:pt idx="348">
                  <c:v>0.087</c:v>
                </c:pt>
                <c:pt idx="349">
                  <c:v>0.0875</c:v>
                </c:pt>
                <c:pt idx="350">
                  <c:v>0.0875</c:v>
                </c:pt>
                <c:pt idx="351">
                  <c:v>0.088</c:v>
                </c:pt>
                <c:pt idx="352">
                  <c:v>0.088</c:v>
                </c:pt>
                <c:pt idx="353">
                  <c:v>0.0885</c:v>
                </c:pt>
                <c:pt idx="354">
                  <c:v>0.0885</c:v>
                </c:pt>
                <c:pt idx="355">
                  <c:v>0.089</c:v>
                </c:pt>
                <c:pt idx="356">
                  <c:v>0.089</c:v>
                </c:pt>
                <c:pt idx="357">
                  <c:v>0.0895</c:v>
                </c:pt>
                <c:pt idx="358">
                  <c:v>0.0895</c:v>
                </c:pt>
                <c:pt idx="359">
                  <c:v>0.09</c:v>
                </c:pt>
                <c:pt idx="360">
                  <c:v>0.09</c:v>
                </c:pt>
                <c:pt idx="361">
                  <c:v>0.0905</c:v>
                </c:pt>
                <c:pt idx="362">
                  <c:v>0.0905</c:v>
                </c:pt>
                <c:pt idx="363">
                  <c:v>0.091</c:v>
                </c:pt>
                <c:pt idx="364">
                  <c:v>0.091</c:v>
                </c:pt>
                <c:pt idx="365">
                  <c:v>0.0915</c:v>
                </c:pt>
                <c:pt idx="366">
                  <c:v>0.0915</c:v>
                </c:pt>
                <c:pt idx="367">
                  <c:v>0.092</c:v>
                </c:pt>
                <c:pt idx="368">
                  <c:v>0.092</c:v>
                </c:pt>
                <c:pt idx="369">
                  <c:v>0.0925</c:v>
                </c:pt>
                <c:pt idx="370">
                  <c:v>0.0925</c:v>
                </c:pt>
                <c:pt idx="371">
                  <c:v>0.093</c:v>
                </c:pt>
                <c:pt idx="372">
                  <c:v>0.093</c:v>
                </c:pt>
                <c:pt idx="373">
                  <c:v>0.0935</c:v>
                </c:pt>
                <c:pt idx="374">
                  <c:v>0.0935</c:v>
                </c:pt>
                <c:pt idx="375">
                  <c:v>0.094</c:v>
                </c:pt>
                <c:pt idx="376">
                  <c:v>0.094</c:v>
                </c:pt>
                <c:pt idx="377">
                  <c:v>0.0945</c:v>
                </c:pt>
                <c:pt idx="378">
                  <c:v>0.0945</c:v>
                </c:pt>
                <c:pt idx="379">
                  <c:v>0.095</c:v>
                </c:pt>
                <c:pt idx="380">
                  <c:v>0.095</c:v>
                </c:pt>
                <c:pt idx="381">
                  <c:v>0.0955</c:v>
                </c:pt>
                <c:pt idx="382">
                  <c:v>0.0955</c:v>
                </c:pt>
                <c:pt idx="383">
                  <c:v>0.096</c:v>
                </c:pt>
                <c:pt idx="384">
                  <c:v>0.096</c:v>
                </c:pt>
                <c:pt idx="385">
                  <c:v>0.0965</c:v>
                </c:pt>
                <c:pt idx="386">
                  <c:v>0.0965</c:v>
                </c:pt>
                <c:pt idx="387">
                  <c:v>0.097</c:v>
                </c:pt>
                <c:pt idx="388">
                  <c:v>0.097</c:v>
                </c:pt>
                <c:pt idx="389">
                  <c:v>0.0975</c:v>
                </c:pt>
                <c:pt idx="390">
                  <c:v>0.0975</c:v>
                </c:pt>
                <c:pt idx="391">
                  <c:v>0.098</c:v>
                </c:pt>
                <c:pt idx="392">
                  <c:v>0.098</c:v>
                </c:pt>
                <c:pt idx="393">
                  <c:v>0.0985</c:v>
                </c:pt>
                <c:pt idx="394">
                  <c:v>0.0985</c:v>
                </c:pt>
                <c:pt idx="395">
                  <c:v>0.099</c:v>
                </c:pt>
                <c:pt idx="396">
                  <c:v>0.099</c:v>
                </c:pt>
                <c:pt idx="397">
                  <c:v>0.0995</c:v>
                </c:pt>
                <c:pt idx="398">
                  <c:v>0.0995</c:v>
                </c:pt>
                <c:pt idx="399">
                  <c:v>0.1</c:v>
                </c:pt>
                <c:pt idx="400">
                  <c:v>0.1</c:v>
                </c:pt>
                <c:pt idx="401">
                  <c:v>0.1005</c:v>
                </c:pt>
                <c:pt idx="402">
                  <c:v>0.1005</c:v>
                </c:pt>
                <c:pt idx="403">
                  <c:v>0.101</c:v>
                </c:pt>
                <c:pt idx="404">
                  <c:v>0.101</c:v>
                </c:pt>
                <c:pt idx="405">
                  <c:v>0.1015</c:v>
                </c:pt>
                <c:pt idx="406">
                  <c:v>0.1015</c:v>
                </c:pt>
                <c:pt idx="407">
                  <c:v>0.102</c:v>
                </c:pt>
                <c:pt idx="408">
                  <c:v>0.102</c:v>
                </c:pt>
                <c:pt idx="409">
                  <c:v>0.1025</c:v>
                </c:pt>
                <c:pt idx="410">
                  <c:v>0.1025</c:v>
                </c:pt>
                <c:pt idx="411">
                  <c:v>0.103</c:v>
                </c:pt>
                <c:pt idx="412">
                  <c:v>0.103</c:v>
                </c:pt>
                <c:pt idx="413">
                  <c:v>0.1035</c:v>
                </c:pt>
                <c:pt idx="414">
                  <c:v>0.1035</c:v>
                </c:pt>
                <c:pt idx="415">
                  <c:v>0.104</c:v>
                </c:pt>
                <c:pt idx="416">
                  <c:v>0.104</c:v>
                </c:pt>
                <c:pt idx="417">
                  <c:v>0.1045</c:v>
                </c:pt>
                <c:pt idx="418">
                  <c:v>0.1045</c:v>
                </c:pt>
                <c:pt idx="419">
                  <c:v>0.105</c:v>
                </c:pt>
                <c:pt idx="420">
                  <c:v>0.105</c:v>
                </c:pt>
                <c:pt idx="421">
                  <c:v>0.1055</c:v>
                </c:pt>
                <c:pt idx="422">
                  <c:v>0.1055</c:v>
                </c:pt>
                <c:pt idx="423">
                  <c:v>0.106</c:v>
                </c:pt>
                <c:pt idx="424">
                  <c:v>0.106</c:v>
                </c:pt>
                <c:pt idx="425">
                  <c:v>0.1065</c:v>
                </c:pt>
                <c:pt idx="426">
                  <c:v>0.1065</c:v>
                </c:pt>
                <c:pt idx="427">
                  <c:v>0.107</c:v>
                </c:pt>
                <c:pt idx="428">
                  <c:v>0.107</c:v>
                </c:pt>
                <c:pt idx="429">
                  <c:v>0.1075</c:v>
                </c:pt>
                <c:pt idx="430">
                  <c:v>0.1075</c:v>
                </c:pt>
                <c:pt idx="431">
                  <c:v>0.108</c:v>
                </c:pt>
                <c:pt idx="432">
                  <c:v>0.108</c:v>
                </c:pt>
                <c:pt idx="433">
                  <c:v>0.1085</c:v>
                </c:pt>
                <c:pt idx="434">
                  <c:v>0.1085</c:v>
                </c:pt>
                <c:pt idx="435">
                  <c:v>0.109</c:v>
                </c:pt>
                <c:pt idx="436">
                  <c:v>0.109</c:v>
                </c:pt>
                <c:pt idx="437">
                  <c:v>0.1095</c:v>
                </c:pt>
                <c:pt idx="438">
                  <c:v>0.1095</c:v>
                </c:pt>
                <c:pt idx="439">
                  <c:v>0.11</c:v>
                </c:pt>
                <c:pt idx="440">
                  <c:v>0.11</c:v>
                </c:pt>
                <c:pt idx="441">
                  <c:v>0.1105</c:v>
                </c:pt>
                <c:pt idx="442">
                  <c:v>0.1105</c:v>
                </c:pt>
                <c:pt idx="443">
                  <c:v>0.111</c:v>
                </c:pt>
                <c:pt idx="444">
                  <c:v>0.111</c:v>
                </c:pt>
                <c:pt idx="445">
                  <c:v>0.1115</c:v>
                </c:pt>
                <c:pt idx="446">
                  <c:v>0.1115</c:v>
                </c:pt>
                <c:pt idx="447">
                  <c:v>0.112</c:v>
                </c:pt>
                <c:pt idx="448">
                  <c:v>0.112</c:v>
                </c:pt>
                <c:pt idx="449">
                  <c:v>0.1125</c:v>
                </c:pt>
                <c:pt idx="450">
                  <c:v>0.1125</c:v>
                </c:pt>
                <c:pt idx="451">
                  <c:v>0.113</c:v>
                </c:pt>
                <c:pt idx="452">
                  <c:v>0.113</c:v>
                </c:pt>
                <c:pt idx="453">
                  <c:v>0.1135</c:v>
                </c:pt>
                <c:pt idx="454">
                  <c:v>0.1135</c:v>
                </c:pt>
                <c:pt idx="455">
                  <c:v>0.114</c:v>
                </c:pt>
                <c:pt idx="456">
                  <c:v>0.114</c:v>
                </c:pt>
                <c:pt idx="457">
                  <c:v>0.1145</c:v>
                </c:pt>
                <c:pt idx="458">
                  <c:v>0.1145</c:v>
                </c:pt>
                <c:pt idx="459">
                  <c:v>0.115</c:v>
                </c:pt>
                <c:pt idx="460">
                  <c:v>0.115</c:v>
                </c:pt>
                <c:pt idx="461">
                  <c:v>0.1155</c:v>
                </c:pt>
                <c:pt idx="462">
                  <c:v>0.1155</c:v>
                </c:pt>
                <c:pt idx="463">
                  <c:v>0.116</c:v>
                </c:pt>
                <c:pt idx="464">
                  <c:v>0.116</c:v>
                </c:pt>
                <c:pt idx="465">
                  <c:v>0.1165</c:v>
                </c:pt>
                <c:pt idx="466">
                  <c:v>0.1165</c:v>
                </c:pt>
                <c:pt idx="467">
                  <c:v>0.117</c:v>
                </c:pt>
                <c:pt idx="468">
                  <c:v>0.117</c:v>
                </c:pt>
                <c:pt idx="469">
                  <c:v>0.1175</c:v>
                </c:pt>
                <c:pt idx="470">
                  <c:v>0.1175</c:v>
                </c:pt>
                <c:pt idx="471">
                  <c:v>0.118</c:v>
                </c:pt>
                <c:pt idx="472">
                  <c:v>0.118</c:v>
                </c:pt>
                <c:pt idx="473">
                  <c:v>0.1185</c:v>
                </c:pt>
                <c:pt idx="474">
                  <c:v>0.1185</c:v>
                </c:pt>
                <c:pt idx="475">
                  <c:v>0.119</c:v>
                </c:pt>
                <c:pt idx="476">
                  <c:v>0.119</c:v>
                </c:pt>
                <c:pt idx="477">
                  <c:v>0.1195</c:v>
                </c:pt>
                <c:pt idx="478">
                  <c:v>0.1195</c:v>
                </c:pt>
                <c:pt idx="479">
                  <c:v>0.12</c:v>
                </c:pt>
                <c:pt idx="480">
                  <c:v>0.12</c:v>
                </c:pt>
                <c:pt idx="481">
                  <c:v>0.1205</c:v>
                </c:pt>
                <c:pt idx="482">
                  <c:v>0.1205</c:v>
                </c:pt>
                <c:pt idx="483">
                  <c:v>0.121</c:v>
                </c:pt>
                <c:pt idx="484">
                  <c:v>0.121</c:v>
                </c:pt>
                <c:pt idx="485">
                  <c:v>0.1215</c:v>
                </c:pt>
                <c:pt idx="486">
                  <c:v>0.1215</c:v>
                </c:pt>
                <c:pt idx="487">
                  <c:v>0.122</c:v>
                </c:pt>
                <c:pt idx="488">
                  <c:v>0.122</c:v>
                </c:pt>
                <c:pt idx="489">
                  <c:v>0.1225</c:v>
                </c:pt>
                <c:pt idx="490">
                  <c:v>0.1225</c:v>
                </c:pt>
                <c:pt idx="491">
                  <c:v>0.123</c:v>
                </c:pt>
                <c:pt idx="492">
                  <c:v>0.123</c:v>
                </c:pt>
                <c:pt idx="493">
                  <c:v>0.1235</c:v>
                </c:pt>
                <c:pt idx="494">
                  <c:v>0.1235</c:v>
                </c:pt>
                <c:pt idx="495">
                  <c:v>0.124</c:v>
                </c:pt>
                <c:pt idx="496">
                  <c:v>0.124</c:v>
                </c:pt>
                <c:pt idx="497">
                  <c:v>0.1245</c:v>
                </c:pt>
                <c:pt idx="498">
                  <c:v>0.1245</c:v>
                </c:pt>
                <c:pt idx="499">
                  <c:v>0.125</c:v>
                </c:pt>
                <c:pt idx="500">
                  <c:v>0.125</c:v>
                </c:pt>
                <c:pt idx="501">
                  <c:v>0.1255</c:v>
                </c:pt>
                <c:pt idx="502">
                  <c:v>0.1255</c:v>
                </c:pt>
                <c:pt idx="503">
                  <c:v>0.126</c:v>
                </c:pt>
                <c:pt idx="504">
                  <c:v>0.126</c:v>
                </c:pt>
                <c:pt idx="505">
                  <c:v>0.1265</c:v>
                </c:pt>
                <c:pt idx="506">
                  <c:v>0.1265</c:v>
                </c:pt>
                <c:pt idx="507">
                  <c:v>0.127</c:v>
                </c:pt>
                <c:pt idx="508">
                  <c:v>0.127</c:v>
                </c:pt>
                <c:pt idx="509">
                  <c:v>0.1275</c:v>
                </c:pt>
                <c:pt idx="510">
                  <c:v>0.1275</c:v>
                </c:pt>
                <c:pt idx="511">
                  <c:v>0.128</c:v>
                </c:pt>
                <c:pt idx="512">
                  <c:v>0.128</c:v>
                </c:pt>
                <c:pt idx="513">
                  <c:v>0.1285</c:v>
                </c:pt>
                <c:pt idx="514">
                  <c:v>0.1285</c:v>
                </c:pt>
                <c:pt idx="515">
                  <c:v>0.129</c:v>
                </c:pt>
                <c:pt idx="516">
                  <c:v>0.129</c:v>
                </c:pt>
                <c:pt idx="517">
                  <c:v>0.1295</c:v>
                </c:pt>
                <c:pt idx="518">
                  <c:v>0.1295</c:v>
                </c:pt>
                <c:pt idx="519">
                  <c:v>0.13</c:v>
                </c:pt>
                <c:pt idx="520">
                  <c:v>0.13</c:v>
                </c:pt>
                <c:pt idx="521">
                  <c:v>0.1305</c:v>
                </c:pt>
                <c:pt idx="522">
                  <c:v>0.1305</c:v>
                </c:pt>
                <c:pt idx="523">
                  <c:v>0.131</c:v>
                </c:pt>
                <c:pt idx="524">
                  <c:v>0.131</c:v>
                </c:pt>
                <c:pt idx="525">
                  <c:v>0.1315</c:v>
                </c:pt>
                <c:pt idx="526">
                  <c:v>0.1315</c:v>
                </c:pt>
                <c:pt idx="527">
                  <c:v>0.132</c:v>
                </c:pt>
                <c:pt idx="528">
                  <c:v>0.132</c:v>
                </c:pt>
                <c:pt idx="529">
                  <c:v>0.1325</c:v>
                </c:pt>
                <c:pt idx="530">
                  <c:v>0.1325</c:v>
                </c:pt>
                <c:pt idx="531">
                  <c:v>0.133</c:v>
                </c:pt>
                <c:pt idx="532">
                  <c:v>0.133</c:v>
                </c:pt>
                <c:pt idx="533">
                  <c:v>0.1335</c:v>
                </c:pt>
                <c:pt idx="534">
                  <c:v>0.1335</c:v>
                </c:pt>
                <c:pt idx="535">
                  <c:v>0.134</c:v>
                </c:pt>
                <c:pt idx="536">
                  <c:v>0.134</c:v>
                </c:pt>
                <c:pt idx="537">
                  <c:v>0.1345</c:v>
                </c:pt>
                <c:pt idx="538">
                  <c:v>0.1345</c:v>
                </c:pt>
                <c:pt idx="539">
                  <c:v>0.135</c:v>
                </c:pt>
                <c:pt idx="540">
                  <c:v>0.135</c:v>
                </c:pt>
                <c:pt idx="541">
                  <c:v>0.1355</c:v>
                </c:pt>
                <c:pt idx="542">
                  <c:v>0.1355</c:v>
                </c:pt>
                <c:pt idx="543">
                  <c:v>0.136</c:v>
                </c:pt>
                <c:pt idx="544">
                  <c:v>0.136</c:v>
                </c:pt>
                <c:pt idx="545">
                  <c:v>0.1365</c:v>
                </c:pt>
                <c:pt idx="546">
                  <c:v>0.1365</c:v>
                </c:pt>
                <c:pt idx="547">
                  <c:v>0.137</c:v>
                </c:pt>
                <c:pt idx="548">
                  <c:v>0.137</c:v>
                </c:pt>
                <c:pt idx="549">
                  <c:v>0.1375</c:v>
                </c:pt>
                <c:pt idx="550">
                  <c:v>0.1375</c:v>
                </c:pt>
                <c:pt idx="551">
                  <c:v>0.138</c:v>
                </c:pt>
                <c:pt idx="552">
                  <c:v>0.138</c:v>
                </c:pt>
                <c:pt idx="553">
                  <c:v>0.1385</c:v>
                </c:pt>
                <c:pt idx="554">
                  <c:v>0.1385</c:v>
                </c:pt>
                <c:pt idx="555">
                  <c:v>0.139</c:v>
                </c:pt>
                <c:pt idx="556">
                  <c:v>0.139</c:v>
                </c:pt>
                <c:pt idx="557">
                  <c:v>0.1395</c:v>
                </c:pt>
                <c:pt idx="558">
                  <c:v>0.1395</c:v>
                </c:pt>
                <c:pt idx="559">
                  <c:v>0.14</c:v>
                </c:pt>
                <c:pt idx="560">
                  <c:v>0.14</c:v>
                </c:pt>
                <c:pt idx="561">
                  <c:v>0.1405</c:v>
                </c:pt>
                <c:pt idx="562">
                  <c:v>0.1405</c:v>
                </c:pt>
                <c:pt idx="563">
                  <c:v>0.141</c:v>
                </c:pt>
                <c:pt idx="564">
                  <c:v>0.141</c:v>
                </c:pt>
                <c:pt idx="565">
                  <c:v>0.1415</c:v>
                </c:pt>
                <c:pt idx="566">
                  <c:v>0.1415</c:v>
                </c:pt>
                <c:pt idx="567">
                  <c:v>0.142</c:v>
                </c:pt>
                <c:pt idx="568">
                  <c:v>0.142</c:v>
                </c:pt>
                <c:pt idx="569">
                  <c:v>0.1425</c:v>
                </c:pt>
                <c:pt idx="570">
                  <c:v>0.1425</c:v>
                </c:pt>
                <c:pt idx="571">
                  <c:v>0.143</c:v>
                </c:pt>
                <c:pt idx="572">
                  <c:v>0.143</c:v>
                </c:pt>
                <c:pt idx="573">
                  <c:v>0.1435</c:v>
                </c:pt>
                <c:pt idx="574">
                  <c:v>0.1435</c:v>
                </c:pt>
                <c:pt idx="575">
                  <c:v>0.144</c:v>
                </c:pt>
                <c:pt idx="576">
                  <c:v>0.144</c:v>
                </c:pt>
                <c:pt idx="577">
                  <c:v>0.1445</c:v>
                </c:pt>
                <c:pt idx="578">
                  <c:v>0.1445</c:v>
                </c:pt>
                <c:pt idx="579">
                  <c:v>0.145</c:v>
                </c:pt>
                <c:pt idx="580">
                  <c:v>0.145</c:v>
                </c:pt>
                <c:pt idx="581">
                  <c:v>0.1455</c:v>
                </c:pt>
                <c:pt idx="582">
                  <c:v>0.1455</c:v>
                </c:pt>
                <c:pt idx="583">
                  <c:v>0.146</c:v>
                </c:pt>
                <c:pt idx="584">
                  <c:v>0.146</c:v>
                </c:pt>
                <c:pt idx="585">
                  <c:v>0.1465</c:v>
                </c:pt>
                <c:pt idx="586">
                  <c:v>0.1465</c:v>
                </c:pt>
                <c:pt idx="587">
                  <c:v>0.147</c:v>
                </c:pt>
                <c:pt idx="588">
                  <c:v>0.147</c:v>
                </c:pt>
                <c:pt idx="589">
                  <c:v>0.1475</c:v>
                </c:pt>
                <c:pt idx="590">
                  <c:v>0.1475</c:v>
                </c:pt>
                <c:pt idx="591">
                  <c:v>0.148</c:v>
                </c:pt>
                <c:pt idx="592">
                  <c:v>0.148</c:v>
                </c:pt>
                <c:pt idx="593">
                  <c:v>0.1485</c:v>
                </c:pt>
                <c:pt idx="594">
                  <c:v>0.1485</c:v>
                </c:pt>
                <c:pt idx="595">
                  <c:v>0.149</c:v>
                </c:pt>
                <c:pt idx="596">
                  <c:v>0.149</c:v>
                </c:pt>
                <c:pt idx="597">
                  <c:v>0.1495</c:v>
                </c:pt>
                <c:pt idx="598">
                  <c:v>0.1495</c:v>
                </c:pt>
                <c:pt idx="599">
                  <c:v>0.15</c:v>
                </c:pt>
                <c:pt idx="600">
                  <c:v>0.15</c:v>
                </c:pt>
                <c:pt idx="601">
                  <c:v>0.1505</c:v>
                </c:pt>
                <c:pt idx="602">
                  <c:v>0.1505</c:v>
                </c:pt>
                <c:pt idx="603">
                  <c:v>0.151</c:v>
                </c:pt>
                <c:pt idx="604">
                  <c:v>0.151</c:v>
                </c:pt>
                <c:pt idx="605">
                  <c:v>0.1515</c:v>
                </c:pt>
                <c:pt idx="606">
                  <c:v>0.1515</c:v>
                </c:pt>
                <c:pt idx="607">
                  <c:v>0.152</c:v>
                </c:pt>
                <c:pt idx="608">
                  <c:v>0.152</c:v>
                </c:pt>
                <c:pt idx="609">
                  <c:v>0.1525</c:v>
                </c:pt>
                <c:pt idx="610">
                  <c:v>0.1525</c:v>
                </c:pt>
                <c:pt idx="611">
                  <c:v>0.153</c:v>
                </c:pt>
                <c:pt idx="612">
                  <c:v>0.153</c:v>
                </c:pt>
                <c:pt idx="613">
                  <c:v>0.1535</c:v>
                </c:pt>
                <c:pt idx="614">
                  <c:v>0.1535</c:v>
                </c:pt>
                <c:pt idx="615">
                  <c:v>0.154</c:v>
                </c:pt>
                <c:pt idx="616">
                  <c:v>0.154</c:v>
                </c:pt>
                <c:pt idx="617">
                  <c:v>0.1545</c:v>
                </c:pt>
                <c:pt idx="618">
                  <c:v>0.1545</c:v>
                </c:pt>
                <c:pt idx="619">
                  <c:v>0.155</c:v>
                </c:pt>
                <c:pt idx="620">
                  <c:v>0.155</c:v>
                </c:pt>
                <c:pt idx="621">
                  <c:v>0.1555</c:v>
                </c:pt>
                <c:pt idx="622">
                  <c:v>0.1555</c:v>
                </c:pt>
                <c:pt idx="623">
                  <c:v>0.156</c:v>
                </c:pt>
                <c:pt idx="624">
                  <c:v>0.156</c:v>
                </c:pt>
                <c:pt idx="625">
                  <c:v>0.1565</c:v>
                </c:pt>
                <c:pt idx="626">
                  <c:v>0.1565</c:v>
                </c:pt>
                <c:pt idx="627">
                  <c:v>0.157</c:v>
                </c:pt>
                <c:pt idx="628">
                  <c:v>0.157</c:v>
                </c:pt>
                <c:pt idx="629">
                  <c:v>0.1575</c:v>
                </c:pt>
                <c:pt idx="630">
                  <c:v>0.1575</c:v>
                </c:pt>
                <c:pt idx="631">
                  <c:v>0.158</c:v>
                </c:pt>
                <c:pt idx="632">
                  <c:v>0.158</c:v>
                </c:pt>
                <c:pt idx="633">
                  <c:v>0.1585</c:v>
                </c:pt>
                <c:pt idx="634">
                  <c:v>0.1585</c:v>
                </c:pt>
                <c:pt idx="635">
                  <c:v>0.159</c:v>
                </c:pt>
                <c:pt idx="636">
                  <c:v>0.159</c:v>
                </c:pt>
                <c:pt idx="637">
                  <c:v>0.1595</c:v>
                </c:pt>
                <c:pt idx="638">
                  <c:v>0.1595</c:v>
                </c:pt>
                <c:pt idx="639">
                  <c:v>0.16</c:v>
                </c:pt>
                <c:pt idx="640">
                  <c:v>0.16</c:v>
                </c:pt>
                <c:pt idx="641">
                  <c:v>0.1605</c:v>
                </c:pt>
                <c:pt idx="642">
                  <c:v>0.1605</c:v>
                </c:pt>
                <c:pt idx="643">
                  <c:v>0.161</c:v>
                </c:pt>
                <c:pt idx="644">
                  <c:v>0.161</c:v>
                </c:pt>
                <c:pt idx="645">
                  <c:v>0.1615</c:v>
                </c:pt>
                <c:pt idx="646">
                  <c:v>0.1615</c:v>
                </c:pt>
                <c:pt idx="647">
                  <c:v>0.162</c:v>
                </c:pt>
                <c:pt idx="648">
                  <c:v>0.162</c:v>
                </c:pt>
                <c:pt idx="649">
                  <c:v>0.1625</c:v>
                </c:pt>
                <c:pt idx="650">
                  <c:v>0.1625</c:v>
                </c:pt>
                <c:pt idx="651">
                  <c:v>0.163</c:v>
                </c:pt>
                <c:pt idx="652">
                  <c:v>0.163</c:v>
                </c:pt>
                <c:pt idx="653">
                  <c:v>0.1635</c:v>
                </c:pt>
                <c:pt idx="654">
                  <c:v>0.1635</c:v>
                </c:pt>
                <c:pt idx="655">
                  <c:v>0.164</c:v>
                </c:pt>
                <c:pt idx="656">
                  <c:v>0.164</c:v>
                </c:pt>
                <c:pt idx="657">
                  <c:v>0.1645</c:v>
                </c:pt>
                <c:pt idx="658">
                  <c:v>0.1645</c:v>
                </c:pt>
                <c:pt idx="659">
                  <c:v>0.165</c:v>
                </c:pt>
                <c:pt idx="660">
                  <c:v>0.165</c:v>
                </c:pt>
                <c:pt idx="661">
                  <c:v>0.1655</c:v>
                </c:pt>
                <c:pt idx="662">
                  <c:v>0.1655</c:v>
                </c:pt>
                <c:pt idx="663">
                  <c:v>0.166</c:v>
                </c:pt>
                <c:pt idx="664">
                  <c:v>0.166</c:v>
                </c:pt>
                <c:pt idx="665">
                  <c:v>0.1665</c:v>
                </c:pt>
                <c:pt idx="666">
                  <c:v>0.1665</c:v>
                </c:pt>
                <c:pt idx="667">
                  <c:v>0.167</c:v>
                </c:pt>
                <c:pt idx="668">
                  <c:v>0.167</c:v>
                </c:pt>
                <c:pt idx="669">
                  <c:v>0.1675</c:v>
                </c:pt>
                <c:pt idx="670">
                  <c:v>0.1675</c:v>
                </c:pt>
                <c:pt idx="671">
                  <c:v>0.168</c:v>
                </c:pt>
                <c:pt idx="672">
                  <c:v>0.168</c:v>
                </c:pt>
                <c:pt idx="673">
                  <c:v>0.1685</c:v>
                </c:pt>
                <c:pt idx="674">
                  <c:v>0.1685</c:v>
                </c:pt>
                <c:pt idx="675">
                  <c:v>0.169</c:v>
                </c:pt>
                <c:pt idx="676">
                  <c:v>0.169</c:v>
                </c:pt>
                <c:pt idx="677">
                  <c:v>0.1695</c:v>
                </c:pt>
                <c:pt idx="678">
                  <c:v>0.1695</c:v>
                </c:pt>
                <c:pt idx="679">
                  <c:v>0.17</c:v>
                </c:pt>
                <c:pt idx="680">
                  <c:v>0.17</c:v>
                </c:pt>
                <c:pt idx="681">
                  <c:v>0.1705</c:v>
                </c:pt>
                <c:pt idx="682">
                  <c:v>0.1705</c:v>
                </c:pt>
                <c:pt idx="683">
                  <c:v>0.171</c:v>
                </c:pt>
                <c:pt idx="684">
                  <c:v>0.171</c:v>
                </c:pt>
                <c:pt idx="685">
                  <c:v>0.1715</c:v>
                </c:pt>
                <c:pt idx="686">
                  <c:v>0.1715</c:v>
                </c:pt>
                <c:pt idx="687">
                  <c:v>0.172</c:v>
                </c:pt>
                <c:pt idx="688">
                  <c:v>0.172</c:v>
                </c:pt>
                <c:pt idx="689">
                  <c:v>0.1725</c:v>
                </c:pt>
                <c:pt idx="690">
                  <c:v>0.1725</c:v>
                </c:pt>
                <c:pt idx="691">
                  <c:v>0.173</c:v>
                </c:pt>
                <c:pt idx="692">
                  <c:v>0.173</c:v>
                </c:pt>
                <c:pt idx="693">
                  <c:v>0.1735</c:v>
                </c:pt>
                <c:pt idx="694">
                  <c:v>0.1735</c:v>
                </c:pt>
                <c:pt idx="695">
                  <c:v>0.174</c:v>
                </c:pt>
                <c:pt idx="696">
                  <c:v>0.174</c:v>
                </c:pt>
                <c:pt idx="697">
                  <c:v>0.1745</c:v>
                </c:pt>
                <c:pt idx="698">
                  <c:v>0.1745</c:v>
                </c:pt>
                <c:pt idx="699">
                  <c:v>0.175</c:v>
                </c:pt>
                <c:pt idx="700">
                  <c:v>0.175</c:v>
                </c:pt>
                <c:pt idx="701">
                  <c:v>0.1755</c:v>
                </c:pt>
                <c:pt idx="702">
                  <c:v>0.1755</c:v>
                </c:pt>
                <c:pt idx="703">
                  <c:v>0.176</c:v>
                </c:pt>
                <c:pt idx="704">
                  <c:v>0.176</c:v>
                </c:pt>
                <c:pt idx="705">
                  <c:v>0.1765</c:v>
                </c:pt>
                <c:pt idx="706">
                  <c:v>0.1765</c:v>
                </c:pt>
                <c:pt idx="707">
                  <c:v>0.177</c:v>
                </c:pt>
                <c:pt idx="708">
                  <c:v>0.177</c:v>
                </c:pt>
                <c:pt idx="709">
                  <c:v>0.1775</c:v>
                </c:pt>
                <c:pt idx="710">
                  <c:v>0.1775</c:v>
                </c:pt>
                <c:pt idx="711">
                  <c:v>0.178</c:v>
                </c:pt>
                <c:pt idx="712">
                  <c:v>0.178</c:v>
                </c:pt>
                <c:pt idx="713">
                  <c:v>0.1785</c:v>
                </c:pt>
                <c:pt idx="714">
                  <c:v>0.1785</c:v>
                </c:pt>
                <c:pt idx="715">
                  <c:v>0.179</c:v>
                </c:pt>
                <c:pt idx="716">
                  <c:v>0.179</c:v>
                </c:pt>
                <c:pt idx="717">
                  <c:v>0.1795</c:v>
                </c:pt>
                <c:pt idx="718">
                  <c:v>0.1795</c:v>
                </c:pt>
                <c:pt idx="719">
                  <c:v>0.18</c:v>
                </c:pt>
                <c:pt idx="720">
                  <c:v>0.18</c:v>
                </c:pt>
                <c:pt idx="721">
                  <c:v>0.1805</c:v>
                </c:pt>
                <c:pt idx="722">
                  <c:v>0.1805</c:v>
                </c:pt>
                <c:pt idx="723">
                  <c:v>0.181</c:v>
                </c:pt>
                <c:pt idx="724">
                  <c:v>0.181</c:v>
                </c:pt>
                <c:pt idx="725">
                  <c:v>0.1815</c:v>
                </c:pt>
                <c:pt idx="726">
                  <c:v>0.1815</c:v>
                </c:pt>
                <c:pt idx="727">
                  <c:v>0.182</c:v>
                </c:pt>
                <c:pt idx="728">
                  <c:v>0.182</c:v>
                </c:pt>
                <c:pt idx="729">
                  <c:v>0.1825</c:v>
                </c:pt>
                <c:pt idx="730">
                  <c:v>0.1825</c:v>
                </c:pt>
                <c:pt idx="731">
                  <c:v>0.183</c:v>
                </c:pt>
                <c:pt idx="732">
                  <c:v>0.183</c:v>
                </c:pt>
                <c:pt idx="733">
                  <c:v>0.1835</c:v>
                </c:pt>
                <c:pt idx="734">
                  <c:v>0.1835</c:v>
                </c:pt>
                <c:pt idx="735">
                  <c:v>0.184</c:v>
                </c:pt>
                <c:pt idx="736">
                  <c:v>0.184</c:v>
                </c:pt>
                <c:pt idx="737">
                  <c:v>0.1845</c:v>
                </c:pt>
                <c:pt idx="738">
                  <c:v>0.1845</c:v>
                </c:pt>
                <c:pt idx="739">
                  <c:v>0.185</c:v>
                </c:pt>
                <c:pt idx="740">
                  <c:v>0.185</c:v>
                </c:pt>
                <c:pt idx="741">
                  <c:v>0.1855</c:v>
                </c:pt>
                <c:pt idx="742">
                  <c:v>0.1855</c:v>
                </c:pt>
                <c:pt idx="743">
                  <c:v>0.186</c:v>
                </c:pt>
                <c:pt idx="744">
                  <c:v>0.186</c:v>
                </c:pt>
                <c:pt idx="745">
                  <c:v>0.1865</c:v>
                </c:pt>
                <c:pt idx="746">
                  <c:v>0.1865</c:v>
                </c:pt>
                <c:pt idx="747">
                  <c:v>0.187</c:v>
                </c:pt>
                <c:pt idx="748">
                  <c:v>0.187</c:v>
                </c:pt>
                <c:pt idx="749">
                  <c:v>0.1875</c:v>
                </c:pt>
                <c:pt idx="750">
                  <c:v>0.1875</c:v>
                </c:pt>
                <c:pt idx="751">
                  <c:v>0.188</c:v>
                </c:pt>
                <c:pt idx="752">
                  <c:v>0.188</c:v>
                </c:pt>
                <c:pt idx="753">
                  <c:v>0.1885</c:v>
                </c:pt>
                <c:pt idx="754">
                  <c:v>0.1885</c:v>
                </c:pt>
                <c:pt idx="755">
                  <c:v>0.189</c:v>
                </c:pt>
                <c:pt idx="756">
                  <c:v>0.189</c:v>
                </c:pt>
                <c:pt idx="757">
                  <c:v>0.1895</c:v>
                </c:pt>
                <c:pt idx="758">
                  <c:v>0.1895</c:v>
                </c:pt>
                <c:pt idx="759">
                  <c:v>0.19</c:v>
                </c:pt>
                <c:pt idx="760">
                  <c:v>0.19</c:v>
                </c:pt>
                <c:pt idx="761">
                  <c:v>0.1905</c:v>
                </c:pt>
                <c:pt idx="762">
                  <c:v>0.1905</c:v>
                </c:pt>
                <c:pt idx="763">
                  <c:v>0.191</c:v>
                </c:pt>
                <c:pt idx="764">
                  <c:v>0.191</c:v>
                </c:pt>
                <c:pt idx="765">
                  <c:v>0.1915</c:v>
                </c:pt>
                <c:pt idx="766">
                  <c:v>0.1915</c:v>
                </c:pt>
                <c:pt idx="767">
                  <c:v>0.192</c:v>
                </c:pt>
                <c:pt idx="768">
                  <c:v>0.192</c:v>
                </c:pt>
                <c:pt idx="769">
                  <c:v>0.1925</c:v>
                </c:pt>
                <c:pt idx="770">
                  <c:v>0.1925</c:v>
                </c:pt>
                <c:pt idx="771">
                  <c:v>0.193</c:v>
                </c:pt>
                <c:pt idx="772">
                  <c:v>0.193</c:v>
                </c:pt>
                <c:pt idx="773">
                  <c:v>0.1935</c:v>
                </c:pt>
                <c:pt idx="774">
                  <c:v>0.1935</c:v>
                </c:pt>
                <c:pt idx="775">
                  <c:v>0.194</c:v>
                </c:pt>
                <c:pt idx="776">
                  <c:v>0.194</c:v>
                </c:pt>
                <c:pt idx="777">
                  <c:v>0.1945</c:v>
                </c:pt>
                <c:pt idx="778">
                  <c:v>0.1945</c:v>
                </c:pt>
                <c:pt idx="779">
                  <c:v>0.195</c:v>
                </c:pt>
                <c:pt idx="780">
                  <c:v>0.195</c:v>
                </c:pt>
                <c:pt idx="781">
                  <c:v>0.1955</c:v>
                </c:pt>
                <c:pt idx="782">
                  <c:v>0.1955</c:v>
                </c:pt>
                <c:pt idx="783">
                  <c:v>0.196</c:v>
                </c:pt>
                <c:pt idx="784">
                  <c:v>0.196</c:v>
                </c:pt>
                <c:pt idx="785">
                  <c:v>0.1965</c:v>
                </c:pt>
                <c:pt idx="786">
                  <c:v>0.1965</c:v>
                </c:pt>
                <c:pt idx="787">
                  <c:v>0.197</c:v>
                </c:pt>
                <c:pt idx="788">
                  <c:v>0.197</c:v>
                </c:pt>
                <c:pt idx="789">
                  <c:v>0.1975</c:v>
                </c:pt>
                <c:pt idx="790">
                  <c:v>0.1975</c:v>
                </c:pt>
                <c:pt idx="791">
                  <c:v>0.198</c:v>
                </c:pt>
                <c:pt idx="792">
                  <c:v>0.198</c:v>
                </c:pt>
                <c:pt idx="793">
                  <c:v>0.1985</c:v>
                </c:pt>
                <c:pt idx="794">
                  <c:v>0.1985</c:v>
                </c:pt>
                <c:pt idx="795">
                  <c:v>0.199</c:v>
                </c:pt>
                <c:pt idx="796">
                  <c:v>0.199</c:v>
                </c:pt>
                <c:pt idx="797">
                  <c:v>0.1995</c:v>
                </c:pt>
                <c:pt idx="798">
                  <c:v>0.1995</c:v>
                </c:pt>
                <c:pt idx="799">
                  <c:v>0.2</c:v>
                </c:pt>
                <c:pt idx="800">
                  <c:v>0.2</c:v>
                </c:pt>
                <c:pt idx="801">
                  <c:v>0.2005</c:v>
                </c:pt>
                <c:pt idx="802">
                  <c:v>0.2005</c:v>
                </c:pt>
                <c:pt idx="803">
                  <c:v>0.201</c:v>
                </c:pt>
                <c:pt idx="804">
                  <c:v>0.201</c:v>
                </c:pt>
                <c:pt idx="805">
                  <c:v>0.2015</c:v>
                </c:pt>
                <c:pt idx="806">
                  <c:v>0.2015</c:v>
                </c:pt>
                <c:pt idx="807">
                  <c:v>0.202</c:v>
                </c:pt>
                <c:pt idx="808">
                  <c:v>0.202</c:v>
                </c:pt>
                <c:pt idx="809">
                  <c:v>0.2025</c:v>
                </c:pt>
                <c:pt idx="810">
                  <c:v>0.2025</c:v>
                </c:pt>
                <c:pt idx="811">
                  <c:v>0.203</c:v>
                </c:pt>
                <c:pt idx="812">
                  <c:v>0.203</c:v>
                </c:pt>
                <c:pt idx="813">
                  <c:v>0.2035</c:v>
                </c:pt>
                <c:pt idx="814">
                  <c:v>0.2035</c:v>
                </c:pt>
                <c:pt idx="815">
                  <c:v>0.204</c:v>
                </c:pt>
                <c:pt idx="816">
                  <c:v>0.204</c:v>
                </c:pt>
                <c:pt idx="817">
                  <c:v>0.2045</c:v>
                </c:pt>
                <c:pt idx="818">
                  <c:v>0.2045</c:v>
                </c:pt>
                <c:pt idx="819">
                  <c:v>0.205</c:v>
                </c:pt>
                <c:pt idx="820">
                  <c:v>0.205</c:v>
                </c:pt>
                <c:pt idx="821">
                  <c:v>0.2055</c:v>
                </c:pt>
                <c:pt idx="822">
                  <c:v>0.2055</c:v>
                </c:pt>
                <c:pt idx="823">
                  <c:v>0.206</c:v>
                </c:pt>
                <c:pt idx="824">
                  <c:v>0.206</c:v>
                </c:pt>
                <c:pt idx="825">
                  <c:v>0.2065</c:v>
                </c:pt>
                <c:pt idx="826">
                  <c:v>0.2065</c:v>
                </c:pt>
                <c:pt idx="827">
                  <c:v>0.207</c:v>
                </c:pt>
                <c:pt idx="828">
                  <c:v>0.207</c:v>
                </c:pt>
                <c:pt idx="829">
                  <c:v>0.2075</c:v>
                </c:pt>
                <c:pt idx="830">
                  <c:v>0.2075</c:v>
                </c:pt>
                <c:pt idx="831">
                  <c:v>0.208</c:v>
                </c:pt>
                <c:pt idx="832">
                  <c:v>0.208</c:v>
                </c:pt>
                <c:pt idx="833">
                  <c:v>0.2085</c:v>
                </c:pt>
                <c:pt idx="834">
                  <c:v>0.2085</c:v>
                </c:pt>
                <c:pt idx="835">
                  <c:v>0.209</c:v>
                </c:pt>
                <c:pt idx="836">
                  <c:v>0.209</c:v>
                </c:pt>
                <c:pt idx="837">
                  <c:v>0.2095</c:v>
                </c:pt>
                <c:pt idx="838">
                  <c:v>0.2095</c:v>
                </c:pt>
                <c:pt idx="839">
                  <c:v>0.21</c:v>
                </c:pt>
                <c:pt idx="840">
                  <c:v>0.21</c:v>
                </c:pt>
                <c:pt idx="841">
                  <c:v>0.2105</c:v>
                </c:pt>
                <c:pt idx="842">
                  <c:v>0.2105</c:v>
                </c:pt>
                <c:pt idx="843">
                  <c:v>0.211</c:v>
                </c:pt>
                <c:pt idx="844">
                  <c:v>0.211</c:v>
                </c:pt>
                <c:pt idx="845">
                  <c:v>0.2115</c:v>
                </c:pt>
                <c:pt idx="846">
                  <c:v>0.2115</c:v>
                </c:pt>
                <c:pt idx="847">
                  <c:v>0.212</c:v>
                </c:pt>
                <c:pt idx="848">
                  <c:v>0.212</c:v>
                </c:pt>
                <c:pt idx="849">
                  <c:v>0.2125</c:v>
                </c:pt>
                <c:pt idx="850">
                  <c:v>0.2125</c:v>
                </c:pt>
                <c:pt idx="851">
                  <c:v>0.213</c:v>
                </c:pt>
                <c:pt idx="852">
                  <c:v>0.213</c:v>
                </c:pt>
                <c:pt idx="853">
                  <c:v>0.2135</c:v>
                </c:pt>
                <c:pt idx="854">
                  <c:v>0.2135</c:v>
                </c:pt>
                <c:pt idx="855">
                  <c:v>0.214</c:v>
                </c:pt>
                <c:pt idx="856">
                  <c:v>0.214</c:v>
                </c:pt>
                <c:pt idx="857">
                  <c:v>0.2145</c:v>
                </c:pt>
                <c:pt idx="858">
                  <c:v>0.2145</c:v>
                </c:pt>
                <c:pt idx="859">
                  <c:v>0.215</c:v>
                </c:pt>
                <c:pt idx="860">
                  <c:v>0.215</c:v>
                </c:pt>
                <c:pt idx="861">
                  <c:v>0.2155</c:v>
                </c:pt>
                <c:pt idx="862">
                  <c:v>0.2155</c:v>
                </c:pt>
                <c:pt idx="863">
                  <c:v>0.216</c:v>
                </c:pt>
                <c:pt idx="864">
                  <c:v>0.216</c:v>
                </c:pt>
                <c:pt idx="865">
                  <c:v>0.2165</c:v>
                </c:pt>
                <c:pt idx="866">
                  <c:v>0.2165</c:v>
                </c:pt>
                <c:pt idx="867">
                  <c:v>0.217</c:v>
                </c:pt>
                <c:pt idx="868">
                  <c:v>0.217</c:v>
                </c:pt>
                <c:pt idx="869">
                  <c:v>0.2175</c:v>
                </c:pt>
                <c:pt idx="870">
                  <c:v>0.2175</c:v>
                </c:pt>
                <c:pt idx="871">
                  <c:v>0.218</c:v>
                </c:pt>
                <c:pt idx="872">
                  <c:v>0.218</c:v>
                </c:pt>
                <c:pt idx="873">
                  <c:v>0.2185</c:v>
                </c:pt>
                <c:pt idx="874">
                  <c:v>0.2185</c:v>
                </c:pt>
                <c:pt idx="875">
                  <c:v>0.219</c:v>
                </c:pt>
                <c:pt idx="876">
                  <c:v>0.219</c:v>
                </c:pt>
                <c:pt idx="877">
                  <c:v>0.2195</c:v>
                </c:pt>
                <c:pt idx="878">
                  <c:v>0.2195</c:v>
                </c:pt>
                <c:pt idx="879">
                  <c:v>0.22</c:v>
                </c:pt>
                <c:pt idx="880">
                  <c:v>0.22</c:v>
                </c:pt>
                <c:pt idx="881">
                  <c:v>0.2205</c:v>
                </c:pt>
                <c:pt idx="882">
                  <c:v>0.2205</c:v>
                </c:pt>
                <c:pt idx="883">
                  <c:v>0.221</c:v>
                </c:pt>
                <c:pt idx="884">
                  <c:v>0.221</c:v>
                </c:pt>
                <c:pt idx="885">
                  <c:v>0.2215</c:v>
                </c:pt>
                <c:pt idx="886">
                  <c:v>0.2215</c:v>
                </c:pt>
                <c:pt idx="887">
                  <c:v>0.222</c:v>
                </c:pt>
                <c:pt idx="888">
                  <c:v>0.222</c:v>
                </c:pt>
                <c:pt idx="889">
                  <c:v>0.2225</c:v>
                </c:pt>
                <c:pt idx="890">
                  <c:v>0.2225</c:v>
                </c:pt>
                <c:pt idx="891">
                  <c:v>0.223</c:v>
                </c:pt>
                <c:pt idx="892">
                  <c:v>0.223</c:v>
                </c:pt>
                <c:pt idx="893">
                  <c:v>0.2235</c:v>
                </c:pt>
                <c:pt idx="894">
                  <c:v>0.2235</c:v>
                </c:pt>
                <c:pt idx="895">
                  <c:v>0.224</c:v>
                </c:pt>
                <c:pt idx="896">
                  <c:v>0.224</c:v>
                </c:pt>
                <c:pt idx="897">
                  <c:v>0.2245</c:v>
                </c:pt>
                <c:pt idx="898">
                  <c:v>0.2245</c:v>
                </c:pt>
                <c:pt idx="899">
                  <c:v>0.225</c:v>
                </c:pt>
                <c:pt idx="900">
                  <c:v>0.225</c:v>
                </c:pt>
                <c:pt idx="901">
                  <c:v>0.2255</c:v>
                </c:pt>
                <c:pt idx="902">
                  <c:v>0.2255</c:v>
                </c:pt>
                <c:pt idx="903">
                  <c:v>0.226</c:v>
                </c:pt>
                <c:pt idx="904">
                  <c:v>0.226</c:v>
                </c:pt>
                <c:pt idx="905">
                  <c:v>0.2265</c:v>
                </c:pt>
                <c:pt idx="906">
                  <c:v>0.2265</c:v>
                </c:pt>
                <c:pt idx="907">
                  <c:v>0.227</c:v>
                </c:pt>
                <c:pt idx="908">
                  <c:v>0.227</c:v>
                </c:pt>
                <c:pt idx="909">
                  <c:v>0.2275</c:v>
                </c:pt>
                <c:pt idx="910">
                  <c:v>0.2275</c:v>
                </c:pt>
                <c:pt idx="911">
                  <c:v>0.228</c:v>
                </c:pt>
                <c:pt idx="912">
                  <c:v>0.228</c:v>
                </c:pt>
                <c:pt idx="913">
                  <c:v>0.2285</c:v>
                </c:pt>
                <c:pt idx="914">
                  <c:v>0.2285</c:v>
                </c:pt>
                <c:pt idx="915">
                  <c:v>0.229</c:v>
                </c:pt>
                <c:pt idx="916">
                  <c:v>0.229</c:v>
                </c:pt>
                <c:pt idx="917">
                  <c:v>0.2295</c:v>
                </c:pt>
                <c:pt idx="918">
                  <c:v>0.2295</c:v>
                </c:pt>
                <c:pt idx="919">
                  <c:v>0.23</c:v>
                </c:pt>
                <c:pt idx="920">
                  <c:v>0.23</c:v>
                </c:pt>
                <c:pt idx="921">
                  <c:v>0.2305</c:v>
                </c:pt>
                <c:pt idx="922">
                  <c:v>0.2305</c:v>
                </c:pt>
                <c:pt idx="923">
                  <c:v>0.231</c:v>
                </c:pt>
                <c:pt idx="924">
                  <c:v>0.231</c:v>
                </c:pt>
                <c:pt idx="925">
                  <c:v>0.2315</c:v>
                </c:pt>
                <c:pt idx="926">
                  <c:v>0.2315</c:v>
                </c:pt>
                <c:pt idx="927">
                  <c:v>0.232</c:v>
                </c:pt>
                <c:pt idx="928">
                  <c:v>0.232</c:v>
                </c:pt>
                <c:pt idx="929">
                  <c:v>0.2325</c:v>
                </c:pt>
                <c:pt idx="930">
                  <c:v>0.2325</c:v>
                </c:pt>
                <c:pt idx="931">
                  <c:v>0.233</c:v>
                </c:pt>
                <c:pt idx="932">
                  <c:v>0.233</c:v>
                </c:pt>
                <c:pt idx="933">
                  <c:v>0.2335</c:v>
                </c:pt>
                <c:pt idx="934">
                  <c:v>0.2335</c:v>
                </c:pt>
                <c:pt idx="935">
                  <c:v>0.234</c:v>
                </c:pt>
                <c:pt idx="936">
                  <c:v>0.234</c:v>
                </c:pt>
                <c:pt idx="937">
                  <c:v>0.2345</c:v>
                </c:pt>
                <c:pt idx="938">
                  <c:v>0.2345</c:v>
                </c:pt>
                <c:pt idx="939">
                  <c:v>0.235</c:v>
                </c:pt>
                <c:pt idx="940">
                  <c:v>0.235</c:v>
                </c:pt>
                <c:pt idx="941">
                  <c:v>0.2355</c:v>
                </c:pt>
                <c:pt idx="942">
                  <c:v>0.2355</c:v>
                </c:pt>
                <c:pt idx="943">
                  <c:v>0.236</c:v>
                </c:pt>
                <c:pt idx="944">
                  <c:v>0.236</c:v>
                </c:pt>
                <c:pt idx="945">
                  <c:v>0.2365</c:v>
                </c:pt>
                <c:pt idx="946">
                  <c:v>0.2365</c:v>
                </c:pt>
                <c:pt idx="947">
                  <c:v>0.237</c:v>
                </c:pt>
                <c:pt idx="948">
                  <c:v>0.237</c:v>
                </c:pt>
                <c:pt idx="949">
                  <c:v>0.2375</c:v>
                </c:pt>
                <c:pt idx="950">
                  <c:v>0.2375</c:v>
                </c:pt>
                <c:pt idx="951">
                  <c:v>0.238</c:v>
                </c:pt>
                <c:pt idx="952">
                  <c:v>0.238</c:v>
                </c:pt>
                <c:pt idx="953">
                  <c:v>0.2385</c:v>
                </c:pt>
                <c:pt idx="954">
                  <c:v>0.2385</c:v>
                </c:pt>
                <c:pt idx="955">
                  <c:v>0.239</c:v>
                </c:pt>
                <c:pt idx="956">
                  <c:v>0.239</c:v>
                </c:pt>
                <c:pt idx="957">
                  <c:v>0.2395</c:v>
                </c:pt>
                <c:pt idx="958">
                  <c:v>0.2395</c:v>
                </c:pt>
                <c:pt idx="959">
                  <c:v>0.24</c:v>
                </c:pt>
                <c:pt idx="960">
                  <c:v>0.24</c:v>
                </c:pt>
                <c:pt idx="961">
                  <c:v>0.2405</c:v>
                </c:pt>
                <c:pt idx="962">
                  <c:v>0.2405</c:v>
                </c:pt>
                <c:pt idx="963">
                  <c:v>0.241</c:v>
                </c:pt>
                <c:pt idx="964">
                  <c:v>0.241</c:v>
                </c:pt>
                <c:pt idx="965">
                  <c:v>0.2415</c:v>
                </c:pt>
                <c:pt idx="966">
                  <c:v>0.2415</c:v>
                </c:pt>
                <c:pt idx="967">
                  <c:v>0.242</c:v>
                </c:pt>
                <c:pt idx="968">
                  <c:v>0.242</c:v>
                </c:pt>
                <c:pt idx="969">
                  <c:v>0.2425</c:v>
                </c:pt>
                <c:pt idx="970">
                  <c:v>0.2425</c:v>
                </c:pt>
                <c:pt idx="971">
                  <c:v>0.243</c:v>
                </c:pt>
                <c:pt idx="972">
                  <c:v>0.243</c:v>
                </c:pt>
                <c:pt idx="973">
                  <c:v>0.2435</c:v>
                </c:pt>
                <c:pt idx="974">
                  <c:v>0.2435</c:v>
                </c:pt>
                <c:pt idx="975">
                  <c:v>0.244</c:v>
                </c:pt>
                <c:pt idx="976">
                  <c:v>0.244</c:v>
                </c:pt>
                <c:pt idx="977">
                  <c:v>0.2445</c:v>
                </c:pt>
                <c:pt idx="978">
                  <c:v>0.2445</c:v>
                </c:pt>
                <c:pt idx="979">
                  <c:v>0.245</c:v>
                </c:pt>
                <c:pt idx="980">
                  <c:v>0.245</c:v>
                </c:pt>
                <c:pt idx="981">
                  <c:v>0.2455</c:v>
                </c:pt>
                <c:pt idx="982">
                  <c:v>0.2455</c:v>
                </c:pt>
                <c:pt idx="983">
                  <c:v>0.246</c:v>
                </c:pt>
                <c:pt idx="984">
                  <c:v>0.246</c:v>
                </c:pt>
                <c:pt idx="985">
                  <c:v>0.2465</c:v>
                </c:pt>
                <c:pt idx="986">
                  <c:v>0.2465</c:v>
                </c:pt>
                <c:pt idx="987">
                  <c:v>0.247</c:v>
                </c:pt>
                <c:pt idx="988">
                  <c:v>0.247</c:v>
                </c:pt>
                <c:pt idx="989">
                  <c:v>0.2475</c:v>
                </c:pt>
                <c:pt idx="990">
                  <c:v>0.2475</c:v>
                </c:pt>
                <c:pt idx="991">
                  <c:v>0.248</c:v>
                </c:pt>
                <c:pt idx="992">
                  <c:v>0.248</c:v>
                </c:pt>
                <c:pt idx="993">
                  <c:v>0.2485</c:v>
                </c:pt>
                <c:pt idx="994">
                  <c:v>0.2485</c:v>
                </c:pt>
                <c:pt idx="995">
                  <c:v>0.249</c:v>
                </c:pt>
                <c:pt idx="996">
                  <c:v>0.249</c:v>
                </c:pt>
                <c:pt idx="997">
                  <c:v>0.2495</c:v>
                </c:pt>
                <c:pt idx="998">
                  <c:v>0.2495</c:v>
                </c:pt>
                <c:pt idx="999">
                  <c:v>0.25</c:v>
                </c:pt>
                <c:pt idx="1000">
                  <c:v>0.25</c:v>
                </c:pt>
                <c:pt idx="1001">
                  <c:v>0.2505</c:v>
                </c:pt>
                <c:pt idx="1002">
                  <c:v>0.2505</c:v>
                </c:pt>
                <c:pt idx="1003">
                  <c:v>0.251</c:v>
                </c:pt>
                <c:pt idx="1004">
                  <c:v>0.251</c:v>
                </c:pt>
                <c:pt idx="1005">
                  <c:v>0.2515</c:v>
                </c:pt>
                <c:pt idx="1006">
                  <c:v>0.2515</c:v>
                </c:pt>
                <c:pt idx="1007">
                  <c:v>0.252</c:v>
                </c:pt>
                <c:pt idx="1008">
                  <c:v>0.252</c:v>
                </c:pt>
                <c:pt idx="1009">
                  <c:v>0.2525</c:v>
                </c:pt>
                <c:pt idx="1010">
                  <c:v>0.2525</c:v>
                </c:pt>
                <c:pt idx="1011">
                  <c:v>0.253</c:v>
                </c:pt>
                <c:pt idx="1012">
                  <c:v>0.253</c:v>
                </c:pt>
                <c:pt idx="1013">
                  <c:v>0.2535</c:v>
                </c:pt>
                <c:pt idx="1014">
                  <c:v>0.2535</c:v>
                </c:pt>
                <c:pt idx="1015">
                  <c:v>0.254</c:v>
                </c:pt>
                <c:pt idx="1016">
                  <c:v>0.254</c:v>
                </c:pt>
                <c:pt idx="1017">
                  <c:v>0.2545</c:v>
                </c:pt>
                <c:pt idx="1018">
                  <c:v>0.2545</c:v>
                </c:pt>
                <c:pt idx="1019">
                  <c:v>0.255</c:v>
                </c:pt>
                <c:pt idx="1020">
                  <c:v>0.255</c:v>
                </c:pt>
                <c:pt idx="1021">
                  <c:v>0.2555</c:v>
                </c:pt>
                <c:pt idx="1022">
                  <c:v>0.2555</c:v>
                </c:pt>
                <c:pt idx="1023">
                  <c:v>0.256</c:v>
                </c:pt>
                <c:pt idx="1024">
                  <c:v>0.256</c:v>
                </c:pt>
                <c:pt idx="1025">
                  <c:v>0.2565</c:v>
                </c:pt>
                <c:pt idx="1026">
                  <c:v>0.2565</c:v>
                </c:pt>
                <c:pt idx="1027">
                  <c:v>0.257</c:v>
                </c:pt>
                <c:pt idx="1028">
                  <c:v>0.257</c:v>
                </c:pt>
                <c:pt idx="1029">
                  <c:v>0.2575</c:v>
                </c:pt>
                <c:pt idx="1030">
                  <c:v>0.2575</c:v>
                </c:pt>
                <c:pt idx="1031">
                  <c:v>0.258</c:v>
                </c:pt>
                <c:pt idx="1032">
                  <c:v>0.258</c:v>
                </c:pt>
                <c:pt idx="1033">
                  <c:v>0.2585</c:v>
                </c:pt>
                <c:pt idx="1034">
                  <c:v>0.2585</c:v>
                </c:pt>
                <c:pt idx="1035">
                  <c:v>0.259</c:v>
                </c:pt>
                <c:pt idx="1036">
                  <c:v>0.259</c:v>
                </c:pt>
                <c:pt idx="1037">
                  <c:v>0.2595</c:v>
                </c:pt>
                <c:pt idx="1038">
                  <c:v>0.2595</c:v>
                </c:pt>
                <c:pt idx="1039">
                  <c:v>0.26</c:v>
                </c:pt>
                <c:pt idx="1040">
                  <c:v>0.26</c:v>
                </c:pt>
                <c:pt idx="1041">
                  <c:v>0.2605</c:v>
                </c:pt>
                <c:pt idx="1042">
                  <c:v>0.2605</c:v>
                </c:pt>
                <c:pt idx="1043">
                  <c:v>0.261</c:v>
                </c:pt>
                <c:pt idx="1044">
                  <c:v>0.261</c:v>
                </c:pt>
                <c:pt idx="1045">
                  <c:v>0.2615</c:v>
                </c:pt>
                <c:pt idx="1046">
                  <c:v>0.2615</c:v>
                </c:pt>
                <c:pt idx="1047">
                  <c:v>0.262</c:v>
                </c:pt>
                <c:pt idx="1048">
                  <c:v>0.262</c:v>
                </c:pt>
                <c:pt idx="1049">
                  <c:v>0.2625</c:v>
                </c:pt>
                <c:pt idx="1050">
                  <c:v>0.2625</c:v>
                </c:pt>
                <c:pt idx="1051">
                  <c:v>0.263</c:v>
                </c:pt>
                <c:pt idx="1052">
                  <c:v>0.263</c:v>
                </c:pt>
                <c:pt idx="1053">
                  <c:v>0.2635</c:v>
                </c:pt>
                <c:pt idx="1054">
                  <c:v>0.2635</c:v>
                </c:pt>
                <c:pt idx="1055">
                  <c:v>0.264</c:v>
                </c:pt>
                <c:pt idx="1056">
                  <c:v>0.264</c:v>
                </c:pt>
                <c:pt idx="1057">
                  <c:v>0.2645</c:v>
                </c:pt>
                <c:pt idx="1058">
                  <c:v>0.2645</c:v>
                </c:pt>
                <c:pt idx="1059">
                  <c:v>0.265</c:v>
                </c:pt>
                <c:pt idx="1060">
                  <c:v>0.265</c:v>
                </c:pt>
                <c:pt idx="1061">
                  <c:v>0.2655</c:v>
                </c:pt>
                <c:pt idx="1062">
                  <c:v>0.2655</c:v>
                </c:pt>
                <c:pt idx="1063">
                  <c:v>0.266</c:v>
                </c:pt>
                <c:pt idx="1064">
                  <c:v>0.266</c:v>
                </c:pt>
                <c:pt idx="1065">
                  <c:v>0.2665</c:v>
                </c:pt>
                <c:pt idx="1066">
                  <c:v>0.2665</c:v>
                </c:pt>
                <c:pt idx="1067">
                  <c:v>0.267</c:v>
                </c:pt>
                <c:pt idx="1068">
                  <c:v>0.267</c:v>
                </c:pt>
                <c:pt idx="1069">
                  <c:v>0.2675</c:v>
                </c:pt>
                <c:pt idx="1070">
                  <c:v>0.2675</c:v>
                </c:pt>
                <c:pt idx="1071">
                  <c:v>0.268</c:v>
                </c:pt>
                <c:pt idx="1072">
                  <c:v>0.268</c:v>
                </c:pt>
                <c:pt idx="1073">
                  <c:v>0.2685</c:v>
                </c:pt>
                <c:pt idx="1074">
                  <c:v>0.2685</c:v>
                </c:pt>
                <c:pt idx="1075">
                  <c:v>0.269</c:v>
                </c:pt>
                <c:pt idx="1076">
                  <c:v>0.269</c:v>
                </c:pt>
                <c:pt idx="1077">
                  <c:v>0.2695</c:v>
                </c:pt>
                <c:pt idx="1078">
                  <c:v>0.2695</c:v>
                </c:pt>
                <c:pt idx="1079">
                  <c:v>0.27</c:v>
                </c:pt>
                <c:pt idx="1080">
                  <c:v>0.27</c:v>
                </c:pt>
                <c:pt idx="1081">
                  <c:v>0.2705</c:v>
                </c:pt>
                <c:pt idx="1082">
                  <c:v>0.2705</c:v>
                </c:pt>
                <c:pt idx="1083">
                  <c:v>0.271</c:v>
                </c:pt>
                <c:pt idx="1084">
                  <c:v>0.271</c:v>
                </c:pt>
                <c:pt idx="1085">
                  <c:v>0.2715</c:v>
                </c:pt>
                <c:pt idx="1086">
                  <c:v>0.2715</c:v>
                </c:pt>
                <c:pt idx="1087">
                  <c:v>0.272</c:v>
                </c:pt>
                <c:pt idx="1088">
                  <c:v>0.272</c:v>
                </c:pt>
                <c:pt idx="1089">
                  <c:v>0.2725</c:v>
                </c:pt>
                <c:pt idx="1090">
                  <c:v>0.2725</c:v>
                </c:pt>
                <c:pt idx="1091">
                  <c:v>0.273</c:v>
                </c:pt>
                <c:pt idx="1092">
                  <c:v>0.273</c:v>
                </c:pt>
                <c:pt idx="1093">
                  <c:v>0.2735</c:v>
                </c:pt>
                <c:pt idx="1094">
                  <c:v>0.2735</c:v>
                </c:pt>
                <c:pt idx="1095">
                  <c:v>0.274</c:v>
                </c:pt>
                <c:pt idx="1096">
                  <c:v>0.274</c:v>
                </c:pt>
                <c:pt idx="1097">
                  <c:v>0.2745</c:v>
                </c:pt>
                <c:pt idx="1098">
                  <c:v>0.2745</c:v>
                </c:pt>
                <c:pt idx="1099">
                  <c:v>0.275</c:v>
                </c:pt>
                <c:pt idx="1100">
                  <c:v>0.275</c:v>
                </c:pt>
                <c:pt idx="1101">
                  <c:v>0.2755</c:v>
                </c:pt>
                <c:pt idx="1102">
                  <c:v>0.2755</c:v>
                </c:pt>
                <c:pt idx="1103">
                  <c:v>0.276</c:v>
                </c:pt>
                <c:pt idx="1104">
                  <c:v>0.276</c:v>
                </c:pt>
                <c:pt idx="1105">
                  <c:v>0.2765</c:v>
                </c:pt>
                <c:pt idx="1106">
                  <c:v>0.2765</c:v>
                </c:pt>
                <c:pt idx="1107">
                  <c:v>0.277</c:v>
                </c:pt>
                <c:pt idx="1108">
                  <c:v>0.277</c:v>
                </c:pt>
                <c:pt idx="1109">
                  <c:v>0.2775</c:v>
                </c:pt>
                <c:pt idx="1110">
                  <c:v>0.2775</c:v>
                </c:pt>
                <c:pt idx="1111">
                  <c:v>0.278</c:v>
                </c:pt>
                <c:pt idx="1112">
                  <c:v>0.278</c:v>
                </c:pt>
                <c:pt idx="1113">
                  <c:v>0.2785</c:v>
                </c:pt>
                <c:pt idx="1114">
                  <c:v>0.2785</c:v>
                </c:pt>
                <c:pt idx="1115">
                  <c:v>0.279</c:v>
                </c:pt>
                <c:pt idx="1116">
                  <c:v>0.279</c:v>
                </c:pt>
                <c:pt idx="1117">
                  <c:v>0.2795</c:v>
                </c:pt>
                <c:pt idx="1118">
                  <c:v>0.2795</c:v>
                </c:pt>
                <c:pt idx="1119">
                  <c:v>0.28</c:v>
                </c:pt>
                <c:pt idx="1120">
                  <c:v>0.28</c:v>
                </c:pt>
                <c:pt idx="1121">
                  <c:v>0.2805</c:v>
                </c:pt>
                <c:pt idx="1122">
                  <c:v>0.2805</c:v>
                </c:pt>
                <c:pt idx="1123">
                  <c:v>0.281</c:v>
                </c:pt>
                <c:pt idx="1124">
                  <c:v>0.281</c:v>
                </c:pt>
                <c:pt idx="1125">
                  <c:v>0.2815</c:v>
                </c:pt>
                <c:pt idx="1126">
                  <c:v>0.2815</c:v>
                </c:pt>
                <c:pt idx="1127">
                  <c:v>0.282</c:v>
                </c:pt>
                <c:pt idx="1128">
                  <c:v>0.282</c:v>
                </c:pt>
                <c:pt idx="1129">
                  <c:v>0.2825</c:v>
                </c:pt>
                <c:pt idx="1130">
                  <c:v>0.2825</c:v>
                </c:pt>
                <c:pt idx="1131">
                  <c:v>0.283</c:v>
                </c:pt>
                <c:pt idx="1132">
                  <c:v>0.283</c:v>
                </c:pt>
                <c:pt idx="1133">
                  <c:v>0.2835</c:v>
                </c:pt>
                <c:pt idx="1134">
                  <c:v>0.2835</c:v>
                </c:pt>
                <c:pt idx="1135">
                  <c:v>0.284</c:v>
                </c:pt>
                <c:pt idx="1136">
                  <c:v>0.284</c:v>
                </c:pt>
                <c:pt idx="1137">
                  <c:v>0.2845</c:v>
                </c:pt>
                <c:pt idx="1138">
                  <c:v>0.2845</c:v>
                </c:pt>
                <c:pt idx="1139">
                  <c:v>0.285</c:v>
                </c:pt>
                <c:pt idx="1140">
                  <c:v>0.285</c:v>
                </c:pt>
                <c:pt idx="1141">
                  <c:v>0.2855</c:v>
                </c:pt>
                <c:pt idx="1142">
                  <c:v>0.2855</c:v>
                </c:pt>
                <c:pt idx="1143">
                  <c:v>0.286</c:v>
                </c:pt>
                <c:pt idx="1144">
                  <c:v>0.286</c:v>
                </c:pt>
                <c:pt idx="1145">
                  <c:v>0.2865</c:v>
                </c:pt>
                <c:pt idx="1146">
                  <c:v>0.2865</c:v>
                </c:pt>
                <c:pt idx="1147">
                  <c:v>0.287</c:v>
                </c:pt>
                <c:pt idx="1148">
                  <c:v>0.287</c:v>
                </c:pt>
                <c:pt idx="1149">
                  <c:v>0.2875</c:v>
                </c:pt>
                <c:pt idx="1150">
                  <c:v>0.2875</c:v>
                </c:pt>
                <c:pt idx="1151">
                  <c:v>0.288</c:v>
                </c:pt>
                <c:pt idx="1152">
                  <c:v>0.288</c:v>
                </c:pt>
                <c:pt idx="1153">
                  <c:v>0.2885</c:v>
                </c:pt>
                <c:pt idx="1154">
                  <c:v>0.2885</c:v>
                </c:pt>
                <c:pt idx="1155">
                  <c:v>0.289</c:v>
                </c:pt>
                <c:pt idx="1156">
                  <c:v>0.289</c:v>
                </c:pt>
                <c:pt idx="1157">
                  <c:v>0.2895</c:v>
                </c:pt>
                <c:pt idx="1158">
                  <c:v>0.2895</c:v>
                </c:pt>
                <c:pt idx="1159">
                  <c:v>0.29</c:v>
                </c:pt>
                <c:pt idx="1160">
                  <c:v>0.29</c:v>
                </c:pt>
                <c:pt idx="1161">
                  <c:v>0.2905</c:v>
                </c:pt>
                <c:pt idx="1162">
                  <c:v>0.2905</c:v>
                </c:pt>
                <c:pt idx="1163">
                  <c:v>0.291</c:v>
                </c:pt>
                <c:pt idx="1164">
                  <c:v>0.291</c:v>
                </c:pt>
                <c:pt idx="1165">
                  <c:v>0.2915</c:v>
                </c:pt>
                <c:pt idx="1166">
                  <c:v>0.2915</c:v>
                </c:pt>
                <c:pt idx="1167">
                  <c:v>0.292</c:v>
                </c:pt>
                <c:pt idx="1168">
                  <c:v>0.292</c:v>
                </c:pt>
                <c:pt idx="1169">
                  <c:v>0.2925</c:v>
                </c:pt>
                <c:pt idx="1170">
                  <c:v>0.2925</c:v>
                </c:pt>
                <c:pt idx="1171">
                  <c:v>0.293</c:v>
                </c:pt>
                <c:pt idx="1172">
                  <c:v>0.293</c:v>
                </c:pt>
                <c:pt idx="1173">
                  <c:v>0.2935</c:v>
                </c:pt>
                <c:pt idx="1174">
                  <c:v>0.2935</c:v>
                </c:pt>
                <c:pt idx="1175">
                  <c:v>0.294</c:v>
                </c:pt>
                <c:pt idx="1176">
                  <c:v>0.294</c:v>
                </c:pt>
                <c:pt idx="1177">
                  <c:v>0.2945</c:v>
                </c:pt>
                <c:pt idx="1178">
                  <c:v>0.2945</c:v>
                </c:pt>
                <c:pt idx="1179">
                  <c:v>0.295</c:v>
                </c:pt>
                <c:pt idx="1180">
                  <c:v>0.295</c:v>
                </c:pt>
                <c:pt idx="1181">
                  <c:v>0.2955</c:v>
                </c:pt>
                <c:pt idx="1182">
                  <c:v>0.2955</c:v>
                </c:pt>
                <c:pt idx="1183">
                  <c:v>0.296</c:v>
                </c:pt>
                <c:pt idx="1184">
                  <c:v>0.296</c:v>
                </c:pt>
                <c:pt idx="1185">
                  <c:v>0.2965</c:v>
                </c:pt>
                <c:pt idx="1186">
                  <c:v>0.2965</c:v>
                </c:pt>
                <c:pt idx="1187">
                  <c:v>0.297</c:v>
                </c:pt>
                <c:pt idx="1188">
                  <c:v>0.297</c:v>
                </c:pt>
                <c:pt idx="1189">
                  <c:v>0.2975</c:v>
                </c:pt>
                <c:pt idx="1190">
                  <c:v>0.2975</c:v>
                </c:pt>
                <c:pt idx="1191">
                  <c:v>0.298</c:v>
                </c:pt>
                <c:pt idx="1192">
                  <c:v>0.298</c:v>
                </c:pt>
                <c:pt idx="1193">
                  <c:v>0.2985</c:v>
                </c:pt>
                <c:pt idx="1194">
                  <c:v>0.2985</c:v>
                </c:pt>
                <c:pt idx="1195">
                  <c:v>0.299</c:v>
                </c:pt>
                <c:pt idx="1196">
                  <c:v>0.299</c:v>
                </c:pt>
                <c:pt idx="1197">
                  <c:v>0.2995</c:v>
                </c:pt>
                <c:pt idx="1198">
                  <c:v>0.2995</c:v>
                </c:pt>
                <c:pt idx="1199">
                  <c:v>0.3</c:v>
                </c:pt>
                <c:pt idx="1200">
                  <c:v>0.3</c:v>
                </c:pt>
                <c:pt idx="1201">
                  <c:v>0.3005</c:v>
                </c:pt>
                <c:pt idx="1202">
                  <c:v>0.3005</c:v>
                </c:pt>
                <c:pt idx="1203">
                  <c:v>0.301</c:v>
                </c:pt>
                <c:pt idx="1204">
                  <c:v>0.301</c:v>
                </c:pt>
                <c:pt idx="1205">
                  <c:v>0.3015</c:v>
                </c:pt>
                <c:pt idx="1206">
                  <c:v>0.3015</c:v>
                </c:pt>
                <c:pt idx="1207">
                  <c:v>0.302</c:v>
                </c:pt>
                <c:pt idx="1208">
                  <c:v>0.302</c:v>
                </c:pt>
                <c:pt idx="1209">
                  <c:v>0.3025</c:v>
                </c:pt>
                <c:pt idx="1210">
                  <c:v>0.3025</c:v>
                </c:pt>
                <c:pt idx="1211">
                  <c:v>0.303</c:v>
                </c:pt>
                <c:pt idx="1212">
                  <c:v>0.303</c:v>
                </c:pt>
                <c:pt idx="1213">
                  <c:v>0.3035</c:v>
                </c:pt>
                <c:pt idx="1214">
                  <c:v>0.3035</c:v>
                </c:pt>
                <c:pt idx="1215">
                  <c:v>0.304</c:v>
                </c:pt>
                <c:pt idx="1216">
                  <c:v>0.304</c:v>
                </c:pt>
                <c:pt idx="1217">
                  <c:v>0.3045</c:v>
                </c:pt>
                <c:pt idx="1218">
                  <c:v>0.3045</c:v>
                </c:pt>
                <c:pt idx="1219">
                  <c:v>0.305</c:v>
                </c:pt>
                <c:pt idx="1220">
                  <c:v>0.305</c:v>
                </c:pt>
                <c:pt idx="1221">
                  <c:v>0.3055</c:v>
                </c:pt>
                <c:pt idx="1222">
                  <c:v>0.3055</c:v>
                </c:pt>
                <c:pt idx="1223">
                  <c:v>0.306</c:v>
                </c:pt>
                <c:pt idx="1224">
                  <c:v>0.306</c:v>
                </c:pt>
                <c:pt idx="1225">
                  <c:v>0.3065</c:v>
                </c:pt>
                <c:pt idx="1226">
                  <c:v>0.3065</c:v>
                </c:pt>
                <c:pt idx="1227">
                  <c:v>0.307</c:v>
                </c:pt>
                <c:pt idx="1228">
                  <c:v>0.307</c:v>
                </c:pt>
                <c:pt idx="1229">
                  <c:v>0.3075</c:v>
                </c:pt>
                <c:pt idx="1230">
                  <c:v>0.3075</c:v>
                </c:pt>
                <c:pt idx="1231">
                  <c:v>0.308</c:v>
                </c:pt>
                <c:pt idx="1232">
                  <c:v>0.308</c:v>
                </c:pt>
                <c:pt idx="1233">
                  <c:v>0.3085</c:v>
                </c:pt>
                <c:pt idx="1234">
                  <c:v>0.3085</c:v>
                </c:pt>
                <c:pt idx="1235">
                  <c:v>0.309</c:v>
                </c:pt>
                <c:pt idx="1236">
                  <c:v>0.309</c:v>
                </c:pt>
                <c:pt idx="1237">
                  <c:v>0.3095</c:v>
                </c:pt>
                <c:pt idx="1238">
                  <c:v>0.3095</c:v>
                </c:pt>
                <c:pt idx="1239">
                  <c:v>0.31</c:v>
                </c:pt>
                <c:pt idx="1240">
                  <c:v>0.31</c:v>
                </c:pt>
                <c:pt idx="1241">
                  <c:v>0.3105</c:v>
                </c:pt>
                <c:pt idx="1242">
                  <c:v>0.3105</c:v>
                </c:pt>
                <c:pt idx="1243">
                  <c:v>0.311</c:v>
                </c:pt>
                <c:pt idx="1244">
                  <c:v>0.311</c:v>
                </c:pt>
                <c:pt idx="1245">
                  <c:v>0.3115</c:v>
                </c:pt>
                <c:pt idx="1246">
                  <c:v>0.3115</c:v>
                </c:pt>
                <c:pt idx="1247">
                  <c:v>0.312</c:v>
                </c:pt>
                <c:pt idx="1248">
                  <c:v>0.312</c:v>
                </c:pt>
                <c:pt idx="1249">
                  <c:v>0.3125</c:v>
                </c:pt>
                <c:pt idx="1250">
                  <c:v>0.3125</c:v>
                </c:pt>
                <c:pt idx="1251">
                  <c:v>0.313</c:v>
                </c:pt>
                <c:pt idx="1252">
                  <c:v>0.313</c:v>
                </c:pt>
                <c:pt idx="1253">
                  <c:v>0.3135</c:v>
                </c:pt>
                <c:pt idx="1254">
                  <c:v>0.3135</c:v>
                </c:pt>
                <c:pt idx="1255">
                  <c:v>0.314</c:v>
                </c:pt>
                <c:pt idx="1256">
                  <c:v>0.314</c:v>
                </c:pt>
                <c:pt idx="1257">
                  <c:v>0.3145</c:v>
                </c:pt>
                <c:pt idx="1258">
                  <c:v>0.3145</c:v>
                </c:pt>
                <c:pt idx="1259">
                  <c:v>0.315</c:v>
                </c:pt>
                <c:pt idx="1260">
                  <c:v>0.315</c:v>
                </c:pt>
                <c:pt idx="1261">
                  <c:v>0.3155</c:v>
                </c:pt>
                <c:pt idx="1262">
                  <c:v>0.3155</c:v>
                </c:pt>
                <c:pt idx="1263">
                  <c:v>0.316</c:v>
                </c:pt>
                <c:pt idx="1264">
                  <c:v>0.316</c:v>
                </c:pt>
                <c:pt idx="1265">
                  <c:v>0.3165</c:v>
                </c:pt>
                <c:pt idx="1266">
                  <c:v>0.3165</c:v>
                </c:pt>
                <c:pt idx="1267">
                  <c:v>0.317</c:v>
                </c:pt>
                <c:pt idx="1268">
                  <c:v>0.317</c:v>
                </c:pt>
                <c:pt idx="1269">
                  <c:v>0.3175</c:v>
                </c:pt>
                <c:pt idx="1270">
                  <c:v>0.3175</c:v>
                </c:pt>
                <c:pt idx="1271">
                  <c:v>0.318</c:v>
                </c:pt>
                <c:pt idx="1272">
                  <c:v>0.318</c:v>
                </c:pt>
                <c:pt idx="1273">
                  <c:v>0.3185</c:v>
                </c:pt>
                <c:pt idx="1274">
                  <c:v>0.3185</c:v>
                </c:pt>
                <c:pt idx="1275">
                  <c:v>0.319</c:v>
                </c:pt>
                <c:pt idx="1276">
                  <c:v>0.319</c:v>
                </c:pt>
                <c:pt idx="1277">
                  <c:v>0.3195</c:v>
                </c:pt>
                <c:pt idx="1278">
                  <c:v>0.3195</c:v>
                </c:pt>
                <c:pt idx="1279">
                  <c:v>0.32</c:v>
                </c:pt>
                <c:pt idx="1280">
                  <c:v>0.32</c:v>
                </c:pt>
                <c:pt idx="1281">
                  <c:v>0.3205</c:v>
                </c:pt>
                <c:pt idx="1282">
                  <c:v>0.3205</c:v>
                </c:pt>
                <c:pt idx="1283">
                  <c:v>0.321</c:v>
                </c:pt>
                <c:pt idx="1284">
                  <c:v>0.321</c:v>
                </c:pt>
                <c:pt idx="1285">
                  <c:v>0.3215</c:v>
                </c:pt>
                <c:pt idx="1286">
                  <c:v>0.3215</c:v>
                </c:pt>
                <c:pt idx="1287">
                  <c:v>0.322</c:v>
                </c:pt>
                <c:pt idx="1288">
                  <c:v>0.322</c:v>
                </c:pt>
                <c:pt idx="1289">
                  <c:v>0.3225</c:v>
                </c:pt>
                <c:pt idx="1290">
                  <c:v>0.3225</c:v>
                </c:pt>
                <c:pt idx="1291">
                  <c:v>0.323</c:v>
                </c:pt>
                <c:pt idx="1292">
                  <c:v>0.323</c:v>
                </c:pt>
                <c:pt idx="1293">
                  <c:v>0.3235</c:v>
                </c:pt>
                <c:pt idx="1294">
                  <c:v>0.3235</c:v>
                </c:pt>
                <c:pt idx="1295">
                  <c:v>0.324</c:v>
                </c:pt>
                <c:pt idx="1296">
                  <c:v>0.324</c:v>
                </c:pt>
                <c:pt idx="1297">
                  <c:v>0.3245</c:v>
                </c:pt>
                <c:pt idx="1298">
                  <c:v>0.3245</c:v>
                </c:pt>
                <c:pt idx="1299">
                  <c:v>0.325</c:v>
                </c:pt>
                <c:pt idx="1300">
                  <c:v>0.325</c:v>
                </c:pt>
                <c:pt idx="1301">
                  <c:v>0.3255</c:v>
                </c:pt>
                <c:pt idx="1302">
                  <c:v>0.3255</c:v>
                </c:pt>
                <c:pt idx="1303">
                  <c:v>0.326</c:v>
                </c:pt>
                <c:pt idx="1304">
                  <c:v>0.326</c:v>
                </c:pt>
                <c:pt idx="1305">
                  <c:v>0.3265</c:v>
                </c:pt>
                <c:pt idx="1306">
                  <c:v>0.3265</c:v>
                </c:pt>
                <c:pt idx="1307">
                  <c:v>0.327</c:v>
                </c:pt>
                <c:pt idx="1308">
                  <c:v>0.327</c:v>
                </c:pt>
                <c:pt idx="1309">
                  <c:v>0.3275</c:v>
                </c:pt>
                <c:pt idx="1310">
                  <c:v>0.3275</c:v>
                </c:pt>
                <c:pt idx="1311">
                  <c:v>0.328</c:v>
                </c:pt>
                <c:pt idx="1312">
                  <c:v>0.328</c:v>
                </c:pt>
                <c:pt idx="1313">
                  <c:v>0.3285</c:v>
                </c:pt>
                <c:pt idx="1314">
                  <c:v>0.3285</c:v>
                </c:pt>
                <c:pt idx="1315">
                  <c:v>0.329</c:v>
                </c:pt>
                <c:pt idx="1316">
                  <c:v>0.329</c:v>
                </c:pt>
                <c:pt idx="1317">
                  <c:v>0.3295</c:v>
                </c:pt>
                <c:pt idx="1318">
                  <c:v>0.3295</c:v>
                </c:pt>
                <c:pt idx="1319">
                  <c:v>0.33</c:v>
                </c:pt>
                <c:pt idx="1320">
                  <c:v>0.33</c:v>
                </c:pt>
                <c:pt idx="1321">
                  <c:v>0.3305</c:v>
                </c:pt>
                <c:pt idx="1322">
                  <c:v>0.3305</c:v>
                </c:pt>
                <c:pt idx="1323">
                  <c:v>0.331</c:v>
                </c:pt>
                <c:pt idx="1324">
                  <c:v>0.331</c:v>
                </c:pt>
                <c:pt idx="1325">
                  <c:v>0.3315</c:v>
                </c:pt>
                <c:pt idx="1326">
                  <c:v>0.3315</c:v>
                </c:pt>
                <c:pt idx="1327">
                  <c:v>0.332</c:v>
                </c:pt>
                <c:pt idx="1328">
                  <c:v>0.332</c:v>
                </c:pt>
                <c:pt idx="1329">
                  <c:v>0.3325</c:v>
                </c:pt>
                <c:pt idx="1330">
                  <c:v>0.3325</c:v>
                </c:pt>
                <c:pt idx="1331">
                  <c:v>0.333</c:v>
                </c:pt>
                <c:pt idx="1332">
                  <c:v>0.333</c:v>
                </c:pt>
                <c:pt idx="1333">
                  <c:v>0.3335</c:v>
                </c:pt>
                <c:pt idx="1334">
                  <c:v>0.3335</c:v>
                </c:pt>
                <c:pt idx="1335">
                  <c:v>0.334</c:v>
                </c:pt>
                <c:pt idx="1336">
                  <c:v>0.334</c:v>
                </c:pt>
                <c:pt idx="1337">
                  <c:v>0.3345</c:v>
                </c:pt>
                <c:pt idx="1338">
                  <c:v>0.3345</c:v>
                </c:pt>
                <c:pt idx="1339">
                  <c:v>0.335</c:v>
                </c:pt>
                <c:pt idx="1340">
                  <c:v>0.335</c:v>
                </c:pt>
                <c:pt idx="1341">
                  <c:v>0.3355</c:v>
                </c:pt>
                <c:pt idx="1342">
                  <c:v>0.3355</c:v>
                </c:pt>
                <c:pt idx="1343">
                  <c:v>0.336</c:v>
                </c:pt>
                <c:pt idx="1344">
                  <c:v>0.336</c:v>
                </c:pt>
                <c:pt idx="1345">
                  <c:v>0.3365</c:v>
                </c:pt>
                <c:pt idx="1346">
                  <c:v>0.3365</c:v>
                </c:pt>
                <c:pt idx="1347">
                  <c:v>0.337</c:v>
                </c:pt>
                <c:pt idx="1348">
                  <c:v>0.337</c:v>
                </c:pt>
                <c:pt idx="1349">
                  <c:v>0.3375</c:v>
                </c:pt>
                <c:pt idx="1350">
                  <c:v>0.3375</c:v>
                </c:pt>
                <c:pt idx="1351">
                  <c:v>0.338</c:v>
                </c:pt>
                <c:pt idx="1352">
                  <c:v>0.338</c:v>
                </c:pt>
                <c:pt idx="1353">
                  <c:v>0.3385</c:v>
                </c:pt>
                <c:pt idx="1354">
                  <c:v>0.3385</c:v>
                </c:pt>
                <c:pt idx="1355">
                  <c:v>0.339</c:v>
                </c:pt>
                <c:pt idx="1356">
                  <c:v>0.339</c:v>
                </c:pt>
                <c:pt idx="1357">
                  <c:v>0.3395</c:v>
                </c:pt>
                <c:pt idx="1358">
                  <c:v>0.3395</c:v>
                </c:pt>
                <c:pt idx="1359">
                  <c:v>0.34</c:v>
                </c:pt>
                <c:pt idx="1360">
                  <c:v>0.34</c:v>
                </c:pt>
                <c:pt idx="1361">
                  <c:v>0.3405</c:v>
                </c:pt>
                <c:pt idx="1362">
                  <c:v>0.3405</c:v>
                </c:pt>
                <c:pt idx="1363">
                  <c:v>0.341</c:v>
                </c:pt>
                <c:pt idx="1364">
                  <c:v>0.341</c:v>
                </c:pt>
                <c:pt idx="1365">
                  <c:v>0.3415</c:v>
                </c:pt>
                <c:pt idx="1366">
                  <c:v>0.3415</c:v>
                </c:pt>
                <c:pt idx="1367">
                  <c:v>0.342</c:v>
                </c:pt>
                <c:pt idx="1368">
                  <c:v>0.342</c:v>
                </c:pt>
                <c:pt idx="1369">
                  <c:v>0.3425</c:v>
                </c:pt>
                <c:pt idx="1370">
                  <c:v>0.3425</c:v>
                </c:pt>
                <c:pt idx="1371">
                  <c:v>0.343</c:v>
                </c:pt>
                <c:pt idx="1372">
                  <c:v>0.343</c:v>
                </c:pt>
                <c:pt idx="1373">
                  <c:v>0.3435</c:v>
                </c:pt>
                <c:pt idx="1374">
                  <c:v>0.3435</c:v>
                </c:pt>
                <c:pt idx="1375">
                  <c:v>0.344</c:v>
                </c:pt>
                <c:pt idx="1376">
                  <c:v>0.344</c:v>
                </c:pt>
                <c:pt idx="1377">
                  <c:v>0.3445</c:v>
                </c:pt>
                <c:pt idx="1378">
                  <c:v>0.3445</c:v>
                </c:pt>
                <c:pt idx="1379">
                  <c:v>0.345</c:v>
                </c:pt>
                <c:pt idx="1380">
                  <c:v>0.345</c:v>
                </c:pt>
                <c:pt idx="1381">
                  <c:v>0.3455</c:v>
                </c:pt>
                <c:pt idx="1382">
                  <c:v>0.3455</c:v>
                </c:pt>
                <c:pt idx="1383">
                  <c:v>0.346</c:v>
                </c:pt>
                <c:pt idx="1384">
                  <c:v>0.346</c:v>
                </c:pt>
                <c:pt idx="1385">
                  <c:v>0.3465</c:v>
                </c:pt>
                <c:pt idx="1386">
                  <c:v>0.3465</c:v>
                </c:pt>
                <c:pt idx="1387">
                  <c:v>0.347</c:v>
                </c:pt>
                <c:pt idx="1388">
                  <c:v>0.347</c:v>
                </c:pt>
                <c:pt idx="1389">
                  <c:v>0.3475</c:v>
                </c:pt>
                <c:pt idx="1390">
                  <c:v>0.3475</c:v>
                </c:pt>
                <c:pt idx="1391">
                  <c:v>0.348</c:v>
                </c:pt>
                <c:pt idx="1392">
                  <c:v>0.348</c:v>
                </c:pt>
                <c:pt idx="1393">
                  <c:v>0.3485</c:v>
                </c:pt>
                <c:pt idx="1394">
                  <c:v>0.3485</c:v>
                </c:pt>
                <c:pt idx="1395">
                  <c:v>0.349</c:v>
                </c:pt>
                <c:pt idx="1396">
                  <c:v>0.349</c:v>
                </c:pt>
                <c:pt idx="1397">
                  <c:v>0.3495</c:v>
                </c:pt>
                <c:pt idx="1398">
                  <c:v>0.3495</c:v>
                </c:pt>
                <c:pt idx="1399">
                  <c:v>0.35</c:v>
                </c:pt>
                <c:pt idx="1400">
                  <c:v>0.35</c:v>
                </c:pt>
                <c:pt idx="1401">
                  <c:v>0.3505</c:v>
                </c:pt>
                <c:pt idx="1402">
                  <c:v>0.3505</c:v>
                </c:pt>
                <c:pt idx="1403">
                  <c:v>0.351</c:v>
                </c:pt>
                <c:pt idx="1404">
                  <c:v>0.351</c:v>
                </c:pt>
                <c:pt idx="1405">
                  <c:v>0.3515</c:v>
                </c:pt>
                <c:pt idx="1406">
                  <c:v>0.3515</c:v>
                </c:pt>
                <c:pt idx="1407">
                  <c:v>0.352</c:v>
                </c:pt>
                <c:pt idx="1408">
                  <c:v>0.352</c:v>
                </c:pt>
                <c:pt idx="1409">
                  <c:v>0.3525</c:v>
                </c:pt>
                <c:pt idx="1410">
                  <c:v>0.3525</c:v>
                </c:pt>
                <c:pt idx="1411">
                  <c:v>0.353</c:v>
                </c:pt>
                <c:pt idx="1412">
                  <c:v>0.353</c:v>
                </c:pt>
                <c:pt idx="1413">
                  <c:v>0.3535</c:v>
                </c:pt>
                <c:pt idx="1414">
                  <c:v>0.3535</c:v>
                </c:pt>
                <c:pt idx="1415">
                  <c:v>0.354</c:v>
                </c:pt>
                <c:pt idx="1416">
                  <c:v>0.354</c:v>
                </c:pt>
                <c:pt idx="1417">
                  <c:v>0.3545</c:v>
                </c:pt>
                <c:pt idx="1418">
                  <c:v>0.3545</c:v>
                </c:pt>
                <c:pt idx="1419">
                  <c:v>0.355</c:v>
                </c:pt>
                <c:pt idx="1420">
                  <c:v>0.355</c:v>
                </c:pt>
                <c:pt idx="1421">
                  <c:v>0.3555</c:v>
                </c:pt>
                <c:pt idx="1422">
                  <c:v>0.3555</c:v>
                </c:pt>
                <c:pt idx="1423">
                  <c:v>0.356</c:v>
                </c:pt>
                <c:pt idx="1424">
                  <c:v>0.356</c:v>
                </c:pt>
                <c:pt idx="1425">
                  <c:v>0.3565</c:v>
                </c:pt>
                <c:pt idx="1426">
                  <c:v>0.3565</c:v>
                </c:pt>
                <c:pt idx="1427">
                  <c:v>0.357</c:v>
                </c:pt>
                <c:pt idx="1428">
                  <c:v>0.357</c:v>
                </c:pt>
                <c:pt idx="1429">
                  <c:v>0.3575</c:v>
                </c:pt>
                <c:pt idx="1430">
                  <c:v>0.3575</c:v>
                </c:pt>
                <c:pt idx="1431">
                  <c:v>0.358</c:v>
                </c:pt>
                <c:pt idx="1432">
                  <c:v>0.358</c:v>
                </c:pt>
                <c:pt idx="1433">
                  <c:v>0.3585</c:v>
                </c:pt>
                <c:pt idx="1434">
                  <c:v>0.3585</c:v>
                </c:pt>
                <c:pt idx="1435">
                  <c:v>0.359</c:v>
                </c:pt>
                <c:pt idx="1436">
                  <c:v>0.359</c:v>
                </c:pt>
                <c:pt idx="1437">
                  <c:v>0.3595</c:v>
                </c:pt>
                <c:pt idx="1438">
                  <c:v>0.3595</c:v>
                </c:pt>
                <c:pt idx="1439">
                  <c:v>0.36</c:v>
                </c:pt>
                <c:pt idx="1440">
                  <c:v>0.36</c:v>
                </c:pt>
                <c:pt idx="1441">
                  <c:v>0.3605</c:v>
                </c:pt>
                <c:pt idx="1442">
                  <c:v>0.3605</c:v>
                </c:pt>
                <c:pt idx="1443">
                  <c:v>0.361</c:v>
                </c:pt>
                <c:pt idx="1444">
                  <c:v>0.361</c:v>
                </c:pt>
                <c:pt idx="1445">
                  <c:v>0.3615</c:v>
                </c:pt>
                <c:pt idx="1446">
                  <c:v>0.3615</c:v>
                </c:pt>
                <c:pt idx="1447">
                  <c:v>0.362</c:v>
                </c:pt>
                <c:pt idx="1448">
                  <c:v>0.362</c:v>
                </c:pt>
                <c:pt idx="1449">
                  <c:v>0.3625</c:v>
                </c:pt>
                <c:pt idx="1450">
                  <c:v>0.3625</c:v>
                </c:pt>
                <c:pt idx="1451">
                  <c:v>0.363</c:v>
                </c:pt>
                <c:pt idx="1452">
                  <c:v>0.363</c:v>
                </c:pt>
                <c:pt idx="1453">
                  <c:v>0.3635</c:v>
                </c:pt>
                <c:pt idx="1454">
                  <c:v>0.3635</c:v>
                </c:pt>
                <c:pt idx="1455">
                  <c:v>0.364</c:v>
                </c:pt>
                <c:pt idx="1456">
                  <c:v>0.364</c:v>
                </c:pt>
                <c:pt idx="1457">
                  <c:v>0.3645</c:v>
                </c:pt>
                <c:pt idx="1458">
                  <c:v>0.3645</c:v>
                </c:pt>
                <c:pt idx="1459">
                  <c:v>0.365</c:v>
                </c:pt>
                <c:pt idx="1460">
                  <c:v>0.365</c:v>
                </c:pt>
                <c:pt idx="1461">
                  <c:v>0.3655</c:v>
                </c:pt>
                <c:pt idx="1462">
                  <c:v>0.3655</c:v>
                </c:pt>
                <c:pt idx="1463">
                  <c:v>0.366</c:v>
                </c:pt>
                <c:pt idx="1464">
                  <c:v>0.366</c:v>
                </c:pt>
                <c:pt idx="1465">
                  <c:v>0.3665</c:v>
                </c:pt>
                <c:pt idx="1466">
                  <c:v>0.3665</c:v>
                </c:pt>
                <c:pt idx="1467">
                  <c:v>0.367</c:v>
                </c:pt>
                <c:pt idx="1468">
                  <c:v>0.367</c:v>
                </c:pt>
                <c:pt idx="1469">
                  <c:v>0.3675</c:v>
                </c:pt>
                <c:pt idx="1470">
                  <c:v>0.3675</c:v>
                </c:pt>
                <c:pt idx="1471">
                  <c:v>0.368</c:v>
                </c:pt>
                <c:pt idx="1472">
                  <c:v>0.368</c:v>
                </c:pt>
                <c:pt idx="1473">
                  <c:v>0.3685</c:v>
                </c:pt>
                <c:pt idx="1474">
                  <c:v>0.3685</c:v>
                </c:pt>
                <c:pt idx="1475">
                  <c:v>0.369</c:v>
                </c:pt>
                <c:pt idx="1476">
                  <c:v>0.369</c:v>
                </c:pt>
                <c:pt idx="1477">
                  <c:v>0.3695</c:v>
                </c:pt>
                <c:pt idx="1478">
                  <c:v>0.3695</c:v>
                </c:pt>
                <c:pt idx="1479">
                  <c:v>0.37</c:v>
                </c:pt>
                <c:pt idx="1480">
                  <c:v>0.37</c:v>
                </c:pt>
                <c:pt idx="1481">
                  <c:v>0.3705</c:v>
                </c:pt>
                <c:pt idx="1482">
                  <c:v>0.3705</c:v>
                </c:pt>
                <c:pt idx="1483">
                  <c:v>0.371</c:v>
                </c:pt>
                <c:pt idx="1484">
                  <c:v>0.371</c:v>
                </c:pt>
                <c:pt idx="1485">
                  <c:v>0.3715</c:v>
                </c:pt>
                <c:pt idx="1486">
                  <c:v>0.3715</c:v>
                </c:pt>
                <c:pt idx="1487">
                  <c:v>0.372</c:v>
                </c:pt>
                <c:pt idx="1488">
                  <c:v>0.372</c:v>
                </c:pt>
                <c:pt idx="1489">
                  <c:v>0.3725</c:v>
                </c:pt>
                <c:pt idx="1490">
                  <c:v>0.3725</c:v>
                </c:pt>
                <c:pt idx="1491">
                  <c:v>0.373</c:v>
                </c:pt>
                <c:pt idx="1492">
                  <c:v>0.373</c:v>
                </c:pt>
                <c:pt idx="1493">
                  <c:v>0.3735</c:v>
                </c:pt>
                <c:pt idx="1494">
                  <c:v>0.3735</c:v>
                </c:pt>
                <c:pt idx="1495">
                  <c:v>0.374</c:v>
                </c:pt>
                <c:pt idx="1496">
                  <c:v>0.374</c:v>
                </c:pt>
                <c:pt idx="1497">
                  <c:v>0.3745</c:v>
                </c:pt>
                <c:pt idx="1498">
                  <c:v>0.3745</c:v>
                </c:pt>
                <c:pt idx="1499">
                  <c:v>0.375</c:v>
                </c:pt>
                <c:pt idx="1500">
                  <c:v>0.375</c:v>
                </c:pt>
                <c:pt idx="1501">
                  <c:v>0.3755</c:v>
                </c:pt>
                <c:pt idx="1502">
                  <c:v>0.3755</c:v>
                </c:pt>
                <c:pt idx="1503">
                  <c:v>0.376</c:v>
                </c:pt>
                <c:pt idx="1504">
                  <c:v>0.376</c:v>
                </c:pt>
                <c:pt idx="1505">
                  <c:v>0.3765</c:v>
                </c:pt>
                <c:pt idx="1506">
                  <c:v>0.3765</c:v>
                </c:pt>
                <c:pt idx="1507">
                  <c:v>0.377</c:v>
                </c:pt>
                <c:pt idx="1508">
                  <c:v>0.377</c:v>
                </c:pt>
                <c:pt idx="1509">
                  <c:v>0.3775</c:v>
                </c:pt>
                <c:pt idx="1510">
                  <c:v>0.3775</c:v>
                </c:pt>
                <c:pt idx="1511">
                  <c:v>0.378</c:v>
                </c:pt>
                <c:pt idx="1512">
                  <c:v>0.378</c:v>
                </c:pt>
                <c:pt idx="1513">
                  <c:v>0.3785</c:v>
                </c:pt>
                <c:pt idx="1514">
                  <c:v>0.3785</c:v>
                </c:pt>
                <c:pt idx="1515">
                  <c:v>0.379</c:v>
                </c:pt>
                <c:pt idx="1516">
                  <c:v>0.379</c:v>
                </c:pt>
                <c:pt idx="1517">
                  <c:v>0.3795</c:v>
                </c:pt>
                <c:pt idx="1518">
                  <c:v>0.3795</c:v>
                </c:pt>
                <c:pt idx="1519">
                  <c:v>0.38</c:v>
                </c:pt>
                <c:pt idx="1520">
                  <c:v>0.38</c:v>
                </c:pt>
                <c:pt idx="1521">
                  <c:v>0.3805</c:v>
                </c:pt>
                <c:pt idx="1522">
                  <c:v>0.3805</c:v>
                </c:pt>
                <c:pt idx="1523">
                  <c:v>0.381</c:v>
                </c:pt>
                <c:pt idx="1524">
                  <c:v>0.381</c:v>
                </c:pt>
                <c:pt idx="1525">
                  <c:v>0.3815</c:v>
                </c:pt>
                <c:pt idx="1526">
                  <c:v>0.3815</c:v>
                </c:pt>
                <c:pt idx="1527">
                  <c:v>0.382</c:v>
                </c:pt>
                <c:pt idx="1528">
                  <c:v>0.382</c:v>
                </c:pt>
                <c:pt idx="1529">
                  <c:v>0.3825</c:v>
                </c:pt>
                <c:pt idx="1530">
                  <c:v>0.3825</c:v>
                </c:pt>
                <c:pt idx="1531">
                  <c:v>0.383</c:v>
                </c:pt>
                <c:pt idx="1532">
                  <c:v>0.383</c:v>
                </c:pt>
                <c:pt idx="1533">
                  <c:v>0.3835</c:v>
                </c:pt>
                <c:pt idx="1534">
                  <c:v>0.3835</c:v>
                </c:pt>
                <c:pt idx="1535">
                  <c:v>0.384</c:v>
                </c:pt>
                <c:pt idx="1536">
                  <c:v>0.384</c:v>
                </c:pt>
                <c:pt idx="1537">
                  <c:v>0.3845</c:v>
                </c:pt>
                <c:pt idx="1538">
                  <c:v>0.3845</c:v>
                </c:pt>
                <c:pt idx="1539">
                  <c:v>0.385</c:v>
                </c:pt>
                <c:pt idx="1540">
                  <c:v>0.385</c:v>
                </c:pt>
                <c:pt idx="1541">
                  <c:v>0.3855</c:v>
                </c:pt>
                <c:pt idx="1542">
                  <c:v>0.3855</c:v>
                </c:pt>
                <c:pt idx="1543">
                  <c:v>0.386</c:v>
                </c:pt>
                <c:pt idx="1544">
                  <c:v>0.386</c:v>
                </c:pt>
                <c:pt idx="1545">
                  <c:v>0.3865</c:v>
                </c:pt>
                <c:pt idx="1546">
                  <c:v>0.3865</c:v>
                </c:pt>
                <c:pt idx="1547">
                  <c:v>0.387</c:v>
                </c:pt>
                <c:pt idx="1548">
                  <c:v>0.387</c:v>
                </c:pt>
                <c:pt idx="1549">
                  <c:v>0.3875</c:v>
                </c:pt>
                <c:pt idx="1550">
                  <c:v>0.3875</c:v>
                </c:pt>
                <c:pt idx="1551">
                  <c:v>0.388</c:v>
                </c:pt>
                <c:pt idx="1552">
                  <c:v>0.388</c:v>
                </c:pt>
                <c:pt idx="1553">
                  <c:v>0.3885</c:v>
                </c:pt>
                <c:pt idx="1554">
                  <c:v>0.3885</c:v>
                </c:pt>
                <c:pt idx="1555">
                  <c:v>0.389</c:v>
                </c:pt>
                <c:pt idx="1556">
                  <c:v>0.389</c:v>
                </c:pt>
                <c:pt idx="1557">
                  <c:v>0.3895</c:v>
                </c:pt>
                <c:pt idx="1558">
                  <c:v>0.3895</c:v>
                </c:pt>
                <c:pt idx="1559">
                  <c:v>0.39</c:v>
                </c:pt>
                <c:pt idx="1560">
                  <c:v>0.39</c:v>
                </c:pt>
                <c:pt idx="1561">
                  <c:v>0.3905</c:v>
                </c:pt>
                <c:pt idx="1562">
                  <c:v>0.3905</c:v>
                </c:pt>
                <c:pt idx="1563">
                  <c:v>0.391</c:v>
                </c:pt>
                <c:pt idx="1564">
                  <c:v>0.391</c:v>
                </c:pt>
                <c:pt idx="1565">
                  <c:v>0.3915</c:v>
                </c:pt>
                <c:pt idx="1566">
                  <c:v>0.3915</c:v>
                </c:pt>
                <c:pt idx="1567">
                  <c:v>0.392</c:v>
                </c:pt>
                <c:pt idx="1568">
                  <c:v>0.392</c:v>
                </c:pt>
                <c:pt idx="1569">
                  <c:v>0.3925</c:v>
                </c:pt>
                <c:pt idx="1570">
                  <c:v>0.3925</c:v>
                </c:pt>
                <c:pt idx="1571">
                  <c:v>0.393</c:v>
                </c:pt>
                <c:pt idx="1572">
                  <c:v>0.393</c:v>
                </c:pt>
                <c:pt idx="1573">
                  <c:v>0.3935</c:v>
                </c:pt>
                <c:pt idx="1574">
                  <c:v>0.3935</c:v>
                </c:pt>
                <c:pt idx="1575">
                  <c:v>0.394</c:v>
                </c:pt>
                <c:pt idx="1576">
                  <c:v>0.394</c:v>
                </c:pt>
                <c:pt idx="1577">
                  <c:v>0.3945</c:v>
                </c:pt>
                <c:pt idx="1578">
                  <c:v>0.3945</c:v>
                </c:pt>
                <c:pt idx="1579">
                  <c:v>0.395</c:v>
                </c:pt>
                <c:pt idx="1580">
                  <c:v>0.395</c:v>
                </c:pt>
                <c:pt idx="1581">
                  <c:v>0.3955</c:v>
                </c:pt>
                <c:pt idx="1582">
                  <c:v>0.3955</c:v>
                </c:pt>
                <c:pt idx="1583">
                  <c:v>0.396</c:v>
                </c:pt>
                <c:pt idx="1584">
                  <c:v>0.396</c:v>
                </c:pt>
                <c:pt idx="1585">
                  <c:v>0.3965</c:v>
                </c:pt>
                <c:pt idx="1586">
                  <c:v>0.3965</c:v>
                </c:pt>
                <c:pt idx="1587">
                  <c:v>0.397</c:v>
                </c:pt>
                <c:pt idx="1588">
                  <c:v>0.397</c:v>
                </c:pt>
                <c:pt idx="1589">
                  <c:v>0.3975</c:v>
                </c:pt>
                <c:pt idx="1590">
                  <c:v>0.3975</c:v>
                </c:pt>
                <c:pt idx="1591">
                  <c:v>0.398</c:v>
                </c:pt>
                <c:pt idx="1592">
                  <c:v>0.398</c:v>
                </c:pt>
                <c:pt idx="1593">
                  <c:v>0.3985</c:v>
                </c:pt>
                <c:pt idx="1594">
                  <c:v>0.3985</c:v>
                </c:pt>
                <c:pt idx="1595">
                  <c:v>0.399</c:v>
                </c:pt>
                <c:pt idx="1596">
                  <c:v>0.399</c:v>
                </c:pt>
                <c:pt idx="1597">
                  <c:v>0.3995</c:v>
                </c:pt>
                <c:pt idx="1598">
                  <c:v>0.3995</c:v>
                </c:pt>
                <c:pt idx="1599">
                  <c:v>0.4</c:v>
                </c:pt>
                <c:pt idx="1600">
                  <c:v>0.4</c:v>
                </c:pt>
                <c:pt idx="1601">
                  <c:v>0.4005</c:v>
                </c:pt>
                <c:pt idx="1602">
                  <c:v>0.4005</c:v>
                </c:pt>
                <c:pt idx="1603">
                  <c:v>0.401</c:v>
                </c:pt>
                <c:pt idx="1604">
                  <c:v>0.401</c:v>
                </c:pt>
                <c:pt idx="1605">
                  <c:v>0.4015</c:v>
                </c:pt>
                <c:pt idx="1606">
                  <c:v>0.4015</c:v>
                </c:pt>
                <c:pt idx="1607">
                  <c:v>0.402</c:v>
                </c:pt>
                <c:pt idx="1608">
                  <c:v>0.402</c:v>
                </c:pt>
                <c:pt idx="1609">
                  <c:v>0.4025</c:v>
                </c:pt>
                <c:pt idx="1610">
                  <c:v>0.4025</c:v>
                </c:pt>
                <c:pt idx="1611">
                  <c:v>0.403</c:v>
                </c:pt>
                <c:pt idx="1612">
                  <c:v>0.403</c:v>
                </c:pt>
                <c:pt idx="1613">
                  <c:v>0.4035</c:v>
                </c:pt>
                <c:pt idx="1614">
                  <c:v>0.4035</c:v>
                </c:pt>
                <c:pt idx="1615">
                  <c:v>0.404</c:v>
                </c:pt>
                <c:pt idx="1616">
                  <c:v>0.404</c:v>
                </c:pt>
                <c:pt idx="1617">
                  <c:v>0.4045</c:v>
                </c:pt>
                <c:pt idx="1618">
                  <c:v>0.4045</c:v>
                </c:pt>
                <c:pt idx="1619">
                  <c:v>0.405</c:v>
                </c:pt>
                <c:pt idx="1620">
                  <c:v>0.405</c:v>
                </c:pt>
                <c:pt idx="1621">
                  <c:v>0.4055</c:v>
                </c:pt>
                <c:pt idx="1622">
                  <c:v>0.4055</c:v>
                </c:pt>
                <c:pt idx="1623">
                  <c:v>0.406</c:v>
                </c:pt>
                <c:pt idx="1624">
                  <c:v>0.406</c:v>
                </c:pt>
                <c:pt idx="1625">
                  <c:v>0.4065</c:v>
                </c:pt>
                <c:pt idx="1626">
                  <c:v>0.4065</c:v>
                </c:pt>
                <c:pt idx="1627">
                  <c:v>0.407</c:v>
                </c:pt>
                <c:pt idx="1628">
                  <c:v>0.407</c:v>
                </c:pt>
                <c:pt idx="1629">
                  <c:v>0.4075</c:v>
                </c:pt>
                <c:pt idx="1630">
                  <c:v>0.4075</c:v>
                </c:pt>
                <c:pt idx="1631">
                  <c:v>0.408</c:v>
                </c:pt>
                <c:pt idx="1632">
                  <c:v>0.408</c:v>
                </c:pt>
                <c:pt idx="1633">
                  <c:v>0.4085</c:v>
                </c:pt>
                <c:pt idx="1634">
                  <c:v>0.4085</c:v>
                </c:pt>
                <c:pt idx="1635">
                  <c:v>0.409</c:v>
                </c:pt>
                <c:pt idx="1636">
                  <c:v>0.409</c:v>
                </c:pt>
                <c:pt idx="1637">
                  <c:v>0.4095</c:v>
                </c:pt>
                <c:pt idx="1638">
                  <c:v>0.4095</c:v>
                </c:pt>
                <c:pt idx="1639">
                  <c:v>0.41</c:v>
                </c:pt>
                <c:pt idx="1640">
                  <c:v>0.41</c:v>
                </c:pt>
                <c:pt idx="1641">
                  <c:v>0.4105</c:v>
                </c:pt>
                <c:pt idx="1642">
                  <c:v>0.4105</c:v>
                </c:pt>
                <c:pt idx="1643">
                  <c:v>0.411</c:v>
                </c:pt>
                <c:pt idx="1644">
                  <c:v>0.411</c:v>
                </c:pt>
                <c:pt idx="1645">
                  <c:v>0.4115</c:v>
                </c:pt>
                <c:pt idx="1646">
                  <c:v>0.4115</c:v>
                </c:pt>
                <c:pt idx="1647">
                  <c:v>0.412</c:v>
                </c:pt>
                <c:pt idx="1648">
                  <c:v>0.412</c:v>
                </c:pt>
                <c:pt idx="1649">
                  <c:v>0.4125</c:v>
                </c:pt>
                <c:pt idx="1650">
                  <c:v>0.4125</c:v>
                </c:pt>
                <c:pt idx="1651">
                  <c:v>0.413</c:v>
                </c:pt>
                <c:pt idx="1652">
                  <c:v>0.413</c:v>
                </c:pt>
                <c:pt idx="1653">
                  <c:v>0.4135</c:v>
                </c:pt>
                <c:pt idx="1654">
                  <c:v>0.4135</c:v>
                </c:pt>
                <c:pt idx="1655">
                  <c:v>0.414</c:v>
                </c:pt>
                <c:pt idx="1656">
                  <c:v>0.414</c:v>
                </c:pt>
                <c:pt idx="1657">
                  <c:v>0.4145</c:v>
                </c:pt>
                <c:pt idx="1658">
                  <c:v>0.4145</c:v>
                </c:pt>
                <c:pt idx="1659">
                  <c:v>0.415</c:v>
                </c:pt>
                <c:pt idx="1660">
                  <c:v>0.415</c:v>
                </c:pt>
                <c:pt idx="1661">
                  <c:v>0.4155</c:v>
                </c:pt>
                <c:pt idx="1662">
                  <c:v>0.4155</c:v>
                </c:pt>
                <c:pt idx="1663">
                  <c:v>0.416</c:v>
                </c:pt>
                <c:pt idx="1664">
                  <c:v>0.416</c:v>
                </c:pt>
                <c:pt idx="1665">
                  <c:v>0.4165</c:v>
                </c:pt>
                <c:pt idx="1666">
                  <c:v>0.4165</c:v>
                </c:pt>
                <c:pt idx="1667">
                  <c:v>0.417</c:v>
                </c:pt>
                <c:pt idx="1668">
                  <c:v>0.417</c:v>
                </c:pt>
                <c:pt idx="1669">
                  <c:v>0.4175</c:v>
                </c:pt>
                <c:pt idx="1670">
                  <c:v>0.4175</c:v>
                </c:pt>
                <c:pt idx="1671">
                  <c:v>0.418</c:v>
                </c:pt>
                <c:pt idx="1672">
                  <c:v>0.418</c:v>
                </c:pt>
                <c:pt idx="1673">
                  <c:v>0.4185</c:v>
                </c:pt>
                <c:pt idx="1674">
                  <c:v>0.4185</c:v>
                </c:pt>
                <c:pt idx="1675">
                  <c:v>0.419</c:v>
                </c:pt>
                <c:pt idx="1676">
                  <c:v>0.419</c:v>
                </c:pt>
                <c:pt idx="1677">
                  <c:v>0.4195</c:v>
                </c:pt>
                <c:pt idx="1678">
                  <c:v>0.4195</c:v>
                </c:pt>
                <c:pt idx="1679">
                  <c:v>0.42</c:v>
                </c:pt>
                <c:pt idx="1680">
                  <c:v>0.42</c:v>
                </c:pt>
                <c:pt idx="1681">
                  <c:v>0.4205</c:v>
                </c:pt>
                <c:pt idx="1682">
                  <c:v>0.4205</c:v>
                </c:pt>
                <c:pt idx="1683">
                  <c:v>0.421</c:v>
                </c:pt>
                <c:pt idx="1684">
                  <c:v>0.421</c:v>
                </c:pt>
                <c:pt idx="1685">
                  <c:v>0.4215</c:v>
                </c:pt>
                <c:pt idx="1686">
                  <c:v>0.4215</c:v>
                </c:pt>
                <c:pt idx="1687">
                  <c:v>0.422</c:v>
                </c:pt>
                <c:pt idx="1688">
                  <c:v>0.422</c:v>
                </c:pt>
                <c:pt idx="1689">
                  <c:v>0.4225</c:v>
                </c:pt>
                <c:pt idx="1690">
                  <c:v>0.4225</c:v>
                </c:pt>
                <c:pt idx="1691">
                  <c:v>0.423</c:v>
                </c:pt>
                <c:pt idx="1692">
                  <c:v>0.423</c:v>
                </c:pt>
                <c:pt idx="1693">
                  <c:v>0.4235</c:v>
                </c:pt>
                <c:pt idx="1694">
                  <c:v>0.4235</c:v>
                </c:pt>
                <c:pt idx="1695">
                  <c:v>0.424</c:v>
                </c:pt>
                <c:pt idx="1696">
                  <c:v>0.424</c:v>
                </c:pt>
                <c:pt idx="1697">
                  <c:v>0.4245</c:v>
                </c:pt>
                <c:pt idx="1698">
                  <c:v>0.4245</c:v>
                </c:pt>
                <c:pt idx="1699">
                  <c:v>0.425</c:v>
                </c:pt>
                <c:pt idx="1700">
                  <c:v>0.425</c:v>
                </c:pt>
                <c:pt idx="1701">
                  <c:v>0.4255</c:v>
                </c:pt>
                <c:pt idx="1702">
                  <c:v>0.4255</c:v>
                </c:pt>
                <c:pt idx="1703">
                  <c:v>0.426</c:v>
                </c:pt>
                <c:pt idx="1704">
                  <c:v>0.426</c:v>
                </c:pt>
                <c:pt idx="1705">
                  <c:v>0.4265</c:v>
                </c:pt>
                <c:pt idx="1706">
                  <c:v>0.4265</c:v>
                </c:pt>
                <c:pt idx="1707">
                  <c:v>0.427</c:v>
                </c:pt>
                <c:pt idx="1708">
                  <c:v>0.427</c:v>
                </c:pt>
                <c:pt idx="1709">
                  <c:v>0.4275</c:v>
                </c:pt>
                <c:pt idx="1710">
                  <c:v>0.4275</c:v>
                </c:pt>
                <c:pt idx="1711">
                  <c:v>0.428</c:v>
                </c:pt>
                <c:pt idx="1712">
                  <c:v>0.428</c:v>
                </c:pt>
                <c:pt idx="1713">
                  <c:v>0.4285</c:v>
                </c:pt>
                <c:pt idx="1714">
                  <c:v>0.4285</c:v>
                </c:pt>
                <c:pt idx="1715">
                  <c:v>0.429</c:v>
                </c:pt>
                <c:pt idx="1716">
                  <c:v>0.429</c:v>
                </c:pt>
                <c:pt idx="1717">
                  <c:v>0.4295</c:v>
                </c:pt>
                <c:pt idx="1718">
                  <c:v>0.4295</c:v>
                </c:pt>
                <c:pt idx="1719">
                  <c:v>0.43</c:v>
                </c:pt>
                <c:pt idx="1720">
                  <c:v>0.43</c:v>
                </c:pt>
                <c:pt idx="1721">
                  <c:v>0.4305</c:v>
                </c:pt>
                <c:pt idx="1722">
                  <c:v>0.4305</c:v>
                </c:pt>
                <c:pt idx="1723">
                  <c:v>0.431</c:v>
                </c:pt>
                <c:pt idx="1724">
                  <c:v>0.431</c:v>
                </c:pt>
                <c:pt idx="1725">
                  <c:v>0.4315</c:v>
                </c:pt>
                <c:pt idx="1726">
                  <c:v>0.4315</c:v>
                </c:pt>
                <c:pt idx="1727">
                  <c:v>0.432</c:v>
                </c:pt>
                <c:pt idx="1728">
                  <c:v>0.432</c:v>
                </c:pt>
                <c:pt idx="1729">
                  <c:v>0.4325</c:v>
                </c:pt>
                <c:pt idx="1730">
                  <c:v>0.4325</c:v>
                </c:pt>
                <c:pt idx="1731">
                  <c:v>0.433</c:v>
                </c:pt>
                <c:pt idx="1732">
                  <c:v>0.433</c:v>
                </c:pt>
                <c:pt idx="1733">
                  <c:v>0.4335</c:v>
                </c:pt>
                <c:pt idx="1734">
                  <c:v>0.4335</c:v>
                </c:pt>
                <c:pt idx="1735">
                  <c:v>0.434</c:v>
                </c:pt>
                <c:pt idx="1736">
                  <c:v>0.434</c:v>
                </c:pt>
                <c:pt idx="1737">
                  <c:v>0.4345</c:v>
                </c:pt>
                <c:pt idx="1738">
                  <c:v>0.4345</c:v>
                </c:pt>
                <c:pt idx="1739">
                  <c:v>0.435</c:v>
                </c:pt>
                <c:pt idx="1740">
                  <c:v>0.435</c:v>
                </c:pt>
                <c:pt idx="1741">
                  <c:v>0.4355</c:v>
                </c:pt>
                <c:pt idx="1742">
                  <c:v>0.4355</c:v>
                </c:pt>
                <c:pt idx="1743">
                  <c:v>0.436</c:v>
                </c:pt>
                <c:pt idx="1744">
                  <c:v>0.436</c:v>
                </c:pt>
                <c:pt idx="1745">
                  <c:v>0.4365</c:v>
                </c:pt>
                <c:pt idx="1746">
                  <c:v>0.4365</c:v>
                </c:pt>
                <c:pt idx="1747">
                  <c:v>0.437</c:v>
                </c:pt>
                <c:pt idx="1748">
                  <c:v>0.437</c:v>
                </c:pt>
                <c:pt idx="1749">
                  <c:v>0.4375</c:v>
                </c:pt>
                <c:pt idx="1750">
                  <c:v>0.4375</c:v>
                </c:pt>
                <c:pt idx="1751">
                  <c:v>0.438</c:v>
                </c:pt>
                <c:pt idx="1752">
                  <c:v>0.438</c:v>
                </c:pt>
                <c:pt idx="1753">
                  <c:v>0.4385</c:v>
                </c:pt>
                <c:pt idx="1754">
                  <c:v>0.4385</c:v>
                </c:pt>
                <c:pt idx="1755">
                  <c:v>0.439</c:v>
                </c:pt>
                <c:pt idx="1756">
                  <c:v>0.439</c:v>
                </c:pt>
                <c:pt idx="1757">
                  <c:v>0.4395</c:v>
                </c:pt>
                <c:pt idx="1758">
                  <c:v>0.4395</c:v>
                </c:pt>
                <c:pt idx="1759">
                  <c:v>0.44</c:v>
                </c:pt>
                <c:pt idx="1760">
                  <c:v>0.44</c:v>
                </c:pt>
                <c:pt idx="1761">
                  <c:v>0.4405</c:v>
                </c:pt>
                <c:pt idx="1762">
                  <c:v>0.4405</c:v>
                </c:pt>
                <c:pt idx="1763">
                  <c:v>0.441</c:v>
                </c:pt>
                <c:pt idx="1764">
                  <c:v>0.441</c:v>
                </c:pt>
                <c:pt idx="1765">
                  <c:v>0.4415</c:v>
                </c:pt>
                <c:pt idx="1766">
                  <c:v>0.4415</c:v>
                </c:pt>
                <c:pt idx="1767">
                  <c:v>0.442</c:v>
                </c:pt>
                <c:pt idx="1768">
                  <c:v>0.442</c:v>
                </c:pt>
                <c:pt idx="1769">
                  <c:v>0.4425</c:v>
                </c:pt>
                <c:pt idx="1770">
                  <c:v>0.4425</c:v>
                </c:pt>
                <c:pt idx="1771">
                  <c:v>0.443</c:v>
                </c:pt>
                <c:pt idx="1772">
                  <c:v>0.443</c:v>
                </c:pt>
                <c:pt idx="1773">
                  <c:v>0.4435</c:v>
                </c:pt>
                <c:pt idx="1774">
                  <c:v>0.4435</c:v>
                </c:pt>
                <c:pt idx="1775">
                  <c:v>0.444</c:v>
                </c:pt>
                <c:pt idx="1776">
                  <c:v>0.444</c:v>
                </c:pt>
                <c:pt idx="1777">
                  <c:v>0.4445</c:v>
                </c:pt>
                <c:pt idx="1778">
                  <c:v>0.4445</c:v>
                </c:pt>
                <c:pt idx="1779">
                  <c:v>0.445</c:v>
                </c:pt>
                <c:pt idx="1780">
                  <c:v>0.445</c:v>
                </c:pt>
                <c:pt idx="1781">
                  <c:v>0.4455</c:v>
                </c:pt>
                <c:pt idx="1782">
                  <c:v>0.4455</c:v>
                </c:pt>
                <c:pt idx="1783">
                  <c:v>0.446</c:v>
                </c:pt>
                <c:pt idx="1784">
                  <c:v>0.446</c:v>
                </c:pt>
                <c:pt idx="1785">
                  <c:v>0.4465</c:v>
                </c:pt>
                <c:pt idx="1786">
                  <c:v>0.4465</c:v>
                </c:pt>
                <c:pt idx="1787">
                  <c:v>0.447</c:v>
                </c:pt>
                <c:pt idx="1788">
                  <c:v>0.447</c:v>
                </c:pt>
                <c:pt idx="1789">
                  <c:v>0.4475</c:v>
                </c:pt>
                <c:pt idx="1790">
                  <c:v>0.4475</c:v>
                </c:pt>
                <c:pt idx="1791">
                  <c:v>0.448</c:v>
                </c:pt>
                <c:pt idx="1792">
                  <c:v>0.448</c:v>
                </c:pt>
                <c:pt idx="1793">
                  <c:v>0.4485</c:v>
                </c:pt>
                <c:pt idx="1794">
                  <c:v>0.4485</c:v>
                </c:pt>
                <c:pt idx="1795">
                  <c:v>0.449</c:v>
                </c:pt>
                <c:pt idx="1796">
                  <c:v>0.449</c:v>
                </c:pt>
                <c:pt idx="1797">
                  <c:v>0.4495</c:v>
                </c:pt>
                <c:pt idx="1798">
                  <c:v>0.4495</c:v>
                </c:pt>
                <c:pt idx="1799">
                  <c:v>0.45</c:v>
                </c:pt>
                <c:pt idx="1800">
                  <c:v>0.45</c:v>
                </c:pt>
                <c:pt idx="1801">
                  <c:v>0.4505</c:v>
                </c:pt>
                <c:pt idx="1802">
                  <c:v>0.4505</c:v>
                </c:pt>
                <c:pt idx="1803">
                  <c:v>0.451</c:v>
                </c:pt>
                <c:pt idx="1804">
                  <c:v>0.451</c:v>
                </c:pt>
                <c:pt idx="1805">
                  <c:v>0.4515</c:v>
                </c:pt>
                <c:pt idx="1806">
                  <c:v>0.4515</c:v>
                </c:pt>
                <c:pt idx="1807">
                  <c:v>0.452</c:v>
                </c:pt>
                <c:pt idx="1808">
                  <c:v>0.452</c:v>
                </c:pt>
                <c:pt idx="1809">
                  <c:v>0.4525</c:v>
                </c:pt>
                <c:pt idx="1810">
                  <c:v>0.4525</c:v>
                </c:pt>
                <c:pt idx="1811">
                  <c:v>0.453</c:v>
                </c:pt>
                <c:pt idx="1812">
                  <c:v>0.453</c:v>
                </c:pt>
                <c:pt idx="1813">
                  <c:v>0.4535</c:v>
                </c:pt>
                <c:pt idx="1814">
                  <c:v>0.4535</c:v>
                </c:pt>
                <c:pt idx="1815">
                  <c:v>0.454</c:v>
                </c:pt>
                <c:pt idx="1816">
                  <c:v>0.454</c:v>
                </c:pt>
                <c:pt idx="1817">
                  <c:v>0.4545</c:v>
                </c:pt>
                <c:pt idx="1818">
                  <c:v>0.4545</c:v>
                </c:pt>
                <c:pt idx="1819">
                  <c:v>0.455</c:v>
                </c:pt>
                <c:pt idx="1820">
                  <c:v>0.455</c:v>
                </c:pt>
                <c:pt idx="1821">
                  <c:v>0.4555</c:v>
                </c:pt>
                <c:pt idx="1822">
                  <c:v>0.4555</c:v>
                </c:pt>
                <c:pt idx="1823">
                  <c:v>0.456</c:v>
                </c:pt>
                <c:pt idx="1824">
                  <c:v>0.456</c:v>
                </c:pt>
                <c:pt idx="1825">
                  <c:v>0.4565</c:v>
                </c:pt>
                <c:pt idx="1826">
                  <c:v>0.4565</c:v>
                </c:pt>
                <c:pt idx="1827">
                  <c:v>0.457</c:v>
                </c:pt>
                <c:pt idx="1828">
                  <c:v>0.457</c:v>
                </c:pt>
                <c:pt idx="1829">
                  <c:v>0.4575</c:v>
                </c:pt>
                <c:pt idx="1830">
                  <c:v>0.4575</c:v>
                </c:pt>
                <c:pt idx="1831">
                  <c:v>0.458</c:v>
                </c:pt>
                <c:pt idx="1832">
                  <c:v>0.458</c:v>
                </c:pt>
                <c:pt idx="1833">
                  <c:v>0.4585</c:v>
                </c:pt>
                <c:pt idx="1834">
                  <c:v>0.4585</c:v>
                </c:pt>
                <c:pt idx="1835">
                  <c:v>0.459</c:v>
                </c:pt>
                <c:pt idx="1836">
                  <c:v>0.459</c:v>
                </c:pt>
                <c:pt idx="1837">
                  <c:v>0.4595</c:v>
                </c:pt>
                <c:pt idx="1838">
                  <c:v>0.4595</c:v>
                </c:pt>
                <c:pt idx="1839">
                  <c:v>0.46</c:v>
                </c:pt>
                <c:pt idx="1840">
                  <c:v>0.46</c:v>
                </c:pt>
                <c:pt idx="1841">
                  <c:v>0.4605</c:v>
                </c:pt>
                <c:pt idx="1842">
                  <c:v>0.4605</c:v>
                </c:pt>
                <c:pt idx="1843">
                  <c:v>0.461</c:v>
                </c:pt>
                <c:pt idx="1844">
                  <c:v>0.461</c:v>
                </c:pt>
                <c:pt idx="1845">
                  <c:v>0.4615</c:v>
                </c:pt>
                <c:pt idx="1846">
                  <c:v>0.4615</c:v>
                </c:pt>
                <c:pt idx="1847">
                  <c:v>0.462</c:v>
                </c:pt>
                <c:pt idx="1848">
                  <c:v>0.462</c:v>
                </c:pt>
                <c:pt idx="1849">
                  <c:v>0.4625</c:v>
                </c:pt>
                <c:pt idx="1850">
                  <c:v>0.4625</c:v>
                </c:pt>
                <c:pt idx="1851">
                  <c:v>0.463</c:v>
                </c:pt>
                <c:pt idx="1852">
                  <c:v>0.463</c:v>
                </c:pt>
                <c:pt idx="1853">
                  <c:v>0.4635</c:v>
                </c:pt>
                <c:pt idx="1854">
                  <c:v>0.4635</c:v>
                </c:pt>
                <c:pt idx="1855">
                  <c:v>0.464</c:v>
                </c:pt>
                <c:pt idx="1856">
                  <c:v>0.464</c:v>
                </c:pt>
                <c:pt idx="1857">
                  <c:v>0.4645</c:v>
                </c:pt>
                <c:pt idx="1858">
                  <c:v>0.4645</c:v>
                </c:pt>
                <c:pt idx="1859">
                  <c:v>0.465</c:v>
                </c:pt>
                <c:pt idx="1860">
                  <c:v>0.465</c:v>
                </c:pt>
                <c:pt idx="1861">
                  <c:v>0.4655</c:v>
                </c:pt>
                <c:pt idx="1862">
                  <c:v>0.4655</c:v>
                </c:pt>
                <c:pt idx="1863">
                  <c:v>0.466</c:v>
                </c:pt>
                <c:pt idx="1864">
                  <c:v>0.466</c:v>
                </c:pt>
                <c:pt idx="1865">
                  <c:v>0.4665</c:v>
                </c:pt>
                <c:pt idx="1866">
                  <c:v>0.4665</c:v>
                </c:pt>
                <c:pt idx="1867">
                  <c:v>0.467</c:v>
                </c:pt>
                <c:pt idx="1868">
                  <c:v>0.467</c:v>
                </c:pt>
                <c:pt idx="1869">
                  <c:v>0.4675</c:v>
                </c:pt>
                <c:pt idx="1870">
                  <c:v>0.4675</c:v>
                </c:pt>
                <c:pt idx="1871">
                  <c:v>0.468</c:v>
                </c:pt>
                <c:pt idx="1872">
                  <c:v>0.468</c:v>
                </c:pt>
                <c:pt idx="1873">
                  <c:v>0.4685</c:v>
                </c:pt>
                <c:pt idx="1874">
                  <c:v>0.4685</c:v>
                </c:pt>
                <c:pt idx="1875">
                  <c:v>0.469</c:v>
                </c:pt>
                <c:pt idx="1876">
                  <c:v>0.469</c:v>
                </c:pt>
                <c:pt idx="1877">
                  <c:v>0.4695</c:v>
                </c:pt>
                <c:pt idx="1878">
                  <c:v>0.4695</c:v>
                </c:pt>
                <c:pt idx="1879">
                  <c:v>0.47</c:v>
                </c:pt>
                <c:pt idx="1880">
                  <c:v>0.47</c:v>
                </c:pt>
                <c:pt idx="1881">
                  <c:v>0.4705</c:v>
                </c:pt>
                <c:pt idx="1882">
                  <c:v>0.4705</c:v>
                </c:pt>
                <c:pt idx="1883">
                  <c:v>0.471</c:v>
                </c:pt>
                <c:pt idx="1884">
                  <c:v>0.471</c:v>
                </c:pt>
                <c:pt idx="1885">
                  <c:v>0.4715</c:v>
                </c:pt>
                <c:pt idx="1886">
                  <c:v>0.4715</c:v>
                </c:pt>
                <c:pt idx="1887">
                  <c:v>0.472</c:v>
                </c:pt>
                <c:pt idx="1888">
                  <c:v>0.472</c:v>
                </c:pt>
                <c:pt idx="1889">
                  <c:v>0.4725</c:v>
                </c:pt>
                <c:pt idx="1890">
                  <c:v>0.4725</c:v>
                </c:pt>
                <c:pt idx="1891">
                  <c:v>0.473</c:v>
                </c:pt>
                <c:pt idx="1892">
                  <c:v>0.473</c:v>
                </c:pt>
                <c:pt idx="1893">
                  <c:v>0.4735</c:v>
                </c:pt>
                <c:pt idx="1894">
                  <c:v>0.4735</c:v>
                </c:pt>
                <c:pt idx="1895">
                  <c:v>0.474</c:v>
                </c:pt>
                <c:pt idx="1896">
                  <c:v>0.474</c:v>
                </c:pt>
                <c:pt idx="1897">
                  <c:v>0.4745</c:v>
                </c:pt>
                <c:pt idx="1898">
                  <c:v>0.4745</c:v>
                </c:pt>
                <c:pt idx="1899">
                  <c:v>0.475</c:v>
                </c:pt>
                <c:pt idx="1900">
                  <c:v>0.475</c:v>
                </c:pt>
                <c:pt idx="1901">
                  <c:v>0.4755</c:v>
                </c:pt>
                <c:pt idx="1902">
                  <c:v>0.4755</c:v>
                </c:pt>
                <c:pt idx="1903">
                  <c:v>0.476</c:v>
                </c:pt>
                <c:pt idx="1904">
                  <c:v>0.476</c:v>
                </c:pt>
                <c:pt idx="1905">
                  <c:v>0.4765</c:v>
                </c:pt>
                <c:pt idx="1906">
                  <c:v>0.4765</c:v>
                </c:pt>
                <c:pt idx="1907">
                  <c:v>0.477</c:v>
                </c:pt>
                <c:pt idx="1908">
                  <c:v>0.477</c:v>
                </c:pt>
                <c:pt idx="1909">
                  <c:v>0.4775</c:v>
                </c:pt>
                <c:pt idx="1910">
                  <c:v>0.4775</c:v>
                </c:pt>
                <c:pt idx="1911">
                  <c:v>0.478</c:v>
                </c:pt>
                <c:pt idx="1912">
                  <c:v>0.478</c:v>
                </c:pt>
                <c:pt idx="1913">
                  <c:v>0.4785</c:v>
                </c:pt>
                <c:pt idx="1914">
                  <c:v>0.4785</c:v>
                </c:pt>
                <c:pt idx="1915">
                  <c:v>0.479</c:v>
                </c:pt>
                <c:pt idx="1916">
                  <c:v>0.479</c:v>
                </c:pt>
                <c:pt idx="1917">
                  <c:v>0.4795</c:v>
                </c:pt>
                <c:pt idx="1918">
                  <c:v>0.4795</c:v>
                </c:pt>
                <c:pt idx="1919">
                  <c:v>0.48</c:v>
                </c:pt>
                <c:pt idx="1920">
                  <c:v>0.48</c:v>
                </c:pt>
                <c:pt idx="1921">
                  <c:v>0.4805</c:v>
                </c:pt>
                <c:pt idx="1922">
                  <c:v>0.4805</c:v>
                </c:pt>
                <c:pt idx="1923">
                  <c:v>0.481</c:v>
                </c:pt>
                <c:pt idx="1924">
                  <c:v>0.481</c:v>
                </c:pt>
                <c:pt idx="1925">
                  <c:v>0.4815</c:v>
                </c:pt>
                <c:pt idx="1926">
                  <c:v>0.4815</c:v>
                </c:pt>
                <c:pt idx="1927">
                  <c:v>0.482</c:v>
                </c:pt>
                <c:pt idx="1928">
                  <c:v>0.482</c:v>
                </c:pt>
                <c:pt idx="1929">
                  <c:v>0.4825</c:v>
                </c:pt>
                <c:pt idx="1930">
                  <c:v>0.4825</c:v>
                </c:pt>
                <c:pt idx="1931">
                  <c:v>0.483</c:v>
                </c:pt>
                <c:pt idx="1932">
                  <c:v>0.483</c:v>
                </c:pt>
                <c:pt idx="1933">
                  <c:v>0.4835</c:v>
                </c:pt>
                <c:pt idx="1934">
                  <c:v>0.4835</c:v>
                </c:pt>
                <c:pt idx="1935">
                  <c:v>0.484</c:v>
                </c:pt>
                <c:pt idx="1936">
                  <c:v>0.484</c:v>
                </c:pt>
                <c:pt idx="1937">
                  <c:v>0.4845</c:v>
                </c:pt>
                <c:pt idx="1938">
                  <c:v>0.4845</c:v>
                </c:pt>
                <c:pt idx="1939">
                  <c:v>0.485</c:v>
                </c:pt>
                <c:pt idx="1940">
                  <c:v>0.485</c:v>
                </c:pt>
                <c:pt idx="1941">
                  <c:v>0.4855</c:v>
                </c:pt>
                <c:pt idx="1942">
                  <c:v>0.4855</c:v>
                </c:pt>
                <c:pt idx="1943">
                  <c:v>0.486</c:v>
                </c:pt>
                <c:pt idx="1944">
                  <c:v>0.486</c:v>
                </c:pt>
                <c:pt idx="1945">
                  <c:v>0.4865</c:v>
                </c:pt>
                <c:pt idx="1946">
                  <c:v>0.4865</c:v>
                </c:pt>
                <c:pt idx="1947">
                  <c:v>0.487</c:v>
                </c:pt>
                <c:pt idx="1948">
                  <c:v>0.487</c:v>
                </c:pt>
                <c:pt idx="1949">
                  <c:v>0.4875</c:v>
                </c:pt>
                <c:pt idx="1950">
                  <c:v>0.4875</c:v>
                </c:pt>
                <c:pt idx="1951">
                  <c:v>0.488</c:v>
                </c:pt>
                <c:pt idx="1952">
                  <c:v>0.488</c:v>
                </c:pt>
                <c:pt idx="1953">
                  <c:v>0.4885</c:v>
                </c:pt>
                <c:pt idx="1954">
                  <c:v>0.4885</c:v>
                </c:pt>
                <c:pt idx="1955">
                  <c:v>0.489</c:v>
                </c:pt>
                <c:pt idx="1956">
                  <c:v>0.489</c:v>
                </c:pt>
                <c:pt idx="1957">
                  <c:v>0.4895</c:v>
                </c:pt>
                <c:pt idx="1958">
                  <c:v>0.4895</c:v>
                </c:pt>
                <c:pt idx="1959">
                  <c:v>0.49</c:v>
                </c:pt>
                <c:pt idx="1960">
                  <c:v>0.49</c:v>
                </c:pt>
                <c:pt idx="1961">
                  <c:v>0.4905</c:v>
                </c:pt>
                <c:pt idx="1962">
                  <c:v>0.4905</c:v>
                </c:pt>
                <c:pt idx="1963">
                  <c:v>0.491</c:v>
                </c:pt>
                <c:pt idx="1964">
                  <c:v>0.491</c:v>
                </c:pt>
                <c:pt idx="1965">
                  <c:v>0.4915</c:v>
                </c:pt>
                <c:pt idx="1966">
                  <c:v>0.4915</c:v>
                </c:pt>
                <c:pt idx="1967">
                  <c:v>0.492</c:v>
                </c:pt>
                <c:pt idx="1968">
                  <c:v>0.492</c:v>
                </c:pt>
                <c:pt idx="1969">
                  <c:v>0.4925</c:v>
                </c:pt>
                <c:pt idx="1970">
                  <c:v>0.4925</c:v>
                </c:pt>
                <c:pt idx="1971">
                  <c:v>0.493</c:v>
                </c:pt>
                <c:pt idx="1972">
                  <c:v>0.493</c:v>
                </c:pt>
                <c:pt idx="1973">
                  <c:v>0.4935</c:v>
                </c:pt>
                <c:pt idx="1974">
                  <c:v>0.4935</c:v>
                </c:pt>
                <c:pt idx="1975">
                  <c:v>0.494</c:v>
                </c:pt>
                <c:pt idx="1976">
                  <c:v>0.494</c:v>
                </c:pt>
                <c:pt idx="1977">
                  <c:v>0.4945</c:v>
                </c:pt>
                <c:pt idx="1978">
                  <c:v>0.4945</c:v>
                </c:pt>
                <c:pt idx="1979">
                  <c:v>0.495</c:v>
                </c:pt>
                <c:pt idx="1980">
                  <c:v>0.495</c:v>
                </c:pt>
                <c:pt idx="1981">
                  <c:v>0.4955</c:v>
                </c:pt>
                <c:pt idx="1982">
                  <c:v>0.4955</c:v>
                </c:pt>
                <c:pt idx="1983">
                  <c:v>0.496</c:v>
                </c:pt>
                <c:pt idx="1984">
                  <c:v>0.496</c:v>
                </c:pt>
                <c:pt idx="1985">
                  <c:v>0.4965</c:v>
                </c:pt>
                <c:pt idx="1986">
                  <c:v>0.4965</c:v>
                </c:pt>
                <c:pt idx="1987">
                  <c:v>0.497</c:v>
                </c:pt>
                <c:pt idx="1988">
                  <c:v>0.497</c:v>
                </c:pt>
                <c:pt idx="1989">
                  <c:v>0.4975</c:v>
                </c:pt>
                <c:pt idx="1990">
                  <c:v>0.4975</c:v>
                </c:pt>
                <c:pt idx="1991">
                  <c:v>0.498</c:v>
                </c:pt>
                <c:pt idx="1992">
                  <c:v>0.498</c:v>
                </c:pt>
                <c:pt idx="1993">
                  <c:v>0.4985</c:v>
                </c:pt>
                <c:pt idx="1994">
                  <c:v>0.4985</c:v>
                </c:pt>
                <c:pt idx="1995">
                  <c:v>0.499</c:v>
                </c:pt>
                <c:pt idx="1996">
                  <c:v>0.499</c:v>
                </c:pt>
                <c:pt idx="1997">
                  <c:v>0.4995</c:v>
                </c:pt>
                <c:pt idx="1998">
                  <c:v>0.4995</c:v>
                </c:pt>
                <c:pt idx="1999">
                  <c:v>0.5</c:v>
                </c:pt>
                <c:pt idx="2000">
                  <c:v>0.5</c:v>
                </c:pt>
                <c:pt idx="2001">
                  <c:v>0.5005</c:v>
                </c:pt>
                <c:pt idx="2002">
                  <c:v>0.5005</c:v>
                </c:pt>
                <c:pt idx="2003">
                  <c:v>0.501</c:v>
                </c:pt>
                <c:pt idx="2004">
                  <c:v>0.501</c:v>
                </c:pt>
                <c:pt idx="2005">
                  <c:v>0.5015</c:v>
                </c:pt>
                <c:pt idx="2006">
                  <c:v>0.5015</c:v>
                </c:pt>
                <c:pt idx="2007">
                  <c:v>0.502</c:v>
                </c:pt>
                <c:pt idx="2008">
                  <c:v>0.502</c:v>
                </c:pt>
                <c:pt idx="2009">
                  <c:v>0.5025</c:v>
                </c:pt>
                <c:pt idx="2010">
                  <c:v>0.5025</c:v>
                </c:pt>
                <c:pt idx="2011">
                  <c:v>0.503</c:v>
                </c:pt>
                <c:pt idx="2012">
                  <c:v>0.503</c:v>
                </c:pt>
                <c:pt idx="2013">
                  <c:v>0.5035</c:v>
                </c:pt>
                <c:pt idx="2014">
                  <c:v>0.5035</c:v>
                </c:pt>
                <c:pt idx="2015">
                  <c:v>0.504</c:v>
                </c:pt>
                <c:pt idx="2016">
                  <c:v>0.504</c:v>
                </c:pt>
                <c:pt idx="2017">
                  <c:v>0.5045</c:v>
                </c:pt>
                <c:pt idx="2018">
                  <c:v>0.5045</c:v>
                </c:pt>
                <c:pt idx="2019">
                  <c:v>0.505</c:v>
                </c:pt>
                <c:pt idx="2020">
                  <c:v>0.505</c:v>
                </c:pt>
                <c:pt idx="2021">
                  <c:v>0.5055</c:v>
                </c:pt>
                <c:pt idx="2022">
                  <c:v>0.5055</c:v>
                </c:pt>
                <c:pt idx="2023">
                  <c:v>0.506</c:v>
                </c:pt>
                <c:pt idx="2024">
                  <c:v>0.506</c:v>
                </c:pt>
                <c:pt idx="2025">
                  <c:v>0.5065</c:v>
                </c:pt>
                <c:pt idx="2026">
                  <c:v>0.5065</c:v>
                </c:pt>
                <c:pt idx="2027">
                  <c:v>0.507</c:v>
                </c:pt>
                <c:pt idx="2028">
                  <c:v>0.507</c:v>
                </c:pt>
                <c:pt idx="2029">
                  <c:v>0.5075</c:v>
                </c:pt>
                <c:pt idx="2030">
                  <c:v>0.5075</c:v>
                </c:pt>
                <c:pt idx="2031">
                  <c:v>0.508</c:v>
                </c:pt>
                <c:pt idx="2032">
                  <c:v>0.508</c:v>
                </c:pt>
                <c:pt idx="2033">
                  <c:v>0.5085</c:v>
                </c:pt>
                <c:pt idx="2034">
                  <c:v>0.5085</c:v>
                </c:pt>
                <c:pt idx="2035">
                  <c:v>0.509</c:v>
                </c:pt>
                <c:pt idx="2036">
                  <c:v>0.509</c:v>
                </c:pt>
                <c:pt idx="2037">
                  <c:v>0.5095</c:v>
                </c:pt>
                <c:pt idx="2038">
                  <c:v>0.5095</c:v>
                </c:pt>
                <c:pt idx="2039">
                  <c:v>0.51</c:v>
                </c:pt>
                <c:pt idx="2040">
                  <c:v>0.51</c:v>
                </c:pt>
                <c:pt idx="2041">
                  <c:v>0.5105</c:v>
                </c:pt>
                <c:pt idx="2042">
                  <c:v>0.5105</c:v>
                </c:pt>
                <c:pt idx="2043">
                  <c:v>0.511</c:v>
                </c:pt>
                <c:pt idx="2044">
                  <c:v>0.511</c:v>
                </c:pt>
                <c:pt idx="2045">
                  <c:v>0.5115</c:v>
                </c:pt>
                <c:pt idx="2046">
                  <c:v>0.5115</c:v>
                </c:pt>
                <c:pt idx="2047">
                  <c:v>0.512</c:v>
                </c:pt>
                <c:pt idx="2048">
                  <c:v>0.512</c:v>
                </c:pt>
                <c:pt idx="2049">
                  <c:v>0.5125</c:v>
                </c:pt>
                <c:pt idx="2050">
                  <c:v>0.5125</c:v>
                </c:pt>
                <c:pt idx="2051">
                  <c:v>0.513</c:v>
                </c:pt>
                <c:pt idx="2052">
                  <c:v>0.513</c:v>
                </c:pt>
                <c:pt idx="2053">
                  <c:v>0.5135</c:v>
                </c:pt>
                <c:pt idx="2054">
                  <c:v>0.5135</c:v>
                </c:pt>
                <c:pt idx="2055">
                  <c:v>0.514</c:v>
                </c:pt>
                <c:pt idx="2056">
                  <c:v>0.514</c:v>
                </c:pt>
                <c:pt idx="2057">
                  <c:v>0.5145</c:v>
                </c:pt>
                <c:pt idx="2058">
                  <c:v>0.5145</c:v>
                </c:pt>
                <c:pt idx="2059">
                  <c:v>0.515</c:v>
                </c:pt>
                <c:pt idx="2060">
                  <c:v>0.515</c:v>
                </c:pt>
                <c:pt idx="2061">
                  <c:v>0.5155</c:v>
                </c:pt>
                <c:pt idx="2062">
                  <c:v>0.5155</c:v>
                </c:pt>
                <c:pt idx="2063">
                  <c:v>0.516</c:v>
                </c:pt>
                <c:pt idx="2064">
                  <c:v>0.516</c:v>
                </c:pt>
                <c:pt idx="2065">
                  <c:v>0.5165</c:v>
                </c:pt>
                <c:pt idx="2066">
                  <c:v>0.5165</c:v>
                </c:pt>
                <c:pt idx="2067">
                  <c:v>0.517</c:v>
                </c:pt>
                <c:pt idx="2068">
                  <c:v>0.517</c:v>
                </c:pt>
                <c:pt idx="2069">
                  <c:v>0.5175</c:v>
                </c:pt>
                <c:pt idx="2070">
                  <c:v>0.5175</c:v>
                </c:pt>
                <c:pt idx="2071">
                  <c:v>0.518</c:v>
                </c:pt>
                <c:pt idx="2072">
                  <c:v>0.518</c:v>
                </c:pt>
                <c:pt idx="2073">
                  <c:v>0.5185</c:v>
                </c:pt>
                <c:pt idx="2074">
                  <c:v>0.5185</c:v>
                </c:pt>
                <c:pt idx="2075">
                  <c:v>0.519</c:v>
                </c:pt>
                <c:pt idx="2076">
                  <c:v>0.519</c:v>
                </c:pt>
                <c:pt idx="2077">
                  <c:v>0.5195</c:v>
                </c:pt>
                <c:pt idx="2078">
                  <c:v>0.5195</c:v>
                </c:pt>
                <c:pt idx="2079">
                  <c:v>0.52</c:v>
                </c:pt>
                <c:pt idx="2080">
                  <c:v>0.52</c:v>
                </c:pt>
                <c:pt idx="2081">
                  <c:v>0.5205</c:v>
                </c:pt>
                <c:pt idx="2082">
                  <c:v>0.5205</c:v>
                </c:pt>
                <c:pt idx="2083">
                  <c:v>0.521</c:v>
                </c:pt>
                <c:pt idx="2084">
                  <c:v>0.521</c:v>
                </c:pt>
                <c:pt idx="2085">
                  <c:v>0.5215</c:v>
                </c:pt>
                <c:pt idx="2086">
                  <c:v>0.5215</c:v>
                </c:pt>
                <c:pt idx="2087">
                  <c:v>0.522</c:v>
                </c:pt>
                <c:pt idx="2088">
                  <c:v>0.522</c:v>
                </c:pt>
                <c:pt idx="2089">
                  <c:v>0.5225</c:v>
                </c:pt>
                <c:pt idx="2090">
                  <c:v>0.5225</c:v>
                </c:pt>
                <c:pt idx="2091">
                  <c:v>0.523</c:v>
                </c:pt>
                <c:pt idx="2092">
                  <c:v>0.523</c:v>
                </c:pt>
                <c:pt idx="2093">
                  <c:v>0.5235</c:v>
                </c:pt>
                <c:pt idx="2094">
                  <c:v>0.5235</c:v>
                </c:pt>
                <c:pt idx="2095">
                  <c:v>0.524</c:v>
                </c:pt>
                <c:pt idx="2096">
                  <c:v>0.524</c:v>
                </c:pt>
                <c:pt idx="2097">
                  <c:v>0.5245</c:v>
                </c:pt>
                <c:pt idx="2098">
                  <c:v>0.5245</c:v>
                </c:pt>
                <c:pt idx="2099">
                  <c:v>0.525</c:v>
                </c:pt>
                <c:pt idx="2100">
                  <c:v>0.525</c:v>
                </c:pt>
                <c:pt idx="2101">
                  <c:v>0.5255</c:v>
                </c:pt>
                <c:pt idx="2102">
                  <c:v>0.5255</c:v>
                </c:pt>
                <c:pt idx="2103">
                  <c:v>0.526</c:v>
                </c:pt>
                <c:pt idx="2104">
                  <c:v>0.526</c:v>
                </c:pt>
                <c:pt idx="2105">
                  <c:v>0.5265</c:v>
                </c:pt>
                <c:pt idx="2106">
                  <c:v>0.5265</c:v>
                </c:pt>
                <c:pt idx="2107">
                  <c:v>0.527</c:v>
                </c:pt>
                <c:pt idx="2108">
                  <c:v>0.527</c:v>
                </c:pt>
                <c:pt idx="2109">
                  <c:v>0.5275</c:v>
                </c:pt>
                <c:pt idx="2110">
                  <c:v>0.5275</c:v>
                </c:pt>
                <c:pt idx="2111">
                  <c:v>0.528</c:v>
                </c:pt>
                <c:pt idx="2112">
                  <c:v>0.528</c:v>
                </c:pt>
                <c:pt idx="2113">
                  <c:v>0.5285</c:v>
                </c:pt>
                <c:pt idx="2114">
                  <c:v>0.5285</c:v>
                </c:pt>
                <c:pt idx="2115">
                  <c:v>0.529</c:v>
                </c:pt>
                <c:pt idx="2116">
                  <c:v>0.529</c:v>
                </c:pt>
                <c:pt idx="2117">
                  <c:v>0.5295</c:v>
                </c:pt>
                <c:pt idx="2118">
                  <c:v>0.5295</c:v>
                </c:pt>
                <c:pt idx="2119">
                  <c:v>0.53</c:v>
                </c:pt>
                <c:pt idx="2120">
                  <c:v>0.53</c:v>
                </c:pt>
                <c:pt idx="2121">
                  <c:v>0.5305</c:v>
                </c:pt>
                <c:pt idx="2122">
                  <c:v>0.5305</c:v>
                </c:pt>
                <c:pt idx="2123">
                  <c:v>0.531</c:v>
                </c:pt>
                <c:pt idx="2124">
                  <c:v>0.531</c:v>
                </c:pt>
                <c:pt idx="2125">
                  <c:v>0.5315</c:v>
                </c:pt>
                <c:pt idx="2126">
                  <c:v>0.5315</c:v>
                </c:pt>
                <c:pt idx="2127">
                  <c:v>0.532</c:v>
                </c:pt>
                <c:pt idx="2128">
                  <c:v>0.532</c:v>
                </c:pt>
                <c:pt idx="2129">
                  <c:v>0.5325</c:v>
                </c:pt>
                <c:pt idx="2130">
                  <c:v>0.5325</c:v>
                </c:pt>
                <c:pt idx="2131">
                  <c:v>0.533</c:v>
                </c:pt>
                <c:pt idx="2132">
                  <c:v>0.533</c:v>
                </c:pt>
                <c:pt idx="2133">
                  <c:v>0.5335</c:v>
                </c:pt>
                <c:pt idx="2134">
                  <c:v>0.5335</c:v>
                </c:pt>
                <c:pt idx="2135">
                  <c:v>0.534</c:v>
                </c:pt>
                <c:pt idx="2136">
                  <c:v>0.534</c:v>
                </c:pt>
                <c:pt idx="2137">
                  <c:v>0.5345</c:v>
                </c:pt>
                <c:pt idx="2138">
                  <c:v>0.5345</c:v>
                </c:pt>
                <c:pt idx="2139">
                  <c:v>0.535</c:v>
                </c:pt>
                <c:pt idx="2140">
                  <c:v>0.535</c:v>
                </c:pt>
                <c:pt idx="2141">
                  <c:v>0.5355</c:v>
                </c:pt>
                <c:pt idx="2142">
                  <c:v>0.5355</c:v>
                </c:pt>
                <c:pt idx="2143">
                  <c:v>0.536</c:v>
                </c:pt>
                <c:pt idx="2144">
                  <c:v>0.536</c:v>
                </c:pt>
                <c:pt idx="2145">
                  <c:v>0.5365</c:v>
                </c:pt>
                <c:pt idx="2146">
                  <c:v>0.5365</c:v>
                </c:pt>
                <c:pt idx="2147">
                  <c:v>0.537</c:v>
                </c:pt>
                <c:pt idx="2148">
                  <c:v>0.537</c:v>
                </c:pt>
                <c:pt idx="2149">
                  <c:v>0.5375</c:v>
                </c:pt>
                <c:pt idx="2150">
                  <c:v>0.5375</c:v>
                </c:pt>
                <c:pt idx="2151">
                  <c:v>0.538</c:v>
                </c:pt>
                <c:pt idx="2152">
                  <c:v>0.538</c:v>
                </c:pt>
                <c:pt idx="2153">
                  <c:v>0.5385</c:v>
                </c:pt>
                <c:pt idx="2154">
                  <c:v>0.5385</c:v>
                </c:pt>
                <c:pt idx="2155">
                  <c:v>0.539</c:v>
                </c:pt>
                <c:pt idx="2156">
                  <c:v>0.539</c:v>
                </c:pt>
                <c:pt idx="2157">
                  <c:v>0.5395</c:v>
                </c:pt>
                <c:pt idx="2158">
                  <c:v>0.5395</c:v>
                </c:pt>
                <c:pt idx="2159">
                  <c:v>0.54</c:v>
                </c:pt>
                <c:pt idx="2160">
                  <c:v>0.54</c:v>
                </c:pt>
                <c:pt idx="2161">
                  <c:v>0.5405</c:v>
                </c:pt>
                <c:pt idx="2162">
                  <c:v>0.5405</c:v>
                </c:pt>
                <c:pt idx="2163">
                  <c:v>0.541</c:v>
                </c:pt>
                <c:pt idx="2164">
                  <c:v>0.541</c:v>
                </c:pt>
                <c:pt idx="2165">
                  <c:v>0.5415</c:v>
                </c:pt>
                <c:pt idx="2166">
                  <c:v>0.5415</c:v>
                </c:pt>
                <c:pt idx="2167">
                  <c:v>0.542</c:v>
                </c:pt>
                <c:pt idx="2168">
                  <c:v>0.542</c:v>
                </c:pt>
                <c:pt idx="2169">
                  <c:v>0.5425</c:v>
                </c:pt>
                <c:pt idx="2170">
                  <c:v>0.5425</c:v>
                </c:pt>
                <c:pt idx="2171">
                  <c:v>0.543</c:v>
                </c:pt>
                <c:pt idx="2172">
                  <c:v>0.543</c:v>
                </c:pt>
                <c:pt idx="2173">
                  <c:v>0.5435</c:v>
                </c:pt>
                <c:pt idx="2174">
                  <c:v>0.5435</c:v>
                </c:pt>
                <c:pt idx="2175">
                  <c:v>0.544</c:v>
                </c:pt>
                <c:pt idx="2176">
                  <c:v>0.544</c:v>
                </c:pt>
                <c:pt idx="2177">
                  <c:v>0.5445</c:v>
                </c:pt>
                <c:pt idx="2178">
                  <c:v>0.5445</c:v>
                </c:pt>
                <c:pt idx="2179">
                  <c:v>0.545</c:v>
                </c:pt>
                <c:pt idx="2180">
                  <c:v>0.545</c:v>
                </c:pt>
                <c:pt idx="2181">
                  <c:v>0.5455</c:v>
                </c:pt>
                <c:pt idx="2182">
                  <c:v>0.5455</c:v>
                </c:pt>
                <c:pt idx="2183">
                  <c:v>0.546</c:v>
                </c:pt>
                <c:pt idx="2184">
                  <c:v>0.546</c:v>
                </c:pt>
                <c:pt idx="2185">
                  <c:v>0.5465</c:v>
                </c:pt>
                <c:pt idx="2186">
                  <c:v>0.5465</c:v>
                </c:pt>
                <c:pt idx="2187">
                  <c:v>0.547</c:v>
                </c:pt>
                <c:pt idx="2188">
                  <c:v>0.547</c:v>
                </c:pt>
                <c:pt idx="2189">
                  <c:v>0.5475</c:v>
                </c:pt>
                <c:pt idx="2190">
                  <c:v>0.5475</c:v>
                </c:pt>
                <c:pt idx="2191">
                  <c:v>0.548</c:v>
                </c:pt>
                <c:pt idx="2192">
                  <c:v>0.548</c:v>
                </c:pt>
                <c:pt idx="2193">
                  <c:v>0.5485</c:v>
                </c:pt>
                <c:pt idx="2194">
                  <c:v>0.5485</c:v>
                </c:pt>
                <c:pt idx="2195">
                  <c:v>0.549</c:v>
                </c:pt>
                <c:pt idx="2196">
                  <c:v>0.549</c:v>
                </c:pt>
                <c:pt idx="2197">
                  <c:v>0.5495</c:v>
                </c:pt>
                <c:pt idx="2198">
                  <c:v>0.5495</c:v>
                </c:pt>
                <c:pt idx="2199">
                  <c:v>0.55</c:v>
                </c:pt>
                <c:pt idx="2200">
                  <c:v>0.55</c:v>
                </c:pt>
                <c:pt idx="2201">
                  <c:v>0.5505</c:v>
                </c:pt>
                <c:pt idx="2202">
                  <c:v>0.5505</c:v>
                </c:pt>
                <c:pt idx="2203">
                  <c:v>0.551</c:v>
                </c:pt>
                <c:pt idx="2204">
                  <c:v>0.551</c:v>
                </c:pt>
                <c:pt idx="2205">
                  <c:v>0.5515</c:v>
                </c:pt>
                <c:pt idx="2206">
                  <c:v>0.5515</c:v>
                </c:pt>
                <c:pt idx="2207">
                  <c:v>0.552</c:v>
                </c:pt>
                <c:pt idx="2208">
                  <c:v>0.552</c:v>
                </c:pt>
                <c:pt idx="2209">
                  <c:v>0.5525</c:v>
                </c:pt>
                <c:pt idx="2210">
                  <c:v>0.5525</c:v>
                </c:pt>
                <c:pt idx="2211">
                  <c:v>0.553</c:v>
                </c:pt>
                <c:pt idx="2212">
                  <c:v>0.553</c:v>
                </c:pt>
                <c:pt idx="2213">
                  <c:v>0.5535</c:v>
                </c:pt>
                <c:pt idx="2214">
                  <c:v>0.5535</c:v>
                </c:pt>
                <c:pt idx="2215">
                  <c:v>0.554</c:v>
                </c:pt>
                <c:pt idx="2216">
                  <c:v>0.554</c:v>
                </c:pt>
                <c:pt idx="2217">
                  <c:v>0.5545</c:v>
                </c:pt>
                <c:pt idx="2218">
                  <c:v>0.5545</c:v>
                </c:pt>
                <c:pt idx="2219">
                  <c:v>0.555</c:v>
                </c:pt>
                <c:pt idx="2220">
                  <c:v>0.555</c:v>
                </c:pt>
                <c:pt idx="2221">
                  <c:v>0.5555</c:v>
                </c:pt>
                <c:pt idx="2222">
                  <c:v>0.5555</c:v>
                </c:pt>
                <c:pt idx="2223">
                  <c:v>0.556</c:v>
                </c:pt>
                <c:pt idx="2224">
                  <c:v>0.556</c:v>
                </c:pt>
                <c:pt idx="2225">
                  <c:v>0.5565</c:v>
                </c:pt>
                <c:pt idx="2226">
                  <c:v>0.5565</c:v>
                </c:pt>
                <c:pt idx="2227">
                  <c:v>0.557</c:v>
                </c:pt>
                <c:pt idx="2228">
                  <c:v>0.557</c:v>
                </c:pt>
                <c:pt idx="2229">
                  <c:v>0.5575</c:v>
                </c:pt>
                <c:pt idx="2230">
                  <c:v>0.5575</c:v>
                </c:pt>
                <c:pt idx="2231">
                  <c:v>0.558</c:v>
                </c:pt>
                <c:pt idx="2232">
                  <c:v>0.558</c:v>
                </c:pt>
                <c:pt idx="2233">
                  <c:v>0.5585</c:v>
                </c:pt>
                <c:pt idx="2234">
                  <c:v>0.5585</c:v>
                </c:pt>
                <c:pt idx="2235">
                  <c:v>0.559</c:v>
                </c:pt>
                <c:pt idx="2236">
                  <c:v>0.559</c:v>
                </c:pt>
                <c:pt idx="2237">
                  <c:v>0.5595</c:v>
                </c:pt>
                <c:pt idx="2238">
                  <c:v>0.5595</c:v>
                </c:pt>
                <c:pt idx="2239">
                  <c:v>0.56</c:v>
                </c:pt>
                <c:pt idx="2240">
                  <c:v>0.56</c:v>
                </c:pt>
                <c:pt idx="2241">
                  <c:v>0.5605</c:v>
                </c:pt>
                <c:pt idx="2242">
                  <c:v>0.5605</c:v>
                </c:pt>
                <c:pt idx="2243">
                  <c:v>0.561</c:v>
                </c:pt>
                <c:pt idx="2244">
                  <c:v>0.561</c:v>
                </c:pt>
                <c:pt idx="2245">
                  <c:v>0.5615</c:v>
                </c:pt>
                <c:pt idx="2246">
                  <c:v>0.5615</c:v>
                </c:pt>
                <c:pt idx="2247">
                  <c:v>0.562</c:v>
                </c:pt>
                <c:pt idx="2248">
                  <c:v>0.562</c:v>
                </c:pt>
                <c:pt idx="2249">
                  <c:v>0.5625</c:v>
                </c:pt>
                <c:pt idx="2250">
                  <c:v>0.5625</c:v>
                </c:pt>
                <c:pt idx="2251">
                  <c:v>0.563</c:v>
                </c:pt>
                <c:pt idx="2252">
                  <c:v>0.563</c:v>
                </c:pt>
                <c:pt idx="2253">
                  <c:v>0.5635</c:v>
                </c:pt>
                <c:pt idx="2254">
                  <c:v>0.5635</c:v>
                </c:pt>
                <c:pt idx="2255">
                  <c:v>0.564</c:v>
                </c:pt>
                <c:pt idx="2256">
                  <c:v>0.564</c:v>
                </c:pt>
                <c:pt idx="2257">
                  <c:v>0.5645</c:v>
                </c:pt>
                <c:pt idx="2258">
                  <c:v>0.5645</c:v>
                </c:pt>
                <c:pt idx="2259">
                  <c:v>0.565</c:v>
                </c:pt>
                <c:pt idx="2260">
                  <c:v>0.565</c:v>
                </c:pt>
                <c:pt idx="2261">
                  <c:v>0.5655</c:v>
                </c:pt>
                <c:pt idx="2262">
                  <c:v>0.5655</c:v>
                </c:pt>
                <c:pt idx="2263">
                  <c:v>0.566</c:v>
                </c:pt>
                <c:pt idx="2264">
                  <c:v>0.566</c:v>
                </c:pt>
                <c:pt idx="2265">
                  <c:v>0.5665</c:v>
                </c:pt>
                <c:pt idx="2266">
                  <c:v>0.5665</c:v>
                </c:pt>
                <c:pt idx="2267">
                  <c:v>0.567</c:v>
                </c:pt>
                <c:pt idx="2268">
                  <c:v>0.567</c:v>
                </c:pt>
                <c:pt idx="2269">
                  <c:v>0.5675</c:v>
                </c:pt>
                <c:pt idx="2270">
                  <c:v>0.5675</c:v>
                </c:pt>
                <c:pt idx="2271">
                  <c:v>0.568</c:v>
                </c:pt>
                <c:pt idx="2272">
                  <c:v>0.568</c:v>
                </c:pt>
                <c:pt idx="2273">
                  <c:v>0.5685</c:v>
                </c:pt>
                <c:pt idx="2274">
                  <c:v>0.5685</c:v>
                </c:pt>
                <c:pt idx="2275">
                  <c:v>0.569</c:v>
                </c:pt>
                <c:pt idx="2276">
                  <c:v>0.569</c:v>
                </c:pt>
                <c:pt idx="2277">
                  <c:v>0.5695</c:v>
                </c:pt>
                <c:pt idx="2278">
                  <c:v>0.5695</c:v>
                </c:pt>
                <c:pt idx="2279">
                  <c:v>0.57</c:v>
                </c:pt>
                <c:pt idx="2280">
                  <c:v>0.57</c:v>
                </c:pt>
                <c:pt idx="2281">
                  <c:v>0.5705</c:v>
                </c:pt>
                <c:pt idx="2282">
                  <c:v>0.5705</c:v>
                </c:pt>
                <c:pt idx="2283">
                  <c:v>0.571</c:v>
                </c:pt>
                <c:pt idx="2284">
                  <c:v>0.571</c:v>
                </c:pt>
                <c:pt idx="2285">
                  <c:v>0.5715</c:v>
                </c:pt>
                <c:pt idx="2286">
                  <c:v>0.5715</c:v>
                </c:pt>
                <c:pt idx="2287">
                  <c:v>0.572</c:v>
                </c:pt>
                <c:pt idx="2288">
                  <c:v>0.572</c:v>
                </c:pt>
                <c:pt idx="2289">
                  <c:v>0.5725</c:v>
                </c:pt>
                <c:pt idx="2290">
                  <c:v>0.5725</c:v>
                </c:pt>
                <c:pt idx="2291">
                  <c:v>0.573</c:v>
                </c:pt>
                <c:pt idx="2292">
                  <c:v>0.573</c:v>
                </c:pt>
                <c:pt idx="2293">
                  <c:v>0.5735</c:v>
                </c:pt>
                <c:pt idx="2294">
                  <c:v>0.5735</c:v>
                </c:pt>
                <c:pt idx="2295">
                  <c:v>0.574</c:v>
                </c:pt>
                <c:pt idx="2296">
                  <c:v>0.574</c:v>
                </c:pt>
                <c:pt idx="2297">
                  <c:v>0.5745</c:v>
                </c:pt>
                <c:pt idx="2298">
                  <c:v>0.5745</c:v>
                </c:pt>
                <c:pt idx="2299">
                  <c:v>0.575</c:v>
                </c:pt>
                <c:pt idx="2300">
                  <c:v>0.575</c:v>
                </c:pt>
                <c:pt idx="2301">
                  <c:v>0.5755</c:v>
                </c:pt>
                <c:pt idx="2302">
                  <c:v>0.5755</c:v>
                </c:pt>
                <c:pt idx="2303">
                  <c:v>0.576</c:v>
                </c:pt>
                <c:pt idx="2304">
                  <c:v>0.576</c:v>
                </c:pt>
                <c:pt idx="2305">
                  <c:v>0.5765</c:v>
                </c:pt>
                <c:pt idx="2306">
                  <c:v>0.5765</c:v>
                </c:pt>
                <c:pt idx="2307">
                  <c:v>0.577</c:v>
                </c:pt>
                <c:pt idx="2308">
                  <c:v>0.577</c:v>
                </c:pt>
                <c:pt idx="2309">
                  <c:v>0.5775</c:v>
                </c:pt>
                <c:pt idx="2310">
                  <c:v>0.5775</c:v>
                </c:pt>
                <c:pt idx="2311">
                  <c:v>0.578</c:v>
                </c:pt>
                <c:pt idx="2312">
                  <c:v>0.578</c:v>
                </c:pt>
                <c:pt idx="2313">
                  <c:v>0.5785</c:v>
                </c:pt>
                <c:pt idx="2314">
                  <c:v>0.5785</c:v>
                </c:pt>
                <c:pt idx="2315">
                  <c:v>0.579</c:v>
                </c:pt>
                <c:pt idx="2316">
                  <c:v>0.579</c:v>
                </c:pt>
                <c:pt idx="2317">
                  <c:v>0.5795</c:v>
                </c:pt>
                <c:pt idx="2318">
                  <c:v>0.5795</c:v>
                </c:pt>
                <c:pt idx="2319">
                  <c:v>0.58</c:v>
                </c:pt>
                <c:pt idx="2320">
                  <c:v>0.58</c:v>
                </c:pt>
                <c:pt idx="2321">
                  <c:v>0.5805</c:v>
                </c:pt>
                <c:pt idx="2322">
                  <c:v>0.5805</c:v>
                </c:pt>
                <c:pt idx="2323">
                  <c:v>0.581</c:v>
                </c:pt>
                <c:pt idx="2324">
                  <c:v>0.581</c:v>
                </c:pt>
                <c:pt idx="2325">
                  <c:v>0.5815</c:v>
                </c:pt>
                <c:pt idx="2326">
                  <c:v>0.5815</c:v>
                </c:pt>
                <c:pt idx="2327">
                  <c:v>0.582</c:v>
                </c:pt>
                <c:pt idx="2328">
                  <c:v>0.582</c:v>
                </c:pt>
                <c:pt idx="2329">
                  <c:v>0.5825</c:v>
                </c:pt>
                <c:pt idx="2330">
                  <c:v>0.5825</c:v>
                </c:pt>
                <c:pt idx="2331">
                  <c:v>0.583</c:v>
                </c:pt>
                <c:pt idx="2332">
                  <c:v>0.583</c:v>
                </c:pt>
                <c:pt idx="2333">
                  <c:v>0.5835</c:v>
                </c:pt>
                <c:pt idx="2334">
                  <c:v>0.5835</c:v>
                </c:pt>
                <c:pt idx="2335">
                  <c:v>0.584</c:v>
                </c:pt>
                <c:pt idx="2336">
                  <c:v>0.584</c:v>
                </c:pt>
                <c:pt idx="2337">
                  <c:v>0.5845</c:v>
                </c:pt>
                <c:pt idx="2338">
                  <c:v>0.5845</c:v>
                </c:pt>
                <c:pt idx="2339">
                  <c:v>0.585</c:v>
                </c:pt>
                <c:pt idx="2340">
                  <c:v>0.585</c:v>
                </c:pt>
                <c:pt idx="2341">
                  <c:v>0.5855</c:v>
                </c:pt>
                <c:pt idx="2342">
                  <c:v>0.5855</c:v>
                </c:pt>
                <c:pt idx="2343">
                  <c:v>0.586</c:v>
                </c:pt>
                <c:pt idx="2344">
                  <c:v>0.586</c:v>
                </c:pt>
                <c:pt idx="2345">
                  <c:v>0.5865</c:v>
                </c:pt>
                <c:pt idx="2346">
                  <c:v>0.5865</c:v>
                </c:pt>
                <c:pt idx="2347">
                  <c:v>0.587</c:v>
                </c:pt>
                <c:pt idx="2348">
                  <c:v>0.587</c:v>
                </c:pt>
                <c:pt idx="2349">
                  <c:v>0.5875</c:v>
                </c:pt>
                <c:pt idx="2350">
                  <c:v>0.5875</c:v>
                </c:pt>
                <c:pt idx="2351">
                  <c:v>0.588</c:v>
                </c:pt>
                <c:pt idx="2352">
                  <c:v>0.588</c:v>
                </c:pt>
                <c:pt idx="2353">
                  <c:v>0.5885</c:v>
                </c:pt>
                <c:pt idx="2354">
                  <c:v>0.5885</c:v>
                </c:pt>
                <c:pt idx="2355">
                  <c:v>0.589</c:v>
                </c:pt>
                <c:pt idx="2356">
                  <c:v>0.589</c:v>
                </c:pt>
                <c:pt idx="2357">
                  <c:v>0.5895</c:v>
                </c:pt>
                <c:pt idx="2358">
                  <c:v>0.5895</c:v>
                </c:pt>
                <c:pt idx="2359">
                  <c:v>0.59</c:v>
                </c:pt>
                <c:pt idx="2360">
                  <c:v>0.59</c:v>
                </c:pt>
                <c:pt idx="2361">
                  <c:v>0.5905</c:v>
                </c:pt>
                <c:pt idx="2362">
                  <c:v>0.5905</c:v>
                </c:pt>
                <c:pt idx="2363">
                  <c:v>0.591</c:v>
                </c:pt>
                <c:pt idx="2364">
                  <c:v>0.591</c:v>
                </c:pt>
                <c:pt idx="2365">
                  <c:v>0.5915</c:v>
                </c:pt>
                <c:pt idx="2366">
                  <c:v>0.5915</c:v>
                </c:pt>
                <c:pt idx="2367">
                  <c:v>0.592</c:v>
                </c:pt>
                <c:pt idx="2368">
                  <c:v>0.592</c:v>
                </c:pt>
                <c:pt idx="2369">
                  <c:v>0.5925</c:v>
                </c:pt>
                <c:pt idx="2370">
                  <c:v>0.5925</c:v>
                </c:pt>
                <c:pt idx="2371">
                  <c:v>0.593</c:v>
                </c:pt>
                <c:pt idx="2372">
                  <c:v>0.593</c:v>
                </c:pt>
                <c:pt idx="2373">
                  <c:v>0.5935</c:v>
                </c:pt>
                <c:pt idx="2374">
                  <c:v>0.5935</c:v>
                </c:pt>
                <c:pt idx="2375">
                  <c:v>0.594</c:v>
                </c:pt>
                <c:pt idx="2376">
                  <c:v>0.594</c:v>
                </c:pt>
                <c:pt idx="2377">
                  <c:v>0.5945</c:v>
                </c:pt>
                <c:pt idx="2378">
                  <c:v>0.5945</c:v>
                </c:pt>
                <c:pt idx="2379">
                  <c:v>0.595</c:v>
                </c:pt>
                <c:pt idx="2380">
                  <c:v>0.595</c:v>
                </c:pt>
                <c:pt idx="2381">
                  <c:v>0.5955</c:v>
                </c:pt>
                <c:pt idx="2382">
                  <c:v>0.5955</c:v>
                </c:pt>
                <c:pt idx="2383">
                  <c:v>0.596</c:v>
                </c:pt>
                <c:pt idx="2384">
                  <c:v>0.596</c:v>
                </c:pt>
                <c:pt idx="2385">
                  <c:v>0.5965</c:v>
                </c:pt>
                <c:pt idx="2386">
                  <c:v>0.5965</c:v>
                </c:pt>
                <c:pt idx="2387">
                  <c:v>0.597</c:v>
                </c:pt>
                <c:pt idx="2388">
                  <c:v>0.597</c:v>
                </c:pt>
                <c:pt idx="2389">
                  <c:v>0.5975</c:v>
                </c:pt>
                <c:pt idx="2390">
                  <c:v>0.5975</c:v>
                </c:pt>
                <c:pt idx="2391">
                  <c:v>0.598</c:v>
                </c:pt>
                <c:pt idx="2392">
                  <c:v>0.598</c:v>
                </c:pt>
                <c:pt idx="2393">
                  <c:v>0.5985</c:v>
                </c:pt>
                <c:pt idx="2394">
                  <c:v>0.5985</c:v>
                </c:pt>
                <c:pt idx="2395">
                  <c:v>0.599</c:v>
                </c:pt>
                <c:pt idx="2396">
                  <c:v>0.599</c:v>
                </c:pt>
                <c:pt idx="2397">
                  <c:v>0.5995</c:v>
                </c:pt>
                <c:pt idx="2398">
                  <c:v>0.5995</c:v>
                </c:pt>
                <c:pt idx="2399">
                  <c:v>0.6</c:v>
                </c:pt>
                <c:pt idx="2400">
                  <c:v>0.6</c:v>
                </c:pt>
                <c:pt idx="2401">
                  <c:v>0.6005</c:v>
                </c:pt>
                <c:pt idx="2402">
                  <c:v>0.6005</c:v>
                </c:pt>
                <c:pt idx="2403">
                  <c:v>0.601</c:v>
                </c:pt>
                <c:pt idx="2404">
                  <c:v>0.601</c:v>
                </c:pt>
                <c:pt idx="2405">
                  <c:v>0.6015</c:v>
                </c:pt>
                <c:pt idx="2406">
                  <c:v>0.6015</c:v>
                </c:pt>
                <c:pt idx="2407">
                  <c:v>0.602</c:v>
                </c:pt>
                <c:pt idx="2408">
                  <c:v>0.602</c:v>
                </c:pt>
                <c:pt idx="2409">
                  <c:v>0.6025</c:v>
                </c:pt>
                <c:pt idx="2410">
                  <c:v>0.6025</c:v>
                </c:pt>
                <c:pt idx="2411">
                  <c:v>0.603</c:v>
                </c:pt>
                <c:pt idx="2412">
                  <c:v>0.603</c:v>
                </c:pt>
                <c:pt idx="2413">
                  <c:v>0.6035</c:v>
                </c:pt>
                <c:pt idx="2414">
                  <c:v>0.6035</c:v>
                </c:pt>
                <c:pt idx="2415">
                  <c:v>0.604</c:v>
                </c:pt>
                <c:pt idx="2416">
                  <c:v>0.604</c:v>
                </c:pt>
                <c:pt idx="2417">
                  <c:v>0.6045</c:v>
                </c:pt>
                <c:pt idx="2418">
                  <c:v>0.6045</c:v>
                </c:pt>
                <c:pt idx="2419">
                  <c:v>0.605</c:v>
                </c:pt>
                <c:pt idx="2420">
                  <c:v>0.605</c:v>
                </c:pt>
                <c:pt idx="2421">
                  <c:v>0.6055</c:v>
                </c:pt>
                <c:pt idx="2422">
                  <c:v>0.6055</c:v>
                </c:pt>
                <c:pt idx="2423">
                  <c:v>0.606</c:v>
                </c:pt>
                <c:pt idx="2424">
                  <c:v>0.606</c:v>
                </c:pt>
                <c:pt idx="2425">
                  <c:v>0.6065</c:v>
                </c:pt>
                <c:pt idx="2426">
                  <c:v>0.6065</c:v>
                </c:pt>
                <c:pt idx="2427">
                  <c:v>0.607</c:v>
                </c:pt>
                <c:pt idx="2428">
                  <c:v>0.607</c:v>
                </c:pt>
                <c:pt idx="2429">
                  <c:v>0.6075</c:v>
                </c:pt>
                <c:pt idx="2430">
                  <c:v>0.6075</c:v>
                </c:pt>
                <c:pt idx="2431">
                  <c:v>0.608</c:v>
                </c:pt>
                <c:pt idx="2432">
                  <c:v>0.608</c:v>
                </c:pt>
                <c:pt idx="2433">
                  <c:v>0.6085</c:v>
                </c:pt>
                <c:pt idx="2434">
                  <c:v>0.6085</c:v>
                </c:pt>
                <c:pt idx="2435">
                  <c:v>0.609</c:v>
                </c:pt>
                <c:pt idx="2436">
                  <c:v>0.609</c:v>
                </c:pt>
                <c:pt idx="2437">
                  <c:v>0.6095</c:v>
                </c:pt>
                <c:pt idx="2438">
                  <c:v>0.6095</c:v>
                </c:pt>
                <c:pt idx="2439">
                  <c:v>0.61</c:v>
                </c:pt>
                <c:pt idx="2440">
                  <c:v>0.61</c:v>
                </c:pt>
                <c:pt idx="2441">
                  <c:v>0.6105</c:v>
                </c:pt>
                <c:pt idx="2442">
                  <c:v>0.6105</c:v>
                </c:pt>
                <c:pt idx="2443">
                  <c:v>0.611</c:v>
                </c:pt>
                <c:pt idx="2444">
                  <c:v>0.611</c:v>
                </c:pt>
                <c:pt idx="2445">
                  <c:v>0.6115</c:v>
                </c:pt>
                <c:pt idx="2446">
                  <c:v>0.6115</c:v>
                </c:pt>
                <c:pt idx="2447">
                  <c:v>0.612</c:v>
                </c:pt>
                <c:pt idx="2448">
                  <c:v>0.612</c:v>
                </c:pt>
                <c:pt idx="2449">
                  <c:v>0.6125</c:v>
                </c:pt>
                <c:pt idx="2450">
                  <c:v>0.6125</c:v>
                </c:pt>
                <c:pt idx="2451">
                  <c:v>0.613</c:v>
                </c:pt>
                <c:pt idx="2452">
                  <c:v>0.613</c:v>
                </c:pt>
                <c:pt idx="2453">
                  <c:v>0.6135</c:v>
                </c:pt>
                <c:pt idx="2454">
                  <c:v>0.6135</c:v>
                </c:pt>
                <c:pt idx="2455">
                  <c:v>0.614</c:v>
                </c:pt>
                <c:pt idx="2456">
                  <c:v>0.614</c:v>
                </c:pt>
                <c:pt idx="2457">
                  <c:v>0.6145</c:v>
                </c:pt>
                <c:pt idx="2458">
                  <c:v>0.6145</c:v>
                </c:pt>
                <c:pt idx="2459">
                  <c:v>0.615</c:v>
                </c:pt>
                <c:pt idx="2460">
                  <c:v>0.615</c:v>
                </c:pt>
                <c:pt idx="2461">
                  <c:v>0.6155</c:v>
                </c:pt>
                <c:pt idx="2462">
                  <c:v>0.6155</c:v>
                </c:pt>
                <c:pt idx="2463">
                  <c:v>0.616</c:v>
                </c:pt>
                <c:pt idx="2464">
                  <c:v>0.616</c:v>
                </c:pt>
                <c:pt idx="2465">
                  <c:v>0.6165</c:v>
                </c:pt>
                <c:pt idx="2466">
                  <c:v>0.6165</c:v>
                </c:pt>
                <c:pt idx="2467">
                  <c:v>0.617</c:v>
                </c:pt>
                <c:pt idx="2468">
                  <c:v>0.617</c:v>
                </c:pt>
                <c:pt idx="2469">
                  <c:v>0.6175</c:v>
                </c:pt>
                <c:pt idx="2470">
                  <c:v>0.6175</c:v>
                </c:pt>
                <c:pt idx="2471">
                  <c:v>0.618</c:v>
                </c:pt>
                <c:pt idx="2472">
                  <c:v>0.618</c:v>
                </c:pt>
                <c:pt idx="2473">
                  <c:v>0.6185</c:v>
                </c:pt>
                <c:pt idx="2474">
                  <c:v>0.6185</c:v>
                </c:pt>
                <c:pt idx="2475">
                  <c:v>0.619</c:v>
                </c:pt>
                <c:pt idx="2476">
                  <c:v>0.619</c:v>
                </c:pt>
                <c:pt idx="2477">
                  <c:v>0.6195</c:v>
                </c:pt>
                <c:pt idx="2478">
                  <c:v>0.6195</c:v>
                </c:pt>
                <c:pt idx="2479">
                  <c:v>0.62</c:v>
                </c:pt>
                <c:pt idx="2480">
                  <c:v>0.62</c:v>
                </c:pt>
                <c:pt idx="2481">
                  <c:v>0.6205</c:v>
                </c:pt>
                <c:pt idx="2482">
                  <c:v>0.6205</c:v>
                </c:pt>
                <c:pt idx="2483">
                  <c:v>0.621</c:v>
                </c:pt>
                <c:pt idx="2484">
                  <c:v>0.621</c:v>
                </c:pt>
                <c:pt idx="2485">
                  <c:v>0.6215</c:v>
                </c:pt>
                <c:pt idx="2486">
                  <c:v>0.6215</c:v>
                </c:pt>
                <c:pt idx="2487">
                  <c:v>0.622</c:v>
                </c:pt>
                <c:pt idx="2488">
                  <c:v>0.622</c:v>
                </c:pt>
                <c:pt idx="2489">
                  <c:v>0.6225</c:v>
                </c:pt>
                <c:pt idx="2490">
                  <c:v>0.6225</c:v>
                </c:pt>
                <c:pt idx="2491">
                  <c:v>0.623</c:v>
                </c:pt>
                <c:pt idx="2492">
                  <c:v>0.623</c:v>
                </c:pt>
                <c:pt idx="2493">
                  <c:v>0.6235</c:v>
                </c:pt>
                <c:pt idx="2494">
                  <c:v>0.6235</c:v>
                </c:pt>
                <c:pt idx="2495">
                  <c:v>0.624</c:v>
                </c:pt>
                <c:pt idx="2496">
                  <c:v>0.624</c:v>
                </c:pt>
                <c:pt idx="2497">
                  <c:v>0.6245</c:v>
                </c:pt>
                <c:pt idx="2498">
                  <c:v>0.6245</c:v>
                </c:pt>
                <c:pt idx="2499">
                  <c:v>0.625</c:v>
                </c:pt>
                <c:pt idx="2500">
                  <c:v>0.625</c:v>
                </c:pt>
                <c:pt idx="2501">
                  <c:v>0.6255</c:v>
                </c:pt>
                <c:pt idx="2502">
                  <c:v>0.6255</c:v>
                </c:pt>
                <c:pt idx="2503">
                  <c:v>0.626</c:v>
                </c:pt>
                <c:pt idx="2504">
                  <c:v>0.626</c:v>
                </c:pt>
                <c:pt idx="2505">
                  <c:v>0.6265</c:v>
                </c:pt>
                <c:pt idx="2506">
                  <c:v>0.6265</c:v>
                </c:pt>
                <c:pt idx="2507">
                  <c:v>0.627</c:v>
                </c:pt>
                <c:pt idx="2508">
                  <c:v>0.627</c:v>
                </c:pt>
                <c:pt idx="2509">
                  <c:v>0.6275</c:v>
                </c:pt>
                <c:pt idx="2510">
                  <c:v>0.6275</c:v>
                </c:pt>
                <c:pt idx="2511">
                  <c:v>0.628</c:v>
                </c:pt>
                <c:pt idx="2512">
                  <c:v>0.628</c:v>
                </c:pt>
                <c:pt idx="2513">
                  <c:v>0.6285</c:v>
                </c:pt>
                <c:pt idx="2514">
                  <c:v>0.6285</c:v>
                </c:pt>
                <c:pt idx="2515">
                  <c:v>0.629</c:v>
                </c:pt>
                <c:pt idx="2516">
                  <c:v>0.629</c:v>
                </c:pt>
                <c:pt idx="2517">
                  <c:v>0.6295</c:v>
                </c:pt>
                <c:pt idx="2518">
                  <c:v>0.6295</c:v>
                </c:pt>
                <c:pt idx="2519">
                  <c:v>0.63</c:v>
                </c:pt>
                <c:pt idx="2520">
                  <c:v>0.63</c:v>
                </c:pt>
                <c:pt idx="2521">
                  <c:v>0.6305</c:v>
                </c:pt>
                <c:pt idx="2522">
                  <c:v>0.6305</c:v>
                </c:pt>
                <c:pt idx="2523">
                  <c:v>0.631</c:v>
                </c:pt>
                <c:pt idx="2524">
                  <c:v>0.631</c:v>
                </c:pt>
                <c:pt idx="2525">
                  <c:v>0.6315</c:v>
                </c:pt>
                <c:pt idx="2526">
                  <c:v>0.6315</c:v>
                </c:pt>
                <c:pt idx="2527">
                  <c:v>0.632</c:v>
                </c:pt>
                <c:pt idx="2528">
                  <c:v>0.632</c:v>
                </c:pt>
                <c:pt idx="2529">
                  <c:v>0.6325</c:v>
                </c:pt>
                <c:pt idx="2530">
                  <c:v>0.6325</c:v>
                </c:pt>
                <c:pt idx="2531">
                  <c:v>0.633</c:v>
                </c:pt>
                <c:pt idx="2532">
                  <c:v>0.633</c:v>
                </c:pt>
                <c:pt idx="2533">
                  <c:v>0.6335</c:v>
                </c:pt>
                <c:pt idx="2534">
                  <c:v>0.6335</c:v>
                </c:pt>
                <c:pt idx="2535">
                  <c:v>0.634</c:v>
                </c:pt>
                <c:pt idx="2536">
                  <c:v>0.634</c:v>
                </c:pt>
                <c:pt idx="2537">
                  <c:v>0.6345</c:v>
                </c:pt>
                <c:pt idx="2538">
                  <c:v>0.6345</c:v>
                </c:pt>
                <c:pt idx="2539">
                  <c:v>0.635</c:v>
                </c:pt>
                <c:pt idx="2540">
                  <c:v>0.635</c:v>
                </c:pt>
                <c:pt idx="2541">
                  <c:v>0.6355</c:v>
                </c:pt>
                <c:pt idx="2542">
                  <c:v>0.6355</c:v>
                </c:pt>
                <c:pt idx="2543">
                  <c:v>0.636</c:v>
                </c:pt>
                <c:pt idx="2544">
                  <c:v>0.636</c:v>
                </c:pt>
                <c:pt idx="2545">
                  <c:v>0.6365</c:v>
                </c:pt>
                <c:pt idx="2546">
                  <c:v>0.6365</c:v>
                </c:pt>
                <c:pt idx="2547">
                  <c:v>0.637</c:v>
                </c:pt>
                <c:pt idx="2548">
                  <c:v>0.637</c:v>
                </c:pt>
                <c:pt idx="2549">
                  <c:v>0.6375</c:v>
                </c:pt>
                <c:pt idx="2550">
                  <c:v>0.6375</c:v>
                </c:pt>
                <c:pt idx="2551">
                  <c:v>0.638</c:v>
                </c:pt>
                <c:pt idx="2552">
                  <c:v>0.638</c:v>
                </c:pt>
                <c:pt idx="2553">
                  <c:v>0.6385</c:v>
                </c:pt>
                <c:pt idx="2554">
                  <c:v>0.6385</c:v>
                </c:pt>
                <c:pt idx="2555">
                  <c:v>0.639</c:v>
                </c:pt>
                <c:pt idx="2556">
                  <c:v>0.639</c:v>
                </c:pt>
                <c:pt idx="2557">
                  <c:v>0.6395</c:v>
                </c:pt>
                <c:pt idx="2558">
                  <c:v>0.6395</c:v>
                </c:pt>
                <c:pt idx="2559">
                  <c:v>0.64</c:v>
                </c:pt>
                <c:pt idx="2560">
                  <c:v>0.64</c:v>
                </c:pt>
                <c:pt idx="2561">
                  <c:v>0.6405</c:v>
                </c:pt>
                <c:pt idx="2562">
                  <c:v>0.6405</c:v>
                </c:pt>
                <c:pt idx="2563">
                  <c:v>0.641</c:v>
                </c:pt>
                <c:pt idx="2564">
                  <c:v>0.641</c:v>
                </c:pt>
                <c:pt idx="2565">
                  <c:v>0.6415</c:v>
                </c:pt>
                <c:pt idx="2566">
                  <c:v>0.6415</c:v>
                </c:pt>
                <c:pt idx="2567">
                  <c:v>0.642</c:v>
                </c:pt>
                <c:pt idx="2568">
                  <c:v>0.642</c:v>
                </c:pt>
                <c:pt idx="2569">
                  <c:v>0.6425</c:v>
                </c:pt>
                <c:pt idx="2570">
                  <c:v>0.6425</c:v>
                </c:pt>
                <c:pt idx="2571">
                  <c:v>0.643</c:v>
                </c:pt>
                <c:pt idx="2572">
                  <c:v>0.643</c:v>
                </c:pt>
                <c:pt idx="2573">
                  <c:v>0.6435</c:v>
                </c:pt>
                <c:pt idx="2574">
                  <c:v>0.6435</c:v>
                </c:pt>
                <c:pt idx="2575">
                  <c:v>0.644</c:v>
                </c:pt>
                <c:pt idx="2576">
                  <c:v>0.644</c:v>
                </c:pt>
                <c:pt idx="2577">
                  <c:v>0.6445</c:v>
                </c:pt>
                <c:pt idx="2578">
                  <c:v>0.6445</c:v>
                </c:pt>
                <c:pt idx="2579">
                  <c:v>0.645</c:v>
                </c:pt>
                <c:pt idx="2580">
                  <c:v>0.645</c:v>
                </c:pt>
                <c:pt idx="2581">
                  <c:v>0.6455</c:v>
                </c:pt>
                <c:pt idx="2582">
                  <c:v>0.6455</c:v>
                </c:pt>
                <c:pt idx="2583">
                  <c:v>0.646</c:v>
                </c:pt>
                <c:pt idx="2584">
                  <c:v>0.646</c:v>
                </c:pt>
                <c:pt idx="2585">
                  <c:v>0.6465</c:v>
                </c:pt>
                <c:pt idx="2586">
                  <c:v>0.6465</c:v>
                </c:pt>
                <c:pt idx="2587">
                  <c:v>0.647</c:v>
                </c:pt>
                <c:pt idx="2588">
                  <c:v>0.647</c:v>
                </c:pt>
                <c:pt idx="2589">
                  <c:v>0.6475</c:v>
                </c:pt>
                <c:pt idx="2590">
                  <c:v>0.6475</c:v>
                </c:pt>
                <c:pt idx="2591">
                  <c:v>0.648</c:v>
                </c:pt>
                <c:pt idx="2592">
                  <c:v>0.648</c:v>
                </c:pt>
                <c:pt idx="2593">
                  <c:v>0.6485</c:v>
                </c:pt>
                <c:pt idx="2594">
                  <c:v>0.6485</c:v>
                </c:pt>
                <c:pt idx="2595">
                  <c:v>0.649</c:v>
                </c:pt>
                <c:pt idx="2596">
                  <c:v>0.649</c:v>
                </c:pt>
                <c:pt idx="2597">
                  <c:v>0.6495</c:v>
                </c:pt>
                <c:pt idx="2598">
                  <c:v>0.6495</c:v>
                </c:pt>
                <c:pt idx="2599">
                  <c:v>0.65</c:v>
                </c:pt>
                <c:pt idx="2600">
                  <c:v>0.65</c:v>
                </c:pt>
                <c:pt idx="2601">
                  <c:v>0.6505</c:v>
                </c:pt>
                <c:pt idx="2602">
                  <c:v>0.6505</c:v>
                </c:pt>
                <c:pt idx="2603">
                  <c:v>0.651</c:v>
                </c:pt>
                <c:pt idx="2604">
                  <c:v>0.651</c:v>
                </c:pt>
                <c:pt idx="2605">
                  <c:v>0.6515</c:v>
                </c:pt>
                <c:pt idx="2606">
                  <c:v>0.6515</c:v>
                </c:pt>
                <c:pt idx="2607">
                  <c:v>0.652</c:v>
                </c:pt>
                <c:pt idx="2608">
                  <c:v>0.652</c:v>
                </c:pt>
                <c:pt idx="2609">
                  <c:v>0.6525</c:v>
                </c:pt>
                <c:pt idx="2610">
                  <c:v>0.6525</c:v>
                </c:pt>
                <c:pt idx="2611">
                  <c:v>0.653</c:v>
                </c:pt>
                <c:pt idx="2612">
                  <c:v>0.653</c:v>
                </c:pt>
                <c:pt idx="2613">
                  <c:v>0.6535</c:v>
                </c:pt>
                <c:pt idx="2614">
                  <c:v>0.6535</c:v>
                </c:pt>
                <c:pt idx="2615">
                  <c:v>0.654</c:v>
                </c:pt>
                <c:pt idx="2616">
                  <c:v>0.654</c:v>
                </c:pt>
                <c:pt idx="2617">
                  <c:v>0.6545</c:v>
                </c:pt>
                <c:pt idx="2618">
                  <c:v>0.6545</c:v>
                </c:pt>
                <c:pt idx="2619">
                  <c:v>0.655</c:v>
                </c:pt>
                <c:pt idx="2620">
                  <c:v>0.655</c:v>
                </c:pt>
                <c:pt idx="2621">
                  <c:v>0.6555</c:v>
                </c:pt>
                <c:pt idx="2622">
                  <c:v>0.6555</c:v>
                </c:pt>
                <c:pt idx="2623">
                  <c:v>0.656</c:v>
                </c:pt>
                <c:pt idx="2624">
                  <c:v>0.656</c:v>
                </c:pt>
                <c:pt idx="2625">
                  <c:v>0.6565</c:v>
                </c:pt>
                <c:pt idx="2626">
                  <c:v>0.6565</c:v>
                </c:pt>
                <c:pt idx="2627">
                  <c:v>0.657</c:v>
                </c:pt>
                <c:pt idx="2628">
                  <c:v>0.657</c:v>
                </c:pt>
                <c:pt idx="2629">
                  <c:v>0.6575</c:v>
                </c:pt>
                <c:pt idx="2630">
                  <c:v>0.6575</c:v>
                </c:pt>
                <c:pt idx="2631">
                  <c:v>0.658</c:v>
                </c:pt>
                <c:pt idx="2632">
                  <c:v>0.658</c:v>
                </c:pt>
                <c:pt idx="2633">
                  <c:v>0.6585</c:v>
                </c:pt>
                <c:pt idx="2634">
                  <c:v>0.6585</c:v>
                </c:pt>
                <c:pt idx="2635">
                  <c:v>0.659</c:v>
                </c:pt>
                <c:pt idx="2636">
                  <c:v>0.659</c:v>
                </c:pt>
                <c:pt idx="2637">
                  <c:v>0.6595</c:v>
                </c:pt>
                <c:pt idx="2638">
                  <c:v>0.6595</c:v>
                </c:pt>
                <c:pt idx="2639">
                  <c:v>0.66</c:v>
                </c:pt>
                <c:pt idx="2640">
                  <c:v>0.66</c:v>
                </c:pt>
                <c:pt idx="2641">
                  <c:v>0.6605</c:v>
                </c:pt>
                <c:pt idx="2642">
                  <c:v>0.6605</c:v>
                </c:pt>
                <c:pt idx="2643">
                  <c:v>0.661</c:v>
                </c:pt>
                <c:pt idx="2644">
                  <c:v>0.661</c:v>
                </c:pt>
                <c:pt idx="2645">
                  <c:v>0.6615</c:v>
                </c:pt>
                <c:pt idx="2646">
                  <c:v>0.6615</c:v>
                </c:pt>
                <c:pt idx="2647">
                  <c:v>0.662</c:v>
                </c:pt>
                <c:pt idx="2648">
                  <c:v>0.662</c:v>
                </c:pt>
                <c:pt idx="2649">
                  <c:v>0.6625</c:v>
                </c:pt>
                <c:pt idx="2650">
                  <c:v>0.6625</c:v>
                </c:pt>
                <c:pt idx="2651">
                  <c:v>0.663</c:v>
                </c:pt>
                <c:pt idx="2652">
                  <c:v>0.663</c:v>
                </c:pt>
                <c:pt idx="2653">
                  <c:v>0.6635</c:v>
                </c:pt>
                <c:pt idx="2654">
                  <c:v>0.6635</c:v>
                </c:pt>
                <c:pt idx="2655">
                  <c:v>0.664</c:v>
                </c:pt>
                <c:pt idx="2656">
                  <c:v>0.664</c:v>
                </c:pt>
                <c:pt idx="2657">
                  <c:v>0.6645</c:v>
                </c:pt>
                <c:pt idx="2658">
                  <c:v>0.6645</c:v>
                </c:pt>
                <c:pt idx="2659">
                  <c:v>0.665</c:v>
                </c:pt>
                <c:pt idx="2660">
                  <c:v>0.665</c:v>
                </c:pt>
                <c:pt idx="2661">
                  <c:v>0.6655</c:v>
                </c:pt>
                <c:pt idx="2662">
                  <c:v>0.6655</c:v>
                </c:pt>
                <c:pt idx="2663">
                  <c:v>0.666</c:v>
                </c:pt>
                <c:pt idx="2664">
                  <c:v>0.666</c:v>
                </c:pt>
                <c:pt idx="2665">
                  <c:v>0.6665</c:v>
                </c:pt>
                <c:pt idx="2666">
                  <c:v>0.6665</c:v>
                </c:pt>
                <c:pt idx="2667">
                  <c:v>0.667</c:v>
                </c:pt>
                <c:pt idx="2668">
                  <c:v>0.667</c:v>
                </c:pt>
                <c:pt idx="2669">
                  <c:v>0.6675</c:v>
                </c:pt>
                <c:pt idx="2670">
                  <c:v>0.6675</c:v>
                </c:pt>
                <c:pt idx="2671">
                  <c:v>0.668</c:v>
                </c:pt>
                <c:pt idx="2672">
                  <c:v>0.668</c:v>
                </c:pt>
                <c:pt idx="2673">
                  <c:v>0.6685</c:v>
                </c:pt>
                <c:pt idx="2674">
                  <c:v>0.6685</c:v>
                </c:pt>
                <c:pt idx="2675">
                  <c:v>0.669</c:v>
                </c:pt>
                <c:pt idx="2676">
                  <c:v>0.669</c:v>
                </c:pt>
                <c:pt idx="2677">
                  <c:v>0.6695</c:v>
                </c:pt>
                <c:pt idx="2678">
                  <c:v>0.6695</c:v>
                </c:pt>
                <c:pt idx="2679">
                  <c:v>0.67</c:v>
                </c:pt>
                <c:pt idx="2680">
                  <c:v>0.67</c:v>
                </c:pt>
                <c:pt idx="2681">
                  <c:v>0.6705</c:v>
                </c:pt>
                <c:pt idx="2682">
                  <c:v>0.6705</c:v>
                </c:pt>
                <c:pt idx="2683">
                  <c:v>0.671</c:v>
                </c:pt>
                <c:pt idx="2684">
                  <c:v>0.671</c:v>
                </c:pt>
                <c:pt idx="2685">
                  <c:v>0.6715</c:v>
                </c:pt>
                <c:pt idx="2686">
                  <c:v>0.6715</c:v>
                </c:pt>
                <c:pt idx="2687">
                  <c:v>0.672</c:v>
                </c:pt>
                <c:pt idx="2688">
                  <c:v>0.672</c:v>
                </c:pt>
                <c:pt idx="2689">
                  <c:v>0.6725</c:v>
                </c:pt>
                <c:pt idx="2690">
                  <c:v>0.6725</c:v>
                </c:pt>
                <c:pt idx="2691">
                  <c:v>0.673</c:v>
                </c:pt>
                <c:pt idx="2692">
                  <c:v>0.673</c:v>
                </c:pt>
                <c:pt idx="2693">
                  <c:v>0.6735</c:v>
                </c:pt>
                <c:pt idx="2694">
                  <c:v>0.6735</c:v>
                </c:pt>
                <c:pt idx="2695">
                  <c:v>0.674</c:v>
                </c:pt>
                <c:pt idx="2696">
                  <c:v>0.674</c:v>
                </c:pt>
                <c:pt idx="2697">
                  <c:v>0.6745</c:v>
                </c:pt>
                <c:pt idx="2698">
                  <c:v>0.6745</c:v>
                </c:pt>
                <c:pt idx="2699">
                  <c:v>0.675</c:v>
                </c:pt>
                <c:pt idx="2700">
                  <c:v>0.675</c:v>
                </c:pt>
                <c:pt idx="2701">
                  <c:v>0.6755</c:v>
                </c:pt>
                <c:pt idx="2702">
                  <c:v>0.6755</c:v>
                </c:pt>
                <c:pt idx="2703">
                  <c:v>0.676</c:v>
                </c:pt>
                <c:pt idx="2704">
                  <c:v>0.676</c:v>
                </c:pt>
                <c:pt idx="2705">
                  <c:v>0.6765</c:v>
                </c:pt>
                <c:pt idx="2706">
                  <c:v>0.6765</c:v>
                </c:pt>
                <c:pt idx="2707">
                  <c:v>0.677</c:v>
                </c:pt>
                <c:pt idx="2708">
                  <c:v>0.677</c:v>
                </c:pt>
                <c:pt idx="2709">
                  <c:v>0.6775</c:v>
                </c:pt>
                <c:pt idx="2710">
                  <c:v>0.6775</c:v>
                </c:pt>
                <c:pt idx="2711">
                  <c:v>0.678</c:v>
                </c:pt>
                <c:pt idx="2712">
                  <c:v>0.678</c:v>
                </c:pt>
                <c:pt idx="2713">
                  <c:v>0.6785</c:v>
                </c:pt>
                <c:pt idx="2714">
                  <c:v>0.6785</c:v>
                </c:pt>
                <c:pt idx="2715">
                  <c:v>0.679</c:v>
                </c:pt>
                <c:pt idx="2716">
                  <c:v>0.679</c:v>
                </c:pt>
                <c:pt idx="2717">
                  <c:v>0.6795</c:v>
                </c:pt>
                <c:pt idx="2718">
                  <c:v>0.6795</c:v>
                </c:pt>
                <c:pt idx="2719">
                  <c:v>0.68</c:v>
                </c:pt>
                <c:pt idx="2720">
                  <c:v>0.68</c:v>
                </c:pt>
                <c:pt idx="2721">
                  <c:v>0.6805</c:v>
                </c:pt>
                <c:pt idx="2722">
                  <c:v>0.6805</c:v>
                </c:pt>
                <c:pt idx="2723">
                  <c:v>0.681</c:v>
                </c:pt>
                <c:pt idx="2724">
                  <c:v>0.681</c:v>
                </c:pt>
                <c:pt idx="2725">
                  <c:v>0.6815</c:v>
                </c:pt>
                <c:pt idx="2726">
                  <c:v>0.6815</c:v>
                </c:pt>
                <c:pt idx="2727">
                  <c:v>0.682</c:v>
                </c:pt>
                <c:pt idx="2728">
                  <c:v>0.682</c:v>
                </c:pt>
                <c:pt idx="2729">
                  <c:v>0.6825</c:v>
                </c:pt>
                <c:pt idx="2730">
                  <c:v>0.6825</c:v>
                </c:pt>
                <c:pt idx="2731">
                  <c:v>0.683</c:v>
                </c:pt>
                <c:pt idx="2732">
                  <c:v>0.683</c:v>
                </c:pt>
                <c:pt idx="2733">
                  <c:v>0.6835</c:v>
                </c:pt>
                <c:pt idx="2734">
                  <c:v>0.6835</c:v>
                </c:pt>
                <c:pt idx="2735">
                  <c:v>0.684</c:v>
                </c:pt>
                <c:pt idx="2736">
                  <c:v>0.684</c:v>
                </c:pt>
                <c:pt idx="2737">
                  <c:v>0.6845</c:v>
                </c:pt>
                <c:pt idx="2738">
                  <c:v>0.6845</c:v>
                </c:pt>
                <c:pt idx="2739">
                  <c:v>0.685</c:v>
                </c:pt>
                <c:pt idx="2740">
                  <c:v>0.685</c:v>
                </c:pt>
                <c:pt idx="2741">
                  <c:v>0.6855</c:v>
                </c:pt>
                <c:pt idx="2742">
                  <c:v>0.6855</c:v>
                </c:pt>
                <c:pt idx="2743">
                  <c:v>0.686</c:v>
                </c:pt>
                <c:pt idx="2744">
                  <c:v>0.686</c:v>
                </c:pt>
                <c:pt idx="2745">
                  <c:v>0.6865</c:v>
                </c:pt>
                <c:pt idx="2746">
                  <c:v>0.6865</c:v>
                </c:pt>
                <c:pt idx="2747">
                  <c:v>0.687</c:v>
                </c:pt>
                <c:pt idx="2748">
                  <c:v>0.687</c:v>
                </c:pt>
                <c:pt idx="2749">
                  <c:v>0.6875</c:v>
                </c:pt>
                <c:pt idx="2750">
                  <c:v>0.6875</c:v>
                </c:pt>
                <c:pt idx="2751">
                  <c:v>0.688</c:v>
                </c:pt>
                <c:pt idx="2752">
                  <c:v>0.688</c:v>
                </c:pt>
                <c:pt idx="2753">
                  <c:v>0.6885</c:v>
                </c:pt>
                <c:pt idx="2754">
                  <c:v>0.6885</c:v>
                </c:pt>
                <c:pt idx="2755">
                  <c:v>0.689</c:v>
                </c:pt>
                <c:pt idx="2756">
                  <c:v>0.689</c:v>
                </c:pt>
                <c:pt idx="2757">
                  <c:v>0.6895</c:v>
                </c:pt>
                <c:pt idx="2758">
                  <c:v>0.6895</c:v>
                </c:pt>
                <c:pt idx="2759">
                  <c:v>0.69</c:v>
                </c:pt>
                <c:pt idx="2760">
                  <c:v>0.69</c:v>
                </c:pt>
                <c:pt idx="2761">
                  <c:v>0.6905</c:v>
                </c:pt>
                <c:pt idx="2762">
                  <c:v>0.6905</c:v>
                </c:pt>
                <c:pt idx="2763">
                  <c:v>0.691</c:v>
                </c:pt>
                <c:pt idx="2764">
                  <c:v>0.691</c:v>
                </c:pt>
                <c:pt idx="2765">
                  <c:v>0.6915</c:v>
                </c:pt>
                <c:pt idx="2766">
                  <c:v>0.6915</c:v>
                </c:pt>
                <c:pt idx="2767">
                  <c:v>0.692</c:v>
                </c:pt>
                <c:pt idx="2768">
                  <c:v>0.692</c:v>
                </c:pt>
                <c:pt idx="2769">
                  <c:v>0.6925</c:v>
                </c:pt>
                <c:pt idx="2770">
                  <c:v>0.6925</c:v>
                </c:pt>
                <c:pt idx="2771">
                  <c:v>0.693</c:v>
                </c:pt>
                <c:pt idx="2772">
                  <c:v>0.693</c:v>
                </c:pt>
                <c:pt idx="2773">
                  <c:v>0.6935</c:v>
                </c:pt>
                <c:pt idx="2774">
                  <c:v>0.6935</c:v>
                </c:pt>
                <c:pt idx="2775">
                  <c:v>0.694</c:v>
                </c:pt>
                <c:pt idx="2776">
                  <c:v>0.694</c:v>
                </c:pt>
                <c:pt idx="2777">
                  <c:v>0.6945</c:v>
                </c:pt>
                <c:pt idx="2778">
                  <c:v>0.6945</c:v>
                </c:pt>
                <c:pt idx="2779">
                  <c:v>0.695</c:v>
                </c:pt>
                <c:pt idx="2780">
                  <c:v>0.695</c:v>
                </c:pt>
                <c:pt idx="2781">
                  <c:v>0.6955</c:v>
                </c:pt>
                <c:pt idx="2782">
                  <c:v>0.6955</c:v>
                </c:pt>
                <c:pt idx="2783">
                  <c:v>0.696</c:v>
                </c:pt>
                <c:pt idx="2784">
                  <c:v>0.696</c:v>
                </c:pt>
                <c:pt idx="2785">
                  <c:v>0.6965</c:v>
                </c:pt>
                <c:pt idx="2786">
                  <c:v>0.6965</c:v>
                </c:pt>
                <c:pt idx="2787">
                  <c:v>0.697</c:v>
                </c:pt>
                <c:pt idx="2788">
                  <c:v>0.697</c:v>
                </c:pt>
                <c:pt idx="2789">
                  <c:v>0.6975</c:v>
                </c:pt>
                <c:pt idx="2790">
                  <c:v>0.6975</c:v>
                </c:pt>
                <c:pt idx="2791">
                  <c:v>0.698</c:v>
                </c:pt>
                <c:pt idx="2792">
                  <c:v>0.698</c:v>
                </c:pt>
                <c:pt idx="2793">
                  <c:v>0.6985</c:v>
                </c:pt>
                <c:pt idx="2794">
                  <c:v>0.6985</c:v>
                </c:pt>
                <c:pt idx="2795">
                  <c:v>0.699</c:v>
                </c:pt>
                <c:pt idx="2796">
                  <c:v>0.699</c:v>
                </c:pt>
                <c:pt idx="2797">
                  <c:v>0.6995</c:v>
                </c:pt>
                <c:pt idx="2798">
                  <c:v>0.6995</c:v>
                </c:pt>
                <c:pt idx="2799">
                  <c:v>0.7</c:v>
                </c:pt>
                <c:pt idx="2800">
                  <c:v>0.7</c:v>
                </c:pt>
                <c:pt idx="2801">
                  <c:v>0.7005</c:v>
                </c:pt>
                <c:pt idx="2802">
                  <c:v>0.7005</c:v>
                </c:pt>
                <c:pt idx="2803">
                  <c:v>0.701</c:v>
                </c:pt>
                <c:pt idx="2804">
                  <c:v>0.701</c:v>
                </c:pt>
                <c:pt idx="2805">
                  <c:v>0.7015</c:v>
                </c:pt>
                <c:pt idx="2806">
                  <c:v>0.7015</c:v>
                </c:pt>
                <c:pt idx="2807">
                  <c:v>0.702</c:v>
                </c:pt>
                <c:pt idx="2808">
                  <c:v>0.702</c:v>
                </c:pt>
                <c:pt idx="2809">
                  <c:v>0.7025</c:v>
                </c:pt>
                <c:pt idx="2810">
                  <c:v>0.7025</c:v>
                </c:pt>
                <c:pt idx="2811">
                  <c:v>0.703</c:v>
                </c:pt>
                <c:pt idx="2812">
                  <c:v>0.703</c:v>
                </c:pt>
                <c:pt idx="2813">
                  <c:v>0.7035</c:v>
                </c:pt>
                <c:pt idx="2814">
                  <c:v>0.7035</c:v>
                </c:pt>
                <c:pt idx="2815">
                  <c:v>0.704</c:v>
                </c:pt>
                <c:pt idx="2816">
                  <c:v>0.704</c:v>
                </c:pt>
                <c:pt idx="2817">
                  <c:v>0.7045</c:v>
                </c:pt>
                <c:pt idx="2818">
                  <c:v>0.7045</c:v>
                </c:pt>
                <c:pt idx="2819">
                  <c:v>0.705</c:v>
                </c:pt>
                <c:pt idx="2820">
                  <c:v>0.705</c:v>
                </c:pt>
                <c:pt idx="2821">
                  <c:v>0.7055</c:v>
                </c:pt>
                <c:pt idx="2822">
                  <c:v>0.7055</c:v>
                </c:pt>
                <c:pt idx="2823">
                  <c:v>0.706</c:v>
                </c:pt>
                <c:pt idx="2824">
                  <c:v>0.706</c:v>
                </c:pt>
                <c:pt idx="2825">
                  <c:v>0.7065</c:v>
                </c:pt>
                <c:pt idx="2826">
                  <c:v>0.7065</c:v>
                </c:pt>
                <c:pt idx="2827">
                  <c:v>0.707</c:v>
                </c:pt>
                <c:pt idx="2828">
                  <c:v>0.707</c:v>
                </c:pt>
                <c:pt idx="2829">
                  <c:v>0.7075</c:v>
                </c:pt>
                <c:pt idx="2830">
                  <c:v>0.7075</c:v>
                </c:pt>
                <c:pt idx="2831">
                  <c:v>0.708</c:v>
                </c:pt>
                <c:pt idx="2832">
                  <c:v>0.708</c:v>
                </c:pt>
                <c:pt idx="2833">
                  <c:v>0.7085</c:v>
                </c:pt>
                <c:pt idx="2834">
                  <c:v>0.7085</c:v>
                </c:pt>
                <c:pt idx="2835">
                  <c:v>0.709</c:v>
                </c:pt>
                <c:pt idx="2836">
                  <c:v>0.709</c:v>
                </c:pt>
                <c:pt idx="2837">
                  <c:v>0.7095</c:v>
                </c:pt>
                <c:pt idx="2838">
                  <c:v>0.7095</c:v>
                </c:pt>
                <c:pt idx="2839">
                  <c:v>0.71</c:v>
                </c:pt>
                <c:pt idx="2840">
                  <c:v>0.71</c:v>
                </c:pt>
                <c:pt idx="2841">
                  <c:v>0.7105</c:v>
                </c:pt>
                <c:pt idx="2842">
                  <c:v>0.7105</c:v>
                </c:pt>
                <c:pt idx="2843">
                  <c:v>0.711</c:v>
                </c:pt>
                <c:pt idx="2844">
                  <c:v>0.711</c:v>
                </c:pt>
                <c:pt idx="2845">
                  <c:v>0.7115</c:v>
                </c:pt>
                <c:pt idx="2846">
                  <c:v>0.7115</c:v>
                </c:pt>
                <c:pt idx="2847">
                  <c:v>0.712</c:v>
                </c:pt>
                <c:pt idx="2848">
                  <c:v>0.712</c:v>
                </c:pt>
                <c:pt idx="2849">
                  <c:v>0.7125</c:v>
                </c:pt>
                <c:pt idx="2850">
                  <c:v>0.7125</c:v>
                </c:pt>
                <c:pt idx="2851">
                  <c:v>0.713</c:v>
                </c:pt>
                <c:pt idx="2852">
                  <c:v>0.713</c:v>
                </c:pt>
                <c:pt idx="2853">
                  <c:v>0.7135</c:v>
                </c:pt>
                <c:pt idx="2854">
                  <c:v>0.7135</c:v>
                </c:pt>
                <c:pt idx="2855">
                  <c:v>0.714</c:v>
                </c:pt>
                <c:pt idx="2856">
                  <c:v>0.714</c:v>
                </c:pt>
                <c:pt idx="2857">
                  <c:v>0.7145</c:v>
                </c:pt>
                <c:pt idx="2858">
                  <c:v>0.7145</c:v>
                </c:pt>
                <c:pt idx="2859">
                  <c:v>0.715</c:v>
                </c:pt>
                <c:pt idx="2860">
                  <c:v>0.715</c:v>
                </c:pt>
                <c:pt idx="2861">
                  <c:v>0.7155</c:v>
                </c:pt>
                <c:pt idx="2862">
                  <c:v>0.7155</c:v>
                </c:pt>
                <c:pt idx="2863">
                  <c:v>0.716</c:v>
                </c:pt>
                <c:pt idx="2864">
                  <c:v>0.716</c:v>
                </c:pt>
                <c:pt idx="2865">
                  <c:v>0.7165</c:v>
                </c:pt>
                <c:pt idx="2866">
                  <c:v>0.7165</c:v>
                </c:pt>
                <c:pt idx="2867">
                  <c:v>0.717</c:v>
                </c:pt>
                <c:pt idx="2868">
                  <c:v>0.717</c:v>
                </c:pt>
                <c:pt idx="2869">
                  <c:v>0.7175</c:v>
                </c:pt>
                <c:pt idx="2870">
                  <c:v>0.7175</c:v>
                </c:pt>
                <c:pt idx="2871">
                  <c:v>0.718</c:v>
                </c:pt>
                <c:pt idx="2872">
                  <c:v>0.718</c:v>
                </c:pt>
                <c:pt idx="2873">
                  <c:v>0.7185</c:v>
                </c:pt>
                <c:pt idx="2874">
                  <c:v>0.7185</c:v>
                </c:pt>
                <c:pt idx="2875">
                  <c:v>0.719</c:v>
                </c:pt>
                <c:pt idx="2876">
                  <c:v>0.719</c:v>
                </c:pt>
                <c:pt idx="2877">
                  <c:v>0.7195</c:v>
                </c:pt>
                <c:pt idx="2878">
                  <c:v>0.7195</c:v>
                </c:pt>
                <c:pt idx="2879">
                  <c:v>0.72</c:v>
                </c:pt>
                <c:pt idx="2880">
                  <c:v>0.72</c:v>
                </c:pt>
                <c:pt idx="2881">
                  <c:v>0.7205</c:v>
                </c:pt>
                <c:pt idx="2882">
                  <c:v>0.7205</c:v>
                </c:pt>
                <c:pt idx="2883">
                  <c:v>0.721</c:v>
                </c:pt>
                <c:pt idx="2884">
                  <c:v>0.721</c:v>
                </c:pt>
                <c:pt idx="2885">
                  <c:v>0.7215</c:v>
                </c:pt>
                <c:pt idx="2886">
                  <c:v>0.7215</c:v>
                </c:pt>
                <c:pt idx="2887">
                  <c:v>0.722</c:v>
                </c:pt>
                <c:pt idx="2888">
                  <c:v>0.722</c:v>
                </c:pt>
                <c:pt idx="2889">
                  <c:v>0.7225</c:v>
                </c:pt>
                <c:pt idx="2890">
                  <c:v>0.7225</c:v>
                </c:pt>
                <c:pt idx="2891">
                  <c:v>0.723</c:v>
                </c:pt>
                <c:pt idx="2892">
                  <c:v>0.723</c:v>
                </c:pt>
                <c:pt idx="2893">
                  <c:v>0.7235</c:v>
                </c:pt>
                <c:pt idx="2894">
                  <c:v>0.7235</c:v>
                </c:pt>
                <c:pt idx="2895">
                  <c:v>0.724</c:v>
                </c:pt>
                <c:pt idx="2896">
                  <c:v>0.724</c:v>
                </c:pt>
                <c:pt idx="2897">
                  <c:v>0.7245</c:v>
                </c:pt>
                <c:pt idx="2898">
                  <c:v>0.7245</c:v>
                </c:pt>
                <c:pt idx="2899">
                  <c:v>0.725</c:v>
                </c:pt>
                <c:pt idx="2900">
                  <c:v>0.725</c:v>
                </c:pt>
                <c:pt idx="2901">
                  <c:v>0.7255</c:v>
                </c:pt>
                <c:pt idx="2902">
                  <c:v>0.7255</c:v>
                </c:pt>
                <c:pt idx="2903">
                  <c:v>0.726</c:v>
                </c:pt>
                <c:pt idx="2904">
                  <c:v>0.726</c:v>
                </c:pt>
                <c:pt idx="2905">
                  <c:v>0.7265</c:v>
                </c:pt>
                <c:pt idx="2906">
                  <c:v>0.7265</c:v>
                </c:pt>
                <c:pt idx="2907">
                  <c:v>0.727</c:v>
                </c:pt>
                <c:pt idx="2908">
                  <c:v>0.727</c:v>
                </c:pt>
                <c:pt idx="2909">
                  <c:v>0.7275</c:v>
                </c:pt>
                <c:pt idx="2910">
                  <c:v>0.7275</c:v>
                </c:pt>
                <c:pt idx="2911">
                  <c:v>0.728</c:v>
                </c:pt>
                <c:pt idx="2912">
                  <c:v>0.728</c:v>
                </c:pt>
                <c:pt idx="2913">
                  <c:v>0.7285</c:v>
                </c:pt>
                <c:pt idx="2914">
                  <c:v>0.7285</c:v>
                </c:pt>
                <c:pt idx="2915">
                  <c:v>0.729</c:v>
                </c:pt>
                <c:pt idx="2916">
                  <c:v>0.729</c:v>
                </c:pt>
                <c:pt idx="2917">
                  <c:v>0.7295</c:v>
                </c:pt>
                <c:pt idx="2918">
                  <c:v>0.7295</c:v>
                </c:pt>
                <c:pt idx="2919">
                  <c:v>0.73</c:v>
                </c:pt>
                <c:pt idx="2920">
                  <c:v>0.73</c:v>
                </c:pt>
                <c:pt idx="2921">
                  <c:v>0.7305</c:v>
                </c:pt>
                <c:pt idx="2922">
                  <c:v>0.7305</c:v>
                </c:pt>
                <c:pt idx="2923">
                  <c:v>0.731</c:v>
                </c:pt>
                <c:pt idx="2924">
                  <c:v>0.731</c:v>
                </c:pt>
                <c:pt idx="2925">
                  <c:v>0.7315</c:v>
                </c:pt>
                <c:pt idx="2926">
                  <c:v>0.7315</c:v>
                </c:pt>
                <c:pt idx="2927">
                  <c:v>0.732</c:v>
                </c:pt>
                <c:pt idx="2928">
                  <c:v>0.732</c:v>
                </c:pt>
                <c:pt idx="2929">
                  <c:v>0.7325</c:v>
                </c:pt>
                <c:pt idx="2930">
                  <c:v>0.7325</c:v>
                </c:pt>
                <c:pt idx="2931">
                  <c:v>0.733</c:v>
                </c:pt>
                <c:pt idx="2932">
                  <c:v>0.733</c:v>
                </c:pt>
                <c:pt idx="2933">
                  <c:v>0.7335</c:v>
                </c:pt>
                <c:pt idx="2934">
                  <c:v>0.7335</c:v>
                </c:pt>
                <c:pt idx="2935">
                  <c:v>0.734</c:v>
                </c:pt>
                <c:pt idx="2936">
                  <c:v>0.734</c:v>
                </c:pt>
                <c:pt idx="2937">
                  <c:v>0.7345</c:v>
                </c:pt>
                <c:pt idx="2938">
                  <c:v>0.7345</c:v>
                </c:pt>
                <c:pt idx="2939">
                  <c:v>0.735</c:v>
                </c:pt>
                <c:pt idx="2940">
                  <c:v>0.735</c:v>
                </c:pt>
                <c:pt idx="2941">
                  <c:v>0.7355</c:v>
                </c:pt>
                <c:pt idx="2942">
                  <c:v>0.7355</c:v>
                </c:pt>
                <c:pt idx="2943">
                  <c:v>0.736</c:v>
                </c:pt>
                <c:pt idx="2944">
                  <c:v>0.736</c:v>
                </c:pt>
                <c:pt idx="2945">
                  <c:v>0.7365</c:v>
                </c:pt>
                <c:pt idx="2946">
                  <c:v>0.7365</c:v>
                </c:pt>
                <c:pt idx="2947">
                  <c:v>0.737</c:v>
                </c:pt>
                <c:pt idx="2948">
                  <c:v>0.737</c:v>
                </c:pt>
                <c:pt idx="2949">
                  <c:v>0.7375</c:v>
                </c:pt>
                <c:pt idx="2950">
                  <c:v>0.7375</c:v>
                </c:pt>
                <c:pt idx="2951">
                  <c:v>0.738</c:v>
                </c:pt>
                <c:pt idx="2952">
                  <c:v>0.738</c:v>
                </c:pt>
                <c:pt idx="2953">
                  <c:v>0.7385</c:v>
                </c:pt>
                <c:pt idx="2954">
                  <c:v>0.7385</c:v>
                </c:pt>
                <c:pt idx="2955">
                  <c:v>0.739</c:v>
                </c:pt>
                <c:pt idx="2956">
                  <c:v>0.739</c:v>
                </c:pt>
                <c:pt idx="2957">
                  <c:v>0.7395</c:v>
                </c:pt>
                <c:pt idx="2958">
                  <c:v>0.7395</c:v>
                </c:pt>
                <c:pt idx="2959">
                  <c:v>0.74</c:v>
                </c:pt>
                <c:pt idx="2960">
                  <c:v>0.74</c:v>
                </c:pt>
                <c:pt idx="2961">
                  <c:v>0.7405</c:v>
                </c:pt>
                <c:pt idx="2962">
                  <c:v>0.7405</c:v>
                </c:pt>
                <c:pt idx="2963">
                  <c:v>0.741</c:v>
                </c:pt>
                <c:pt idx="2964">
                  <c:v>0.741</c:v>
                </c:pt>
                <c:pt idx="2965">
                  <c:v>0.7415</c:v>
                </c:pt>
                <c:pt idx="2966">
                  <c:v>0.7415</c:v>
                </c:pt>
                <c:pt idx="2967">
                  <c:v>0.742</c:v>
                </c:pt>
                <c:pt idx="2968">
                  <c:v>0.742</c:v>
                </c:pt>
                <c:pt idx="2969">
                  <c:v>0.7425</c:v>
                </c:pt>
                <c:pt idx="2970">
                  <c:v>0.7425</c:v>
                </c:pt>
                <c:pt idx="2971">
                  <c:v>0.743</c:v>
                </c:pt>
                <c:pt idx="2972">
                  <c:v>0.743</c:v>
                </c:pt>
                <c:pt idx="2973">
                  <c:v>0.7435</c:v>
                </c:pt>
                <c:pt idx="2974">
                  <c:v>0.7435</c:v>
                </c:pt>
                <c:pt idx="2975">
                  <c:v>0.744</c:v>
                </c:pt>
                <c:pt idx="2976">
                  <c:v>0.744</c:v>
                </c:pt>
                <c:pt idx="2977">
                  <c:v>0.7445</c:v>
                </c:pt>
                <c:pt idx="2978">
                  <c:v>0.7445</c:v>
                </c:pt>
                <c:pt idx="2979">
                  <c:v>0.745</c:v>
                </c:pt>
                <c:pt idx="2980">
                  <c:v>0.745</c:v>
                </c:pt>
                <c:pt idx="2981">
                  <c:v>0.7455</c:v>
                </c:pt>
                <c:pt idx="2982">
                  <c:v>0.7455</c:v>
                </c:pt>
                <c:pt idx="2983">
                  <c:v>0.746</c:v>
                </c:pt>
                <c:pt idx="2984">
                  <c:v>0.746</c:v>
                </c:pt>
                <c:pt idx="2985">
                  <c:v>0.7465</c:v>
                </c:pt>
                <c:pt idx="2986">
                  <c:v>0.7465</c:v>
                </c:pt>
                <c:pt idx="2987">
                  <c:v>0.747</c:v>
                </c:pt>
                <c:pt idx="2988">
                  <c:v>0.747</c:v>
                </c:pt>
                <c:pt idx="2989">
                  <c:v>0.7475</c:v>
                </c:pt>
                <c:pt idx="2990">
                  <c:v>0.7475</c:v>
                </c:pt>
                <c:pt idx="2991">
                  <c:v>0.748</c:v>
                </c:pt>
                <c:pt idx="2992">
                  <c:v>0.748</c:v>
                </c:pt>
                <c:pt idx="2993">
                  <c:v>0.7485</c:v>
                </c:pt>
                <c:pt idx="2994">
                  <c:v>0.7485</c:v>
                </c:pt>
                <c:pt idx="2995">
                  <c:v>0.749</c:v>
                </c:pt>
                <c:pt idx="2996">
                  <c:v>0.749</c:v>
                </c:pt>
                <c:pt idx="2997">
                  <c:v>0.7495</c:v>
                </c:pt>
                <c:pt idx="2998">
                  <c:v>0.7495</c:v>
                </c:pt>
                <c:pt idx="2999">
                  <c:v>0.75</c:v>
                </c:pt>
                <c:pt idx="3000">
                  <c:v>0.75</c:v>
                </c:pt>
                <c:pt idx="3001">
                  <c:v>0.7505</c:v>
                </c:pt>
                <c:pt idx="3002">
                  <c:v>0.7505</c:v>
                </c:pt>
                <c:pt idx="3003">
                  <c:v>0.751</c:v>
                </c:pt>
                <c:pt idx="3004">
                  <c:v>0.751</c:v>
                </c:pt>
                <c:pt idx="3005">
                  <c:v>0.7515</c:v>
                </c:pt>
                <c:pt idx="3006">
                  <c:v>0.7515</c:v>
                </c:pt>
                <c:pt idx="3007">
                  <c:v>0.752</c:v>
                </c:pt>
                <c:pt idx="3008">
                  <c:v>0.752</c:v>
                </c:pt>
                <c:pt idx="3009">
                  <c:v>0.7525</c:v>
                </c:pt>
                <c:pt idx="3010">
                  <c:v>0.7525</c:v>
                </c:pt>
                <c:pt idx="3011">
                  <c:v>0.753</c:v>
                </c:pt>
                <c:pt idx="3012">
                  <c:v>0.753</c:v>
                </c:pt>
                <c:pt idx="3013">
                  <c:v>0.7535</c:v>
                </c:pt>
                <c:pt idx="3014">
                  <c:v>0.7535</c:v>
                </c:pt>
                <c:pt idx="3015">
                  <c:v>0.754</c:v>
                </c:pt>
                <c:pt idx="3016">
                  <c:v>0.754</c:v>
                </c:pt>
                <c:pt idx="3017">
                  <c:v>0.7545</c:v>
                </c:pt>
                <c:pt idx="3018">
                  <c:v>0.7545</c:v>
                </c:pt>
                <c:pt idx="3019">
                  <c:v>0.755</c:v>
                </c:pt>
                <c:pt idx="3020">
                  <c:v>0.755</c:v>
                </c:pt>
                <c:pt idx="3021">
                  <c:v>0.7555</c:v>
                </c:pt>
                <c:pt idx="3022">
                  <c:v>0.7555</c:v>
                </c:pt>
                <c:pt idx="3023">
                  <c:v>0.756</c:v>
                </c:pt>
                <c:pt idx="3024">
                  <c:v>0.756</c:v>
                </c:pt>
                <c:pt idx="3025">
                  <c:v>0.7565</c:v>
                </c:pt>
                <c:pt idx="3026">
                  <c:v>0.7565</c:v>
                </c:pt>
                <c:pt idx="3027">
                  <c:v>0.757</c:v>
                </c:pt>
                <c:pt idx="3028">
                  <c:v>0.757</c:v>
                </c:pt>
                <c:pt idx="3029">
                  <c:v>0.7575</c:v>
                </c:pt>
                <c:pt idx="3030">
                  <c:v>0.7575</c:v>
                </c:pt>
                <c:pt idx="3031">
                  <c:v>0.758</c:v>
                </c:pt>
                <c:pt idx="3032">
                  <c:v>0.758</c:v>
                </c:pt>
                <c:pt idx="3033">
                  <c:v>0.7585</c:v>
                </c:pt>
                <c:pt idx="3034">
                  <c:v>0.7585</c:v>
                </c:pt>
                <c:pt idx="3035">
                  <c:v>0.759</c:v>
                </c:pt>
                <c:pt idx="3036">
                  <c:v>0.759</c:v>
                </c:pt>
                <c:pt idx="3037">
                  <c:v>0.7595</c:v>
                </c:pt>
                <c:pt idx="3038">
                  <c:v>0.7595</c:v>
                </c:pt>
                <c:pt idx="3039">
                  <c:v>0.76</c:v>
                </c:pt>
                <c:pt idx="3040">
                  <c:v>0.76</c:v>
                </c:pt>
                <c:pt idx="3041">
                  <c:v>0.7605</c:v>
                </c:pt>
                <c:pt idx="3042">
                  <c:v>0.7605</c:v>
                </c:pt>
                <c:pt idx="3043">
                  <c:v>0.761</c:v>
                </c:pt>
                <c:pt idx="3044">
                  <c:v>0.761</c:v>
                </c:pt>
                <c:pt idx="3045">
                  <c:v>0.7615</c:v>
                </c:pt>
                <c:pt idx="3046">
                  <c:v>0.7615</c:v>
                </c:pt>
                <c:pt idx="3047">
                  <c:v>0.762</c:v>
                </c:pt>
                <c:pt idx="3048">
                  <c:v>0.762</c:v>
                </c:pt>
                <c:pt idx="3049">
                  <c:v>0.7625</c:v>
                </c:pt>
                <c:pt idx="3050">
                  <c:v>0.7625</c:v>
                </c:pt>
                <c:pt idx="3051">
                  <c:v>0.763</c:v>
                </c:pt>
                <c:pt idx="3052">
                  <c:v>0.763</c:v>
                </c:pt>
                <c:pt idx="3053">
                  <c:v>0.7635</c:v>
                </c:pt>
                <c:pt idx="3054">
                  <c:v>0.7635</c:v>
                </c:pt>
                <c:pt idx="3055">
                  <c:v>0.764</c:v>
                </c:pt>
                <c:pt idx="3056">
                  <c:v>0.764</c:v>
                </c:pt>
                <c:pt idx="3057">
                  <c:v>0.7645</c:v>
                </c:pt>
                <c:pt idx="3058">
                  <c:v>0.7645</c:v>
                </c:pt>
                <c:pt idx="3059">
                  <c:v>0.765</c:v>
                </c:pt>
                <c:pt idx="3060">
                  <c:v>0.765</c:v>
                </c:pt>
                <c:pt idx="3061">
                  <c:v>0.7655</c:v>
                </c:pt>
                <c:pt idx="3062">
                  <c:v>0.7655</c:v>
                </c:pt>
                <c:pt idx="3063">
                  <c:v>0.766</c:v>
                </c:pt>
                <c:pt idx="3064">
                  <c:v>0.766</c:v>
                </c:pt>
                <c:pt idx="3065">
                  <c:v>0.7665</c:v>
                </c:pt>
                <c:pt idx="3066">
                  <c:v>0.7665</c:v>
                </c:pt>
                <c:pt idx="3067">
                  <c:v>0.767</c:v>
                </c:pt>
                <c:pt idx="3068">
                  <c:v>0.767</c:v>
                </c:pt>
                <c:pt idx="3069">
                  <c:v>0.7675</c:v>
                </c:pt>
                <c:pt idx="3070">
                  <c:v>0.7675</c:v>
                </c:pt>
                <c:pt idx="3071">
                  <c:v>0.768</c:v>
                </c:pt>
                <c:pt idx="3072">
                  <c:v>0.768</c:v>
                </c:pt>
                <c:pt idx="3073">
                  <c:v>0.7685</c:v>
                </c:pt>
                <c:pt idx="3074">
                  <c:v>0.7685</c:v>
                </c:pt>
                <c:pt idx="3075">
                  <c:v>0.769</c:v>
                </c:pt>
                <c:pt idx="3076">
                  <c:v>0.769</c:v>
                </c:pt>
                <c:pt idx="3077">
                  <c:v>0.7695</c:v>
                </c:pt>
                <c:pt idx="3078">
                  <c:v>0.7695</c:v>
                </c:pt>
                <c:pt idx="3079">
                  <c:v>0.77</c:v>
                </c:pt>
                <c:pt idx="3080">
                  <c:v>0.77</c:v>
                </c:pt>
                <c:pt idx="3081">
                  <c:v>0.7705</c:v>
                </c:pt>
                <c:pt idx="3082">
                  <c:v>0.7705</c:v>
                </c:pt>
                <c:pt idx="3083">
                  <c:v>0.771</c:v>
                </c:pt>
                <c:pt idx="3084">
                  <c:v>0.771</c:v>
                </c:pt>
                <c:pt idx="3085">
                  <c:v>0.7715</c:v>
                </c:pt>
                <c:pt idx="3086">
                  <c:v>0.7715</c:v>
                </c:pt>
                <c:pt idx="3087">
                  <c:v>0.772</c:v>
                </c:pt>
                <c:pt idx="3088">
                  <c:v>0.772</c:v>
                </c:pt>
                <c:pt idx="3089">
                  <c:v>0.7725</c:v>
                </c:pt>
                <c:pt idx="3090">
                  <c:v>0.7725</c:v>
                </c:pt>
                <c:pt idx="3091">
                  <c:v>0.773</c:v>
                </c:pt>
                <c:pt idx="3092">
                  <c:v>0.773</c:v>
                </c:pt>
                <c:pt idx="3093">
                  <c:v>0.7735</c:v>
                </c:pt>
                <c:pt idx="3094">
                  <c:v>0.7735</c:v>
                </c:pt>
                <c:pt idx="3095">
                  <c:v>0.774</c:v>
                </c:pt>
                <c:pt idx="3096">
                  <c:v>0.774</c:v>
                </c:pt>
                <c:pt idx="3097">
                  <c:v>0.7745</c:v>
                </c:pt>
                <c:pt idx="3098">
                  <c:v>0.7745</c:v>
                </c:pt>
                <c:pt idx="3099">
                  <c:v>0.775</c:v>
                </c:pt>
                <c:pt idx="3100">
                  <c:v>0.775</c:v>
                </c:pt>
                <c:pt idx="3101">
                  <c:v>0.7755</c:v>
                </c:pt>
                <c:pt idx="3102">
                  <c:v>0.7755</c:v>
                </c:pt>
                <c:pt idx="3103">
                  <c:v>0.776</c:v>
                </c:pt>
                <c:pt idx="3104">
                  <c:v>0.776</c:v>
                </c:pt>
                <c:pt idx="3105">
                  <c:v>0.7765</c:v>
                </c:pt>
                <c:pt idx="3106">
                  <c:v>0.7765</c:v>
                </c:pt>
                <c:pt idx="3107">
                  <c:v>0.777</c:v>
                </c:pt>
                <c:pt idx="3108">
                  <c:v>0.777</c:v>
                </c:pt>
                <c:pt idx="3109">
                  <c:v>0.7775</c:v>
                </c:pt>
                <c:pt idx="3110">
                  <c:v>0.7775</c:v>
                </c:pt>
                <c:pt idx="3111">
                  <c:v>0.778</c:v>
                </c:pt>
                <c:pt idx="3112">
                  <c:v>0.778</c:v>
                </c:pt>
                <c:pt idx="3113">
                  <c:v>0.7785</c:v>
                </c:pt>
                <c:pt idx="3114">
                  <c:v>0.7785</c:v>
                </c:pt>
                <c:pt idx="3115">
                  <c:v>0.779</c:v>
                </c:pt>
                <c:pt idx="3116">
                  <c:v>0.779</c:v>
                </c:pt>
                <c:pt idx="3117">
                  <c:v>0.7795</c:v>
                </c:pt>
                <c:pt idx="3118">
                  <c:v>0.7795</c:v>
                </c:pt>
                <c:pt idx="3119">
                  <c:v>0.78</c:v>
                </c:pt>
                <c:pt idx="3120">
                  <c:v>0.78</c:v>
                </c:pt>
                <c:pt idx="3121">
                  <c:v>0.7805</c:v>
                </c:pt>
                <c:pt idx="3122">
                  <c:v>0.7805</c:v>
                </c:pt>
                <c:pt idx="3123">
                  <c:v>0.781</c:v>
                </c:pt>
                <c:pt idx="3124">
                  <c:v>0.781</c:v>
                </c:pt>
                <c:pt idx="3125">
                  <c:v>0.7815</c:v>
                </c:pt>
                <c:pt idx="3126">
                  <c:v>0.7815</c:v>
                </c:pt>
                <c:pt idx="3127">
                  <c:v>0.782</c:v>
                </c:pt>
                <c:pt idx="3128">
                  <c:v>0.782</c:v>
                </c:pt>
                <c:pt idx="3129">
                  <c:v>0.7825</c:v>
                </c:pt>
                <c:pt idx="3130">
                  <c:v>0.7825</c:v>
                </c:pt>
                <c:pt idx="3131">
                  <c:v>0.783</c:v>
                </c:pt>
                <c:pt idx="3132">
                  <c:v>0.783</c:v>
                </c:pt>
                <c:pt idx="3133">
                  <c:v>0.7835</c:v>
                </c:pt>
                <c:pt idx="3134">
                  <c:v>0.7835</c:v>
                </c:pt>
                <c:pt idx="3135">
                  <c:v>0.784</c:v>
                </c:pt>
                <c:pt idx="3136">
                  <c:v>0.784</c:v>
                </c:pt>
                <c:pt idx="3137">
                  <c:v>0.7845</c:v>
                </c:pt>
                <c:pt idx="3138">
                  <c:v>0.7845</c:v>
                </c:pt>
                <c:pt idx="3139">
                  <c:v>0.785</c:v>
                </c:pt>
                <c:pt idx="3140">
                  <c:v>0.785</c:v>
                </c:pt>
                <c:pt idx="3141">
                  <c:v>0.7855</c:v>
                </c:pt>
                <c:pt idx="3142">
                  <c:v>0.7855</c:v>
                </c:pt>
                <c:pt idx="3143">
                  <c:v>0.786</c:v>
                </c:pt>
                <c:pt idx="3144">
                  <c:v>0.786</c:v>
                </c:pt>
                <c:pt idx="3145">
                  <c:v>0.7865</c:v>
                </c:pt>
                <c:pt idx="3146">
                  <c:v>0.7865</c:v>
                </c:pt>
                <c:pt idx="3147">
                  <c:v>0.787</c:v>
                </c:pt>
                <c:pt idx="3148">
                  <c:v>0.787</c:v>
                </c:pt>
                <c:pt idx="3149">
                  <c:v>0.7875</c:v>
                </c:pt>
                <c:pt idx="3150">
                  <c:v>0.7875</c:v>
                </c:pt>
                <c:pt idx="3151">
                  <c:v>0.788</c:v>
                </c:pt>
                <c:pt idx="3152">
                  <c:v>0.788</c:v>
                </c:pt>
                <c:pt idx="3153">
                  <c:v>0.7885</c:v>
                </c:pt>
                <c:pt idx="3154">
                  <c:v>0.7885</c:v>
                </c:pt>
                <c:pt idx="3155">
                  <c:v>0.789</c:v>
                </c:pt>
                <c:pt idx="3156">
                  <c:v>0.789</c:v>
                </c:pt>
                <c:pt idx="3157">
                  <c:v>0.7895</c:v>
                </c:pt>
                <c:pt idx="3158">
                  <c:v>0.7895</c:v>
                </c:pt>
                <c:pt idx="3159">
                  <c:v>0.79</c:v>
                </c:pt>
                <c:pt idx="3160">
                  <c:v>0.79</c:v>
                </c:pt>
                <c:pt idx="3161">
                  <c:v>0.7905</c:v>
                </c:pt>
                <c:pt idx="3162">
                  <c:v>0.7905</c:v>
                </c:pt>
                <c:pt idx="3163">
                  <c:v>0.791</c:v>
                </c:pt>
                <c:pt idx="3164">
                  <c:v>0.791</c:v>
                </c:pt>
                <c:pt idx="3165">
                  <c:v>0.7915</c:v>
                </c:pt>
                <c:pt idx="3166">
                  <c:v>0.7915</c:v>
                </c:pt>
                <c:pt idx="3167">
                  <c:v>0.792</c:v>
                </c:pt>
                <c:pt idx="3168">
                  <c:v>0.792</c:v>
                </c:pt>
                <c:pt idx="3169">
                  <c:v>0.7925</c:v>
                </c:pt>
                <c:pt idx="3170">
                  <c:v>0.7925</c:v>
                </c:pt>
                <c:pt idx="3171">
                  <c:v>0.793</c:v>
                </c:pt>
                <c:pt idx="3172">
                  <c:v>0.793</c:v>
                </c:pt>
                <c:pt idx="3173">
                  <c:v>0.7935</c:v>
                </c:pt>
                <c:pt idx="3174">
                  <c:v>0.7935</c:v>
                </c:pt>
                <c:pt idx="3175">
                  <c:v>0.794</c:v>
                </c:pt>
                <c:pt idx="3176">
                  <c:v>0.794</c:v>
                </c:pt>
                <c:pt idx="3177">
                  <c:v>0.7945</c:v>
                </c:pt>
                <c:pt idx="3178">
                  <c:v>0.7945</c:v>
                </c:pt>
                <c:pt idx="3179">
                  <c:v>0.795</c:v>
                </c:pt>
                <c:pt idx="3180">
                  <c:v>0.795</c:v>
                </c:pt>
                <c:pt idx="3181">
                  <c:v>0.7955</c:v>
                </c:pt>
                <c:pt idx="3182">
                  <c:v>0.7955</c:v>
                </c:pt>
                <c:pt idx="3183">
                  <c:v>0.796</c:v>
                </c:pt>
                <c:pt idx="3184">
                  <c:v>0.796</c:v>
                </c:pt>
                <c:pt idx="3185">
                  <c:v>0.7965</c:v>
                </c:pt>
                <c:pt idx="3186">
                  <c:v>0.7965</c:v>
                </c:pt>
                <c:pt idx="3187">
                  <c:v>0.797</c:v>
                </c:pt>
                <c:pt idx="3188">
                  <c:v>0.797</c:v>
                </c:pt>
                <c:pt idx="3189">
                  <c:v>0.7975</c:v>
                </c:pt>
                <c:pt idx="3190">
                  <c:v>0.7975</c:v>
                </c:pt>
                <c:pt idx="3191">
                  <c:v>0.798</c:v>
                </c:pt>
                <c:pt idx="3192">
                  <c:v>0.798</c:v>
                </c:pt>
                <c:pt idx="3193">
                  <c:v>0.7985</c:v>
                </c:pt>
                <c:pt idx="3194">
                  <c:v>0.7985</c:v>
                </c:pt>
                <c:pt idx="3195">
                  <c:v>0.799</c:v>
                </c:pt>
                <c:pt idx="3196">
                  <c:v>0.799</c:v>
                </c:pt>
                <c:pt idx="3197">
                  <c:v>0.7995</c:v>
                </c:pt>
                <c:pt idx="3198">
                  <c:v>0.7995</c:v>
                </c:pt>
                <c:pt idx="3199">
                  <c:v>0.8</c:v>
                </c:pt>
                <c:pt idx="3200">
                  <c:v>0.8</c:v>
                </c:pt>
                <c:pt idx="3201">
                  <c:v>0.8005</c:v>
                </c:pt>
                <c:pt idx="3202">
                  <c:v>0.8005</c:v>
                </c:pt>
                <c:pt idx="3203">
                  <c:v>0.801</c:v>
                </c:pt>
                <c:pt idx="3204">
                  <c:v>0.801</c:v>
                </c:pt>
                <c:pt idx="3205">
                  <c:v>0.8015</c:v>
                </c:pt>
                <c:pt idx="3206">
                  <c:v>0.8015</c:v>
                </c:pt>
                <c:pt idx="3207">
                  <c:v>0.802</c:v>
                </c:pt>
                <c:pt idx="3208">
                  <c:v>0.802</c:v>
                </c:pt>
                <c:pt idx="3209">
                  <c:v>0.8025</c:v>
                </c:pt>
                <c:pt idx="3210">
                  <c:v>0.8025</c:v>
                </c:pt>
                <c:pt idx="3211">
                  <c:v>0.803</c:v>
                </c:pt>
                <c:pt idx="3212">
                  <c:v>0.803</c:v>
                </c:pt>
                <c:pt idx="3213">
                  <c:v>0.8035</c:v>
                </c:pt>
                <c:pt idx="3214">
                  <c:v>0.8035</c:v>
                </c:pt>
                <c:pt idx="3215">
                  <c:v>0.804</c:v>
                </c:pt>
                <c:pt idx="3216">
                  <c:v>0.804</c:v>
                </c:pt>
                <c:pt idx="3217">
                  <c:v>0.8045</c:v>
                </c:pt>
                <c:pt idx="3218">
                  <c:v>0.8045</c:v>
                </c:pt>
                <c:pt idx="3219">
                  <c:v>0.805</c:v>
                </c:pt>
                <c:pt idx="3220">
                  <c:v>0.805</c:v>
                </c:pt>
                <c:pt idx="3221">
                  <c:v>0.8055</c:v>
                </c:pt>
                <c:pt idx="3222">
                  <c:v>0.8055</c:v>
                </c:pt>
                <c:pt idx="3223">
                  <c:v>0.806</c:v>
                </c:pt>
                <c:pt idx="3224">
                  <c:v>0.806</c:v>
                </c:pt>
                <c:pt idx="3225">
                  <c:v>0.8065</c:v>
                </c:pt>
                <c:pt idx="3226">
                  <c:v>0.8065</c:v>
                </c:pt>
                <c:pt idx="3227">
                  <c:v>0.807</c:v>
                </c:pt>
                <c:pt idx="3228">
                  <c:v>0.807</c:v>
                </c:pt>
                <c:pt idx="3229">
                  <c:v>0.8075</c:v>
                </c:pt>
                <c:pt idx="3230">
                  <c:v>0.8075</c:v>
                </c:pt>
                <c:pt idx="3231">
                  <c:v>0.808</c:v>
                </c:pt>
                <c:pt idx="3232">
                  <c:v>0.808</c:v>
                </c:pt>
                <c:pt idx="3233">
                  <c:v>0.8085</c:v>
                </c:pt>
                <c:pt idx="3234">
                  <c:v>0.8085</c:v>
                </c:pt>
                <c:pt idx="3235">
                  <c:v>0.809</c:v>
                </c:pt>
                <c:pt idx="3236">
                  <c:v>0.809</c:v>
                </c:pt>
                <c:pt idx="3237">
                  <c:v>0.8095</c:v>
                </c:pt>
                <c:pt idx="3238">
                  <c:v>0.8095</c:v>
                </c:pt>
                <c:pt idx="3239">
                  <c:v>0.81</c:v>
                </c:pt>
                <c:pt idx="3240">
                  <c:v>0.81</c:v>
                </c:pt>
                <c:pt idx="3241">
                  <c:v>0.8105</c:v>
                </c:pt>
                <c:pt idx="3242">
                  <c:v>0.8105</c:v>
                </c:pt>
                <c:pt idx="3243">
                  <c:v>0.811</c:v>
                </c:pt>
                <c:pt idx="3244">
                  <c:v>0.811</c:v>
                </c:pt>
                <c:pt idx="3245">
                  <c:v>0.8115</c:v>
                </c:pt>
                <c:pt idx="3246">
                  <c:v>0.8115</c:v>
                </c:pt>
                <c:pt idx="3247">
                  <c:v>0.812</c:v>
                </c:pt>
                <c:pt idx="3248">
                  <c:v>0.812</c:v>
                </c:pt>
                <c:pt idx="3249">
                  <c:v>0.8125</c:v>
                </c:pt>
                <c:pt idx="3250">
                  <c:v>0.8125</c:v>
                </c:pt>
                <c:pt idx="3251">
                  <c:v>0.813</c:v>
                </c:pt>
                <c:pt idx="3252">
                  <c:v>0.813</c:v>
                </c:pt>
                <c:pt idx="3253">
                  <c:v>0.8135</c:v>
                </c:pt>
                <c:pt idx="3254">
                  <c:v>0.8135</c:v>
                </c:pt>
                <c:pt idx="3255">
                  <c:v>0.814</c:v>
                </c:pt>
                <c:pt idx="3256">
                  <c:v>0.814</c:v>
                </c:pt>
                <c:pt idx="3257">
                  <c:v>0.8145</c:v>
                </c:pt>
                <c:pt idx="3258">
                  <c:v>0.8145</c:v>
                </c:pt>
                <c:pt idx="3259">
                  <c:v>0.815</c:v>
                </c:pt>
                <c:pt idx="3260">
                  <c:v>0.815</c:v>
                </c:pt>
                <c:pt idx="3261">
                  <c:v>0.8155</c:v>
                </c:pt>
                <c:pt idx="3262">
                  <c:v>0.8155</c:v>
                </c:pt>
                <c:pt idx="3263">
                  <c:v>0.816</c:v>
                </c:pt>
                <c:pt idx="3264">
                  <c:v>0.816</c:v>
                </c:pt>
                <c:pt idx="3265">
                  <c:v>0.8165</c:v>
                </c:pt>
                <c:pt idx="3266">
                  <c:v>0.8165</c:v>
                </c:pt>
                <c:pt idx="3267">
                  <c:v>0.817</c:v>
                </c:pt>
                <c:pt idx="3268">
                  <c:v>0.817</c:v>
                </c:pt>
                <c:pt idx="3269">
                  <c:v>0.8175</c:v>
                </c:pt>
                <c:pt idx="3270">
                  <c:v>0.8175</c:v>
                </c:pt>
                <c:pt idx="3271">
                  <c:v>0.818</c:v>
                </c:pt>
                <c:pt idx="3272">
                  <c:v>0.818</c:v>
                </c:pt>
                <c:pt idx="3273">
                  <c:v>0.8185</c:v>
                </c:pt>
                <c:pt idx="3274">
                  <c:v>0.8185</c:v>
                </c:pt>
                <c:pt idx="3275">
                  <c:v>0.819</c:v>
                </c:pt>
                <c:pt idx="3276">
                  <c:v>0.819</c:v>
                </c:pt>
                <c:pt idx="3277">
                  <c:v>0.8195</c:v>
                </c:pt>
                <c:pt idx="3278">
                  <c:v>0.8195</c:v>
                </c:pt>
                <c:pt idx="3279">
                  <c:v>0.82</c:v>
                </c:pt>
                <c:pt idx="3280">
                  <c:v>0.82</c:v>
                </c:pt>
                <c:pt idx="3281">
                  <c:v>0.8205</c:v>
                </c:pt>
                <c:pt idx="3282">
                  <c:v>0.8205</c:v>
                </c:pt>
                <c:pt idx="3283">
                  <c:v>0.821</c:v>
                </c:pt>
                <c:pt idx="3284">
                  <c:v>0.821</c:v>
                </c:pt>
                <c:pt idx="3285">
                  <c:v>0.8215</c:v>
                </c:pt>
                <c:pt idx="3286">
                  <c:v>0.8215</c:v>
                </c:pt>
                <c:pt idx="3287">
                  <c:v>0.822</c:v>
                </c:pt>
                <c:pt idx="3288">
                  <c:v>0.822</c:v>
                </c:pt>
                <c:pt idx="3289">
                  <c:v>0.8225</c:v>
                </c:pt>
                <c:pt idx="3290">
                  <c:v>0.8225</c:v>
                </c:pt>
                <c:pt idx="3291">
                  <c:v>0.823</c:v>
                </c:pt>
                <c:pt idx="3292">
                  <c:v>0.823</c:v>
                </c:pt>
                <c:pt idx="3293">
                  <c:v>0.8235</c:v>
                </c:pt>
                <c:pt idx="3294">
                  <c:v>0.8235</c:v>
                </c:pt>
                <c:pt idx="3295">
                  <c:v>0.824</c:v>
                </c:pt>
                <c:pt idx="3296">
                  <c:v>0.824</c:v>
                </c:pt>
                <c:pt idx="3297">
                  <c:v>0.8245</c:v>
                </c:pt>
                <c:pt idx="3298">
                  <c:v>0.8245</c:v>
                </c:pt>
                <c:pt idx="3299">
                  <c:v>0.825</c:v>
                </c:pt>
                <c:pt idx="3300">
                  <c:v>0.825</c:v>
                </c:pt>
                <c:pt idx="3301">
                  <c:v>0.8255</c:v>
                </c:pt>
                <c:pt idx="3302">
                  <c:v>0.8255</c:v>
                </c:pt>
                <c:pt idx="3303">
                  <c:v>0.826</c:v>
                </c:pt>
                <c:pt idx="3304">
                  <c:v>0.826</c:v>
                </c:pt>
                <c:pt idx="3305">
                  <c:v>0.8265</c:v>
                </c:pt>
                <c:pt idx="3306">
                  <c:v>0.8265</c:v>
                </c:pt>
                <c:pt idx="3307">
                  <c:v>0.827</c:v>
                </c:pt>
                <c:pt idx="3308">
                  <c:v>0.827</c:v>
                </c:pt>
                <c:pt idx="3309">
                  <c:v>0.8275</c:v>
                </c:pt>
                <c:pt idx="3310">
                  <c:v>0.8275</c:v>
                </c:pt>
                <c:pt idx="3311">
                  <c:v>0.828</c:v>
                </c:pt>
                <c:pt idx="3312">
                  <c:v>0.828</c:v>
                </c:pt>
                <c:pt idx="3313">
                  <c:v>0.8285</c:v>
                </c:pt>
                <c:pt idx="3314">
                  <c:v>0.8285</c:v>
                </c:pt>
                <c:pt idx="3315">
                  <c:v>0.829</c:v>
                </c:pt>
                <c:pt idx="3316">
                  <c:v>0.829</c:v>
                </c:pt>
                <c:pt idx="3317">
                  <c:v>0.8295</c:v>
                </c:pt>
                <c:pt idx="3318">
                  <c:v>0.8295</c:v>
                </c:pt>
                <c:pt idx="3319">
                  <c:v>0.83</c:v>
                </c:pt>
                <c:pt idx="3320">
                  <c:v>0.83</c:v>
                </c:pt>
                <c:pt idx="3321">
                  <c:v>0.8305</c:v>
                </c:pt>
                <c:pt idx="3322">
                  <c:v>0.8305</c:v>
                </c:pt>
                <c:pt idx="3323">
                  <c:v>0.831</c:v>
                </c:pt>
                <c:pt idx="3324">
                  <c:v>0.831</c:v>
                </c:pt>
                <c:pt idx="3325">
                  <c:v>0.8315</c:v>
                </c:pt>
                <c:pt idx="3326">
                  <c:v>0.8315</c:v>
                </c:pt>
                <c:pt idx="3327">
                  <c:v>0.832</c:v>
                </c:pt>
                <c:pt idx="3328">
                  <c:v>0.832</c:v>
                </c:pt>
                <c:pt idx="3329">
                  <c:v>0.8325</c:v>
                </c:pt>
                <c:pt idx="3330">
                  <c:v>0.8325</c:v>
                </c:pt>
                <c:pt idx="3331">
                  <c:v>0.833</c:v>
                </c:pt>
                <c:pt idx="3332">
                  <c:v>0.833</c:v>
                </c:pt>
                <c:pt idx="3333">
                  <c:v>0.8335</c:v>
                </c:pt>
                <c:pt idx="3334">
                  <c:v>0.8335</c:v>
                </c:pt>
                <c:pt idx="3335">
                  <c:v>0.834</c:v>
                </c:pt>
                <c:pt idx="3336">
                  <c:v>0.834</c:v>
                </c:pt>
                <c:pt idx="3337">
                  <c:v>0.8345</c:v>
                </c:pt>
                <c:pt idx="3338">
                  <c:v>0.8345</c:v>
                </c:pt>
                <c:pt idx="3339">
                  <c:v>0.835</c:v>
                </c:pt>
                <c:pt idx="3340">
                  <c:v>0.835</c:v>
                </c:pt>
                <c:pt idx="3341">
                  <c:v>0.8355</c:v>
                </c:pt>
                <c:pt idx="3342">
                  <c:v>0.8355</c:v>
                </c:pt>
                <c:pt idx="3343">
                  <c:v>0.836</c:v>
                </c:pt>
                <c:pt idx="3344">
                  <c:v>0.836</c:v>
                </c:pt>
                <c:pt idx="3345">
                  <c:v>0.8365</c:v>
                </c:pt>
                <c:pt idx="3346">
                  <c:v>0.8365</c:v>
                </c:pt>
                <c:pt idx="3347">
                  <c:v>0.837</c:v>
                </c:pt>
                <c:pt idx="3348">
                  <c:v>0.837</c:v>
                </c:pt>
                <c:pt idx="3349">
                  <c:v>0.8375</c:v>
                </c:pt>
                <c:pt idx="3350">
                  <c:v>0.8375</c:v>
                </c:pt>
                <c:pt idx="3351">
                  <c:v>0.838</c:v>
                </c:pt>
                <c:pt idx="3352">
                  <c:v>0.838</c:v>
                </c:pt>
                <c:pt idx="3353">
                  <c:v>0.8385</c:v>
                </c:pt>
                <c:pt idx="3354">
                  <c:v>0.8385</c:v>
                </c:pt>
                <c:pt idx="3355">
                  <c:v>0.839</c:v>
                </c:pt>
                <c:pt idx="3356">
                  <c:v>0.839</c:v>
                </c:pt>
                <c:pt idx="3357">
                  <c:v>0.8395</c:v>
                </c:pt>
                <c:pt idx="3358">
                  <c:v>0.8395</c:v>
                </c:pt>
                <c:pt idx="3359">
                  <c:v>0.84</c:v>
                </c:pt>
                <c:pt idx="3360">
                  <c:v>0.84</c:v>
                </c:pt>
                <c:pt idx="3361">
                  <c:v>0.8405</c:v>
                </c:pt>
                <c:pt idx="3362">
                  <c:v>0.8405</c:v>
                </c:pt>
                <c:pt idx="3363">
                  <c:v>0.841</c:v>
                </c:pt>
                <c:pt idx="3364">
                  <c:v>0.841</c:v>
                </c:pt>
                <c:pt idx="3365">
                  <c:v>0.8415</c:v>
                </c:pt>
                <c:pt idx="3366">
                  <c:v>0.8415</c:v>
                </c:pt>
                <c:pt idx="3367">
                  <c:v>0.842</c:v>
                </c:pt>
                <c:pt idx="3368">
                  <c:v>0.842</c:v>
                </c:pt>
                <c:pt idx="3369">
                  <c:v>0.8425</c:v>
                </c:pt>
                <c:pt idx="3370">
                  <c:v>0.8425</c:v>
                </c:pt>
                <c:pt idx="3371">
                  <c:v>0.843</c:v>
                </c:pt>
                <c:pt idx="3372">
                  <c:v>0.843</c:v>
                </c:pt>
                <c:pt idx="3373">
                  <c:v>0.8435</c:v>
                </c:pt>
                <c:pt idx="3374">
                  <c:v>0.8435</c:v>
                </c:pt>
                <c:pt idx="3375">
                  <c:v>0.844</c:v>
                </c:pt>
                <c:pt idx="3376">
                  <c:v>0.844</c:v>
                </c:pt>
                <c:pt idx="3377">
                  <c:v>0.8445</c:v>
                </c:pt>
                <c:pt idx="3378">
                  <c:v>0.8445</c:v>
                </c:pt>
                <c:pt idx="3379">
                  <c:v>0.845</c:v>
                </c:pt>
                <c:pt idx="3380">
                  <c:v>0.845</c:v>
                </c:pt>
                <c:pt idx="3381">
                  <c:v>0.8455</c:v>
                </c:pt>
                <c:pt idx="3382">
                  <c:v>0.8455</c:v>
                </c:pt>
                <c:pt idx="3383">
                  <c:v>0.846</c:v>
                </c:pt>
                <c:pt idx="3384">
                  <c:v>0.846</c:v>
                </c:pt>
                <c:pt idx="3385">
                  <c:v>0.8465</c:v>
                </c:pt>
                <c:pt idx="3386">
                  <c:v>0.8465</c:v>
                </c:pt>
                <c:pt idx="3387">
                  <c:v>0.847</c:v>
                </c:pt>
                <c:pt idx="3388">
                  <c:v>0.847</c:v>
                </c:pt>
                <c:pt idx="3389">
                  <c:v>0.8475</c:v>
                </c:pt>
                <c:pt idx="3390">
                  <c:v>0.8475</c:v>
                </c:pt>
                <c:pt idx="3391">
                  <c:v>0.848</c:v>
                </c:pt>
                <c:pt idx="3392">
                  <c:v>0.848</c:v>
                </c:pt>
                <c:pt idx="3393">
                  <c:v>0.8485</c:v>
                </c:pt>
                <c:pt idx="3394">
                  <c:v>0.8485</c:v>
                </c:pt>
                <c:pt idx="3395">
                  <c:v>0.849</c:v>
                </c:pt>
                <c:pt idx="3396">
                  <c:v>0.849</c:v>
                </c:pt>
                <c:pt idx="3397">
                  <c:v>0.8495</c:v>
                </c:pt>
                <c:pt idx="3398">
                  <c:v>0.8495</c:v>
                </c:pt>
                <c:pt idx="3399">
                  <c:v>0.85</c:v>
                </c:pt>
                <c:pt idx="3400">
                  <c:v>0.85</c:v>
                </c:pt>
                <c:pt idx="3401">
                  <c:v>0.8505</c:v>
                </c:pt>
                <c:pt idx="3402">
                  <c:v>0.8505</c:v>
                </c:pt>
                <c:pt idx="3403">
                  <c:v>0.851</c:v>
                </c:pt>
                <c:pt idx="3404">
                  <c:v>0.851</c:v>
                </c:pt>
                <c:pt idx="3405">
                  <c:v>0.8515</c:v>
                </c:pt>
                <c:pt idx="3406">
                  <c:v>0.8515</c:v>
                </c:pt>
                <c:pt idx="3407">
                  <c:v>0.852</c:v>
                </c:pt>
                <c:pt idx="3408">
                  <c:v>0.852</c:v>
                </c:pt>
                <c:pt idx="3409">
                  <c:v>0.8525</c:v>
                </c:pt>
                <c:pt idx="3410">
                  <c:v>0.8525</c:v>
                </c:pt>
                <c:pt idx="3411">
                  <c:v>0.853</c:v>
                </c:pt>
                <c:pt idx="3412">
                  <c:v>0.853</c:v>
                </c:pt>
                <c:pt idx="3413">
                  <c:v>0.8535</c:v>
                </c:pt>
                <c:pt idx="3414">
                  <c:v>0.8535</c:v>
                </c:pt>
                <c:pt idx="3415">
                  <c:v>0.854</c:v>
                </c:pt>
                <c:pt idx="3416">
                  <c:v>0.854</c:v>
                </c:pt>
                <c:pt idx="3417">
                  <c:v>0.8545</c:v>
                </c:pt>
                <c:pt idx="3418">
                  <c:v>0.8545</c:v>
                </c:pt>
                <c:pt idx="3419">
                  <c:v>0.855</c:v>
                </c:pt>
                <c:pt idx="3420">
                  <c:v>0.855</c:v>
                </c:pt>
                <c:pt idx="3421">
                  <c:v>0.8555</c:v>
                </c:pt>
                <c:pt idx="3422">
                  <c:v>0.8555</c:v>
                </c:pt>
                <c:pt idx="3423">
                  <c:v>0.856</c:v>
                </c:pt>
                <c:pt idx="3424">
                  <c:v>0.856</c:v>
                </c:pt>
                <c:pt idx="3425">
                  <c:v>0.8565</c:v>
                </c:pt>
                <c:pt idx="3426">
                  <c:v>0.8565</c:v>
                </c:pt>
                <c:pt idx="3427">
                  <c:v>0.857</c:v>
                </c:pt>
                <c:pt idx="3428">
                  <c:v>0.857</c:v>
                </c:pt>
                <c:pt idx="3429">
                  <c:v>0.8575</c:v>
                </c:pt>
                <c:pt idx="3430">
                  <c:v>0.8575</c:v>
                </c:pt>
                <c:pt idx="3431">
                  <c:v>0.858</c:v>
                </c:pt>
                <c:pt idx="3432">
                  <c:v>0.858</c:v>
                </c:pt>
                <c:pt idx="3433">
                  <c:v>0.8585</c:v>
                </c:pt>
                <c:pt idx="3434">
                  <c:v>0.8585</c:v>
                </c:pt>
                <c:pt idx="3435">
                  <c:v>0.859</c:v>
                </c:pt>
                <c:pt idx="3436">
                  <c:v>0.859</c:v>
                </c:pt>
                <c:pt idx="3437">
                  <c:v>0.8595</c:v>
                </c:pt>
                <c:pt idx="3438">
                  <c:v>0.8595</c:v>
                </c:pt>
                <c:pt idx="3439">
                  <c:v>0.86</c:v>
                </c:pt>
                <c:pt idx="3440">
                  <c:v>0.86</c:v>
                </c:pt>
                <c:pt idx="3441">
                  <c:v>0.8605</c:v>
                </c:pt>
                <c:pt idx="3442">
                  <c:v>0.8605</c:v>
                </c:pt>
                <c:pt idx="3443">
                  <c:v>0.861</c:v>
                </c:pt>
                <c:pt idx="3444">
                  <c:v>0.861</c:v>
                </c:pt>
                <c:pt idx="3445">
                  <c:v>0.8615</c:v>
                </c:pt>
                <c:pt idx="3446">
                  <c:v>0.8615</c:v>
                </c:pt>
                <c:pt idx="3447">
                  <c:v>0.862</c:v>
                </c:pt>
                <c:pt idx="3448">
                  <c:v>0.862</c:v>
                </c:pt>
                <c:pt idx="3449">
                  <c:v>0.8625</c:v>
                </c:pt>
                <c:pt idx="3450">
                  <c:v>0.8625</c:v>
                </c:pt>
                <c:pt idx="3451">
                  <c:v>0.863</c:v>
                </c:pt>
                <c:pt idx="3452">
                  <c:v>0.863</c:v>
                </c:pt>
                <c:pt idx="3453">
                  <c:v>0.8635</c:v>
                </c:pt>
                <c:pt idx="3454">
                  <c:v>0.8635</c:v>
                </c:pt>
                <c:pt idx="3455">
                  <c:v>0.864</c:v>
                </c:pt>
                <c:pt idx="3456">
                  <c:v>0.864</c:v>
                </c:pt>
                <c:pt idx="3457">
                  <c:v>0.8645</c:v>
                </c:pt>
                <c:pt idx="3458">
                  <c:v>0.8645</c:v>
                </c:pt>
                <c:pt idx="3459">
                  <c:v>0.865</c:v>
                </c:pt>
                <c:pt idx="3460">
                  <c:v>0.865</c:v>
                </c:pt>
                <c:pt idx="3461">
                  <c:v>0.8655</c:v>
                </c:pt>
                <c:pt idx="3462">
                  <c:v>0.8655</c:v>
                </c:pt>
                <c:pt idx="3463">
                  <c:v>0.866</c:v>
                </c:pt>
                <c:pt idx="3464">
                  <c:v>0.866</c:v>
                </c:pt>
                <c:pt idx="3465">
                  <c:v>0.8665</c:v>
                </c:pt>
                <c:pt idx="3466">
                  <c:v>0.8665</c:v>
                </c:pt>
                <c:pt idx="3467">
                  <c:v>0.867</c:v>
                </c:pt>
                <c:pt idx="3468">
                  <c:v>0.867</c:v>
                </c:pt>
                <c:pt idx="3469">
                  <c:v>0.8675</c:v>
                </c:pt>
                <c:pt idx="3470">
                  <c:v>0.8675</c:v>
                </c:pt>
                <c:pt idx="3471">
                  <c:v>0.868</c:v>
                </c:pt>
                <c:pt idx="3472">
                  <c:v>0.868</c:v>
                </c:pt>
                <c:pt idx="3473">
                  <c:v>0.8685</c:v>
                </c:pt>
                <c:pt idx="3474">
                  <c:v>0.8685</c:v>
                </c:pt>
                <c:pt idx="3475">
                  <c:v>0.869</c:v>
                </c:pt>
                <c:pt idx="3476">
                  <c:v>0.869</c:v>
                </c:pt>
                <c:pt idx="3477">
                  <c:v>0.8695</c:v>
                </c:pt>
                <c:pt idx="3478">
                  <c:v>0.8695</c:v>
                </c:pt>
                <c:pt idx="3479">
                  <c:v>0.87</c:v>
                </c:pt>
                <c:pt idx="3480">
                  <c:v>0.87</c:v>
                </c:pt>
                <c:pt idx="3481">
                  <c:v>0.8705</c:v>
                </c:pt>
                <c:pt idx="3482">
                  <c:v>0.8705</c:v>
                </c:pt>
                <c:pt idx="3483">
                  <c:v>0.871</c:v>
                </c:pt>
                <c:pt idx="3484">
                  <c:v>0.871</c:v>
                </c:pt>
                <c:pt idx="3485">
                  <c:v>0.8715</c:v>
                </c:pt>
                <c:pt idx="3486">
                  <c:v>0.8715</c:v>
                </c:pt>
                <c:pt idx="3487">
                  <c:v>0.872</c:v>
                </c:pt>
                <c:pt idx="3488">
                  <c:v>0.872</c:v>
                </c:pt>
                <c:pt idx="3489">
                  <c:v>0.8725</c:v>
                </c:pt>
                <c:pt idx="3490">
                  <c:v>0.8725</c:v>
                </c:pt>
                <c:pt idx="3491">
                  <c:v>0.873</c:v>
                </c:pt>
                <c:pt idx="3492">
                  <c:v>0.873</c:v>
                </c:pt>
                <c:pt idx="3493">
                  <c:v>0.8735</c:v>
                </c:pt>
                <c:pt idx="3494">
                  <c:v>0.8735</c:v>
                </c:pt>
                <c:pt idx="3495">
                  <c:v>0.874</c:v>
                </c:pt>
                <c:pt idx="3496">
                  <c:v>0.874</c:v>
                </c:pt>
                <c:pt idx="3497">
                  <c:v>0.8745</c:v>
                </c:pt>
                <c:pt idx="3498">
                  <c:v>0.8745</c:v>
                </c:pt>
                <c:pt idx="3499">
                  <c:v>0.875</c:v>
                </c:pt>
                <c:pt idx="3500">
                  <c:v>0.875</c:v>
                </c:pt>
                <c:pt idx="3501">
                  <c:v>0.8755</c:v>
                </c:pt>
                <c:pt idx="3502">
                  <c:v>0.8755</c:v>
                </c:pt>
                <c:pt idx="3503">
                  <c:v>0.876</c:v>
                </c:pt>
                <c:pt idx="3504">
                  <c:v>0.876</c:v>
                </c:pt>
                <c:pt idx="3505">
                  <c:v>0.8765</c:v>
                </c:pt>
                <c:pt idx="3506">
                  <c:v>0.8765</c:v>
                </c:pt>
                <c:pt idx="3507">
                  <c:v>0.877</c:v>
                </c:pt>
                <c:pt idx="3508">
                  <c:v>0.877</c:v>
                </c:pt>
                <c:pt idx="3509">
                  <c:v>0.8775</c:v>
                </c:pt>
                <c:pt idx="3510">
                  <c:v>0.8775</c:v>
                </c:pt>
                <c:pt idx="3511">
                  <c:v>0.878</c:v>
                </c:pt>
                <c:pt idx="3512">
                  <c:v>0.878</c:v>
                </c:pt>
                <c:pt idx="3513">
                  <c:v>0.8785</c:v>
                </c:pt>
                <c:pt idx="3514">
                  <c:v>0.8785</c:v>
                </c:pt>
                <c:pt idx="3515">
                  <c:v>0.879</c:v>
                </c:pt>
                <c:pt idx="3516">
                  <c:v>0.879</c:v>
                </c:pt>
                <c:pt idx="3517">
                  <c:v>0.8795</c:v>
                </c:pt>
                <c:pt idx="3518">
                  <c:v>0.8795</c:v>
                </c:pt>
                <c:pt idx="3519">
                  <c:v>0.88</c:v>
                </c:pt>
                <c:pt idx="3520">
                  <c:v>0.88</c:v>
                </c:pt>
                <c:pt idx="3521">
                  <c:v>0.8805</c:v>
                </c:pt>
                <c:pt idx="3522">
                  <c:v>0.8805</c:v>
                </c:pt>
                <c:pt idx="3523">
                  <c:v>0.881</c:v>
                </c:pt>
                <c:pt idx="3524">
                  <c:v>0.881</c:v>
                </c:pt>
                <c:pt idx="3525">
                  <c:v>0.8815</c:v>
                </c:pt>
                <c:pt idx="3526">
                  <c:v>0.8815</c:v>
                </c:pt>
                <c:pt idx="3527">
                  <c:v>0.882</c:v>
                </c:pt>
                <c:pt idx="3528">
                  <c:v>0.882</c:v>
                </c:pt>
                <c:pt idx="3529">
                  <c:v>0.8825</c:v>
                </c:pt>
                <c:pt idx="3530">
                  <c:v>0.8825</c:v>
                </c:pt>
                <c:pt idx="3531">
                  <c:v>0.883</c:v>
                </c:pt>
                <c:pt idx="3532">
                  <c:v>0.883</c:v>
                </c:pt>
                <c:pt idx="3533">
                  <c:v>0.8835</c:v>
                </c:pt>
                <c:pt idx="3534">
                  <c:v>0.8835</c:v>
                </c:pt>
                <c:pt idx="3535">
                  <c:v>0.884</c:v>
                </c:pt>
                <c:pt idx="3536">
                  <c:v>0.884</c:v>
                </c:pt>
                <c:pt idx="3537">
                  <c:v>0.8845</c:v>
                </c:pt>
                <c:pt idx="3538">
                  <c:v>0.8845</c:v>
                </c:pt>
                <c:pt idx="3539">
                  <c:v>0.885</c:v>
                </c:pt>
                <c:pt idx="3540">
                  <c:v>0.885</c:v>
                </c:pt>
                <c:pt idx="3541">
                  <c:v>0.8855</c:v>
                </c:pt>
                <c:pt idx="3542">
                  <c:v>0.8855</c:v>
                </c:pt>
                <c:pt idx="3543">
                  <c:v>0.886</c:v>
                </c:pt>
                <c:pt idx="3544">
                  <c:v>0.886</c:v>
                </c:pt>
                <c:pt idx="3545">
                  <c:v>0.8865</c:v>
                </c:pt>
                <c:pt idx="3546">
                  <c:v>0.8865</c:v>
                </c:pt>
                <c:pt idx="3547">
                  <c:v>0.887</c:v>
                </c:pt>
                <c:pt idx="3548">
                  <c:v>0.887</c:v>
                </c:pt>
                <c:pt idx="3549">
                  <c:v>0.8875</c:v>
                </c:pt>
                <c:pt idx="3550">
                  <c:v>0.8875</c:v>
                </c:pt>
                <c:pt idx="3551">
                  <c:v>0.888</c:v>
                </c:pt>
                <c:pt idx="3552">
                  <c:v>0.888</c:v>
                </c:pt>
                <c:pt idx="3553">
                  <c:v>0.8885</c:v>
                </c:pt>
                <c:pt idx="3554">
                  <c:v>0.8885</c:v>
                </c:pt>
                <c:pt idx="3555">
                  <c:v>0.889</c:v>
                </c:pt>
                <c:pt idx="3556">
                  <c:v>0.889</c:v>
                </c:pt>
                <c:pt idx="3557">
                  <c:v>0.8895</c:v>
                </c:pt>
                <c:pt idx="3558">
                  <c:v>0.8895</c:v>
                </c:pt>
                <c:pt idx="3559">
                  <c:v>0.89</c:v>
                </c:pt>
                <c:pt idx="3560">
                  <c:v>0.89</c:v>
                </c:pt>
                <c:pt idx="3561">
                  <c:v>0.8905</c:v>
                </c:pt>
                <c:pt idx="3562">
                  <c:v>0.8905</c:v>
                </c:pt>
                <c:pt idx="3563">
                  <c:v>0.891</c:v>
                </c:pt>
                <c:pt idx="3564">
                  <c:v>0.891</c:v>
                </c:pt>
                <c:pt idx="3565">
                  <c:v>0.8915</c:v>
                </c:pt>
                <c:pt idx="3566">
                  <c:v>0.8915</c:v>
                </c:pt>
                <c:pt idx="3567">
                  <c:v>0.892</c:v>
                </c:pt>
                <c:pt idx="3568">
                  <c:v>0.892</c:v>
                </c:pt>
                <c:pt idx="3569">
                  <c:v>0.8925</c:v>
                </c:pt>
                <c:pt idx="3570">
                  <c:v>0.8925</c:v>
                </c:pt>
                <c:pt idx="3571">
                  <c:v>0.893</c:v>
                </c:pt>
                <c:pt idx="3572">
                  <c:v>0.893</c:v>
                </c:pt>
                <c:pt idx="3573">
                  <c:v>0.8935</c:v>
                </c:pt>
                <c:pt idx="3574">
                  <c:v>0.8935</c:v>
                </c:pt>
                <c:pt idx="3575">
                  <c:v>0.894</c:v>
                </c:pt>
                <c:pt idx="3576">
                  <c:v>0.894</c:v>
                </c:pt>
                <c:pt idx="3577">
                  <c:v>0.8945</c:v>
                </c:pt>
                <c:pt idx="3578">
                  <c:v>0.8945</c:v>
                </c:pt>
                <c:pt idx="3579">
                  <c:v>0.895</c:v>
                </c:pt>
                <c:pt idx="3580">
                  <c:v>0.895</c:v>
                </c:pt>
                <c:pt idx="3581">
                  <c:v>0.8955</c:v>
                </c:pt>
                <c:pt idx="3582">
                  <c:v>0.8955</c:v>
                </c:pt>
                <c:pt idx="3583">
                  <c:v>0.896</c:v>
                </c:pt>
                <c:pt idx="3584">
                  <c:v>0.896</c:v>
                </c:pt>
                <c:pt idx="3585">
                  <c:v>0.8965</c:v>
                </c:pt>
                <c:pt idx="3586">
                  <c:v>0.8965</c:v>
                </c:pt>
                <c:pt idx="3587">
                  <c:v>0.897</c:v>
                </c:pt>
                <c:pt idx="3588">
                  <c:v>0.897</c:v>
                </c:pt>
                <c:pt idx="3589">
                  <c:v>0.8975</c:v>
                </c:pt>
                <c:pt idx="3590">
                  <c:v>0.8975</c:v>
                </c:pt>
                <c:pt idx="3591">
                  <c:v>0.898</c:v>
                </c:pt>
                <c:pt idx="3592">
                  <c:v>0.898</c:v>
                </c:pt>
                <c:pt idx="3593">
                  <c:v>0.8985</c:v>
                </c:pt>
                <c:pt idx="3594">
                  <c:v>0.8985</c:v>
                </c:pt>
                <c:pt idx="3595">
                  <c:v>0.899</c:v>
                </c:pt>
                <c:pt idx="3596">
                  <c:v>0.899</c:v>
                </c:pt>
                <c:pt idx="3597">
                  <c:v>0.8995</c:v>
                </c:pt>
                <c:pt idx="3598">
                  <c:v>0.8995</c:v>
                </c:pt>
                <c:pt idx="3599">
                  <c:v>0.9</c:v>
                </c:pt>
                <c:pt idx="3600">
                  <c:v>0.9</c:v>
                </c:pt>
                <c:pt idx="3601">
                  <c:v>0.9005</c:v>
                </c:pt>
                <c:pt idx="3602">
                  <c:v>0.9005</c:v>
                </c:pt>
                <c:pt idx="3603">
                  <c:v>0.901</c:v>
                </c:pt>
                <c:pt idx="3604">
                  <c:v>0.901</c:v>
                </c:pt>
                <c:pt idx="3605">
                  <c:v>0.9015</c:v>
                </c:pt>
                <c:pt idx="3606">
                  <c:v>0.9015</c:v>
                </c:pt>
                <c:pt idx="3607">
                  <c:v>0.902</c:v>
                </c:pt>
                <c:pt idx="3608">
                  <c:v>0.902</c:v>
                </c:pt>
                <c:pt idx="3609">
                  <c:v>0.9025</c:v>
                </c:pt>
                <c:pt idx="3610">
                  <c:v>0.9025</c:v>
                </c:pt>
                <c:pt idx="3611">
                  <c:v>0.903</c:v>
                </c:pt>
                <c:pt idx="3612">
                  <c:v>0.903</c:v>
                </c:pt>
                <c:pt idx="3613">
                  <c:v>0.9035</c:v>
                </c:pt>
                <c:pt idx="3614">
                  <c:v>0.9035</c:v>
                </c:pt>
                <c:pt idx="3615">
                  <c:v>0.904</c:v>
                </c:pt>
                <c:pt idx="3616">
                  <c:v>0.904</c:v>
                </c:pt>
                <c:pt idx="3617">
                  <c:v>0.9045</c:v>
                </c:pt>
                <c:pt idx="3618">
                  <c:v>0.9045</c:v>
                </c:pt>
                <c:pt idx="3619">
                  <c:v>0.905</c:v>
                </c:pt>
                <c:pt idx="3620">
                  <c:v>0.905</c:v>
                </c:pt>
                <c:pt idx="3621">
                  <c:v>0.9055</c:v>
                </c:pt>
                <c:pt idx="3622">
                  <c:v>0.9055</c:v>
                </c:pt>
                <c:pt idx="3623">
                  <c:v>0.906</c:v>
                </c:pt>
                <c:pt idx="3624">
                  <c:v>0.906</c:v>
                </c:pt>
                <c:pt idx="3625">
                  <c:v>0.9065</c:v>
                </c:pt>
                <c:pt idx="3626">
                  <c:v>0.9065</c:v>
                </c:pt>
                <c:pt idx="3627">
                  <c:v>0.907</c:v>
                </c:pt>
                <c:pt idx="3628">
                  <c:v>0.907</c:v>
                </c:pt>
                <c:pt idx="3629">
                  <c:v>0.9075</c:v>
                </c:pt>
                <c:pt idx="3630">
                  <c:v>0.9075</c:v>
                </c:pt>
                <c:pt idx="3631">
                  <c:v>0.908</c:v>
                </c:pt>
                <c:pt idx="3632">
                  <c:v>0.908</c:v>
                </c:pt>
                <c:pt idx="3633">
                  <c:v>0.9085</c:v>
                </c:pt>
                <c:pt idx="3634">
                  <c:v>0.9085</c:v>
                </c:pt>
                <c:pt idx="3635">
                  <c:v>0.909</c:v>
                </c:pt>
                <c:pt idx="3636">
                  <c:v>0.909</c:v>
                </c:pt>
                <c:pt idx="3637">
                  <c:v>0.9095</c:v>
                </c:pt>
                <c:pt idx="3638">
                  <c:v>0.9095</c:v>
                </c:pt>
                <c:pt idx="3639">
                  <c:v>0.91</c:v>
                </c:pt>
                <c:pt idx="3640">
                  <c:v>0.91</c:v>
                </c:pt>
                <c:pt idx="3641">
                  <c:v>0.9105</c:v>
                </c:pt>
                <c:pt idx="3642">
                  <c:v>0.9105</c:v>
                </c:pt>
                <c:pt idx="3643">
                  <c:v>0.911</c:v>
                </c:pt>
                <c:pt idx="3644">
                  <c:v>0.911</c:v>
                </c:pt>
                <c:pt idx="3645">
                  <c:v>0.9115</c:v>
                </c:pt>
                <c:pt idx="3646">
                  <c:v>0.9115</c:v>
                </c:pt>
                <c:pt idx="3647">
                  <c:v>0.912</c:v>
                </c:pt>
                <c:pt idx="3648">
                  <c:v>0.912</c:v>
                </c:pt>
                <c:pt idx="3649">
                  <c:v>0.9125</c:v>
                </c:pt>
                <c:pt idx="3650">
                  <c:v>0.9125</c:v>
                </c:pt>
                <c:pt idx="3651">
                  <c:v>0.913</c:v>
                </c:pt>
                <c:pt idx="3652">
                  <c:v>0.913</c:v>
                </c:pt>
                <c:pt idx="3653">
                  <c:v>0.9135</c:v>
                </c:pt>
                <c:pt idx="3654">
                  <c:v>0.9135</c:v>
                </c:pt>
                <c:pt idx="3655">
                  <c:v>0.914</c:v>
                </c:pt>
                <c:pt idx="3656">
                  <c:v>0.914</c:v>
                </c:pt>
                <c:pt idx="3657">
                  <c:v>0.9145</c:v>
                </c:pt>
                <c:pt idx="3658">
                  <c:v>0.9145</c:v>
                </c:pt>
                <c:pt idx="3659">
                  <c:v>0.915</c:v>
                </c:pt>
                <c:pt idx="3660">
                  <c:v>0.915</c:v>
                </c:pt>
                <c:pt idx="3661">
                  <c:v>0.9155</c:v>
                </c:pt>
                <c:pt idx="3662">
                  <c:v>0.9155</c:v>
                </c:pt>
                <c:pt idx="3663">
                  <c:v>0.916</c:v>
                </c:pt>
                <c:pt idx="3664">
                  <c:v>0.916</c:v>
                </c:pt>
                <c:pt idx="3665">
                  <c:v>0.9165</c:v>
                </c:pt>
                <c:pt idx="3666">
                  <c:v>0.9165</c:v>
                </c:pt>
                <c:pt idx="3667">
                  <c:v>0.917</c:v>
                </c:pt>
                <c:pt idx="3668">
                  <c:v>0.917</c:v>
                </c:pt>
                <c:pt idx="3669">
                  <c:v>0.9175</c:v>
                </c:pt>
                <c:pt idx="3670">
                  <c:v>0.9175</c:v>
                </c:pt>
                <c:pt idx="3671">
                  <c:v>0.918</c:v>
                </c:pt>
                <c:pt idx="3672">
                  <c:v>0.918</c:v>
                </c:pt>
                <c:pt idx="3673">
                  <c:v>0.9185</c:v>
                </c:pt>
                <c:pt idx="3674">
                  <c:v>0.9185</c:v>
                </c:pt>
                <c:pt idx="3675">
                  <c:v>0.919</c:v>
                </c:pt>
                <c:pt idx="3676">
                  <c:v>0.919</c:v>
                </c:pt>
                <c:pt idx="3677">
                  <c:v>0.9195</c:v>
                </c:pt>
                <c:pt idx="3678">
                  <c:v>0.9195</c:v>
                </c:pt>
                <c:pt idx="3679">
                  <c:v>0.92</c:v>
                </c:pt>
                <c:pt idx="3680">
                  <c:v>0.92</c:v>
                </c:pt>
                <c:pt idx="3681">
                  <c:v>0.9205</c:v>
                </c:pt>
                <c:pt idx="3682">
                  <c:v>0.9205</c:v>
                </c:pt>
                <c:pt idx="3683">
                  <c:v>0.921</c:v>
                </c:pt>
                <c:pt idx="3684">
                  <c:v>0.921</c:v>
                </c:pt>
                <c:pt idx="3685">
                  <c:v>0.9215</c:v>
                </c:pt>
                <c:pt idx="3686">
                  <c:v>0.9215</c:v>
                </c:pt>
                <c:pt idx="3687">
                  <c:v>0.922</c:v>
                </c:pt>
                <c:pt idx="3688">
                  <c:v>0.922</c:v>
                </c:pt>
                <c:pt idx="3689">
                  <c:v>0.9225</c:v>
                </c:pt>
                <c:pt idx="3690">
                  <c:v>0.9225</c:v>
                </c:pt>
                <c:pt idx="3691">
                  <c:v>0.923</c:v>
                </c:pt>
                <c:pt idx="3692">
                  <c:v>0.923</c:v>
                </c:pt>
                <c:pt idx="3693">
                  <c:v>0.9235</c:v>
                </c:pt>
                <c:pt idx="3694">
                  <c:v>0.9235</c:v>
                </c:pt>
                <c:pt idx="3695">
                  <c:v>0.924</c:v>
                </c:pt>
                <c:pt idx="3696">
                  <c:v>0.924</c:v>
                </c:pt>
                <c:pt idx="3697">
                  <c:v>0.9245</c:v>
                </c:pt>
                <c:pt idx="3698">
                  <c:v>0.9245</c:v>
                </c:pt>
                <c:pt idx="3699">
                  <c:v>0.925</c:v>
                </c:pt>
                <c:pt idx="3700">
                  <c:v>0.925</c:v>
                </c:pt>
                <c:pt idx="3701">
                  <c:v>0.9255</c:v>
                </c:pt>
                <c:pt idx="3702">
                  <c:v>0.9255</c:v>
                </c:pt>
                <c:pt idx="3703">
                  <c:v>0.926</c:v>
                </c:pt>
                <c:pt idx="3704">
                  <c:v>0.926</c:v>
                </c:pt>
                <c:pt idx="3705">
                  <c:v>0.9265</c:v>
                </c:pt>
                <c:pt idx="3706">
                  <c:v>0.9265</c:v>
                </c:pt>
                <c:pt idx="3707">
                  <c:v>0.927</c:v>
                </c:pt>
                <c:pt idx="3708">
                  <c:v>0.927</c:v>
                </c:pt>
                <c:pt idx="3709">
                  <c:v>0.9275</c:v>
                </c:pt>
                <c:pt idx="3710">
                  <c:v>0.9275</c:v>
                </c:pt>
                <c:pt idx="3711">
                  <c:v>0.928</c:v>
                </c:pt>
                <c:pt idx="3712">
                  <c:v>0.928</c:v>
                </c:pt>
                <c:pt idx="3713">
                  <c:v>0.9285</c:v>
                </c:pt>
                <c:pt idx="3714">
                  <c:v>0.9285</c:v>
                </c:pt>
                <c:pt idx="3715">
                  <c:v>0.929</c:v>
                </c:pt>
                <c:pt idx="3716">
                  <c:v>0.929</c:v>
                </c:pt>
                <c:pt idx="3717">
                  <c:v>0.9295</c:v>
                </c:pt>
                <c:pt idx="3718">
                  <c:v>0.9295</c:v>
                </c:pt>
                <c:pt idx="3719">
                  <c:v>0.93</c:v>
                </c:pt>
                <c:pt idx="3720">
                  <c:v>0.93</c:v>
                </c:pt>
                <c:pt idx="3721">
                  <c:v>0.9305</c:v>
                </c:pt>
                <c:pt idx="3722">
                  <c:v>0.9305</c:v>
                </c:pt>
                <c:pt idx="3723">
                  <c:v>0.931</c:v>
                </c:pt>
                <c:pt idx="3724">
                  <c:v>0.931</c:v>
                </c:pt>
                <c:pt idx="3725">
                  <c:v>0.9315</c:v>
                </c:pt>
                <c:pt idx="3726">
                  <c:v>0.9315</c:v>
                </c:pt>
                <c:pt idx="3727">
                  <c:v>0.932</c:v>
                </c:pt>
                <c:pt idx="3728">
                  <c:v>0.932</c:v>
                </c:pt>
                <c:pt idx="3729">
                  <c:v>0.9325</c:v>
                </c:pt>
                <c:pt idx="3730">
                  <c:v>0.9325</c:v>
                </c:pt>
                <c:pt idx="3731">
                  <c:v>0.933</c:v>
                </c:pt>
                <c:pt idx="3732">
                  <c:v>0.933</c:v>
                </c:pt>
                <c:pt idx="3733">
                  <c:v>0.9335</c:v>
                </c:pt>
                <c:pt idx="3734">
                  <c:v>0.9335</c:v>
                </c:pt>
                <c:pt idx="3735">
                  <c:v>0.934</c:v>
                </c:pt>
                <c:pt idx="3736">
                  <c:v>0.934</c:v>
                </c:pt>
                <c:pt idx="3737">
                  <c:v>0.9345</c:v>
                </c:pt>
                <c:pt idx="3738">
                  <c:v>0.9345</c:v>
                </c:pt>
                <c:pt idx="3739">
                  <c:v>0.935</c:v>
                </c:pt>
                <c:pt idx="3740">
                  <c:v>0.935</c:v>
                </c:pt>
                <c:pt idx="3741">
                  <c:v>0.9355</c:v>
                </c:pt>
                <c:pt idx="3742">
                  <c:v>0.9355</c:v>
                </c:pt>
                <c:pt idx="3743">
                  <c:v>0.936</c:v>
                </c:pt>
                <c:pt idx="3744">
                  <c:v>0.936</c:v>
                </c:pt>
                <c:pt idx="3745">
                  <c:v>0.9365</c:v>
                </c:pt>
                <c:pt idx="3746">
                  <c:v>0.9365</c:v>
                </c:pt>
                <c:pt idx="3747">
                  <c:v>0.937</c:v>
                </c:pt>
                <c:pt idx="3748">
                  <c:v>0.937</c:v>
                </c:pt>
                <c:pt idx="3749">
                  <c:v>0.9375</c:v>
                </c:pt>
                <c:pt idx="3750">
                  <c:v>0.9375</c:v>
                </c:pt>
                <c:pt idx="3751">
                  <c:v>0.938</c:v>
                </c:pt>
                <c:pt idx="3752">
                  <c:v>0.938</c:v>
                </c:pt>
                <c:pt idx="3753">
                  <c:v>0.9385</c:v>
                </c:pt>
                <c:pt idx="3754">
                  <c:v>0.9385</c:v>
                </c:pt>
                <c:pt idx="3755">
                  <c:v>0.939</c:v>
                </c:pt>
                <c:pt idx="3756">
                  <c:v>0.939</c:v>
                </c:pt>
                <c:pt idx="3757">
                  <c:v>0.9395</c:v>
                </c:pt>
                <c:pt idx="3758">
                  <c:v>0.9395</c:v>
                </c:pt>
                <c:pt idx="3759">
                  <c:v>0.94</c:v>
                </c:pt>
                <c:pt idx="3760">
                  <c:v>0.94</c:v>
                </c:pt>
                <c:pt idx="3761">
                  <c:v>0.9405</c:v>
                </c:pt>
                <c:pt idx="3762">
                  <c:v>0.9405</c:v>
                </c:pt>
                <c:pt idx="3763">
                  <c:v>0.941</c:v>
                </c:pt>
                <c:pt idx="3764">
                  <c:v>0.941</c:v>
                </c:pt>
                <c:pt idx="3765">
                  <c:v>0.9415</c:v>
                </c:pt>
                <c:pt idx="3766">
                  <c:v>0.9415</c:v>
                </c:pt>
                <c:pt idx="3767">
                  <c:v>0.942</c:v>
                </c:pt>
                <c:pt idx="3768">
                  <c:v>0.942</c:v>
                </c:pt>
                <c:pt idx="3769">
                  <c:v>0.9425</c:v>
                </c:pt>
                <c:pt idx="3770">
                  <c:v>0.9425</c:v>
                </c:pt>
                <c:pt idx="3771">
                  <c:v>0.943</c:v>
                </c:pt>
                <c:pt idx="3772">
                  <c:v>0.943</c:v>
                </c:pt>
                <c:pt idx="3773">
                  <c:v>0.9435</c:v>
                </c:pt>
                <c:pt idx="3774">
                  <c:v>0.9435</c:v>
                </c:pt>
                <c:pt idx="3775">
                  <c:v>0.944</c:v>
                </c:pt>
                <c:pt idx="3776">
                  <c:v>0.944</c:v>
                </c:pt>
                <c:pt idx="3777">
                  <c:v>0.9445</c:v>
                </c:pt>
                <c:pt idx="3778">
                  <c:v>0.9445</c:v>
                </c:pt>
                <c:pt idx="3779">
                  <c:v>0.945</c:v>
                </c:pt>
                <c:pt idx="3780">
                  <c:v>0.945</c:v>
                </c:pt>
                <c:pt idx="3781">
                  <c:v>0.9455</c:v>
                </c:pt>
                <c:pt idx="3782">
                  <c:v>0.9455</c:v>
                </c:pt>
                <c:pt idx="3783">
                  <c:v>0.946</c:v>
                </c:pt>
                <c:pt idx="3784">
                  <c:v>0.946</c:v>
                </c:pt>
                <c:pt idx="3785">
                  <c:v>0.9465</c:v>
                </c:pt>
                <c:pt idx="3786">
                  <c:v>0.9465</c:v>
                </c:pt>
                <c:pt idx="3787">
                  <c:v>0.947</c:v>
                </c:pt>
                <c:pt idx="3788">
                  <c:v>0.947</c:v>
                </c:pt>
                <c:pt idx="3789">
                  <c:v>0.9475</c:v>
                </c:pt>
                <c:pt idx="3790">
                  <c:v>0.9475</c:v>
                </c:pt>
                <c:pt idx="3791">
                  <c:v>0.948</c:v>
                </c:pt>
                <c:pt idx="3792">
                  <c:v>0.948</c:v>
                </c:pt>
                <c:pt idx="3793">
                  <c:v>0.9485</c:v>
                </c:pt>
                <c:pt idx="3794">
                  <c:v>0.9485</c:v>
                </c:pt>
                <c:pt idx="3795">
                  <c:v>0.949</c:v>
                </c:pt>
                <c:pt idx="3796">
                  <c:v>0.949</c:v>
                </c:pt>
                <c:pt idx="3797">
                  <c:v>0.9495</c:v>
                </c:pt>
                <c:pt idx="3798">
                  <c:v>0.9495</c:v>
                </c:pt>
                <c:pt idx="3799">
                  <c:v>0.95</c:v>
                </c:pt>
                <c:pt idx="3800">
                  <c:v>0.95</c:v>
                </c:pt>
                <c:pt idx="3801">
                  <c:v>0.9505</c:v>
                </c:pt>
                <c:pt idx="3802">
                  <c:v>0.9505</c:v>
                </c:pt>
                <c:pt idx="3803">
                  <c:v>0.951</c:v>
                </c:pt>
                <c:pt idx="3804">
                  <c:v>0.951</c:v>
                </c:pt>
                <c:pt idx="3805">
                  <c:v>0.9515</c:v>
                </c:pt>
                <c:pt idx="3806">
                  <c:v>0.9515</c:v>
                </c:pt>
                <c:pt idx="3807">
                  <c:v>0.952</c:v>
                </c:pt>
                <c:pt idx="3808">
                  <c:v>0.952</c:v>
                </c:pt>
                <c:pt idx="3809">
                  <c:v>0.9525</c:v>
                </c:pt>
                <c:pt idx="3810">
                  <c:v>0.9525</c:v>
                </c:pt>
                <c:pt idx="3811">
                  <c:v>0.953</c:v>
                </c:pt>
                <c:pt idx="3812">
                  <c:v>0.953</c:v>
                </c:pt>
                <c:pt idx="3813">
                  <c:v>0.9535</c:v>
                </c:pt>
                <c:pt idx="3814">
                  <c:v>0.9535</c:v>
                </c:pt>
                <c:pt idx="3815">
                  <c:v>0.954</c:v>
                </c:pt>
                <c:pt idx="3816">
                  <c:v>0.954</c:v>
                </c:pt>
                <c:pt idx="3817">
                  <c:v>0.9545</c:v>
                </c:pt>
                <c:pt idx="3818">
                  <c:v>0.9545</c:v>
                </c:pt>
                <c:pt idx="3819">
                  <c:v>0.955</c:v>
                </c:pt>
                <c:pt idx="3820">
                  <c:v>0.955</c:v>
                </c:pt>
                <c:pt idx="3821">
                  <c:v>0.9555</c:v>
                </c:pt>
                <c:pt idx="3822">
                  <c:v>0.9555</c:v>
                </c:pt>
                <c:pt idx="3823">
                  <c:v>0.956</c:v>
                </c:pt>
                <c:pt idx="3824">
                  <c:v>0.956</c:v>
                </c:pt>
                <c:pt idx="3825">
                  <c:v>0.9565</c:v>
                </c:pt>
                <c:pt idx="3826">
                  <c:v>0.9565</c:v>
                </c:pt>
                <c:pt idx="3827">
                  <c:v>0.957</c:v>
                </c:pt>
                <c:pt idx="3828">
                  <c:v>0.957</c:v>
                </c:pt>
                <c:pt idx="3829">
                  <c:v>0.9575</c:v>
                </c:pt>
                <c:pt idx="3830">
                  <c:v>0.9575</c:v>
                </c:pt>
                <c:pt idx="3831">
                  <c:v>0.958</c:v>
                </c:pt>
                <c:pt idx="3832">
                  <c:v>0.958</c:v>
                </c:pt>
                <c:pt idx="3833">
                  <c:v>0.9585</c:v>
                </c:pt>
                <c:pt idx="3834">
                  <c:v>0.9585</c:v>
                </c:pt>
                <c:pt idx="3835">
                  <c:v>0.959</c:v>
                </c:pt>
                <c:pt idx="3836">
                  <c:v>0.959</c:v>
                </c:pt>
                <c:pt idx="3837">
                  <c:v>0.9595</c:v>
                </c:pt>
                <c:pt idx="3838">
                  <c:v>0.9595</c:v>
                </c:pt>
                <c:pt idx="3839">
                  <c:v>0.96</c:v>
                </c:pt>
                <c:pt idx="3840">
                  <c:v>0.96</c:v>
                </c:pt>
                <c:pt idx="3841">
                  <c:v>0.9605</c:v>
                </c:pt>
                <c:pt idx="3842">
                  <c:v>0.9605</c:v>
                </c:pt>
                <c:pt idx="3843">
                  <c:v>0.961</c:v>
                </c:pt>
                <c:pt idx="3844">
                  <c:v>0.961</c:v>
                </c:pt>
                <c:pt idx="3845">
                  <c:v>0.9615</c:v>
                </c:pt>
                <c:pt idx="3846">
                  <c:v>0.9615</c:v>
                </c:pt>
                <c:pt idx="3847">
                  <c:v>0.962</c:v>
                </c:pt>
                <c:pt idx="3848">
                  <c:v>0.962</c:v>
                </c:pt>
                <c:pt idx="3849">
                  <c:v>0.9625</c:v>
                </c:pt>
                <c:pt idx="3850">
                  <c:v>0.9625</c:v>
                </c:pt>
                <c:pt idx="3851">
                  <c:v>0.963</c:v>
                </c:pt>
                <c:pt idx="3852">
                  <c:v>0.963</c:v>
                </c:pt>
                <c:pt idx="3853">
                  <c:v>0.9635</c:v>
                </c:pt>
                <c:pt idx="3854">
                  <c:v>0.9635</c:v>
                </c:pt>
                <c:pt idx="3855">
                  <c:v>0.964</c:v>
                </c:pt>
                <c:pt idx="3856">
                  <c:v>0.964</c:v>
                </c:pt>
                <c:pt idx="3857">
                  <c:v>0.9645</c:v>
                </c:pt>
                <c:pt idx="3858">
                  <c:v>0.9645</c:v>
                </c:pt>
                <c:pt idx="3859">
                  <c:v>0.965</c:v>
                </c:pt>
                <c:pt idx="3860">
                  <c:v>0.965</c:v>
                </c:pt>
                <c:pt idx="3861">
                  <c:v>0.9655</c:v>
                </c:pt>
                <c:pt idx="3862">
                  <c:v>0.9655</c:v>
                </c:pt>
                <c:pt idx="3863">
                  <c:v>0.966</c:v>
                </c:pt>
                <c:pt idx="3864">
                  <c:v>0.966</c:v>
                </c:pt>
                <c:pt idx="3865">
                  <c:v>0.9665</c:v>
                </c:pt>
                <c:pt idx="3866">
                  <c:v>0.9665</c:v>
                </c:pt>
                <c:pt idx="3867">
                  <c:v>0.967</c:v>
                </c:pt>
                <c:pt idx="3868">
                  <c:v>0.967</c:v>
                </c:pt>
                <c:pt idx="3869">
                  <c:v>0.9675</c:v>
                </c:pt>
                <c:pt idx="3870">
                  <c:v>0.9675</c:v>
                </c:pt>
                <c:pt idx="3871">
                  <c:v>0.968</c:v>
                </c:pt>
                <c:pt idx="3872">
                  <c:v>0.968</c:v>
                </c:pt>
                <c:pt idx="3873">
                  <c:v>0.9685</c:v>
                </c:pt>
                <c:pt idx="3874">
                  <c:v>0.9685</c:v>
                </c:pt>
                <c:pt idx="3875">
                  <c:v>0.969</c:v>
                </c:pt>
                <c:pt idx="3876">
                  <c:v>0.969</c:v>
                </c:pt>
                <c:pt idx="3877">
                  <c:v>0.9695</c:v>
                </c:pt>
                <c:pt idx="3878">
                  <c:v>0.9695</c:v>
                </c:pt>
                <c:pt idx="3879">
                  <c:v>0.97</c:v>
                </c:pt>
                <c:pt idx="3880">
                  <c:v>0.97</c:v>
                </c:pt>
                <c:pt idx="3881">
                  <c:v>0.9705</c:v>
                </c:pt>
                <c:pt idx="3882">
                  <c:v>0.9705</c:v>
                </c:pt>
                <c:pt idx="3883">
                  <c:v>0.971</c:v>
                </c:pt>
                <c:pt idx="3884">
                  <c:v>0.971</c:v>
                </c:pt>
                <c:pt idx="3885">
                  <c:v>0.9715</c:v>
                </c:pt>
                <c:pt idx="3886">
                  <c:v>0.9715</c:v>
                </c:pt>
                <c:pt idx="3887">
                  <c:v>0.972</c:v>
                </c:pt>
                <c:pt idx="3888">
                  <c:v>0.972</c:v>
                </c:pt>
                <c:pt idx="3889">
                  <c:v>0.9725</c:v>
                </c:pt>
                <c:pt idx="3890">
                  <c:v>0.9725</c:v>
                </c:pt>
                <c:pt idx="3891">
                  <c:v>0.973</c:v>
                </c:pt>
                <c:pt idx="3892">
                  <c:v>0.973</c:v>
                </c:pt>
                <c:pt idx="3893">
                  <c:v>0.9735</c:v>
                </c:pt>
                <c:pt idx="3894">
                  <c:v>0.9735</c:v>
                </c:pt>
                <c:pt idx="3895">
                  <c:v>0.974</c:v>
                </c:pt>
                <c:pt idx="3896">
                  <c:v>0.974</c:v>
                </c:pt>
                <c:pt idx="3897">
                  <c:v>0.9745</c:v>
                </c:pt>
                <c:pt idx="3898">
                  <c:v>0.9745</c:v>
                </c:pt>
                <c:pt idx="3899">
                  <c:v>0.975</c:v>
                </c:pt>
                <c:pt idx="3900">
                  <c:v>0.975</c:v>
                </c:pt>
                <c:pt idx="3901">
                  <c:v>0.9755</c:v>
                </c:pt>
                <c:pt idx="3902">
                  <c:v>0.9755</c:v>
                </c:pt>
                <c:pt idx="3903">
                  <c:v>0.976</c:v>
                </c:pt>
                <c:pt idx="3904">
                  <c:v>0.976</c:v>
                </c:pt>
                <c:pt idx="3905">
                  <c:v>0.9765</c:v>
                </c:pt>
                <c:pt idx="3906">
                  <c:v>0.9765</c:v>
                </c:pt>
                <c:pt idx="3907">
                  <c:v>0.977</c:v>
                </c:pt>
                <c:pt idx="3908">
                  <c:v>0.977</c:v>
                </c:pt>
                <c:pt idx="3909">
                  <c:v>0.9775</c:v>
                </c:pt>
                <c:pt idx="3910">
                  <c:v>0.9775</c:v>
                </c:pt>
                <c:pt idx="3911">
                  <c:v>0.978</c:v>
                </c:pt>
                <c:pt idx="3912">
                  <c:v>0.978</c:v>
                </c:pt>
                <c:pt idx="3913">
                  <c:v>0.9785</c:v>
                </c:pt>
                <c:pt idx="3914">
                  <c:v>0.9785</c:v>
                </c:pt>
                <c:pt idx="3915">
                  <c:v>0.979</c:v>
                </c:pt>
                <c:pt idx="3916">
                  <c:v>0.979</c:v>
                </c:pt>
                <c:pt idx="3917">
                  <c:v>0.9795</c:v>
                </c:pt>
                <c:pt idx="3918">
                  <c:v>0.9795</c:v>
                </c:pt>
                <c:pt idx="3919">
                  <c:v>0.98</c:v>
                </c:pt>
                <c:pt idx="3920">
                  <c:v>0.98</c:v>
                </c:pt>
                <c:pt idx="3921">
                  <c:v>0.9805</c:v>
                </c:pt>
                <c:pt idx="3922">
                  <c:v>0.9805</c:v>
                </c:pt>
                <c:pt idx="3923">
                  <c:v>0.981</c:v>
                </c:pt>
                <c:pt idx="3924">
                  <c:v>0.981</c:v>
                </c:pt>
                <c:pt idx="3925">
                  <c:v>0.9815</c:v>
                </c:pt>
                <c:pt idx="3926">
                  <c:v>0.9815</c:v>
                </c:pt>
                <c:pt idx="3927">
                  <c:v>0.982</c:v>
                </c:pt>
                <c:pt idx="3928">
                  <c:v>0.982</c:v>
                </c:pt>
                <c:pt idx="3929">
                  <c:v>0.9825</c:v>
                </c:pt>
                <c:pt idx="3930">
                  <c:v>0.9825</c:v>
                </c:pt>
                <c:pt idx="3931">
                  <c:v>0.983</c:v>
                </c:pt>
                <c:pt idx="3932">
                  <c:v>0.983</c:v>
                </c:pt>
                <c:pt idx="3933">
                  <c:v>0.9835</c:v>
                </c:pt>
                <c:pt idx="3934">
                  <c:v>0.9835</c:v>
                </c:pt>
                <c:pt idx="3935">
                  <c:v>0.984</c:v>
                </c:pt>
                <c:pt idx="3936">
                  <c:v>0.984</c:v>
                </c:pt>
                <c:pt idx="3937">
                  <c:v>0.9845</c:v>
                </c:pt>
                <c:pt idx="3938">
                  <c:v>0.9845</c:v>
                </c:pt>
                <c:pt idx="3939">
                  <c:v>0.985</c:v>
                </c:pt>
                <c:pt idx="3940">
                  <c:v>0.985</c:v>
                </c:pt>
                <c:pt idx="3941">
                  <c:v>0.9855</c:v>
                </c:pt>
                <c:pt idx="3942">
                  <c:v>0.9855</c:v>
                </c:pt>
                <c:pt idx="3943">
                  <c:v>0.986</c:v>
                </c:pt>
                <c:pt idx="3944">
                  <c:v>0.986</c:v>
                </c:pt>
                <c:pt idx="3945">
                  <c:v>0.9865</c:v>
                </c:pt>
                <c:pt idx="3946">
                  <c:v>0.9865</c:v>
                </c:pt>
                <c:pt idx="3947">
                  <c:v>0.987</c:v>
                </c:pt>
                <c:pt idx="3948">
                  <c:v>0.987</c:v>
                </c:pt>
                <c:pt idx="3949">
                  <c:v>0.9875</c:v>
                </c:pt>
                <c:pt idx="3950">
                  <c:v>0.9875</c:v>
                </c:pt>
                <c:pt idx="3951">
                  <c:v>0.988</c:v>
                </c:pt>
                <c:pt idx="3952">
                  <c:v>0.988</c:v>
                </c:pt>
                <c:pt idx="3953">
                  <c:v>0.9885</c:v>
                </c:pt>
                <c:pt idx="3954">
                  <c:v>0.9885</c:v>
                </c:pt>
                <c:pt idx="3955">
                  <c:v>0.989</c:v>
                </c:pt>
                <c:pt idx="3956">
                  <c:v>0.989</c:v>
                </c:pt>
                <c:pt idx="3957">
                  <c:v>0.9895</c:v>
                </c:pt>
                <c:pt idx="3958">
                  <c:v>0.9895</c:v>
                </c:pt>
                <c:pt idx="3959">
                  <c:v>0.99</c:v>
                </c:pt>
                <c:pt idx="3960">
                  <c:v>0.99</c:v>
                </c:pt>
                <c:pt idx="3961">
                  <c:v>0.9905</c:v>
                </c:pt>
                <c:pt idx="3962">
                  <c:v>0.9905</c:v>
                </c:pt>
                <c:pt idx="3963">
                  <c:v>0.991</c:v>
                </c:pt>
                <c:pt idx="3964">
                  <c:v>0.991</c:v>
                </c:pt>
                <c:pt idx="3965">
                  <c:v>0.9915</c:v>
                </c:pt>
                <c:pt idx="3966">
                  <c:v>0.9915</c:v>
                </c:pt>
                <c:pt idx="3967">
                  <c:v>0.992</c:v>
                </c:pt>
                <c:pt idx="3968">
                  <c:v>0.992</c:v>
                </c:pt>
                <c:pt idx="3969">
                  <c:v>0.9925</c:v>
                </c:pt>
                <c:pt idx="3970">
                  <c:v>0.9925</c:v>
                </c:pt>
                <c:pt idx="3971">
                  <c:v>0.993</c:v>
                </c:pt>
                <c:pt idx="3972">
                  <c:v>0.993</c:v>
                </c:pt>
                <c:pt idx="3973">
                  <c:v>0.9935</c:v>
                </c:pt>
                <c:pt idx="3974">
                  <c:v>0.9935</c:v>
                </c:pt>
                <c:pt idx="3975">
                  <c:v>0.994</c:v>
                </c:pt>
                <c:pt idx="3976">
                  <c:v>0.994</c:v>
                </c:pt>
                <c:pt idx="3977">
                  <c:v>0.9945</c:v>
                </c:pt>
                <c:pt idx="3978">
                  <c:v>0.9945</c:v>
                </c:pt>
                <c:pt idx="3979">
                  <c:v>0.995</c:v>
                </c:pt>
                <c:pt idx="3980">
                  <c:v>0.995</c:v>
                </c:pt>
                <c:pt idx="3981">
                  <c:v>0.9955</c:v>
                </c:pt>
                <c:pt idx="3982">
                  <c:v>0.9955</c:v>
                </c:pt>
                <c:pt idx="3983">
                  <c:v>0.996</c:v>
                </c:pt>
                <c:pt idx="3984">
                  <c:v>0.996</c:v>
                </c:pt>
                <c:pt idx="3985">
                  <c:v>0.9965</c:v>
                </c:pt>
                <c:pt idx="3986">
                  <c:v>0.9965</c:v>
                </c:pt>
                <c:pt idx="3987">
                  <c:v>0.997</c:v>
                </c:pt>
                <c:pt idx="3988">
                  <c:v>0.997</c:v>
                </c:pt>
                <c:pt idx="3989">
                  <c:v>0.9975</c:v>
                </c:pt>
                <c:pt idx="3990">
                  <c:v>0.9975</c:v>
                </c:pt>
                <c:pt idx="3991">
                  <c:v>0.998</c:v>
                </c:pt>
                <c:pt idx="3992">
                  <c:v>0.998</c:v>
                </c:pt>
                <c:pt idx="3993">
                  <c:v>0.9985</c:v>
                </c:pt>
                <c:pt idx="3994">
                  <c:v>0.9985</c:v>
                </c:pt>
                <c:pt idx="3995">
                  <c:v>0.999</c:v>
                </c:pt>
                <c:pt idx="3996">
                  <c:v>0.999</c:v>
                </c:pt>
                <c:pt idx="3997">
                  <c:v>0.9995</c:v>
                </c:pt>
                <c:pt idx="3998">
                  <c:v>0.9995</c:v>
                </c:pt>
                <c:pt idx="3999">
                  <c:v>1</c:v>
                </c:pt>
              </c:numCache>
            </c:numRef>
          </c:yVal>
        </c:ser>
        <c:ser>
          <c:idx val="1"/>
          <c:order val="1"/>
          <c:tx>
            <c:v>Случайные пропуски</c:v>
          </c:tx>
          <c:spPr>
            <a:solidFill xmlns:a="http://schemas.openxmlformats.org/drawingml/2006/main">
              <a:srgbClr val="00A7B5"/>
            </a:solidFill>
            <a:ln xmlns:a="http://schemas.openxmlformats.org/drawingml/2006/main" w="19050">
              <a:solidFill>
                <a:srgbClr val="00A7B5"/>
              </a:solidFill>
            </a:ln>
          </c:spPr>
          <c:marker>
            <c:symbol val="none"/>
            <c:size val="5"/>
          </c:marker>
          <c:xVal>
            <c:numRef>
              <c:f>'Chart Data'!$C$2:$C$3037</c:f>
              <c:numCache>
                <c:formatCode>General</c:formatCode>
                <c:ptCount val="3036"/>
                <c:pt idx="0">
                  <c:v>1.12105636304</c:v>
                </c:pt>
                <c:pt idx="1">
                  <c:v>1.12105636304</c:v>
                </c:pt>
                <c:pt idx="2">
                  <c:v>1.18579890818</c:v>
                </c:pt>
                <c:pt idx="3">
                  <c:v>1.18579890818</c:v>
                </c:pt>
                <c:pt idx="4">
                  <c:v>1.29824609955</c:v>
                </c:pt>
                <c:pt idx="5">
                  <c:v>1.29824609955</c:v>
                </c:pt>
                <c:pt idx="6">
                  <c:v>1.43939382621</c:v>
                </c:pt>
                <c:pt idx="7">
                  <c:v>1.43939382621</c:v>
                </c:pt>
                <c:pt idx="8">
                  <c:v>1.44180472657</c:v>
                </c:pt>
                <c:pt idx="9">
                  <c:v>1.44180472657</c:v>
                </c:pt>
                <c:pt idx="10">
                  <c:v>1.45101049424</c:v>
                </c:pt>
                <c:pt idx="11">
                  <c:v>1.45101049424</c:v>
                </c:pt>
                <c:pt idx="12">
                  <c:v>1.51392753346</c:v>
                </c:pt>
                <c:pt idx="13">
                  <c:v>1.51392753346</c:v>
                </c:pt>
                <c:pt idx="14">
                  <c:v>1.52190532429</c:v>
                </c:pt>
                <c:pt idx="15">
                  <c:v>1.52190532429</c:v>
                </c:pt>
                <c:pt idx="16">
                  <c:v>1.62296543314</c:v>
                </c:pt>
                <c:pt idx="17">
                  <c:v>1.62296543314</c:v>
                </c:pt>
                <c:pt idx="18">
                  <c:v>1.63173818547</c:v>
                </c:pt>
                <c:pt idx="19">
                  <c:v>1.63173818547</c:v>
                </c:pt>
                <c:pt idx="20">
                  <c:v>1.65105712131</c:v>
                </c:pt>
                <c:pt idx="21">
                  <c:v>1.65105712131</c:v>
                </c:pt>
                <c:pt idx="22">
                  <c:v>1.6611714684</c:v>
                </c:pt>
                <c:pt idx="23">
                  <c:v>1.6611714684</c:v>
                </c:pt>
                <c:pt idx="24">
                  <c:v>1.70410053206</c:v>
                </c:pt>
                <c:pt idx="25">
                  <c:v>1.70410053206</c:v>
                </c:pt>
                <c:pt idx="26">
                  <c:v>1.71386242277</c:v>
                </c:pt>
                <c:pt idx="27">
                  <c:v>1.71386242277</c:v>
                </c:pt>
                <c:pt idx="28">
                  <c:v>1.78589316576</c:v>
                </c:pt>
                <c:pt idx="29">
                  <c:v>1.78589316576</c:v>
                </c:pt>
                <c:pt idx="30">
                  <c:v>1.82845156831</c:v>
                </c:pt>
                <c:pt idx="31">
                  <c:v>1.82845156831</c:v>
                </c:pt>
                <c:pt idx="32">
                  <c:v>1.84715766224</c:v>
                </c:pt>
                <c:pt idx="33">
                  <c:v>1.84715766224</c:v>
                </c:pt>
                <c:pt idx="34">
                  <c:v>1.85568472626</c:v>
                </c:pt>
                <c:pt idx="35">
                  <c:v>1.85568472626</c:v>
                </c:pt>
                <c:pt idx="36">
                  <c:v>1.86866273623</c:v>
                </c:pt>
                <c:pt idx="37">
                  <c:v>1.86866273623</c:v>
                </c:pt>
                <c:pt idx="38">
                  <c:v>1.87583045381</c:v>
                </c:pt>
                <c:pt idx="39">
                  <c:v>1.87583045381</c:v>
                </c:pt>
                <c:pt idx="40">
                  <c:v>1.8795756302</c:v>
                </c:pt>
                <c:pt idx="41">
                  <c:v>1.8795756302</c:v>
                </c:pt>
                <c:pt idx="42">
                  <c:v>1.92597693049</c:v>
                </c:pt>
                <c:pt idx="43">
                  <c:v>1.92597693049</c:v>
                </c:pt>
                <c:pt idx="44">
                  <c:v>1.93915257635</c:v>
                </c:pt>
                <c:pt idx="45">
                  <c:v>1.93915257635</c:v>
                </c:pt>
                <c:pt idx="46">
                  <c:v>1.98111630556</c:v>
                </c:pt>
                <c:pt idx="47">
                  <c:v>1.98111630556</c:v>
                </c:pt>
                <c:pt idx="48">
                  <c:v>1.98313475089</c:v>
                </c:pt>
                <c:pt idx="49">
                  <c:v>1.98313475089</c:v>
                </c:pt>
                <c:pt idx="50">
                  <c:v>1.99002549407</c:v>
                </c:pt>
                <c:pt idx="51">
                  <c:v>1.99002549407</c:v>
                </c:pt>
                <c:pt idx="52">
                  <c:v>2.00373627584</c:v>
                </c:pt>
                <c:pt idx="53">
                  <c:v>2.00373627584</c:v>
                </c:pt>
                <c:pt idx="54">
                  <c:v>2.0090542382</c:v>
                </c:pt>
                <c:pt idx="55">
                  <c:v>2.0090542382</c:v>
                </c:pt>
                <c:pt idx="56">
                  <c:v>2.01829575155</c:v>
                </c:pt>
                <c:pt idx="57">
                  <c:v>2.01829575155</c:v>
                </c:pt>
                <c:pt idx="58">
                  <c:v>2.03197714306</c:v>
                </c:pt>
                <c:pt idx="59">
                  <c:v>2.03197714306</c:v>
                </c:pt>
                <c:pt idx="60">
                  <c:v>2.08949872889</c:v>
                </c:pt>
                <c:pt idx="61">
                  <c:v>2.08949872889</c:v>
                </c:pt>
                <c:pt idx="62">
                  <c:v>2.10949905241</c:v>
                </c:pt>
                <c:pt idx="63">
                  <c:v>2.10949905241</c:v>
                </c:pt>
                <c:pt idx="64">
                  <c:v>2.11927550585</c:v>
                </c:pt>
                <c:pt idx="65">
                  <c:v>2.11927550585</c:v>
                </c:pt>
                <c:pt idx="66">
                  <c:v>2.14340124157</c:v>
                </c:pt>
                <c:pt idx="67">
                  <c:v>2.14340124157</c:v>
                </c:pt>
                <c:pt idx="68">
                  <c:v>2.16051960313</c:v>
                </c:pt>
                <c:pt idx="69">
                  <c:v>2.16051960313</c:v>
                </c:pt>
                <c:pt idx="70">
                  <c:v>2.17156963761</c:v>
                </c:pt>
                <c:pt idx="71">
                  <c:v>2.17156963761</c:v>
                </c:pt>
                <c:pt idx="72">
                  <c:v>2.18998049294</c:v>
                </c:pt>
                <c:pt idx="73">
                  <c:v>2.18998049294</c:v>
                </c:pt>
                <c:pt idx="74">
                  <c:v>2.19832354319</c:v>
                </c:pt>
                <c:pt idx="75">
                  <c:v>2.19832354319</c:v>
                </c:pt>
                <c:pt idx="76">
                  <c:v>2.21702037689</c:v>
                </c:pt>
                <c:pt idx="77">
                  <c:v>2.21702037689</c:v>
                </c:pt>
                <c:pt idx="78">
                  <c:v>2.24587591509</c:v>
                </c:pt>
                <c:pt idx="79">
                  <c:v>2.24587591509</c:v>
                </c:pt>
                <c:pt idx="80">
                  <c:v>2.26370068198</c:v>
                </c:pt>
                <c:pt idx="81">
                  <c:v>2.26370068198</c:v>
                </c:pt>
                <c:pt idx="82">
                  <c:v>2.26691498636</c:v>
                </c:pt>
                <c:pt idx="83">
                  <c:v>2.26691498636</c:v>
                </c:pt>
                <c:pt idx="84">
                  <c:v>2.2760206708</c:v>
                </c:pt>
                <c:pt idx="85">
                  <c:v>2.2760206708</c:v>
                </c:pt>
                <c:pt idx="86">
                  <c:v>2.30719310169</c:v>
                </c:pt>
                <c:pt idx="87">
                  <c:v>2.30719310169</c:v>
                </c:pt>
                <c:pt idx="88">
                  <c:v>2.32706870584</c:v>
                </c:pt>
                <c:pt idx="89">
                  <c:v>2.32706870584</c:v>
                </c:pt>
                <c:pt idx="90">
                  <c:v>2.33328521849</c:v>
                </c:pt>
                <c:pt idx="91">
                  <c:v>2.33328521849</c:v>
                </c:pt>
                <c:pt idx="92">
                  <c:v>2.36857824526</c:v>
                </c:pt>
                <c:pt idx="93">
                  <c:v>2.36857824526</c:v>
                </c:pt>
                <c:pt idx="94">
                  <c:v>2.38223378098</c:v>
                </c:pt>
                <c:pt idx="95">
                  <c:v>2.38223378098</c:v>
                </c:pt>
                <c:pt idx="96">
                  <c:v>2.44135651927</c:v>
                </c:pt>
                <c:pt idx="97">
                  <c:v>2.44135651927</c:v>
                </c:pt>
                <c:pt idx="98">
                  <c:v>2.44279622627</c:v>
                </c:pt>
                <c:pt idx="99">
                  <c:v>2.44279622627</c:v>
                </c:pt>
                <c:pt idx="100">
                  <c:v>2.46566048943</c:v>
                </c:pt>
                <c:pt idx="101">
                  <c:v>2.46566048943</c:v>
                </c:pt>
                <c:pt idx="102">
                  <c:v>2.48597071194</c:v>
                </c:pt>
                <c:pt idx="103">
                  <c:v>2.48597071194</c:v>
                </c:pt>
                <c:pt idx="104">
                  <c:v>2.49481507102</c:v>
                </c:pt>
                <c:pt idx="105">
                  <c:v>2.49481507102</c:v>
                </c:pt>
                <c:pt idx="106">
                  <c:v>2.50683230651</c:v>
                </c:pt>
                <c:pt idx="107">
                  <c:v>2.50683230651</c:v>
                </c:pt>
                <c:pt idx="108">
                  <c:v>2.51625446293</c:v>
                </c:pt>
                <c:pt idx="109">
                  <c:v>2.51625446293</c:v>
                </c:pt>
                <c:pt idx="110">
                  <c:v>2.5221311411</c:v>
                </c:pt>
                <c:pt idx="111">
                  <c:v>2.5221311411</c:v>
                </c:pt>
                <c:pt idx="112">
                  <c:v>2.52601503476</c:v>
                </c:pt>
                <c:pt idx="113">
                  <c:v>2.52601503476</c:v>
                </c:pt>
                <c:pt idx="114">
                  <c:v>2.53391288556</c:v>
                </c:pt>
                <c:pt idx="115">
                  <c:v>2.53391288556</c:v>
                </c:pt>
                <c:pt idx="116">
                  <c:v>2.53418250611</c:v>
                </c:pt>
                <c:pt idx="117">
                  <c:v>2.53418250611</c:v>
                </c:pt>
                <c:pt idx="118">
                  <c:v>2.56633301632</c:v>
                </c:pt>
                <c:pt idx="119">
                  <c:v>2.56633301632</c:v>
                </c:pt>
                <c:pt idx="120">
                  <c:v>2.58401637126</c:v>
                </c:pt>
                <c:pt idx="121">
                  <c:v>2.58401637126</c:v>
                </c:pt>
                <c:pt idx="122">
                  <c:v>2.59342021586</c:v>
                </c:pt>
                <c:pt idx="123">
                  <c:v>2.59342021586</c:v>
                </c:pt>
                <c:pt idx="124">
                  <c:v>2.60249343367</c:v>
                </c:pt>
                <c:pt idx="125">
                  <c:v>2.60249343367</c:v>
                </c:pt>
                <c:pt idx="126">
                  <c:v>2.60422061586</c:v>
                </c:pt>
                <c:pt idx="127">
                  <c:v>2.60422061586</c:v>
                </c:pt>
                <c:pt idx="128">
                  <c:v>2.6278709733</c:v>
                </c:pt>
                <c:pt idx="129">
                  <c:v>2.6278709733</c:v>
                </c:pt>
                <c:pt idx="130">
                  <c:v>2.6288767127</c:v>
                </c:pt>
                <c:pt idx="131">
                  <c:v>2.6288767127</c:v>
                </c:pt>
                <c:pt idx="132">
                  <c:v>2.64310091705</c:v>
                </c:pt>
                <c:pt idx="133">
                  <c:v>2.64310091705</c:v>
                </c:pt>
                <c:pt idx="134">
                  <c:v>2.65061877445</c:v>
                </c:pt>
                <c:pt idx="135">
                  <c:v>2.65061877445</c:v>
                </c:pt>
                <c:pt idx="136">
                  <c:v>2.67462963881</c:v>
                </c:pt>
                <c:pt idx="137">
                  <c:v>2.67462963881</c:v>
                </c:pt>
                <c:pt idx="138">
                  <c:v>2.68398382266</c:v>
                </c:pt>
                <c:pt idx="139">
                  <c:v>2.68398382266</c:v>
                </c:pt>
                <c:pt idx="140">
                  <c:v>2.69822193665</c:v>
                </c:pt>
                <c:pt idx="141">
                  <c:v>2.69822193665</c:v>
                </c:pt>
                <c:pt idx="142">
                  <c:v>2.7338283279</c:v>
                </c:pt>
                <c:pt idx="143">
                  <c:v>2.7338283279</c:v>
                </c:pt>
                <c:pt idx="144">
                  <c:v>2.76803170964</c:v>
                </c:pt>
                <c:pt idx="145">
                  <c:v>2.76803170964</c:v>
                </c:pt>
                <c:pt idx="146">
                  <c:v>2.77643669165</c:v>
                </c:pt>
                <c:pt idx="147">
                  <c:v>2.77643669165</c:v>
                </c:pt>
                <c:pt idx="148">
                  <c:v>2.77848015533</c:v>
                </c:pt>
                <c:pt idx="149">
                  <c:v>2.77848015533</c:v>
                </c:pt>
                <c:pt idx="150">
                  <c:v>2.80909552159</c:v>
                </c:pt>
                <c:pt idx="151">
                  <c:v>2.80909552159</c:v>
                </c:pt>
                <c:pt idx="152">
                  <c:v>2.81007226686</c:v>
                </c:pt>
                <c:pt idx="153">
                  <c:v>2.81007226686</c:v>
                </c:pt>
                <c:pt idx="154">
                  <c:v>2.82660482822</c:v>
                </c:pt>
                <c:pt idx="155">
                  <c:v>2.82660482822</c:v>
                </c:pt>
                <c:pt idx="156">
                  <c:v>2.82833569756</c:v>
                </c:pt>
                <c:pt idx="157">
                  <c:v>2.82833569756</c:v>
                </c:pt>
                <c:pt idx="158">
                  <c:v>2.85553512554</c:v>
                </c:pt>
                <c:pt idx="159">
                  <c:v>2.85553512554</c:v>
                </c:pt>
                <c:pt idx="160">
                  <c:v>2.85878485724</c:v>
                </c:pt>
                <c:pt idx="161">
                  <c:v>2.85878485724</c:v>
                </c:pt>
                <c:pt idx="162">
                  <c:v>2.86126054096</c:v>
                </c:pt>
                <c:pt idx="163">
                  <c:v>2.86126054096</c:v>
                </c:pt>
                <c:pt idx="164">
                  <c:v>2.89980511333</c:v>
                </c:pt>
                <c:pt idx="165">
                  <c:v>2.89980511333</c:v>
                </c:pt>
                <c:pt idx="166">
                  <c:v>2.90473200819</c:v>
                </c:pt>
                <c:pt idx="167">
                  <c:v>2.90473200819</c:v>
                </c:pt>
                <c:pt idx="168">
                  <c:v>2.93118644677</c:v>
                </c:pt>
                <c:pt idx="169">
                  <c:v>2.93118644677</c:v>
                </c:pt>
                <c:pt idx="170">
                  <c:v>2.94813790777</c:v>
                </c:pt>
                <c:pt idx="171">
                  <c:v>2.94813790777</c:v>
                </c:pt>
                <c:pt idx="172">
                  <c:v>2.95363124347</c:v>
                </c:pt>
                <c:pt idx="173">
                  <c:v>2.95363124347</c:v>
                </c:pt>
                <c:pt idx="174">
                  <c:v>2.95867953896</c:v>
                </c:pt>
                <c:pt idx="175">
                  <c:v>2.95867953896</c:v>
                </c:pt>
                <c:pt idx="176">
                  <c:v>2.96150488484</c:v>
                </c:pt>
                <c:pt idx="177">
                  <c:v>2.96150488484</c:v>
                </c:pt>
                <c:pt idx="178">
                  <c:v>2.9619968643</c:v>
                </c:pt>
                <c:pt idx="179">
                  <c:v>2.9619968643</c:v>
                </c:pt>
                <c:pt idx="180">
                  <c:v>2.96591404602</c:v>
                </c:pt>
                <c:pt idx="181">
                  <c:v>2.96591404602</c:v>
                </c:pt>
                <c:pt idx="182">
                  <c:v>2.98986228505</c:v>
                </c:pt>
                <c:pt idx="183">
                  <c:v>2.98986228505</c:v>
                </c:pt>
                <c:pt idx="184">
                  <c:v>3.00150809379</c:v>
                </c:pt>
                <c:pt idx="185">
                  <c:v>3.00150809379</c:v>
                </c:pt>
                <c:pt idx="186">
                  <c:v>3.01304644765</c:v>
                </c:pt>
                <c:pt idx="187">
                  <c:v>3.01304644765</c:v>
                </c:pt>
                <c:pt idx="188">
                  <c:v>3.01501861538</c:v>
                </c:pt>
                <c:pt idx="189">
                  <c:v>3.01501861538</c:v>
                </c:pt>
                <c:pt idx="190">
                  <c:v>3.02355586086</c:v>
                </c:pt>
                <c:pt idx="191">
                  <c:v>3.02355586086</c:v>
                </c:pt>
                <c:pt idx="192">
                  <c:v>3.02537601761</c:v>
                </c:pt>
                <c:pt idx="193">
                  <c:v>3.02537601761</c:v>
                </c:pt>
                <c:pt idx="194">
                  <c:v>3.02761661837</c:v>
                </c:pt>
                <c:pt idx="195">
                  <c:v>3.02761661837</c:v>
                </c:pt>
                <c:pt idx="196">
                  <c:v>3.03425121976</c:v>
                </c:pt>
                <c:pt idx="197">
                  <c:v>3.03425121976</c:v>
                </c:pt>
                <c:pt idx="198">
                  <c:v>3.03764964729</c:v>
                </c:pt>
                <c:pt idx="199">
                  <c:v>3.03764964729</c:v>
                </c:pt>
                <c:pt idx="200">
                  <c:v>3.06060035168</c:v>
                </c:pt>
                <c:pt idx="201">
                  <c:v>3.06060035168</c:v>
                </c:pt>
                <c:pt idx="202">
                  <c:v>3.07117085815</c:v>
                </c:pt>
                <c:pt idx="203">
                  <c:v>3.07117085815</c:v>
                </c:pt>
                <c:pt idx="204">
                  <c:v>3.07258457114</c:v>
                </c:pt>
                <c:pt idx="205">
                  <c:v>3.07258457114</c:v>
                </c:pt>
                <c:pt idx="206">
                  <c:v>3.07636688063</c:v>
                </c:pt>
                <c:pt idx="207">
                  <c:v>3.07636688063</c:v>
                </c:pt>
                <c:pt idx="208">
                  <c:v>3.08100471961</c:v>
                </c:pt>
                <c:pt idx="209">
                  <c:v>3.08100471961</c:v>
                </c:pt>
                <c:pt idx="210">
                  <c:v>3.0880819036</c:v>
                </c:pt>
                <c:pt idx="211">
                  <c:v>3.0880819036</c:v>
                </c:pt>
                <c:pt idx="212">
                  <c:v>3.09238403941</c:v>
                </c:pt>
                <c:pt idx="213">
                  <c:v>3.09238403941</c:v>
                </c:pt>
                <c:pt idx="214">
                  <c:v>3.11231178732</c:v>
                </c:pt>
                <c:pt idx="215">
                  <c:v>3.11231178732</c:v>
                </c:pt>
                <c:pt idx="216">
                  <c:v>3.12567644276</c:v>
                </c:pt>
                <c:pt idx="217">
                  <c:v>3.12567644276</c:v>
                </c:pt>
                <c:pt idx="218">
                  <c:v>3.13079546485</c:v>
                </c:pt>
                <c:pt idx="219">
                  <c:v>3.13079546485</c:v>
                </c:pt>
                <c:pt idx="220">
                  <c:v>3.13232141245</c:v>
                </c:pt>
                <c:pt idx="221">
                  <c:v>3.13232141245</c:v>
                </c:pt>
                <c:pt idx="222">
                  <c:v>3.1414404948</c:v>
                </c:pt>
                <c:pt idx="223">
                  <c:v>3.1414404948</c:v>
                </c:pt>
                <c:pt idx="224">
                  <c:v>3.15119468516</c:v>
                </c:pt>
                <c:pt idx="225">
                  <c:v>3.15119468516</c:v>
                </c:pt>
                <c:pt idx="226">
                  <c:v>3.15414576244</c:v>
                </c:pt>
                <c:pt idx="227">
                  <c:v>3.15414576244</c:v>
                </c:pt>
                <c:pt idx="228">
                  <c:v>3.15497496143</c:v>
                </c:pt>
                <c:pt idx="229">
                  <c:v>3.15497496143</c:v>
                </c:pt>
                <c:pt idx="230">
                  <c:v>3.15554663291</c:v>
                </c:pt>
                <c:pt idx="231">
                  <c:v>3.15554663291</c:v>
                </c:pt>
                <c:pt idx="232">
                  <c:v>3.16005871436</c:v>
                </c:pt>
                <c:pt idx="233">
                  <c:v>3.16005871436</c:v>
                </c:pt>
                <c:pt idx="234">
                  <c:v>3.16248632418</c:v>
                </c:pt>
                <c:pt idx="235">
                  <c:v>3.16248632418</c:v>
                </c:pt>
                <c:pt idx="236">
                  <c:v>3.16950704479</c:v>
                </c:pt>
                <c:pt idx="237">
                  <c:v>3.16950704479</c:v>
                </c:pt>
                <c:pt idx="238">
                  <c:v>3.17189198563</c:v>
                </c:pt>
                <c:pt idx="239">
                  <c:v>3.17189198563</c:v>
                </c:pt>
                <c:pt idx="240">
                  <c:v>3.17277751445</c:v>
                </c:pt>
                <c:pt idx="241">
                  <c:v>3.17277751445</c:v>
                </c:pt>
                <c:pt idx="242">
                  <c:v>3.18510555879</c:v>
                </c:pt>
                <c:pt idx="243">
                  <c:v>3.18510555879</c:v>
                </c:pt>
                <c:pt idx="244">
                  <c:v>3.19879851909</c:v>
                </c:pt>
                <c:pt idx="245">
                  <c:v>3.19879851909</c:v>
                </c:pt>
                <c:pt idx="246">
                  <c:v>3.20055961203</c:v>
                </c:pt>
                <c:pt idx="247">
                  <c:v>3.20055961203</c:v>
                </c:pt>
                <c:pt idx="248">
                  <c:v>3.21130581551</c:v>
                </c:pt>
                <c:pt idx="249">
                  <c:v>3.21130581551</c:v>
                </c:pt>
                <c:pt idx="250">
                  <c:v>3.21556110745</c:v>
                </c:pt>
                <c:pt idx="251">
                  <c:v>3.21556110745</c:v>
                </c:pt>
                <c:pt idx="252">
                  <c:v>3.21973526066</c:v>
                </c:pt>
                <c:pt idx="253">
                  <c:v>3.21973526066</c:v>
                </c:pt>
                <c:pt idx="254">
                  <c:v>3.22563387723</c:v>
                </c:pt>
                <c:pt idx="255">
                  <c:v>3.22563387723</c:v>
                </c:pt>
                <c:pt idx="256">
                  <c:v>3.23231573566</c:v>
                </c:pt>
                <c:pt idx="257">
                  <c:v>3.23231573566</c:v>
                </c:pt>
                <c:pt idx="258">
                  <c:v>3.26557477906</c:v>
                </c:pt>
                <c:pt idx="259">
                  <c:v>3.26557477906</c:v>
                </c:pt>
                <c:pt idx="260">
                  <c:v>3.26900834194</c:v>
                </c:pt>
                <c:pt idx="261">
                  <c:v>3.26900834194</c:v>
                </c:pt>
                <c:pt idx="262">
                  <c:v>3.27132599215</c:v>
                </c:pt>
                <c:pt idx="263">
                  <c:v>3.27132599215</c:v>
                </c:pt>
                <c:pt idx="264">
                  <c:v>3.2780907011</c:v>
                </c:pt>
                <c:pt idx="265">
                  <c:v>3.2780907011</c:v>
                </c:pt>
                <c:pt idx="266">
                  <c:v>3.27934187014</c:v>
                </c:pt>
                <c:pt idx="267">
                  <c:v>3.27934187014</c:v>
                </c:pt>
                <c:pt idx="268">
                  <c:v>3.27947702468</c:v>
                </c:pt>
                <c:pt idx="269">
                  <c:v>3.27947702468</c:v>
                </c:pt>
                <c:pt idx="270">
                  <c:v>3.28544934992</c:v>
                </c:pt>
                <c:pt idx="271">
                  <c:v>3.28544934992</c:v>
                </c:pt>
                <c:pt idx="272">
                  <c:v>3.28774740857</c:v>
                </c:pt>
                <c:pt idx="273">
                  <c:v>3.28774740857</c:v>
                </c:pt>
                <c:pt idx="274">
                  <c:v>3.31200127274</c:v>
                </c:pt>
                <c:pt idx="275">
                  <c:v>3.31200127274</c:v>
                </c:pt>
                <c:pt idx="276">
                  <c:v>3.31804631506</c:v>
                </c:pt>
                <c:pt idx="277">
                  <c:v>3.31804631506</c:v>
                </c:pt>
                <c:pt idx="278">
                  <c:v>3.31882020172</c:v>
                </c:pt>
                <c:pt idx="279">
                  <c:v>3.31882020172</c:v>
                </c:pt>
                <c:pt idx="280">
                  <c:v>3.31948450513</c:v>
                </c:pt>
                <c:pt idx="281">
                  <c:v>3.31948450513</c:v>
                </c:pt>
                <c:pt idx="282">
                  <c:v>3.33875135485</c:v>
                </c:pt>
                <c:pt idx="283">
                  <c:v>3.33875135485</c:v>
                </c:pt>
                <c:pt idx="284">
                  <c:v>3.34284236339</c:v>
                </c:pt>
                <c:pt idx="285">
                  <c:v>3.34284236339</c:v>
                </c:pt>
                <c:pt idx="286">
                  <c:v>3.34971482348</c:v>
                </c:pt>
                <c:pt idx="287">
                  <c:v>3.34971482348</c:v>
                </c:pt>
                <c:pt idx="288">
                  <c:v>3.3570768836</c:v>
                </c:pt>
                <c:pt idx="289">
                  <c:v>3.3570768836</c:v>
                </c:pt>
                <c:pt idx="290">
                  <c:v>3.3637474976</c:v>
                </c:pt>
                <c:pt idx="291">
                  <c:v>3.3637474976</c:v>
                </c:pt>
                <c:pt idx="292">
                  <c:v>3.38836397348</c:v>
                </c:pt>
                <c:pt idx="293">
                  <c:v>3.38836397348</c:v>
                </c:pt>
                <c:pt idx="294">
                  <c:v>3.39395444669</c:v>
                </c:pt>
                <c:pt idx="295">
                  <c:v>3.39395444669</c:v>
                </c:pt>
                <c:pt idx="296">
                  <c:v>3.40235599082</c:v>
                </c:pt>
                <c:pt idx="297">
                  <c:v>3.40235599082</c:v>
                </c:pt>
                <c:pt idx="298">
                  <c:v>3.41925678234</c:v>
                </c:pt>
                <c:pt idx="299">
                  <c:v>3.41925678234</c:v>
                </c:pt>
                <c:pt idx="300">
                  <c:v>3.4246948362</c:v>
                </c:pt>
                <c:pt idx="301">
                  <c:v>3.4246948362</c:v>
                </c:pt>
                <c:pt idx="302">
                  <c:v>3.42955044303</c:v>
                </c:pt>
                <c:pt idx="303">
                  <c:v>3.42955044303</c:v>
                </c:pt>
                <c:pt idx="304">
                  <c:v>3.43608433435</c:v>
                </c:pt>
                <c:pt idx="305">
                  <c:v>3.43608433435</c:v>
                </c:pt>
                <c:pt idx="306">
                  <c:v>3.43691542229</c:v>
                </c:pt>
                <c:pt idx="307">
                  <c:v>3.43691542229</c:v>
                </c:pt>
                <c:pt idx="308">
                  <c:v>3.46896016883</c:v>
                </c:pt>
                <c:pt idx="309">
                  <c:v>3.46896016883</c:v>
                </c:pt>
                <c:pt idx="310">
                  <c:v>3.47460010201</c:v>
                </c:pt>
                <c:pt idx="311">
                  <c:v>3.47460010201</c:v>
                </c:pt>
                <c:pt idx="312">
                  <c:v>3.47823701182</c:v>
                </c:pt>
                <c:pt idx="313">
                  <c:v>3.47823701182</c:v>
                </c:pt>
                <c:pt idx="314">
                  <c:v>3.48765412865</c:v>
                </c:pt>
                <c:pt idx="315">
                  <c:v>3.48765412865</c:v>
                </c:pt>
                <c:pt idx="316">
                  <c:v>3.48825313664</c:v>
                </c:pt>
                <c:pt idx="317">
                  <c:v>3.48825313664</c:v>
                </c:pt>
                <c:pt idx="318">
                  <c:v>3.49762702773</c:v>
                </c:pt>
                <c:pt idx="319">
                  <c:v>3.49762702773</c:v>
                </c:pt>
                <c:pt idx="320">
                  <c:v>3.50786763944</c:v>
                </c:pt>
                <c:pt idx="321">
                  <c:v>3.50786763944</c:v>
                </c:pt>
                <c:pt idx="322">
                  <c:v>3.5215124073</c:v>
                </c:pt>
                <c:pt idx="323">
                  <c:v>3.5215124073</c:v>
                </c:pt>
                <c:pt idx="324">
                  <c:v>3.54342838891</c:v>
                </c:pt>
                <c:pt idx="325">
                  <c:v>3.54342838891</c:v>
                </c:pt>
                <c:pt idx="326">
                  <c:v>3.54449089679</c:v>
                </c:pt>
                <c:pt idx="327">
                  <c:v>3.54449089679</c:v>
                </c:pt>
                <c:pt idx="328">
                  <c:v>3.54662915938</c:v>
                </c:pt>
                <c:pt idx="329">
                  <c:v>3.54662915938</c:v>
                </c:pt>
                <c:pt idx="330">
                  <c:v>3.5573925068</c:v>
                </c:pt>
                <c:pt idx="331">
                  <c:v>3.5573925068</c:v>
                </c:pt>
                <c:pt idx="332">
                  <c:v>3.55782600881</c:v>
                </c:pt>
                <c:pt idx="333">
                  <c:v>3.55782600881</c:v>
                </c:pt>
                <c:pt idx="334">
                  <c:v>3.56707867855</c:v>
                </c:pt>
                <c:pt idx="335">
                  <c:v>3.56707867855</c:v>
                </c:pt>
                <c:pt idx="336">
                  <c:v>3.58680161276</c:v>
                </c:pt>
                <c:pt idx="337">
                  <c:v>3.58680161276</c:v>
                </c:pt>
                <c:pt idx="338">
                  <c:v>3.58960340331</c:v>
                </c:pt>
                <c:pt idx="339">
                  <c:v>3.58960340331</c:v>
                </c:pt>
                <c:pt idx="340">
                  <c:v>3.59070389112</c:v>
                </c:pt>
                <c:pt idx="341">
                  <c:v>3.59070389112</c:v>
                </c:pt>
                <c:pt idx="342">
                  <c:v>3.59150323617</c:v>
                </c:pt>
                <c:pt idx="343">
                  <c:v>3.59150323617</c:v>
                </c:pt>
                <c:pt idx="344">
                  <c:v>3.60008386281</c:v>
                </c:pt>
                <c:pt idx="345">
                  <c:v>3.60008386281</c:v>
                </c:pt>
                <c:pt idx="346">
                  <c:v>3.60126993245</c:v>
                </c:pt>
                <c:pt idx="347">
                  <c:v>3.60126993245</c:v>
                </c:pt>
                <c:pt idx="348">
                  <c:v>3.60397078495</c:v>
                </c:pt>
                <c:pt idx="349">
                  <c:v>3.60397078495</c:v>
                </c:pt>
                <c:pt idx="350">
                  <c:v>3.62113910138</c:v>
                </c:pt>
                <c:pt idx="351">
                  <c:v>3.62113910138</c:v>
                </c:pt>
                <c:pt idx="352">
                  <c:v>3.62230669913</c:v>
                </c:pt>
                <c:pt idx="353">
                  <c:v>3.62230669913</c:v>
                </c:pt>
                <c:pt idx="354">
                  <c:v>3.62271469219</c:v>
                </c:pt>
                <c:pt idx="355">
                  <c:v>3.62271469219</c:v>
                </c:pt>
                <c:pt idx="356">
                  <c:v>3.62297008547</c:v>
                </c:pt>
                <c:pt idx="357">
                  <c:v>3.62297008547</c:v>
                </c:pt>
                <c:pt idx="358">
                  <c:v>3.62354329224</c:v>
                </c:pt>
                <c:pt idx="359">
                  <c:v>3.62354329224</c:v>
                </c:pt>
                <c:pt idx="360">
                  <c:v>3.62408135949</c:v>
                </c:pt>
                <c:pt idx="361">
                  <c:v>3.62408135949</c:v>
                </c:pt>
                <c:pt idx="362">
                  <c:v>3.6370225455</c:v>
                </c:pt>
                <c:pt idx="363">
                  <c:v>3.6370225455</c:v>
                </c:pt>
                <c:pt idx="364">
                  <c:v>3.64451106518</c:v>
                </c:pt>
                <c:pt idx="365">
                  <c:v>3.64451106518</c:v>
                </c:pt>
                <c:pt idx="366">
                  <c:v>3.64507228485</c:v>
                </c:pt>
                <c:pt idx="367">
                  <c:v>3.64507228485</c:v>
                </c:pt>
                <c:pt idx="368">
                  <c:v>3.64617179725</c:v>
                </c:pt>
                <c:pt idx="369">
                  <c:v>3.64617179725</c:v>
                </c:pt>
                <c:pt idx="370">
                  <c:v>3.64822013891</c:v>
                </c:pt>
                <c:pt idx="371">
                  <c:v>3.64822013891</c:v>
                </c:pt>
                <c:pt idx="372">
                  <c:v>3.65156097241</c:v>
                </c:pt>
                <c:pt idx="373">
                  <c:v>3.65156097241</c:v>
                </c:pt>
                <c:pt idx="374">
                  <c:v>3.66731924475</c:v>
                </c:pt>
                <c:pt idx="375">
                  <c:v>3.66731924475</c:v>
                </c:pt>
                <c:pt idx="376">
                  <c:v>3.67100511829</c:v>
                </c:pt>
                <c:pt idx="377">
                  <c:v>3.67100511829</c:v>
                </c:pt>
                <c:pt idx="378">
                  <c:v>3.68158957486</c:v>
                </c:pt>
                <c:pt idx="379">
                  <c:v>3.68158957486</c:v>
                </c:pt>
                <c:pt idx="380">
                  <c:v>3.69633706223</c:v>
                </c:pt>
                <c:pt idx="381">
                  <c:v>3.69633706223</c:v>
                </c:pt>
                <c:pt idx="382">
                  <c:v>3.69814610327</c:v>
                </c:pt>
                <c:pt idx="383">
                  <c:v>3.69814610327</c:v>
                </c:pt>
                <c:pt idx="384">
                  <c:v>3.72277891719</c:v>
                </c:pt>
                <c:pt idx="385">
                  <c:v>3.72277891719</c:v>
                </c:pt>
                <c:pt idx="386">
                  <c:v>3.72472271673</c:v>
                </c:pt>
                <c:pt idx="387">
                  <c:v>3.72472271673</c:v>
                </c:pt>
                <c:pt idx="388">
                  <c:v>3.72854144766</c:v>
                </c:pt>
                <c:pt idx="389">
                  <c:v>3.72854144766</c:v>
                </c:pt>
                <c:pt idx="390">
                  <c:v>3.73091535393</c:v>
                </c:pt>
                <c:pt idx="391">
                  <c:v>3.73091535393</c:v>
                </c:pt>
                <c:pt idx="392">
                  <c:v>3.73637325691</c:v>
                </c:pt>
                <c:pt idx="393">
                  <c:v>3.73637325691</c:v>
                </c:pt>
                <c:pt idx="394">
                  <c:v>3.74785247933</c:v>
                </c:pt>
                <c:pt idx="395">
                  <c:v>3.74785247933</c:v>
                </c:pt>
                <c:pt idx="396">
                  <c:v>3.75893107046</c:v>
                </c:pt>
                <c:pt idx="397">
                  <c:v>3.75893107046</c:v>
                </c:pt>
                <c:pt idx="398">
                  <c:v>3.76200987494</c:v>
                </c:pt>
                <c:pt idx="399">
                  <c:v>3.76200987494</c:v>
                </c:pt>
                <c:pt idx="400">
                  <c:v>3.77102211771</c:v>
                </c:pt>
                <c:pt idx="401">
                  <c:v>3.77102211771</c:v>
                </c:pt>
                <c:pt idx="402">
                  <c:v>3.77566103926</c:v>
                </c:pt>
                <c:pt idx="403">
                  <c:v>3.77566103926</c:v>
                </c:pt>
                <c:pt idx="404">
                  <c:v>3.77827268459</c:v>
                </c:pt>
                <c:pt idx="405">
                  <c:v>3.77827268459</c:v>
                </c:pt>
                <c:pt idx="406">
                  <c:v>3.77936546321</c:v>
                </c:pt>
                <c:pt idx="407">
                  <c:v>3.77936546321</c:v>
                </c:pt>
                <c:pt idx="408">
                  <c:v>3.82680888376</c:v>
                </c:pt>
                <c:pt idx="409">
                  <c:v>3.82680888376</c:v>
                </c:pt>
                <c:pt idx="410">
                  <c:v>3.82843536495</c:v>
                </c:pt>
                <c:pt idx="411">
                  <c:v>3.82843536495</c:v>
                </c:pt>
                <c:pt idx="412">
                  <c:v>3.8298801511</c:v>
                </c:pt>
                <c:pt idx="413">
                  <c:v>3.8298801511</c:v>
                </c:pt>
                <c:pt idx="414">
                  <c:v>3.8350804745</c:v>
                </c:pt>
                <c:pt idx="415">
                  <c:v>3.8350804745</c:v>
                </c:pt>
                <c:pt idx="416">
                  <c:v>3.85358492265</c:v>
                </c:pt>
                <c:pt idx="417">
                  <c:v>3.85358492265</c:v>
                </c:pt>
                <c:pt idx="418">
                  <c:v>3.85430159428</c:v>
                </c:pt>
                <c:pt idx="419">
                  <c:v>3.85430159428</c:v>
                </c:pt>
                <c:pt idx="420">
                  <c:v>3.85641510545</c:v>
                </c:pt>
                <c:pt idx="421">
                  <c:v>3.85641510545</c:v>
                </c:pt>
                <c:pt idx="422">
                  <c:v>3.87080300313</c:v>
                </c:pt>
                <c:pt idx="423">
                  <c:v>3.87080300313</c:v>
                </c:pt>
                <c:pt idx="424">
                  <c:v>3.87354381893</c:v>
                </c:pt>
                <c:pt idx="425">
                  <c:v>3.87354381893</c:v>
                </c:pt>
                <c:pt idx="426">
                  <c:v>3.87802532346</c:v>
                </c:pt>
                <c:pt idx="427">
                  <c:v>3.87802532346</c:v>
                </c:pt>
                <c:pt idx="428">
                  <c:v>3.88935219508</c:v>
                </c:pt>
                <c:pt idx="429">
                  <c:v>3.88935219508</c:v>
                </c:pt>
                <c:pt idx="430">
                  <c:v>3.89123855884</c:v>
                </c:pt>
                <c:pt idx="431">
                  <c:v>3.89123855884</c:v>
                </c:pt>
                <c:pt idx="432">
                  <c:v>3.89124415081</c:v>
                </c:pt>
                <c:pt idx="433">
                  <c:v>3.89124415081</c:v>
                </c:pt>
                <c:pt idx="434">
                  <c:v>3.90180691565</c:v>
                </c:pt>
                <c:pt idx="435">
                  <c:v>3.90180691565</c:v>
                </c:pt>
                <c:pt idx="436">
                  <c:v>3.9043648484</c:v>
                </c:pt>
                <c:pt idx="437">
                  <c:v>3.9043648484</c:v>
                </c:pt>
                <c:pt idx="438">
                  <c:v>3.90504681129</c:v>
                </c:pt>
                <c:pt idx="439">
                  <c:v>3.90504681129</c:v>
                </c:pt>
                <c:pt idx="440">
                  <c:v>3.90559841159</c:v>
                </c:pt>
                <c:pt idx="441">
                  <c:v>3.90559841159</c:v>
                </c:pt>
                <c:pt idx="442">
                  <c:v>3.91272310618</c:v>
                </c:pt>
                <c:pt idx="443">
                  <c:v>3.91272310618</c:v>
                </c:pt>
                <c:pt idx="444">
                  <c:v>3.93198945331</c:v>
                </c:pt>
                <c:pt idx="445">
                  <c:v>3.93198945331</c:v>
                </c:pt>
                <c:pt idx="446">
                  <c:v>3.9340366141</c:v>
                </c:pt>
                <c:pt idx="447">
                  <c:v>3.9340366141</c:v>
                </c:pt>
                <c:pt idx="448">
                  <c:v>3.93886464094</c:v>
                </c:pt>
                <c:pt idx="449">
                  <c:v>3.93886464094</c:v>
                </c:pt>
                <c:pt idx="450">
                  <c:v>3.94983009677</c:v>
                </c:pt>
                <c:pt idx="451">
                  <c:v>3.94983009677</c:v>
                </c:pt>
                <c:pt idx="452">
                  <c:v>3.9519724943</c:v>
                </c:pt>
                <c:pt idx="453">
                  <c:v>3.9519724943</c:v>
                </c:pt>
                <c:pt idx="454">
                  <c:v>3.97396048891</c:v>
                </c:pt>
                <c:pt idx="455">
                  <c:v>3.97396048891</c:v>
                </c:pt>
                <c:pt idx="456">
                  <c:v>3.97646281514</c:v>
                </c:pt>
                <c:pt idx="457">
                  <c:v>3.97646281514</c:v>
                </c:pt>
                <c:pt idx="458">
                  <c:v>3.97856081293</c:v>
                </c:pt>
                <c:pt idx="459">
                  <c:v>3.97856081293</c:v>
                </c:pt>
                <c:pt idx="460">
                  <c:v>3.99664039879</c:v>
                </c:pt>
                <c:pt idx="461">
                  <c:v>3.99664039879</c:v>
                </c:pt>
                <c:pt idx="462">
                  <c:v>3.99766455412</c:v>
                </c:pt>
                <c:pt idx="463">
                  <c:v>3.99766455412</c:v>
                </c:pt>
                <c:pt idx="464">
                  <c:v>4.00074151192</c:v>
                </c:pt>
                <c:pt idx="465">
                  <c:v>4.00074151192</c:v>
                </c:pt>
                <c:pt idx="466">
                  <c:v>4.00741026876</c:v>
                </c:pt>
                <c:pt idx="467">
                  <c:v>4.00741026876</c:v>
                </c:pt>
                <c:pt idx="468">
                  <c:v>4.00749241361</c:v>
                </c:pt>
                <c:pt idx="469">
                  <c:v>4.00749241361</c:v>
                </c:pt>
                <c:pt idx="470">
                  <c:v>4.00926311633</c:v>
                </c:pt>
                <c:pt idx="471">
                  <c:v>4.00926311633</c:v>
                </c:pt>
                <c:pt idx="472">
                  <c:v>4.01461221696</c:v>
                </c:pt>
                <c:pt idx="473">
                  <c:v>4.01461221696</c:v>
                </c:pt>
                <c:pt idx="474">
                  <c:v>4.02649864137</c:v>
                </c:pt>
                <c:pt idx="475">
                  <c:v>4.02649864137</c:v>
                </c:pt>
                <c:pt idx="476">
                  <c:v>4.03136929349</c:v>
                </c:pt>
                <c:pt idx="477">
                  <c:v>4.03136929349</c:v>
                </c:pt>
                <c:pt idx="478">
                  <c:v>4.04500747471</c:v>
                </c:pt>
                <c:pt idx="479">
                  <c:v>4.04500747471</c:v>
                </c:pt>
                <c:pt idx="480">
                  <c:v>4.04976545934</c:v>
                </c:pt>
                <c:pt idx="481">
                  <c:v>4.04976545934</c:v>
                </c:pt>
                <c:pt idx="482">
                  <c:v>4.05514122999</c:v>
                </c:pt>
                <c:pt idx="483">
                  <c:v>4.05514122999</c:v>
                </c:pt>
                <c:pt idx="484">
                  <c:v>4.06969647011</c:v>
                </c:pt>
                <c:pt idx="485">
                  <c:v>4.06969647011</c:v>
                </c:pt>
                <c:pt idx="486">
                  <c:v>4.08401072096</c:v>
                </c:pt>
                <c:pt idx="487">
                  <c:v>4.08401072096</c:v>
                </c:pt>
                <c:pt idx="488">
                  <c:v>4.08802731867</c:v>
                </c:pt>
                <c:pt idx="489">
                  <c:v>4.08802731867</c:v>
                </c:pt>
                <c:pt idx="490">
                  <c:v>4.09334942135</c:v>
                </c:pt>
                <c:pt idx="491">
                  <c:v>4.09334942135</c:v>
                </c:pt>
                <c:pt idx="492">
                  <c:v>4.09485394448</c:v>
                </c:pt>
                <c:pt idx="493">
                  <c:v>4.09485394448</c:v>
                </c:pt>
                <c:pt idx="494">
                  <c:v>4.10015335968</c:v>
                </c:pt>
                <c:pt idx="495">
                  <c:v>4.10015335968</c:v>
                </c:pt>
                <c:pt idx="496">
                  <c:v>4.13982944922</c:v>
                </c:pt>
                <c:pt idx="497">
                  <c:v>4.13982944922</c:v>
                </c:pt>
                <c:pt idx="498">
                  <c:v>4.14458857568</c:v>
                </c:pt>
                <c:pt idx="499">
                  <c:v>4.14458857568</c:v>
                </c:pt>
                <c:pt idx="500">
                  <c:v>4.15858272815</c:v>
                </c:pt>
                <c:pt idx="501">
                  <c:v>4.15858272815</c:v>
                </c:pt>
                <c:pt idx="502">
                  <c:v>4.16615851647</c:v>
                </c:pt>
                <c:pt idx="503">
                  <c:v>4.16615851647</c:v>
                </c:pt>
                <c:pt idx="504">
                  <c:v>4.16821663853</c:v>
                </c:pt>
                <c:pt idx="505">
                  <c:v>4.16821663853</c:v>
                </c:pt>
                <c:pt idx="506">
                  <c:v>4.176863553</c:v>
                </c:pt>
                <c:pt idx="507">
                  <c:v>4.176863553</c:v>
                </c:pt>
                <c:pt idx="508">
                  <c:v>4.17691201459</c:v>
                </c:pt>
                <c:pt idx="509">
                  <c:v>4.17691201459</c:v>
                </c:pt>
                <c:pt idx="510">
                  <c:v>4.17911624331</c:v>
                </c:pt>
                <c:pt idx="511">
                  <c:v>4.17911624331</c:v>
                </c:pt>
                <c:pt idx="512">
                  <c:v>4.20925598699</c:v>
                </c:pt>
                <c:pt idx="513">
                  <c:v>4.20925598699</c:v>
                </c:pt>
                <c:pt idx="514">
                  <c:v>4.21245701216</c:v>
                </c:pt>
                <c:pt idx="515">
                  <c:v>4.21245701216</c:v>
                </c:pt>
                <c:pt idx="516">
                  <c:v>4.21429835151</c:v>
                </c:pt>
                <c:pt idx="517">
                  <c:v>4.21429835151</c:v>
                </c:pt>
                <c:pt idx="518">
                  <c:v>4.22970102242</c:v>
                </c:pt>
                <c:pt idx="519">
                  <c:v>4.22970102242</c:v>
                </c:pt>
                <c:pt idx="520">
                  <c:v>4.24208121803</c:v>
                </c:pt>
                <c:pt idx="521">
                  <c:v>4.24208121803</c:v>
                </c:pt>
                <c:pt idx="522">
                  <c:v>4.24715048856</c:v>
                </c:pt>
                <c:pt idx="523">
                  <c:v>4.24715048856</c:v>
                </c:pt>
                <c:pt idx="524">
                  <c:v>4.24784886222</c:v>
                </c:pt>
                <c:pt idx="525">
                  <c:v>4.24784886222</c:v>
                </c:pt>
                <c:pt idx="526">
                  <c:v>4.27731248611</c:v>
                </c:pt>
                <c:pt idx="527">
                  <c:v>4.27731248611</c:v>
                </c:pt>
                <c:pt idx="528">
                  <c:v>4.28152976348</c:v>
                </c:pt>
                <c:pt idx="529">
                  <c:v>4.28152976348</c:v>
                </c:pt>
                <c:pt idx="530">
                  <c:v>4.28473058184</c:v>
                </c:pt>
                <c:pt idx="531">
                  <c:v>4.28473058184</c:v>
                </c:pt>
                <c:pt idx="532">
                  <c:v>4.2853856942</c:v>
                </c:pt>
                <c:pt idx="533">
                  <c:v>4.2853856942</c:v>
                </c:pt>
                <c:pt idx="534">
                  <c:v>4.28692503659</c:v>
                </c:pt>
                <c:pt idx="535">
                  <c:v>4.28692503659</c:v>
                </c:pt>
                <c:pt idx="536">
                  <c:v>4.28804840153</c:v>
                </c:pt>
                <c:pt idx="537">
                  <c:v>4.28804840153</c:v>
                </c:pt>
                <c:pt idx="538">
                  <c:v>4.29507652382</c:v>
                </c:pt>
                <c:pt idx="539">
                  <c:v>4.29507652382</c:v>
                </c:pt>
                <c:pt idx="540">
                  <c:v>4.30185783074</c:v>
                </c:pt>
                <c:pt idx="541">
                  <c:v>4.30185783074</c:v>
                </c:pt>
                <c:pt idx="542">
                  <c:v>4.31586921042</c:v>
                </c:pt>
                <c:pt idx="543">
                  <c:v>4.31586921042</c:v>
                </c:pt>
                <c:pt idx="544">
                  <c:v>4.32060841093</c:v>
                </c:pt>
                <c:pt idx="545">
                  <c:v>4.32060841093</c:v>
                </c:pt>
                <c:pt idx="546">
                  <c:v>4.32223650164</c:v>
                </c:pt>
                <c:pt idx="547">
                  <c:v>4.32223650164</c:v>
                </c:pt>
                <c:pt idx="548">
                  <c:v>4.32258737068</c:v>
                </c:pt>
                <c:pt idx="549">
                  <c:v>4.32258737068</c:v>
                </c:pt>
                <c:pt idx="550">
                  <c:v>4.32797069967</c:v>
                </c:pt>
                <c:pt idx="551">
                  <c:v>4.32797069967</c:v>
                </c:pt>
                <c:pt idx="552">
                  <c:v>4.3369546727</c:v>
                </c:pt>
                <c:pt idx="553">
                  <c:v>4.3369546727</c:v>
                </c:pt>
                <c:pt idx="554">
                  <c:v>4.34329464344</c:v>
                </c:pt>
                <c:pt idx="555">
                  <c:v>4.34329464344</c:v>
                </c:pt>
                <c:pt idx="556">
                  <c:v>4.35115569021</c:v>
                </c:pt>
                <c:pt idx="557">
                  <c:v>4.35115569021</c:v>
                </c:pt>
                <c:pt idx="558">
                  <c:v>4.35518380637</c:v>
                </c:pt>
                <c:pt idx="559">
                  <c:v>4.35518380637</c:v>
                </c:pt>
                <c:pt idx="560">
                  <c:v>4.35970062619</c:v>
                </c:pt>
                <c:pt idx="561">
                  <c:v>4.35970062619</c:v>
                </c:pt>
                <c:pt idx="562">
                  <c:v>4.38256029848</c:v>
                </c:pt>
                <c:pt idx="563">
                  <c:v>4.38256029848</c:v>
                </c:pt>
                <c:pt idx="564">
                  <c:v>4.38786236704</c:v>
                </c:pt>
                <c:pt idx="565">
                  <c:v>4.38786236704</c:v>
                </c:pt>
                <c:pt idx="566">
                  <c:v>4.39367888837</c:v>
                </c:pt>
                <c:pt idx="567">
                  <c:v>4.39367888837</c:v>
                </c:pt>
                <c:pt idx="568">
                  <c:v>4.39805916583</c:v>
                </c:pt>
                <c:pt idx="569">
                  <c:v>4.39805916583</c:v>
                </c:pt>
                <c:pt idx="570">
                  <c:v>4.40439489642</c:v>
                </c:pt>
                <c:pt idx="571">
                  <c:v>4.40439489642</c:v>
                </c:pt>
                <c:pt idx="572">
                  <c:v>4.40966862649</c:v>
                </c:pt>
                <c:pt idx="573">
                  <c:v>4.40966862649</c:v>
                </c:pt>
                <c:pt idx="574">
                  <c:v>4.41171832989</c:v>
                </c:pt>
                <c:pt idx="575">
                  <c:v>4.41171832989</c:v>
                </c:pt>
                <c:pt idx="576">
                  <c:v>4.42205669319</c:v>
                </c:pt>
                <c:pt idx="577">
                  <c:v>4.42205669319</c:v>
                </c:pt>
                <c:pt idx="578">
                  <c:v>4.42412564188</c:v>
                </c:pt>
                <c:pt idx="579">
                  <c:v>4.42412564188</c:v>
                </c:pt>
                <c:pt idx="580">
                  <c:v>4.43161414627</c:v>
                </c:pt>
                <c:pt idx="581">
                  <c:v>4.43161414627</c:v>
                </c:pt>
                <c:pt idx="582">
                  <c:v>4.4322116116</c:v>
                </c:pt>
                <c:pt idx="583">
                  <c:v>4.4322116116</c:v>
                </c:pt>
                <c:pt idx="584">
                  <c:v>4.45440650147</c:v>
                </c:pt>
                <c:pt idx="585">
                  <c:v>4.45440650147</c:v>
                </c:pt>
                <c:pt idx="586">
                  <c:v>4.46093506319</c:v>
                </c:pt>
                <c:pt idx="587">
                  <c:v>4.46093506319</c:v>
                </c:pt>
                <c:pt idx="588">
                  <c:v>4.46754784237</c:v>
                </c:pt>
                <c:pt idx="589">
                  <c:v>4.46754784237</c:v>
                </c:pt>
                <c:pt idx="590">
                  <c:v>4.47015056059</c:v>
                </c:pt>
                <c:pt idx="591">
                  <c:v>4.47015056059</c:v>
                </c:pt>
                <c:pt idx="592">
                  <c:v>4.47209910248</c:v>
                </c:pt>
                <c:pt idx="593">
                  <c:v>4.47209910248</c:v>
                </c:pt>
                <c:pt idx="594">
                  <c:v>4.47253868426</c:v>
                </c:pt>
                <c:pt idx="595">
                  <c:v>4.47253868426</c:v>
                </c:pt>
                <c:pt idx="596">
                  <c:v>4.47282366717</c:v>
                </c:pt>
                <c:pt idx="597">
                  <c:v>4.47282366717</c:v>
                </c:pt>
                <c:pt idx="598">
                  <c:v>4.47316138947</c:v>
                </c:pt>
                <c:pt idx="599">
                  <c:v>4.47316138947</c:v>
                </c:pt>
                <c:pt idx="600">
                  <c:v>4.47952155469</c:v>
                </c:pt>
                <c:pt idx="601">
                  <c:v>4.47952155469</c:v>
                </c:pt>
                <c:pt idx="602">
                  <c:v>4.48615050631</c:v>
                </c:pt>
                <c:pt idx="603">
                  <c:v>4.48615050631</c:v>
                </c:pt>
                <c:pt idx="604">
                  <c:v>4.50551219686</c:v>
                </c:pt>
                <c:pt idx="605">
                  <c:v>4.50551219686</c:v>
                </c:pt>
                <c:pt idx="606">
                  <c:v>4.51062193434</c:v>
                </c:pt>
                <c:pt idx="607">
                  <c:v>4.51062193434</c:v>
                </c:pt>
                <c:pt idx="608">
                  <c:v>4.51099351541</c:v>
                </c:pt>
                <c:pt idx="609">
                  <c:v>4.51099351541</c:v>
                </c:pt>
                <c:pt idx="610">
                  <c:v>4.52829797591</c:v>
                </c:pt>
                <c:pt idx="611">
                  <c:v>4.52829797591</c:v>
                </c:pt>
                <c:pt idx="612">
                  <c:v>4.53877515824</c:v>
                </c:pt>
                <c:pt idx="613">
                  <c:v>4.53877515824</c:v>
                </c:pt>
                <c:pt idx="614">
                  <c:v>4.54332780525</c:v>
                </c:pt>
                <c:pt idx="615">
                  <c:v>4.54332780525</c:v>
                </c:pt>
                <c:pt idx="616">
                  <c:v>4.55516471767</c:v>
                </c:pt>
                <c:pt idx="617">
                  <c:v>4.55516471767</c:v>
                </c:pt>
                <c:pt idx="618">
                  <c:v>4.55834608982</c:v>
                </c:pt>
                <c:pt idx="619">
                  <c:v>4.55834608982</c:v>
                </c:pt>
                <c:pt idx="620">
                  <c:v>4.56835218259</c:v>
                </c:pt>
                <c:pt idx="621">
                  <c:v>4.56835218259</c:v>
                </c:pt>
                <c:pt idx="622">
                  <c:v>4.57401843123</c:v>
                </c:pt>
                <c:pt idx="623">
                  <c:v>4.57401843123</c:v>
                </c:pt>
                <c:pt idx="624">
                  <c:v>4.57993150797</c:v>
                </c:pt>
                <c:pt idx="625">
                  <c:v>4.57993150797</c:v>
                </c:pt>
                <c:pt idx="626">
                  <c:v>4.58179726932</c:v>
                </c:pt>
                <c:pt idx="627">
                  <c:v>4.58179726932</c:v>
                </c:pt>
                <c:pt idx="628">
                  <c:v>4.5838596857</c:v>
                </c:pt>
                <c:pt idx="629">
                  <c:v>4.5838596857</c:v>
                </c:pt>
                <c:pt idx="630">
                  <c:v>4.60478443116</c:v>
                </c:pt>
                <c:pt idx="631">
                  <c:v>4.60478443116</c:v>
                </c:pt>
                <c:pt idx="632">
                  <c:v>4.61035770057</c:v>
                </c:pt>
                <c:pt idx="633">
                  <c:v>4.61035770057</c:v>
                </c:pt>
                <c:pt idx="634">
                  <c:v>4.61403386137</c:v>
                </c:pt>
                <c:pt idx="635">
                  <c:v>4.61403386137</c:v>
                </c:pt>
                <c:pt idx="636">
                  <c:v>4.61744357262</c:v>
                </c:pt>
                <c:pt idx="637">
                  <c:v>4.61744357262</c:v>
                </c:pt>
                <c:pt idx="638">
                  <c:v>4.61923821796</c:v>
                </c:pt>
                <c:pt idx="639">
                  <c:v>4.61923821796</c:v>
                </c:pt>
                <c:pt idx="640">
                  <c:v>4.64201717071</c:v>
                </c:pt>
                <c:pt idx="641">
                  <c:v>4.64201717071</c:v>
                </c:pt>
                <c:pt idx="642">
                  <c:v>4.64394649586</c:v>
                </c:pt>
                <c:pt idx="643">
                  <c:v>4.64394649586</c:v>
                </c:pt>
                <c:pt idx="644">
                  <c:v>4.65033822517</c:v>
                </c:pt>
                <c:pt idx="645">
                  <c:v>4.65033822517</c:v>
                </c:pt>
                <c:pt idx="646">
                  <c:v>4.65493865678</c:v>
                </c:pt>
                <c:pt idx="647">
                  <c:v>4.65493865678</c:v>
                </c:pt>
                <c:pt idx="648">
                  <c:v>4.65619788998</c:v>
                </c:pt>
                <c:pt idx="649">
                  <c:v>4.65619788998</c:v>
                </c:pt>
                <c:pt idx="650">
                  <c:v>4.67049517034</c:v>
                </c:pt>
                <c:pt idx="651">
                  <c:v>4.67049517034</c:v>
                </c:pt>
                <c:pt idx="652">
                  <c:v>4.67102401532</c:v>
                </c:pt>
                <c:pt idx="653">
                  <c:v>4.67102401532</c:v>
                </c:pt>
                <c:pt idx="654">
                  <c:v>4.67165646907</c:v>
                </c:pt>
                <c:pt idx="655">
                  <c:v>4.67165646907</c:v>
                </c:pt>
                <c:pt idx="656">
                  <c:v>4.67300816298</c:v>
                </c:pt>
                <c:pt idx="657">
                  <c:v>4.67300816298</c:v>
                </c:pt>
                <c:pt idx="658">
                  <c:v>4.67359800342</c:v>
                </c:pt>
                <c:pt idx="659">
                  <c:v>4.67359800342</c:v>
                </c:pt>
                <c:pt idx="660">
                  <c:v>4.67748277229</c:v>
                </c:pt>
                <c:pt idx="661">
                  <c:v>4.67748277229</c:v>
                </c:pt>
                <c:pt idx="662">
                  <c:v>4.678023997</c:v>
                </c:pt>
                <c:pt idx="663">
                  <c:v>4.678023997</c:v>
                </c:pt>
                <c:pt idx="664">
                  <c:v>4.67988882759</c:v>
                </c:pt>
                <c:pt idx="665">
                  <c:v>4.67988882759</c:v>
                </c:pt>
                <c:pt idx="666">
                  <c:v>4.68602951001</c:v>
                </c:pt>
                <c:pt idx="667">
                  <c:v>4.68602951001</c:v>
                </c:pt>
                <c:pt idx="668">
                  <c:v>4.69342740001</c:v>
                </c:pt>
                <c:pt idx="669">
                  <c:v>4.69342740001</c:v>
                </c:pt>
                <c:pt idx="670">
                  <c:v>4.69570370635</c:v>
                </c:pt>
                <c:pt idx="671">
                  <c:v>4.69570370635</c:v>
                </c:pt>
                <c:pt idx="672">
                  <c:v>4.6981999405</c:v>
                </c:pt>
                <c:pt idx="673">
                  <c:v>4.6981999405</c:v>
                </c:pt>
                <c:pt idx="674">
                  <c:v>4.71339428709</c:v>
                </c:pt>
                <c:pt idx="675">
                  <c:v>4.71339428709</c:v>
                </c:pt>
                <c:pt idx="676">
                  <c:v>4.71673046792</c:v>
                </c:pt>
                <c:pt idx="677">
                  <c:v>4.71673046792</c:v>
                </c:pt>
                <c:pt idx="678">
                  <c:v>4.72180191035</c:v>
                </c:pt>
                <c:pt idx="679">
                  <c:v>4.72180191035</c:v>
                </c:pt>
                <c:pt idx="680">
                  <c:v>4.72561913936</c:v>
                </c:pt>
                <c:pt idx="681">
                  <c:v>4.72561913936</c:v>
                </c:pt>
                <c:pt idx="682">
                  <c:v>4.73170983741</c:v>
                </c:pt>
                <c:pt idx="683">
                  <c:v>4.73170983741</c:v>
                </c:pt>
                <c:pt idx="684">
                  <c:v>4.74760220679</c:v>
                </c:pt>
                <c:pt idx="685">
                  <c:v>4.74760220679</c:v>
                </c:pt>
                <c:pt idx="686">
                  <c:v>4.75476326227</c:v>
                </c:pt>
                <c:pt idx="687">
                  <c:v>4.75476326227</c:v>
                </c:pt>
                <c:pt idx="688">
                  <c:v>4.75705786045</c:v>
                </c:pt>
                <c:pt idx="689">
                  <c:v>4.75705786045</c:v>
                </c:pt>
                <c:pt idx="690">
                  <c:v>4.76378179728</c:v>
                </c:pt>
                <c:pt idx="691">
                  <c:v>4.76378179728</c:v>
                </c:pt>
                <c:pt idx="692">
                  <c:v>4.76645306228</c:v>
                </c:pt>
                <c:pt idx="693">
                  <c:v>4.76645306228</c:v>
                </c:pt>
                <c:pt idx="694">
                  <c:v>4.76657077012</c:v>
                </c:pt>
                <c:pt idx="695">
                  <c:v>4.76657077012</c:v>
                </c:pt>
                <c:pt idx="696">
                  <c:v>4.77989045552</c:v>
                </c:pt>
                <c:pt idx="697">
                  <c:v>4.77989045552</c:v>
                </c:pt>
                <c:pt idx="698">
                  <c:v>4.78153031906</c:v>
                </c:pt>
                <c:pt idx="699">
                  <c:v>4.78153031906</c:v>
                </c:pt>
                <c:pt idx="700">
                  <c:v>4.78339570767</c:v>
                </c:pt>
                <c:pt idx="701">
                  <c:v>4.78339570767</c:v>
                </c:pt>
                <c:pt idx="702">
                  <c:v>4.78415449254</c:v>
                </c:pt>
                <c:pt idx="703">
                  <c:v>4.78415449254</c:v>
                </c:pt>
                <c:pt idx="704">
                  <c:v>4.78887015642</c:v>
                </c:pt>
                <c:pt idx="705">
                  <c:v>4.78887015642</c:v>
                </c:pt>
                <c:pt idx="706">
                  <c:v>4.80353854788</c:v>
                </c:pt>
                <c:pt idx="707">
                  <c:v>4.80353854788</c:v>
                </c:pt>
                <c:pt idx="708">
                  <c:v>4.80815024328</c:v>
                </c:pt>
                <c:pt idx="709">
                  <c:v>4.80815024328</c:v>
                </c:pt>
                <c:pt idx="710">
                  <c:v>4.81409432815</c:v>
                </c:pt>
                <c:pt idx="711">
                  <c:v>4.81409432815</c:v>
                </c:pt>
                <c:pt idx="712">
                  <c:v>4.82371391889</c:v>
                </c:pt>
                <c:pt idx="713">
                  <c:v>4.82371391889</c:v>
                </c:pt>
                <c:pt idx="714">
                  <c:v>4.84377249481</c:v>
                </c:pt>
                <c:pt idx="715">
                  <c:v>4.84377249481</c:v>
                </c:pt>
                <c:pt idx="716">
                  <c:v>4.84402659493</c:v>
                </c:pt>
                <c:pt idx="717">
                  <c:v>4.84402659493</c:v>
                </c:pt>
                <c:pt idx="718">
                  <c:v>4.86952051501</c:v>
                </c:pt>
                <c:pt idx="719">
                  <c:v>4.86952051501</c:v>
                </c:pt>
                <c:pt idx="720">
                  <c:v>4.8710484986</c:v>
                </c:pt>
                <c:pt idx="721">
                  <c:v>4.8710484986</c:v>
                </c:pt>
                <c:pt idx="722">
                  <c:v>4.87887663305</c:v>
                </c:pt>
                <c:pt idx="723">
                  <c:v>4.87887663305</c:v>
                </c:pt>
                <c:pt idx="724">
                  <c:v>4.88590537237</c:v>
                </c:pt>
                <c:pt idx="725">
                  <c:v>4.88590537237</c:v>
                </c:pt>
                <c:pt idx="726">
                  <c:v>4.88989448402</c:v>
                </c:pt>
                <c:pt idx="727">
                  <c:v>4.88989448402</c:v>
                </c:pt>
                <c:pt idx="728">
                  <c:v>4.90181556601</c:v>
                </c:pt>
                <c:pt idx="729">
                  <c:v>4.90181556601</c:v>
                </c:pt>
                <c:pt idx="730">
                  <c:v>4.91162378637</c:v>
                </c:pt>
                <c:pt idx="731">
                  <c:v>4.91162378637</c:v>
                </c:pt>
                <c:pt idx="732">
                  <c:v>4.91251231774</c:v>
                </c:pt>
                <c:pt idx="733">
                  <c:v>4.91251231774</c:v>
                </c:pt>
                <c:pt idx="734">
                  <c:v>4.9126891224</c:v>
                </c:pt>
                <c:pt idx="735">
                  <c:v>4.9126891224</c:v>
                </c:pt>
                <c:pt idx="736">
                  <c:v>4.92223922448</c:v>
                </c:pt>
                <c:pt idx="737">
                  <c:v>4.92223922448</c:v>
                </c:pt>
                <c:pt idx="738">
                  <c:v>4.92681003719</c:v>
                </c:pt>
                <c:pt idx="739">
                  <c:v>4.92681003719</c:v>
                </c:pt>
                <c:pt idx="740">
                  <c:v>4.9300308748</c:v>
                </c:pt>
                <c:pt idx="741">
                  <c:v>4.9300308748</c:v>
                </c:pt>
                <c:pt idx="742">
                  <c:v>4.93119076511</c:v>
                </c:pt>
                <c:pt idx="743">
                  <c:v>4.93119076511</c:v>
                </c:pt>
                <c:pt idx="744">
                  <c:v>4.93528209267</c:v>
                </c:pt>
                <c:pt idx="745">
                  <c:v>4.93528209267</c:v>
                </c:pt>
                <c:pt idx="746">
                  <c:v>4.93813628468</c:v>
                </c:pt>
                <c:pt idx="747">
                  <c:v>4.93813628468</c:v>
                </c:pt>
                <c:pt idx="748">
                  <c:v>4.94178433776</c:v>
                </c:pt>
                <c:pt idx="749">
                  <c:v>4.94178433776</c:v>
                </c:pt>
                <c:pt idx="750">
                  <c:v>4.94245304401</c:v>
                </c:pt>
                <c:pt idx="751">
                  <c:v>4.94245304401</c:v>
                </c:pt>
                <c:pt idx="752">
                  <c:v>4.94966760776</c:v>
                </c:pt>
                <c:pt idx="753">
                  <c:v>4.94966760776</c:v>
                </c:pt>
                <c:pt idx="754">
                  <c:v>4.95092667868</c:v>
                </c:pt>
                <c:pt idx="755">
                  <c:v>4.95092667868</c:v>
                </c:pt>
                <c:pt idx="756">
                  <c:v>4.95138713</c:v>
                </c:pt>
                <c:pt idx="757">
                  <c:v>4.95138713</c:v>
                </c:pt>
                <c:pt idx="758">
                  <c:v>4.95237449802</c:v>
                </c:pt>
                <c:pt idx="759">
                  <c:v>4.95237449802</c:v>
                </c:pt>
                <c:pt idx="760">
                  <c:v>4.95524897166</c:v>
                </c:pt>
                <c:pt idx="761">
                  <c:v>4.95524897166</c:v>
                </c:pt>
                <c:pt idx="762">
                  <c:v>4.95698573739</c:v>
                </c:pt>
                <c:pt idx="763">
                  <c:v>4.95698573739</c:v>
                </c:pt>
                <c:pt idx="764">
                  <c:v>4.96749618591</c:v>
                </c:pt>
                <c:pt idx="765">
                  <c:v>4.96749618591</c:v>
                </c:pt>
                <c:pt idx="766">
                  <c:v>4.97737809879</c:v>
                </c:pt>
                <c:pt idx="767">
                  <c:v>4.97737809879</c:v>
                </c:pt>
                <c:pt idx="768">
                  <c:v>4.99485365244</c:v>
                </c:pt>
                <c:pt idx="769">
                  <c:v>4.99485365244</c:v>
                </c:pt>
                <c:pt idx="770">
                  <c:v>4.99614393029</c:v>
                </c:pt>
                <c:pt idx="771">
                  <c:v>4.99614393029</c:v>
                </c:pt>
                <c:pt idx="772">
                  <c:v>5.01116761383</c:v>
                </c:pt>
                <c:pt idx="773">
                  <c:v>5.01116761383</c:v>
                </c:pt>
                <c:pt idx="774">
                  <c:v>5.01149183525</c:v>
                </c:pt>
                <c:pt idx="775">
                  <c:v>5.01149183525</c:v>
                </c:pt>
                <c:pt idx="776">
                  <c:v>5.01504502611</c:v>
                </c:pt>
                <c:pt idx="777">
                  <c:v>5.01504502611</c:v>
                </c:pt>
                <c:pt idx="778">
                  <c:v>5.02633460739</c:v>
                </c:pt>
                <c:pt idx="779">
                  <c:v>5.02633460739</c:v>
                </c:pt>
                <c:pt idx="780">
                  <c:v>5.03452362433</c:v>
                </c:pt>
                <c:pt idx="781">
                  <c:v>5.03452362433</c:v>
                </c:pt>
                <c:pt idx="782">
                  <c:v>5.04569976637</c:v>
                </c:pt>
                <c:pt idx="783">
                  <c:v>5.04569976637</c:v>
                </c:pt>
                <c:pt idx="784">
                  <c:v>5.04963909823</c:v>
                </c:pt>
                <c:pt idx="785">
                  <c:v>5.04963909823</c:v>
                </c:pt>
                <c:pt idx="786">
                  <c:v>5.06581438159</c:v>
                </c:pt>
                <c:pt idx="787">
                  <c:v>5.06581438159</c:v>
                </c:pt>
                <c:pt idx="788">
                  <c:v>5.07510308936</c:v>
                </c:pt>
                <c:pt idx="789">
                  <c:v>5.07510308936</c:v>
                </c:pt>
                <c:pt idx="790">
                  <c:v>5.08091016411</c:v>
                </c:pt>
                <c:pt idx="791">
                  <c:v>5.08091016411</c:v>
                </c:pt>
                <c:pt idx="792">
                  <c:v>5.08414513775</c:v>
                </c:pt>
                <c:pt idx="793">
                  <c:v>5.08414513775</c:v>
                </c:pt>
                <c:pt idx="794">
                  <c:v>5.087207655</c:v>
                </c:pt>
                <c:pt idx="795">
                  <c:v>5.087207655</c:v>
                </c:pt>
                <c:pt idx="796">
                  <c:v>5.10309450711</c:v>
                </c:pt>
                <c:pt idx="797">
                  <c:v>5.10309450711</c:v>
                </c:pt>
                <c:pt idx="798">
                  <c:v>5.10865529435</c:v>
                </c:pt>
                <c:pt idx="799">
                  <c:v>5.10865529435</c:v>
                </c:pt>
                <c:pt idx="800">
                  <c:v>5.1124704123</c:v>
                </c:pt>
                <c:pt idx="801">
                  <c:v>5.1124704123</c:v>
                </c:pt>
                <c:pt idx="802">
                  <c:v>5.1130503874</c:v>
                </c:pt>
                <c:pt idx="803">
                  <c:v>5.1130503874</c:v>
                </c:pt>
                <c:pt idx="804">
                  <c:v>5.11431556018</c:v>
                </c:pt>
                <c:pt idx="805">
                  <c:v>5.11431556018</c:v>
                </c:pt>
                <c:pt idx="806">
                  <c:v>5.11760524823</c:v>
                </c:pt>
                <c:pt idx="807">
                  <c:v>5.11760524823</c:v>
                </c:pt>
                <c:pt idx="808">
                  <c:v>5.13777645424</c:v>
                </c:pt>
                <c:pt idx="809">
                  <c:v>5.13777645424</c:v>
                </c:pt>
                <c:pt idx="810">
                  <c:v>5.14133695004</c:v>
                </c:pt>
                <c:pt idx="811">
                  <c:v>5.14133695004</c:v>
                </c:pt>
                <c:pt idx="812">
                  <c:v>5.14152877595</c:v>
                </c:pt>
                <c:pt idx="813">
                  <c:v>5.14152877595</c:v>
                </c:pt>
                <c:pt idx="814">
                  <c:v>5.14288198791</c:v>
                </c:pt>
                <c:pt idx="815">
                  <c:v>5.14288198791</c:v>
                </c:pt>
                <c:pt idx="816">
                  <c:v>5.1667217809</c:v>
                </c:pt>
                <c:pt idx="817">
                  <c:v>5.1667217809</c:v>
                </c:pt>
                <c:pt idx="818">
                  <c:v>5.17336551953</c:v>
                </c:pt>
                <c:pt idx="819">
                  <c:v>5.17336551953</c:v>
                </c:pt>
                <c:pt idx="820">
                  <c:v>5.17706024198</c:v>
                </c:pt>
                <c:pt idx="821">
                  <c:v>5.17706024198</c:v>
                </c:pt>
                <c:pt idx="822">
                  <c:v>5.18262203274</c:v>
                </c:pt>
                <c:pt idx="823">
                  <c:v>5.18262203274</c:v>
                </c:pt>
                <c:pt idx="824">
                  <c:v>5.19226168646</c:v>
                </c:pt>
                <c:pt idx="825">
                  <c:v>5.19226168646</c:v>
                </c:pt>
                <c:pt idx="826">
                  <c:v>5.20592224286</c:v>
                </c:pt>
                <c:pt idx="827">
                  <c:v>5.20592224286</c:v>
                </c:pt>
                <c:pt idx="828">
                  <c:v>5.21554840046</c:v>
                </c:pt>
                <c:pt idx="829">
                  <c:v>5.21554840046</c:v>
                </c:pt>
                <c:pt idx="830">
                  <c:v>5.21723267378</c:v>
                </c:pt>
                <c:pt idx="831">
                  <c:v>5.21723267378</c:v>
                </c:pt>
                <c:pt idx="832">
                  <c:v>5.23007749875</c:v>
                </c:pt>
                <c:pt idx="833">
                  <c:v>5.23007749875</c:v>
                </c:pt>
                <c:pt idx="834">
                  <c:v>5.23926575158</c:v>
                </c:pt>
                <c:pt idx="835">
                  <c:v>5.23926575158</c:v>
                </c:pt>
                <c:pt idx="836">
                  <c:v>5.24041901836</c:v>
                </c:pt>
                <c:pt idx="837">
                  <c:v>5.24041901836</c:v>
                </c:pt>
                <c:pt idx="838">
                  <c:v>5.25385526007</c:v>
                </c:pt>
                <c:pt idx="839">
                  <c:v>5.25385526007</c:v>
                </c:pt>
                <c:pt idx="840">
                  <c:v>5.27226408816</c:v>
                </c:pt>
                <c:pt idx="841">
                  <c:v>5.27226408816</c:v>
                </c:pt>
                <c:pt idx="842">
                  <c:v>5.27375697647</c:v>
                </c:pt>
                <c:pt idx="843">
                  <c:v>5.27375697647</c:v>
                </c:pt>
                <c:pt idx="844">
                  <c:v>5.28021532526</c:v>
                </c:pt>
                <c:pt idx="845">
                  <c:v>5.28021532526</c:v>
                </c:pt>
                <c:pt idx="846">
                  <c:v>5.28205039706</c:v>
                </c:pt>
                <c:pt idx="847">
                  <c:v>5.28205039706</c:v>
                </c:pt>
                <c:pt idx="848">
                  <c:v>5.28598543242</c:v>
                </c:pt>
                <c:pt idx="849">
                  <c:v>5.28598543242</c:v>
                </c:pt>
                <c:pt idx="850">
                  <c:v>5.28969903416</c:v>
                </c:pt>
                <c:pt idx="851">
                  <c:v>5.28969903416</c:v>
                </c:pt>
                <c:pt idx="852">
                  <c:v>5.30195387338</c:v>
                </c:pt>
                <c:pt idx="853">
                  <c:v>5.30195387338</c:v>
                </c:pt>
                <c:pt idx="854">
                  <c:v>5.30576994813</c:v>
                </c:pt>
                <c:pt idx="855">
                  <c:v>5.30576994813</c:v>
                </c:pt>
                <c:pt idx="856">
                  <c:v>5.30905059417</c:v>
                </c:pt>
                <c:pt idx="857">
                  <c:v>5.30905059417</c:v>
                </c:pt>
                <c:pt idx="858">
                  <c:v>5.31170358369</c:v>
                </c:pt>
                <c:pt idx="859">
                  <c:v>5.31170358369</c:v>
                </c:pt>
                <c:pt idx="860">
                  <c:v>5.31290684971</c:v>
                </c:pt>
                <c:pt idx="861">
                  <c:v>5.31290684971</c:v>
                </c:pt>
                <c:pt idx="862">
                  <c:v>5.31772331983</c:v>
                </c:pt>
                <c:pt idx="863">
                  <c:v>5.31772331983</c:v>
                </c:pt>
                <c:pt idx="864">
                  <c:v>5.31938194711</c:v>
                </c:pt>
                <c:pt idx="865">
                  <c:v>5.31938194711</c:v>
                </c:pt>
                <c:pt idx="866">
                  <c:v>5.32753998466</c:v>
                </c:pt>
                <c:pt idx="867">
                  <c:v>5.32753998466</c:v>
                </c:pt>
                <c:pt idx="868">
                  <c:v>5.3293371776</c:v>
                </c:pt>
                <c:pt idx="869">
                  <c:v>5.3293371776</c:v>
                </c:pt>
                <c:pt idx="870">
                  <c:v>5.33759139438</c:v>
                </c:pt>
                <c:pt idx="871">
                  <c:v>5.33759139438</c:v>
                </c:pt>
                <c:pt idx="872">
                  <c:v>5.33955978937</c:v>
                </c:pt>
                <c:pt idx="873">
                  <c:v>5.33955978937</c:v>
                </c:pt>
                <c:pt idx="874">
                  <c:v>5.33991624216</c:v>
                </c:pt>
                <c:pt idx="875">
                  <c:v>5.33991624216</c:v>
                </c:pt>
                <c:pt idx="876">
                  <c:v>5.34422795112</c:v>
                </c:pt>
                <c:pt idx="877">
                  <c:v>5.34422795112</c:v>
                </c:pt>
                <c:pt idx="878">
                  <c:v>5.34576245464</c:v>
                </c:pt>
                <c:pt idx="879">
                  <c:v>5.34576245464</c:v>
                </c:pt>
                <c:pt idx="880">
                  <c:v>5.35257933793</c:v>
                </c:pt>
                <c:pt idx="881">
                  <c:v>5.35257933793</c:v>
                </c:pt>
                <c:pt idx="882">
                  <c:v>5.35354943099</c:v>
                </c:pt>
                <c:pt idx="883">
                  <c:v>5.35354943099</c:v>
                </c:pt>
                <c:pt idx="884">
                  <c:v>5.36697633783</c:v>
                </c:pt>
                <c:pt idx="885">
                  <c:v>5.36697633783</c:v>
                </c:pt>
                <c:pt idx="886">
                  <c:v>5.36777171642</c:v>
                </c:pt>
                <c:pt idx="887">
                  <c:v>5.36777171642</c:v>
                </c:pt>
                <c:pt idx="888">
                  <c:v>5.38730712842</c:v>
                </c:pt>
                <c:pt idx="889">
                  <c:v>5.38730712842</c:v>
                </c:pt>
                <c:pt idx="890">
                  <c:v>5.39560376784</c:v>
                </c:pt>
                <c:pt idx="891">
                  <c:v>5.39560376784</c:v>
                </c:pt>
                <c:pt idx="892">
                  <c:v>5.41185532002</c:v>
                </c:pt>
                <c:pt idx="893">
                  <c:v>5.41185532002</c:v>
                </c:pt>
                <c:pt idx="894">
                  <c:v>5.41685870286</c:v>
                </c:pt>
                <c:pt idx="895">
                  <c:v>5.41685870286</c:v>
                </c:pt>
                <c:pt idx="896">
                  <c:v>5.42103027365</c:v>
                </c:pt>
                <c:pt idx="897">
                  <c:v>5.42103027365</c:v>
                </c:pt>
                <c:pt idx="898">
                  <c:v>5.42713427698</c:v>
                </c:pt>
                <c:pt idx="899">
                  <c:v>5.42713427698</c:v>
                </c:pt>
                <c:pt idx="900">
                  <c:v>5.43046806704</c:v>
                </c:pt>
                <c:pt idx="901">
                  <c:v>5.43046806704</c:v>
                </c:pt>
                <c:pt idx="902">
                  <c:v>5.43200507226</c:v>
                </c:pt>
                <c:pt idx="903">
                  <c:v>5.43200507226</c:v>
                </c:pt>
                <c:pt idx="904">
                  <c:v>5.44161436117</c:v>
                </c:pt>
                <c:pt idx="905">
                  <c:v>5.44161436117</c:v>
                </c:pt>
                <c:pt idx="906">
                  <c:v>5.45159074452</c:v>
                </c:pt>
                <c:pt idx="907">
                  <c:v>5.45159074452</c:v>
                </c:pt>
                <c:pt idx="908">
                  <c:v>5.4549314956</c:v>
                </c:pt>
                <c:pt idx="909">
                  <c:v>5.4549314956</c:v>
                </c:pt>
                <c:pt idx="910">
                  <c:v>5.45532459332</c:v>
                </c:pt>
                <c:pt idx="911">
                  <c:v>5.45532459332</c:v>
                </c:pt>
                <c:pt idx="912">
                  <c:v>5.4690706363</c:v>
                </c:pt>
                <c:pt idx="913">
                  <c:v>5.4690706363</c:v>
                </c:pt>
                <c:pt idx="914">
                  <c:v>5.47456138071</c:v>
                </c:pt>
                <c:pt idx="915">
                  <c:v>5.47456138071</c:v>
                </c:pt>
                <c:pt idx="916">
                  <c:v>5.47957376222</c:v>
                </c:pt>
                <c:pt idx="917">
                  <c:v>5.47957376222</c:v>
                </c:pt>
                <c:pt idx="918">
                  <c:v>5.48468968582</c:v>
                </c:pt>
                <c:pt idx="919">
                  <c:v>5.48468968582</c:v>
                </c:pt>
                <c:pt idx="920">
                  <c:v>5.49475039847</c:v>
                </c:pt>
                <c:pt idx="921">
                  <c:v>5.49475039847</c:v>
                </c:pt>
                <c:pt idx="922">
                  <c:v>5.50066713992</c:v>
                </c:pt>
                <c:pt idx="923">
                  <c:v>5.50066713992</c:v>
                </c:pt>
                <c:pt idx="924">
                  <c:v>5.50138980468</c:v>
                </c:pt>
                <c:pt idx="925">
                  <c:v>5.50138980468</c:v>
                </c:pt>
                <c:pt idx="926">
                  <c:v>5.5159405963</c:v>
                </c:pt>
                <c:pt idx="927">
                  <c:v>5.5159405963</c:v>
                </c:pt>
                <c:pt idx="928">
                  <c:v>5.52764806056</c:v>
                </c:pt>
                <c:pt idx="929">
                  <c:v>5.52764806056</c:v>
                </c:pt>
                <c:pt idx="930">
                  <c:v>5.52903092643</c:v>
                </c:pt>
                <c:pt idx="931">
                  <c:v>5.52903092643</c:v>
                </c:pt>
                <c:pt idx="932">
                  <c:v>5.53317766076</c:v>
                </c:pt>
                <c:pt idx="933">
                  <c:v>5.53317766076</c:v>
                </c:pt>
                <c:pt idx="934">
                  <c:v>5.53412640124</c:v>
                </c:pt>
                <c:pt idx="935">
                  <c:v>5.53412640124</c:v>
                </c:pt>
                <c:pt idx="936">
                  <c:v>5.55581177201</c:v>
                </c:pt>
                <c:pt idx="937">
                  <c:v>5.55581177201</c:v>
                </c:pt>
                <c:pt idx="938">
                  <c:v>5.56257337479</c:v>
                </c:pt>
                <c:pt idx="939">
                  <c:v>5.56257337479</c:v>
                </c:pt>
                <c:pt idx="940">
                  <c:v>5.56278899255</c:v>
                </c:pt>
                <c:pt idx="941">
                  <c:v>5.56278899255</c:v>
                </c:pt>
                <c:pt idx="942">
                  <c:v>5.56491321062</c:v>
                </c:pt>
                <c:pt idx="943">
                  <c:v>5.56491321062</c:v>
                </c:pt>
                <c:pt idx="944">
                  <c:v>5.56587153787</c:v>
                </c:pt>
                <c:pt idx="945">
                  <c:v>5.56587153787</c:v>
                </c:pt>
                <c:pt idx="946">
                  <c:v>5.56720587101</c:v>
                </c:pt>
                <c:pt idx="947">
                  <c:v>5.56720587101</c:v>
                </c:pt>
                <c:pt idx="948">
                  <c:v>5.56834918451</c:v>
                </c:pt>
                <c:pt idx="949">
                  <c:v>5.56834918451</c:v>
                </c:pt>
                <c:pt idx="950">
                  <c:v>5.58421541933</c:v>
                </c:pt>
                <c:pt idx="951">
                  <c:v>5.58421541933</c:v>
                </c:pt>
                <c:pt idx="952">
                  <c:v>5.60539727688</c:v>
                </c:pt>
                <c:pt idx="953">
                  <c:v>5.60539727688</c:v>
                </c:pt>
                <c:pt idx="954">
                  <c:v>5.60912708473</c:v>
                </c:pt>
                <c:pt idx="955">
                  <c:v>5.60912708473</c:v>
                </c:pt>
                <c:pt idx="956">
                  <c:v>5.60921840957</c:v>
                </c:pt>
                <c:pt idx="957">
                  <c:v>5.60921840957</c:v>
                </c:pt>
                <c:pt idx="958">
                  <c:v>5.60928223499</c:v>
                </c:pt>
                <c:pt idx="959">
                  <c:v>5.60928223499</c:v>
                </c:pt>
                <c:pt idx="960">
                  <c:v>5.62015553968</c:v>
                </c:pt>
                <c:pt idx="961">
                  <c:v>5.62015553968</c:v>
                </c:pt>
                <c:pt idx="962">
                  <c:v>5.62142434469</c:v>
                </c:pt>
                <c:pt idx="963">
                  <c:v>5.62142434469</c:v>
                </c:pt>
                <c:pt idx="964">
                  <c:v>5.62532374181</c:v>
                </c:pt>
                <c:pt idx="965">
                  <c:v>5.62532374181</c:v>
                </c:pt>
                <c:pt idx="966">
                  <c:v>5.63394714681</c:v>
                </c:pt>
                <c:pt idx="967">
                  <c:v>5.63394714681</c:v>
                </c:pt>
                <c:pt idx="968">
                  <c:v>5.63915566088</c:v>
                </c:pt>
                <c:pt idx="969">
                  <c:v>5.63915566088</c:v>
                </c:pt>
                <c:pt idx="970">
                  <c:v>5.64223034785</c:v>
                </c:pt>
                <c:pt idx="971">
                  <c:v>5.64223034785</c:v>
                </c:pt>
                <c:pt idx="972">
                  <c:v>5.64689633746</c:v>
                </c:pt>
                <c:pt idx="973">
                  <c:v>5.64689633746</c:v>
                </c:pt>
                <c:pt idx="974">
                  <c:v>5.6475893115</c:v>
                </c:pt>
                <c:pt idx="975">
                  <c:v>5.6475893115</c:v>
                </c:pt>
                <c:pt idx="976">
                  <c:v>5.65688061093</c:v>
                </c:pt>
                <c:pt idx="977">
                  <c:v>5.65688061093</c:v>
                </c:pt>
                <c:pt idx="978">
                  <c:v>5.65766284451</c:v>
                </c:pt>
                <c:pt idx="979">
                  <c:v>5.65766284451</c:v>
                </c:pt>
                <c:pt idx="980">
                  <c:v>5.65934456305</c:v>
                </c:pt>
                <c:pt idx="981">
                  <c:v>5.65934456305</c:v>
                </c:pt>
                <c:pt idx="982">
                  <c:v>5.65941146162</c:v>
                </c:pt>
                <c:pt idx="983">
                  <c:v>5.65941146162</c:v>
                </c:pt>
                <c:pt idx="984">
                  <c:v>5.66614656681</c:v>
                </c:pt>
                <c:pt idx="985">
                  <c:v>5.66614656681</c:v>
                </c:pt>
                <c:pt idx="986">
                  <c:v>5.67071810635</c:v>
                </c:pt>
                <c:pt idx="987">
                  <c:v>5.67071810635</c:v>
                </c:pt>
                <c:pt idx="988">
                  <c:v>5.67090114452</c:v>
                </c:pt>
                <c:pt idx="989">
                  <c:v>5.67090114452</c:v>
                </c:pt>
                <c:pt idx="990">
                  <c:v>5.67188980028</c:v>
                </c:pt>
                <c:pt idx="991">
                  <c:v>5.67188980028</c:v>
                </c:pt>
                <c:pt idx="992">
                  <c:v>5.68461780607</c:v>
                </c:pt>
                <c:pt idx="993">
                  <c:v>5.68461780607</c:v>
                </c:pt>
                <c:pt idx="994">
                  <c:v>5.69273245439</c:v>
                </c:pt>
                <c:pt idx="995">
                  <c:v>5.69273245439</c:v>
                </c:pt>
                <c:pt idx="996">
                  <c:v>5.71206151396</c:v>
                </c:pt>
                <c:pt idx="997">
                  <c:v>5.71206151396</c:v>
                </c:pt>
                <c:pt idx="998">
                  <c:v>5.72273727174</c:v>
                </c:pt>
                <c:pt idx="999">
                  <c:v>5.72273727174</c:v>
                </c:pt>
                <c:pt idx="1000">
                  <c:v>5.72740537927</c:v>
                </c:pt>
                <c:pt idx="1001">
                  <c:v>5.72740537927</c:v>
                </c:pt>
                <c:pt idx="1002">
                  <c:v>5.74207663469</c:v>
                </c:pt>
                <c:pt idx="1003">
                  <c:v>5.74207663469</c:v>
                </c:pt>
                <c:pt idx="1004">
                  <c:v>5.74330802771</c:v>
                </c:pt>
                <c:pt idx="1005">
                  <c:v>5.74330802771</c:v>
                </c:pt>
                <c:pt idx="1006">
                  <c:v>5.75644508013</c:v>
                </c:pt>
                <c:pt idx="1007">
                  <c:v>5.75644508013</c:v>
                </c:pt>
                <c:pt idx="1008">
                  <c:v>5.76260067537</c:v>
                </c:pt>
                <c:pt idx="1009">
                  <c:v>5.76260067537</c:v>
                </c:pt>
                <c:pt idx="1010">
                  <c:v>5.76349445647</c:v>
                </c:pt>
                <c:pt idx="1011">
                  <c:v>5.76349445647</c:v>
                </c:pt>
                <c:pt idx="1012">
                  <c:v>5.77094129332</c:v>
                </c:pt>
                <c:pt idx="1013">
                  <c:v>5.77094129332</c:v>
                </c:pt>
                <c:pt idx="1014">
                  <c:v>5.77845914476</c:v>
                </c:pt>
                <c:pt idx="1015">
                  <c:v>5.77845914476</c:v>
                </c:pt>
                <c:pt idx="1016">
                  <c:v>5.78102511061</c:v>
                </c:pt>
                <c:pt idx="1017">
                  <c:v>5.78102511061</c:v>
                </c:pt>
                <c:pt idx="1018">
                  <c:v>5.78362286268</c:v>
                </c:pt>
                <c:pt idx="1019">
                  <c:v>5.78362286268</c:v>
                </c:pt>
                <c:pt idx="1020">
                  <c:v>5.78457559768</c:v>
                </c:pt>
                <c:pt idx="1021">
                  <c:v>5.78457559768</c:v>
                </c:pt>
                <c:pt idx="1022">
                  <c:v>5.78631205607</c:v>
                </c:pt>
                <c:pt idx="1023">
                  <c:v>5.78631205607</c:v>
                </c:pt>
                <c:pt idx="1024">
                  <c:v>5.79183613425</c:v>
                </c:pt>
                <c:pt idx="1025">
                  <c:v>5.79183613425</c:v>
                </c:pt>
                <c:pt idx="1026">
                  <c:v>5.79437702352</c:v>
                </c:pt>
                <c:pt idx="1027">
                  <c:v>5.79437702352</c:v>
                </c:pt>
                <c:pt idx="1028">
                  <c:v>5.80982858427</c:v>
                </c:pt>
                <c:pt idx="1029">
                  <c:v>5.80982858427</c:v>
                </c:pt>
                <c:pt idx="1030">
                  <c:v>5.81116743869</c:v>
                </c:pt>
                <c:pt idx="1031">
                  <c:v>5.81116743869</c:v>
                </c:pt>
                <c:pt idx="1032">
                  <c:v>5.81997947172</c:v>
                </c:pt>
                <c:pt idx="1033">
                  <c:v>5.81997947172</c:v>
                </c:pt>
                <c:pt idx="1034">
                  <c:v>5.8235758669</c:v>
                </c:pt>
                <c:pt idx="1035">
                  <c:v>5.8235758669</c:v>
                </c:pt>
                <c:pt idx="1036">
                  <c:v>5.82785193516</c:v>
                </c:pt>
                <c:pt idx="1037">
                  <c:v>5.82785193516</c:v>
                </c:pt>
                <c:pt idx="1038">
                  <c:v>5.83801535595</c:v>
                </c:pt>
                <c:pt idx="1039">
                  <c:v>5.83801535595</c:v>
                </c:pt>
                <c:pt idx="1040">
                  <c:v>5.84363824296</c:v>
                </c:pt>
                <c:pt idx="1041">
                  <c:v>5.84363824296</c:v>
                </c:pt>
                <c:pt idx="1042">
                  <c:v>5.86153413211</c:v>
                </c:pt>
                <c:pt idx="1043">
                  <c:v>5.86153413211</c:v>
                </c:pt>
                <c:pt idx="1044">
                  <c:v>5.87720184336</c:v>
                </c:pt>
                <c:pt idx="1045">
                  <c:v>5.87720184336</c:v>
                </c:pt>
                <c:pt idx="1046">
                  <c:v>5.88834691214</c:v>
                </c:pt>
                <c:pt idx="1047">
                  <c:v>5.88834691214</c:v>
                </c:pt>
                <c:pt idx="1048">
                  <c:v>5.88964227452</c:v>
                </c:pt>
                <c:pt idx="1049">
                  <c:v>5.88964227452</c:v>
                </c:pt>
                <c:pt idx="1050">
                  <c:v>5.89796248219</c:v>
                </c:pt>
                <c:pt idx="1051">
                  <c:v>5.89796248219</c:v>
                </c:pt>
                <c:pt idx="1052">
                  <c:v>5.90191551397</c:v>
                </c:pt>
                <c:pt idx="1053">
                  <c:v>5.90191551397</c:v>
                </c:pt>
                <c:pt idx="1054">
                  <c:v>5.90487124645</c:v>
                </c:pt>
                <c:pt idx="1055">
                  <c:v>5.90487124645</c:v>
                </c:pt>
                <c:pt idx="1056">
                  <c:v>5.91257421651</c:v>
                </c:pt>
                <c:pt idx="1057">
                  <c:v>5.91257421651</c:v>
                </c:pt>
                <c:pt idx="1058">
                  <c:v>5.92307144403</c:v>
                </c:pt>
                <c:pt idx="1059">
                  <c:v>5.92307144403</c:v>
                </c:pt>
                <c:pt idx="1060">
                  <c:v>5.92388579412</c:v>
                </c:pt>
                <c:pt idx="1061">
                  <c:v>5.92388579412</c:v>
                </c:pt>
                <c:pt idx="1062">
                  <c:v>5.92916950852</c:v>
                </c:pt>
                <c:pt idx="1063">
                  <c:v>5.92916950852</c:v>
                </c:pt>
                <c:pt idx="1064">
                  <c:v>5.92966374377</c:v>
                </c:pt>
                <c:pt idx="1065">
                  <c:v>5.92966374377</c:v>
                </c:pt>
                <c:pt idx="1066">
                  <c:v>5.94866628658</c:v>
                </c:pt>
                <c:pt idx="1067">
                  <c:v>5.94866628658</c:v>
                </c:pt>
                <c:pt idx="1068">
                  <c:v>5.95293626089</c:v>
                </c:pt>
                <c:pt idx="1069">
                  <c:v>5.95293626089</c:v>
                </c:pt>
                <c:pt idx="1070">
                  <c:v>5.9557325766</c:v>
                </c:pt>
                <c:pt idx="1071">
                  <c:v>5.9557325766</c:v>
                </c:pt>
                <c:pt idx="1072">
                  <c:v>5.96340518704</c:v>
                </c:pt>
                <c:pt idx="1073">
                  <c:v>5.96340518704</c:v>
                </c:pt>
                <c:pt idx="1074">
                  <c:v>5.97266468706</c:v>
                </c:pt>
                <c:pt idx="1075">
                  <c:v>5.97266468706</c:v>
                </c:pt>
                <c:pt idx="1076">
                  <c:v>5.97347205002</c:v>
                </c:pt>
                <c:pt idx="1077">
                  <c:v>5.97347205002</c:v>
                </c:pt>
                <c:pt idx="1078">
                  <c:v>5.98091531231</c:v>
                </c:pt>
                <c:pt idx="1079">
                  <c:v>5.98091531231</c:v>
                </c:pt>
                <c:pt idx="1080">
                  <c:v>5.9913678908</c:v>
                </c:pt>
                <c:pt idx="1081">
                  <c:v>5.9913678908</c:v>
                </c:pt>
                <c:pt idx="1082">
                  <c:v>6.00678100338</c:v>
                </c:pt>
                <c:pt idx="1083">
                  <c:v>6.00678100338</c:v>
                </c:pt>
                <c:pt idx="1084">
                  <c:v>6.00798106058</c:v>
                </c:pt>
                <c:pt idx="1085">
                  <c:v>6.00798106058</c:v>
                </c:pt>
                <c:pt idx="1086">
                  <c:v>6.00924461677</c:v>
                </c:pt>
                <c:pt idx="1087">
                  <c:v>6.00924461677</c:v>
                </c:pt>
                <c:pt idx="1088">
                  <c:v>6.0314411358</c:v>
                </c:pt>
                <c:pt idx="1089">
                  <c:v>6.0314411358</c:v>
                </c:pt>
                <c:pt idx="1090">
                  <c:v>6.03838706529</c:v>
                </c:pt>
                <c:pt idx="1091">
                  <c:v>6.03838706529</c:v>
                </c:pt>
                <c:pt idx="1092">
                  <c:v>6.04662540663</c:v>
                </c:pt>
                <c:pt idx="1093">
                  <c:v>6.04662540663</c:v>
                </c:pt>
                <c:pt idx="1094">
                  <c:v>6.0489023118</c:v>
                </c:pt>
                <c:pt idx="1095">
                  <c:v>6.0489023118</c:v>
                </c:pt>
                <c:pt idx="1096">
                  <c:v>6.05410392446</c:v>
                </c:pt>
                <c:pt idx="1097">
                  <c:v>6.05410392446</c:v>
                </c:pt>
                <c:pt idx="1098">
                  <c:v>6.05543239972</c:v>
                </c:pt>
                <c:pt idx="1099">
                  <c:v>6.05543239972</c:v>
                </c:pt>
                <c:pt idx="1100">
                  <c:v>6.05950505986</c:v>
                </c:pt>
                <c:pt idx="1101">
                  <c:v>6.05950505986</c:v>
                </c:pt>
                <c:pt idx="1102">
                  <c:v>6.06446834579</c:v>
                </c:pt>
                <c:pt idx="1103">
                  <c:v>6.06446834579</c:v>
                </c:pt>
                <c:pt idx="1104">
                  <c:v>6.06460397632</c:v>
                </c:pt>
                <c:pt idx="1105">
                  <c:v>6.06460397632</c:v>
                </c:pt>
                <c:pt idx="1106">
                  <c:v>6.06816828563</c:v>
                </c:pt>
                <c:pt idx="1107">
                  <c:v>6.06816828563</c:v>
                </c:pt>
                <c:pt idx="1108">
                  <c:v>6.0820827332</c:v>
                </c:pt>
                <c:pt idx="1109">
                  <c:v>6.0820827332</c:v>
                </c:pt>
                <c:pt idx="1110">
                  <c:v>6.0876866992</c:v>
                </c:pt>
                <c:pt idx="1111">
                  <c:v>6.0876866992</c:v>
                </c:pt>
                <c:pt idx="1112">
                  <c:v>6.08861052274</c:v>
                </c:pt>
                <c:pt idx="1113">
                  <c:v>6.08861052274</c:v>
                </c:pt>
                <c:pt idx="1114">
                  <c:v>6.09230175769</c:v>
                </c:pt>
                <c:pt idx="1115">
                  <c:v>6.09230175769</c:v>
                </c:pt>
                <c:pt idx="1116">
                  <c:v>6.11959900774</c:v>
                </c:pt>
                <c:pt idx="1117">
                  <c:v>6.11959900774</c:v>
                </c:pt>
                <c:pt idx="1118">
                  <c:v>6.13247825665</c:v>
                </c:pt>
                <c:pt idx="1119">
                  <c:v>6.13247825665</c:v>
                </c:pt>
                <c:pt idx="1120">
                  <c:v>6.138999506</c:v>
                </c:pt>
                <c:pt idx="1121">
                  <c:v>6.138999506</c:v>
                </c:pt>
                <c:pt idx="1122">
                  <c:v>6.14001326747</c:v>
                </c:pt>
                <c:pt idx="1123">
                  <c:v>6.14001326747</c:v>
                </c:pt>
                <c:pt idx="1124">
                  <c:v>6.15276271703</c:v>
                </c:pt>
                <c:pt idx="1125">
                  <c:v>6.15276271703</c:v>
                </c:pt>
                <c:pt idx="1126">
                  <c:v>6.15656464441</c:v>
                </c:pt>
                <c:pt idx="1127">
                  <c:v>6.15656464441</c:v>
                </c:pt>
                <c:pt idx="1128">
                  <c:v>6.16701887632</c:v>
                </c:pt>
                <c:pt idx="1129">
                  <c:v>6.16701887632</c:v>
                </c:pt>
                <c:pt idx="1130">
                  <c:v>6.1681099801</c:v>
                </c:pt>
                <c:pt idx="1131">
                  <c:v>6.1681099801</c:v>
                </c:pt>
                <c:pt idx="1132">
                  <c:v>6.17138048226</c:v>
                </c:pt>
                <c:pt idx="1133">
                  <c:v>6.17138048226</c:v>
                </c:pt>
                <c:pt idx="1134">
                  <c:v>6.17250384383</c:v>
                </c:pt>
                <c:pt idx="1135">
                  <c:v>6.17250384383</c:v>
                </c:pt>
                <c:pt idx="1136">
                  <c:v>6.17321016714</c:v>
                </c:pt>
                <c:pt idx="1137">
                  <c:v>6.17321016714</c:v>
                </c:pt>
                <c:pt idx="1138">
                  <c:v>6.18042904069</c:v>
                </c:pt>
                <c:pt idx="1139">
                  <c:v>6.18042904069</c:v>
                </c:pt>
                <c:pt idx="1140">
                  <c:v>6.1835527618</c:v>
                </c:pt>
                <c:pt idx="1141">
                  <c:v>6.1835527618</c:v>
                </c:pt>
                <c:pt idx="1142">
                  <c:v>6.20676287429</c:v>
                </c:pt>
                <c:pt idx="1143">
                  <c:v>6.20676287429</c:v>
                </c:pt>
                <c:pt idx="1144">
                  <c:v>6.20892615418</c:v>
                </c:pt>
                <c:pt idx="1145">
                  <c:v>6.20892615418</c:v>
                </c:pt>
                <c:pt idx="1146">
                  <c:v>6.20985263387</c:v>
                </c:pt>
                <c:pt idx="1147">
                  <c:v>6.20985263387</c:v>
                </c:pt>
                <c:pt idx="1148">
                  <c:v>6.21000119891</c:v>
                </c:pt>
                <c:pt idx="1149">
                  <c:v>6.21000119891</c:v>
                </c:pt>
                <c:pt idx="1150">
                  <c:v>6.21438979484</c:v>
                </c:pt>
                <c:pt idx="1151">
                  <c:v>6.21438979484</c:v>
                </c:pt>
                <c:pt idx="1152">
                  <c:v>6.21534850559</c:v>
                </c:pt>
                <c:pt idx="1153">
                  <c:v>6.21534850559</c:v>
                </c:pt>
                <c:pt idx="1154">
                  <c:v>6.21924278162</c:v>
                </c:pt>
                <c:pt idx="1155">
                  <c:v>6.21924278162</c:v>
                </c:pt>
                <c:pt idx="1156">
                  <c:v>6.22445248419</c:v>
                </c:pt>
                <c:pt idx="1157">
                  <c:v>6.22445248419</c:v>
                </c:pt>
                <c:pt idx="1158">
                  <c:v>6.22750497915</c:v>
                </c:pt>
                <c:pt idx="1159">
                  <c:v>6.22750497915</c:v>
                </c:pt>
                <c:pt idx="1160">
                  <c:v>6.24619488159</c:v>
                </c:pt>
                <c:pt idx="1161">
                  <c:v>6.24619488159</c:v>
                </c:pt>
                <c:pt idx="1162">
                  <c:v>6.25646311213</c:v>
                </c:pt>
                <c:pt idx="1163">
                  <c:v>6.25646311213</c:v>
                </c:pt>
                <c:pt idx="1164">
                  <c:v>6.25896014797</c:v>
                </c:pt>
                <c:pt idx="1165">
                  <c:v>6.25896014797</c:v>
                </c:pt>
                <c:pt idx="1166">
                  <c:v>6.26705504089</c:v>
                </c:pt>
                <c:pt idx="1167">
                  <c:v>6.26705504089</c:v>
                </c:pt>
                <c:pt idx="1168">
                  <c:v>6.2673633959</c:v>
                </c:pt>
                <c:pt idx="1169">
                  <c:v>6.2673633959</c:v>
                </c:pt>
                <c:pt idx="1170">
                  <c:v>6.27102503006</c:v>
                </c:pt>
                <c:pt idx="1171">
                  <c:v>6.27102503006</c:v>
                </c:pt>
                <c:pt idx="1172">
                  <c:v>6.29515440966</c:v>
                </c:pt>
                <c:pt idx="1173">
                  <c:v>6.29515440966</c:v>
                </c:pt>
                <c:pt idx="1174">
                  <c:v>6.30388857424</c:v>
                </c:pt>
                <c:pt idx="1175">
                  <c:v>6.30388857424</c:v>
                </c:pt>
                <c:pt idx="1176">
                  <c:v>6.31084520933</c:v>
                </c:pt>
                <c:pt idx="1177">
                  <c:v>6.31084520933</c:v>
                </c:pt>
                <c:pt idx="1178">
                  <c:v>6.32057181056</c:v>
                </c:pt>
                <c:pt idx="1179">
                  <c:v>6.32057181056</c:v>
                </c:pt>
                <c:pt idx="1180">
                  <c:v>6.32370190926</c:v>
                </c:pt>
                <c:pt idx="1181">
                  <c:v>6.32370190926</c:v>
                </c:pt>
                <c:pt idx="1182">
                  <c:v>6.33943344936</c:v>
                </c:pt>
                <c:pt idx="1183">
                  <c:v>6.33943344936</c:v>
                </c:pt>
                <c:pt idx="1184">
                  <c:v>6.34068199768</c:v>
                </c:pt>
                <c:pt idx="1185">
                  <c:v>6.34068199768</c:v>
                </c:pt>
                <c:pt idx="1186">
                  <c:v>6.34875595711</c:v>
                </c:pt>
                <c:pt idx="1187">
                  <c:v>6.34875595711</c:v>
                </c:pt>
                <c:pt idx="1188">
                  <c:v>6.35367427605</c:v>
                </c:pt>
                <c:pt idx="1189">
                  <c:v>6.35367427605</c:v>
                </c:pt>
                <c:pt idx="1190">
                  <c:v>6.35499559038</c:v>
                </c:pt>
                <c:pt idx="1191">
                  <c:v>6.35499559038</c:v>
                </c:pt>
                <c:pt idx="1192">
                  <c:v>6.35513612594</c:v>
                </c:pt>
                <c:pt idx="1193">
                  <c:v>6.35513612594</c:v>
                </c:pt>
                <c:pt idx="1194">
                  <c:v>6.35602525084</c:v>
                </c:pt>
                <c:pt idx="1195">
                  <c:v>6.35602525084</c:v>
                </c:pt>
                <c:pt idx="1196">
                  <c:v>6.35864712701</c:v>
                </c:pt>
                <c:pt idx="1197">
                  <c:v>6.35864712701</c:v>
                </c:pt>
                <c:pt idx="1198">
                  <c:v>6.36708862538</c:v>
                </c:pt>
                <c:pt idx="1199">
                  <c:v>6.36708862538</c:v>
                </c:pt>
                <c:pt idx="1200">
                  <c:v>6.37111811486</c:v>
                </c:pt>
                <c:pt idx="1201">
                  <c:v>6.37111811486</c:v>
                </c:pt>
                <c:pt idx="1202">
                  <c:v>6.37764617858</c:v>
                </c:pt>
                <c:pt idx="1203">
                  <c:v>6.37764617858</c:v>
                </c:pt>
                <c:pt idx="1204">
                  <c:v>6.38630815893</c:v>
                </c:pt>
                <c:pt idx="1205">
                  <c:v>6.38630815893</c:v>
                </c:pt>
                <c:pt idx="1206">
                  <c:v>6.38830840292</c:v>
                </c:pt>
                <c:pt idx="1207">
                  <c:v>6.38830840292</c:v>
                </c:pt>
                <c:pt idx="1208">
                  <c:v>6.38977922626</c:v>
                </c:pt>
                <c:pt idx="1209">
                  <c:v>6.38977922626</c:v>
                </c:pt>
                <c:pt idx="1210">
                  <c:v>6.39134955252</c:v>
                </c:pt>
                <c:pt idx="1211">
                  <c:v>6.39134955252</c:v>
                </c:pt>
                <c:pt idx="1212">
                  <c:v>6.39410183018</c:v>
                </c:pt>
                <c:pt idx="1213">
                  <c:v>6.39410183018</c:v>
                </c:pt>
                <c:pt idx="1214">
                  <c:v>6.39562745359</c:v>
                </c:pt>
                <c:pt idx="1215">
                  <c:v>6.39562745359</c:v>
                </c:pt>
                <c:pt idx="1216">
                  <c:v>6.4148751164</c:v>
                </c:pt>
                <c:pt idx="1217">
                  <c:v>6.4148751164</c:v>
                </c:pt>
                <c:pt idx="1218">
                  <c:v>6.41966896197</c:v>
                </c:pt>
                <c:pt idx="1219">
                  <c:v>6.41966896197</c:v>
                </c:pt>
                <c:pt idx="1220">
                  <c:v>6.42788516662</c:v>
                </c:pt>
                <c:pt idx="1221">
                  <c:v>6.42788516662</c:v>
                </c:pt>
                <c:pt idx="1222">
                  <c:v>6.43418312005</c:v>
                </c:pt>
                <c:pt idx="1223">
                  <c:v>6.43418312005</c:v>
                </c:pt>
                <c:pt idx="1224">
                  <c:v>6.43958550169</c:v>
                </c:pt>
                <c:pt idx="1225">
                  <c:v>6.43958550169</c:v>
                </c:pt>
                <c:pt idx="1226">
                  <c:v>6.45045419657</c:v>
                </c:pt>
                <c:pt idx="1227">
                  <c:v>6.45045419657</c:v>
                </c:pt>
                <c:pt idx="1228">
                  <c:v>6.45155614718</c:v>
                </c:pt>
                <c:pt idx="1229">
                  <c:v>6.45155614718</c:v>
                </c:pt>
                <c:pt idx="1230">
                  <c:v>6.45213362379</c:v>
                </c:pt>
                <c:pt idx="1231">
                  <c:v>6.45213362379</c:v>
                </c:pt>
                <c:pt idx="1232">
                  <c:v>6.45231653411</c:v>
                </c:pt>
                <c:pt idx="1233">
                  <c:v>6.45231653411</c:v>
                </c:pt>
                <c:pt idx="1234">
                  <c:v>6.46455564031</c:v>
                </c:pt>
                <c:pt idx="1235">
                  <c:v>6.46455564031</c:v>
                </c:pt>
                <c:pt idx="1236">
                  <c:v>6.46768536555</c:v>
                </c:pt>
                <c:pt idx="1237">
                  <c:v>6.46768536555</c:v>
                </c:pt>
                <c:pt idx="1238">
                  <c:v>6.47442151402</c:v>
                </c:pt>
                <c:pt idx="1239">
                  <c:v>6.47442151402</c:v>
                </c:pt>
                <c:pt idx="1240">
                  <c:v>6.47628804018</c:v>
                </c:pt>
                <c:pt idx="1241">
                  <c:v>6.47628804018</c:v>
                </c:pt>
                <c:pt idx="1242">
                  <c:v>6.47876036723</c:v>
                </c:pt>
                <c:pt idx="1243">
                  <c:v>6.47876036723</c:v>
                </c:pt>
                <c:pt idx="1244">
                  <c:v>6.48199962538</c:v>
                </c:pt>
                <c:pt idx="1245">
                  <c:v>6.48199962538</c:v>
                </c:pt>
                <c:pt idx="1246">
                  <c:v>6.48270638892</c:v>
                </c:pt>
                <c:pt idx="1247">
                  <c:v>6.48270638892</c:v>
                </c:pt>
                <c:pt idx="1248">
                  <c:v>6.48507885761</c:v>
                </c:pt>
                <c:pt idx="1249">
                  <c:v>6.48507885761</c:v>
                </c:pt>
                <c:pt idx="1250">
                  <c:v>6.49768584037</c:v>
                </c:pt>
                <c:pt idx="1251">
                  <c:v>6.49768584037</c:v>
                </c:pt>
                <c:pt idx="1252">
                  <c:v>6.50878791014</c:v>
                </c:pt>
                <c:pt idx="1253">
                  <c:v>6.50878791014</c:v>
                </c:pt>
                <c:pt idx="1254">
                  <c:v>6.51426188217</c:v>
                </c:pt>
                <c:pt idx="1255">
                  <c:v>6.51426188217</c:v>
                </c:pt>
                <c:pt idx="1256">
                  <c:v>6.5146229995</c:v>
                </c:pt>
                <c:pt idx="1257">
                  <c:v>6.5146229995</c:v>
                </c:pt>
                <c:pt idx="1258">
                  <c:v>6.53997511591</c:v>
                </c:pt>
                <c:pt idx="1259">
                  <c:v>6.53997511591</c:v>
                </c:pt>
                <c:pt idx="1260">
                  <c:v>6.55417492076</c:v>
                </c:pt>
                <c:pt idx="1261">
                  <c:v>6.55417492076</c:v>
                </c:pt>
                <c:pt idx="1262">
                  <c:v>6.55616231847</c:v>
                </c:pt>
                <c:pt idx="1263">
                  <c:v>6.55616231847</c:v>
                </c:pt>
                <c:pt idx="1264">
                  <c:v>6.56898959029</c:v>
                </c:pt>
                <c:pt idx="1265">
                  <c:v>6.56898959029</c:v>
                </c:pt>
                <c:pt idx="1266">
                  <c:v>6.57133737274</c:v>
                </c:pt>
                <c:pt idx="1267">
                  <c:v>6.57133737274</c:v>
                </c:pt>
                <c:pt idx="1268">
                  <c:v>6.58168912868</c:v>
                </c:pt>
                <c:pt idx="1269">
                  <c:v>6.58168912868</c:v>
                </c:pt>
                <c:pt idx="1270">
                  <c:v>6.60853196385</c:v>
                </c:pt>
                <c:pt idx="1271">
                  <c:v>6.60853196385</c:v>
                </c:pt>
                <c:pt idx="1272">
                  <c:v>6.62036997414</c:v>
                </c:pt>
                <c:pt idx="1273">
                  <c:v>6.62036997414</c:v>
                </c:pt>
                <c:pt idx="1274">
                  <c:v>6.63892147532</c:v>
                </c:pt>
                <c:pt idx="1275">
                  <c:v>6.63892147532</c:v>
                </c:pt>
                <c:pt idx="1276">
                  <c:v>6.6445993062</c:v>
                </c:pt>
                <c:pt idx="1277">
                  <c:v>6.6445993062</c:v>
                </c:pt>
                <c:pt idx="1278">
                  <c:v>6.65051581086</c:v>
                </c:pt>
                <c:pt idx="1279">
                  <c:v>6.65051581086</c:v>
                </c:pt>
                <c:pt idx="1280">
                  <c:v>6.65970717389</c:v>
                </c:pt>
                <c:pt idx="1281">
                  <c:v>6.65970717389</c:v>
                </c:pt>
                <c:pt idx="1282">
                  <c:v>6.67143726761</c:v>
                </c:pt>
                <c:pt idx="1283">
                  <c:v>6.67143726761</c:v>
                </c:pt>
                <c:pt idx="1284">
                  <c:v>6.68102107194</c:v>
                </c:pt>
                <c:pt idx="1285">
                  <c:v>6.68102107194</c:v>
                </c:pt>
                <c:pt idx="1286">
                  <c:v>6.69451395202</c:v>
                </c:pt>
                <c:pt idx="1287">
                  <c:v>6.69451395202</c:v>
                </c:pt>
                <c:pt idx="1288">
                  <c:v>6.70009902486</c:v>
                </c:pt>
                <c:pt idx="1289">
                  <c:v>6.70009902486</c:v>
                </c:pt>
                <c:pt idx="1290">
                  <c:v>6.70378545799</c:v>
                </c:pt>
                <c:pt idx="1291">
                  <c:v>6.70378545799</c:v>
                </c:pt>
                <c:pt idx="1292">
                  <c:v>6.70502645958</c:v>
                </c:pt>
                <c:pt idx="1293">
                  <c:v>6.70502645958</c:v>
                </c:pt>
                <c:pt idx="1294">
                  <c:v>6.70634816613</c:v>
                </c:pt>
                <c:pt idx="1295">
                  <c:v>6.70634816613</c:v>
                </c:pt>
                <c:pt idx="1296">
                  <c:v>6.72268873657</c:v>
                </c:pt>
                <c:pt idx="1297">
                  <c:v>6.72268873657</c:v>
                </c:pt>
                <c:pt idx="1298">
                  <c:v>6.73112227281</c:v>
                </c:pt>
                <c:pt idx="1299">
                  <c:v>6.73112227281</c:v>
                </c:pt>
                <c:pt idx="1300">
                  <c:v>6.73506372439</c:v>
                </c:pt>
                <c:pt idx="1301">
                  <c:v>6.73506372439</c:v>
                </c:pt>
                <c:pt idx="1302">
                  <c:v>6.74053189171</c:v>
                </c:pt>
                <c:pt idx="1303">
                  <c:v>6.74053189171</c:v>
                </c:pt>
                <c:pt idx="1304">
                  <c:v>6.75454600398</c:v>
                </c:pt>
                <c:pt idx="1305">
                  <c:v>6.75454600398</c:v>
                </c:pt>
                <c:pt idx="1306">
                  <c:v>6.75507471746</c:v>
                </c:pt>
                <c:pt idx="1307">
                  <c:v>6.75507471746</c:v>
                </c:pt>
                <c:pt idx="1308">
                  <c:v>6.75738893302</c:v>
                </c:pt>
                <c:pt idx="1309">
                  <c:v>6.75738893302</c:v>
                </c:pt>
                <c:pt idx="1310">
                  <c:v>6.76163671199</c:v>
                </c:pt>
                <c:pt idx="1311">
                  <c:v>6.76163671199</c:v>
                </c:pt>
                <c:pt idx="1312">
                  <c:v>6.77031129805</c:v>
                </c:pt>
                <c:pt idx="1313">
                  <c:v>6.77031129805</c:v>
                </c:pt>
                <c:pt idx="1314">
                  <c:v>6.77712254456</c:v>
                </c:pt>
                <c:pt idx="1315">
                  <c:v>6.77712254456</c:v>
                </c:pt>
                <c:pt idx="1316">
                  <c:v>6.78098546418</c:v>
                </c:pt>
                <c:pt idx="1317">
                  <c:v>6.78098546418</c:v>
                </c:pt>
                <c:pt idx="1318">
                  <c:v>6.78161701122</c:v>
                </c:pt>
                <c:pt idx="1319">
                  <c:v>6.78161701122</c:v>
                </c:pt>
                <c:pt idx="1320">
                  <c:v>6.78490736609</c:v>
                </c:pt>
                <c:pt idx="1321">
                  <c:v>6.78490736609</c:v>
                </c:pt>
                <c:pt idx="1322">
                  <c:v>6.79706402876</c:v>
                </c:pt>
                <c:pt idx="1323">
                  <c:v>6.79706402876</c:v>
                </c:pt>
                <c:pt idx="1324">
                  <c:v>6.80898071049</c:v>
                </c:pt>
                <c:pt idx="1325">
                  <c:v>6.80898071049</c:v>
                </c:pt>
                <c:pt idx="1326">
                  <c:v>6.80930316214</c:v>
                </c:pt>
                <c:pt idx="1327">
                  <c:v>6.80930316214</c:v>
                </c:pt>
                <c:pt idx="1328">
                  <c:v>6.82113047429</c:v>
                </c:pt>
                <c:pt idx="1329">
                  <c:v>6.82113047429</c:v>
                </c:pt>
                <c:pt idx="1330">
                  <c:v>6.82701623673</c:v>
                </c:pt>
                <c:pt idx="1331">
                  <c:v>6.82701623673</c:v>
                </c:pt>
                <c:pt idx="1332">
                  <c:v>6.82755239155</c:v>
                </c:pt>
                <c:pt idx="1333">
                  <c:v>6.82755239155</c:v>
                </c:pt>
                <c:pt idx="1334">
                  <c:v>6.82766086437</c:v>
                </c:pt>
                <c:pt idx="1335">
                  <c:v>6.82766086437</c:v>
                </c:pt>
                <c:pt idx="1336">
                  <c:v>6.82863656984</c:v>
                </c:pt>
                <c:pt idx="1337">
                  <c:v>6.82863656984</c:v>
                </c:pt>
                <c:pt idx="1338">
                  <c:v>6.83693504295</c:v>
                </c:pt>
                <c:pt idx="1339">
                  <c:v>6.83693504295</c:v>
                </c:pt>
                <c:pt idx="1340">
                  <c:v>6.84485438999</c:v>
                </c:pt>
                <c:pt idx="1341">
                  <c:v>6.84485438999</c:v>
                </c:pt>
                <c:pt idx="1342">
                  <c:v>6.85919962999</c:v>
                </c:pt>
                <c:pt idx="1343">
                  <c:v>6.85919962999</c:v>
                </c:pt>
                <c:pt idx="1344">
                  <c:v>6.87404665677</c:v>
                </c:pt>
                <c:pt idx="1345">
                  <c:v>6.87404665677</c:v>
                </c:pt>
                <c:pt idx="1346">
                  <c:v>6.87806268624</c:v>
                </c:pt>
                <c:pt idx="1347">
                  <c:v>6.87806268624</c:v>
                </c:pt>
                <c:pt idx="1348">
                  <c:v>6.87944364041</c:v>
                </c:pt>
                <c:pt idx="1349">
                  <c:v>6.87944364041</c:v>
                </c:pt>
                <c:pt idx="1350">
                  <c:v>6.88993815913</c:v>
                </c:pt>
                <c:pt idx="1351">
                  <c:v>6.88993815913</c:v>
                </c:pt>
                <c:pt idx="1352">
                  <c:v>6.89264134056</c:v>
                </c:pt>
                <c:pt idx="1353">
                  <c:v>6.89264134056</c:v>
                </c:pt>
                <c:pt idx="1354">
                  <c:v>6.89385690687</c:v>
                </c:pt>
                <c:pt idx="1355">
                  <c:v>6.89385690687</c:v>
                </c:pt>
                <c:pt idx="1356">
                  <c:v>6.89446512282</c:v>
                </c:pt>
                <c:pt idx="1357">
                  <c:v>6.89446512282</c:v>
                </c:pt>
                <c:pt idx="1358">
                  <c:v>6.8963674877</c:v>
                </c:pt>
                <c:pt idx="1359">
                  <c:v>6.8963674877</c:v>
                </c:pt>
                <c:pt idx="1360">
                  <c:v>6.90314084232</c:v>
                </c:pt>
                <c:pt idx="1361">
                  <c:v>6.90314084232</c:v>
                </c:pt>
                <c:pt idx="1362">
                  <c:v>6.90319909313</c:v>
                </c:pt>
                <c:pt idx="1363">
                  <c:v>6.90319909313</c:v>
                </c:pt>
                <c:pt idx="1364">
                  <c:v>6.9093803069</c:v>
                </c:pt>
                <c:pt idx="1365">
                  <c:v>6.9093803069</c:v>
                </c:pt>
                <c:pt idx="1366">
                  <c:v>6.91618580073</c:v>
                </c:pt>
                <c:pt idx="1367">
                  <c:v>6.91618580073</c:v>
                </c:pt>
                <c:pt idx="1368">
                  <c:v>6.92300811556</c:v>
                </c:pt>
                <c:pt idx="1369">
                  <c:v>6.92300811556</c:v>
                </c:pt>
                <c:pt idx="1370">
                  <c:v>6.92387027535</c:v>
                </c:pt>
                <c:pt idx="1371">
                  <c:v>6.92387027535</c:v>
                </c:pt>
                <c:pt idx="1372">
                  <c:v>6.93035061969</c:v>
                </c:pt>
                <c:pt idx="1373">
                  <c:v>6.93035061969</c:v>
                </c:pt>
                <c:pt idx="1374">
                  <c:v>6.93253843739</c:v>
                </c:pt>
                <c:pt idx="1375">
                  <c:v>6.93253843739</c:v>
                </c:pt>
                <c:pt idx="1376">
                  <c:v>6.93998686035</c:v>
                </c:pt>
                <c:pt idx="1377">
                  <c:v>6.93998686035</c:v>
                </c:pt>
                <c:pt idx="1378">
                  <c:v>6.96856783523</c:v>
                </c:pt>
                <c:pt idx="1379">
                  <c:v>6.96856783523</c:v>
                </c:pt>
                <c:pt idx="1380">
                  <c:v>6.97190129029</c:v>
                </c:pt>
                <c:pt idx="1381">
                  <c:v>6.97190129029</c:v>
                </c:pt>
                <c:pt idx="1382">
                  <c:v>6.97992416285</c:v>
                </c:pt>
                <c:pt idx="1383">
                  <c:v>6.97992416285</c:v>
                </c:pt>
                <c:pt idx="1384">
                  <c:v>6.98194908069</c:v>
                </c:pt>
                <c:pt idx="1385">
                  <c:v>6.98194908069</c:v>
                </c:pt>
                <c:pt idx="1386">
                  <c:v>6.98398591882</c:v>
                </c:pt>
                <c:pt idx="1387">
                  <c:v>6.98398591882</c:v>
                </c:pt>
                <c:pt idx="1388">
                  <c:v>6.98686146391</c:v>
                </c:pt>
                <c:pt idx="1389">
                  <c:v>6.98686146391</c:v>
                </c:pt>
                <c:pt idx="1390">
                  <c:v>6.99543268053</c:v>
                </c:pt>
                <c:pt idx="1391">
                  <c:v>6.99543268053</c:v>
                </c:pt>
                <c:pt idx="1392">
                  <c:v>6.99724083914</c:v>
                </c:pt>
                <c:pt idx="1393">
                  <c:v>6.99724083914</c:v>
                </c:pt>
                <c:pt idx="1394">
                  <c:v>7.00204003558</c:v>
                </c:pt>
                <c:pt idx="1395">
                  <c:v>7.00204003558</c:v>
                </c:pt>
                <c:pt idx="1396">
                  <c:v>7.01153057824</c:v>
                </c:pt>
                <c:pt idx="1397">
                  <c:v>7.01153057824</c:v>
                </c:pt>
                <c:pt idx="1398">
                  <c:v>7.01335566262</c:v>
                </c:pt>
                <c:pt idx="1399">
                  <c:v>7.01335566262</c:v>
                </c:pt>
                <c:pt idx="1400">
                  <c:v>7.0216228212</c:v>
                </c:pt>
                <c:pt idx="1401">
                  <c:v>7.0216228212</c:v>
                </c:pt>
                <c:pt idx="1402">
                  <c:v>7.02574680717</c:v>
                </c:pt>
                <c:pt idx="1403">
                  <c:v>7.02574680717</c:v>
                </c:pt>
                <c:pt idx="1404">
                  <c:v>7.04037662713</c:v>
                </c:pt>
                <c:pt idx="1405">
                  <c:v>7.04037662713</c:v>
                </c:pt>
                <c:pt idx="1406">
                  <c:v>7.04671564512</c:v>
                </c:pt>
                <c:pt idx="1407">
                  <c:v>7.04671564512</c:v>
                </c:pt>
                <c:pt idx="1408">
                  <c:v>7.05592873017</c:v>
                </c:pt>
                <c:pt idx="1409">
                  <c:v>7.05592873017</c:v>
                </c:pt>
                <c:pt idx="1410">
                  <c:v>7.06138380349</c:v>
                </c:pt>
                <c:pt idx="1411">
                  <c:v>7.06138380349</c:v>
                </c:pt>
                <c:pt idx="1412">
                  <c:v>7.06306595586</c:v>
                </c:pt>
                <c:pt idx="1413">
                  <c:v>7.06306595586</c:v>
                </c:pt>
                <c:pt idx="1414">
                  <c:v>7.0661630967</c:v>
                </c:pt>
                <c:pt idx="1415">
                  <c:v>7.0661630967</c:v>
                </c:pt>
                <c:pt idx="1416">
                  <c:v>7.08466544847</c:v>
                </c:pt>
                <c:pt idx="1417">
                  <c:v>7.08466544847</c:v>
                </c:pt>
                <c:pt idx="1418">
                  <c:v>7.08545080541</c:v>
                </c:pt>
                <c:pt idx="1419">
                  <c:v>7.08545080541</c:v>
                </c:pt>
                <c:pt idx="1420">
                  <c:v>7.09051916563</c:v>
                </c:pt>
                <c:pt idx="1421">
                  <c:v>7.09051916563</c:v>
                </c:pt>
                <c:pt idx="1422">
                  <c:v>7.09096219885</c:v>
                </c:pt>
                <c:pt idx="1423">
                  <c:v>7.09096219885</c:v>
                </c:pt>
                <c:pt idx="1424">
                  <c:v>7.1040742497</c:v>
                </c:pt>
                <c:pt idx="1425">
                  <c:v>7.1040742497</c:v>
                </c:pt>
                <c:pt idx="1426">
                  <c:v>7.10925472099</c:v>
                </c:pt>
                <c:pt idx="1427">
                  <c:v>7.10925472099</c:v>
                </c:pt>
                <c:pt idx="1428">
                  <c:v>7.11376004383</c:v>
                </c:pt>
                <c:pt idx="1429">
                  <c:v>7.11376004383</c:v>
                </c:pt>
                <c:pt idx="1430">
                  <c:v>7.12718888712</c:v>
                </c:pt>
                <c:pt idx="1431">
                  <c:v>7.12718888712</c:v>
                </c:pt>
                <c:pt idx="1432">
                  <c:v>7.13360517795</c:v>
                </c:pt>
                <c:pt idx="1433">
                  <c:v>7.13360517795</c:v>
                </c:pt>
                <c:pt idx="1434">
                  <c:v>7.15724345616</c:v>
                </c:pt>
                <c:pt idx="1435">
                  <c:v>7.15724345616</c:v>
                </c:pt>
                <c:pt idx="1436">
                  <c:v>7.16273852296</c:v>
                </c:pt>
                <c:pt idx="1437">
                  <c:v>7.16273852296</c:v>
                </c:pt>
                <c:pt idx="1438">
                  <c:v>7.17213532326</c:v>
                </c:pt>
                <c:pt idx="1439">
                  <c:v>7.17213532326</c:v>
                </c:pt>
                <c:pt idx="1440">
                  <c:v>7.17376703603</c:v>
                </c:pt>
                <c:pt idx="1441">
                  <c:v>7.17376703603</c:v>
                </c:pt>
                <c:pt idx="1442">
                  <c:v>7.17469590519</c:v>
                </c:pt>
                <c:pt idx="1443">
                  <c:v>7.17469590519</c:v>
                </c:pt>
                <c:pt idx="1444">
                  <c:v>7.18059759737</c:v>
                </c:pt>
                <c:pt idx="1445">
                  <c:v>7.18059759737</c:v>
                </c:pt>
                <c:pt idx="1446">
                  <c:v>7.18115922754</c:v>
                </c:pt>
                <c:pt idx="1447">
                  <c:v>7.18115922754</c:v>
                </c:pt>
                <c:pt idx="1448">
                  <c:v>7.18152561067</c:v>
                </c:pt>
                <c:pt idx="1449">
                  <c:v>7.18152561067</c:v>
                </c:pt>
                <c:pt idx="1450">
                  <c:v>7.19296390135</c:v>
                </c:pt>
                <c:pt idx="1451">
                  <c:v>7.19296390135</c:v>
                </c:pt>
                <c:pt idx="1452">
                  <c:v>7.19302817395</c:v>
                </c:pt>
                <c:pt idx="1453">
                  <c:v>7.19302817395</c:v>
                </c:pt>
                <c:pt idx="1454">
                  <c:v>7.20337836379</c:v>
                </c:pt>
                <c:pt idx="1455">
                  <c:v>7.20337836379</c:v>
                </c:pt>
                <c:pt idx="1456">
                  <c:v>7.21008501338</c:v>
                </c:pt>
                <c:pt idx="1457">
                  <c:v>7.21008501338</c:v>
                </c:pt>
                <c:pt idx="1458">
                  <c:v>7.2185822905</c:v>
                </c:pt>
                <c:pt idx="1459">
                  <c:v>7.2185822905</c:v>
                </c:pt>
                <c:pt idx="1460">
                  <c:v>7.24741974997</c:v>
                </c:pt>
                <c:pt idx="1461">
                  <c:v>7.24741974997</c:v>
                </c:pt>
                <c:pt idx="1462">
                  <c:v>7.24929757362</c:v>
                </c:pt>
                <c:pt idx="1463">
                  <c:v>7.24929757362</c:v>
                </c:pt>
                <c:pt idx="1464">
                  <c:v>7.25259947516</c:v>
                </c:pt>
                <c:pt idx="1465">
                  <c:v>7.25259947516</c:v>
                </c:pt>
                <c:pt idx="1466">
                  <c:v>7.25750069658</c:v>
                </c:pt>
                <c:pt idx="1467">
                  <c:v>7.25750069658</c:v>
                </c:pt>
                <c:pt idx="1468">
                  <c:v>7.26467741918</c:v>
                </c:pt>
                <c:pt idx="1469">
                  <c:v>7.26467741918</c:v>
                </c:pt>
                <c:pt idx="1470">
                  <c:v>7.27720230372</c:v>
                </c:pt>
                <c:pt idx="1471">
                  <c:v>7.27720230372</c:v>
                </c:pt>
                <c:pt idx="1472">
                  <c:v>7.29678834758</c:v>
                </c:pt>
                <c:pt idx="1473">
                  <c:v>7.29678834758</c:v>
                </c:pt>
                <c:pt idx="1474">
                  <c:v>7.29781831716</c:v>
                </c:pt>
                <c:pt idx="1475">
                  <c:v>7.29781831716</c:v>
                </c:pt>
                <c:pt idx="1476">
                  <c:v>7.30141818845</c:v>
                </c:pt>
                <c:pt idx="1477">
                  <c:v>7.30141818845</c:v>
                </c:pt>
                <c:pt idx="1478">
                  <c:v>7.30472534174</c:v>
                </c:pt>
                <c:pt idx="1479">
                  <c:v>7.30472534174</c:v>
                </c:pt>
                <c:pt idx="1480">
                  <c:v>7.31741948018</c:v>
                </c:pt>
                <c:pt idx="1481">
                  <c:v>7.31741948018</c:v>
                </c:pt>
                <c:pt idx="1482">
                  <c:v>7.3225940433</c:v>
                </c:pt>
                <c:pt idx="1483">
                  <c:v>7.3225940433</c:v>
                </c:pt>
                <c:pt idx="1484">
                  <c:v>7.32570422427</c:v>
                </c:pt>
                <c:pt idx="1485">
                  <c:v>7.32570422427</c:v>
                </c:pt>
                <c:pt idx="1486">
                  <c:v>7.32763116168</c:v>
                </c:pt>
                <c:pt idx="1487">
                  <c:v>7.32763116168</c:v>
                </c:pt>
                <c:pt idx="1488">
                  <c:v>7.34396605086</c:v>
                </c:pt>
                <c:pt idx="1489">
                  <c:v>7.34396605086</c:v>
                </c:pt>
                <c:pt idx="1490">
                  <c:v>7.35172188645</c:v>
                </c:pt>
                <c:pt idx="1491">
                  <c:v>7.35172188645</c:v>
                </c:pt>
                <c:pt idx="1492">
                  <c:v>7.35907128957</c:v>
                </c:pt>
                <c:pt idx="1493">
                  <c:v>7.35907128957</c:v>
                </c:pt>
                <c:pt idx="1494">
                  <c:v>7.36964159015</c:v>
                </c:pt>
                <c:pt idx="1495">
                  <c:v>7.36964159015</c:v>
                </c:pt>
                <c:pt idx="1496">
                  <c:v>7.37392352331</c:v>
                </c:pt>
                <c:pt idx="1497">
                  <c:v>7.37392352331</c:v>
                </c:pt>
                <c:pt idx="1498">
                  <c:v>7.38294855816</c:v>
                </c:pt>
                <c:pt idx="1499">
                  <c:v>7.38294855816</c:v>
                </c:pt>
                <c:pt idx="1500">
                  <c:v>7.39310856112</c:v>
                </c:pt>
                <c:pt idx="1501">
                  <c:v>7.39310856112</c:v>
                </c:pt>
                <c:pt idx="1502">
                  <c:v>7.3990894611</c:v>
                </c:pt>
                <c:pt idx="1503">
                  <c:v>7.3990894611</c:v>
                </c:pt>
                <c:pt idx="1504">
                  <c:v>7.4609945471</c:v>
                </c:pt>
                <c:pt idx="1505">
                  <c:v>7.4609945471</c:v>
                </c:pt>
                <c:pt idx="1506">
                  <c:v>7.46832449705</c:v>
                </c:pt>
                <c:pt idx="1507">
                  <c:v>7.46832449705</c:v>
                </c:pt>
                <c:pt idx="1508">
                  <c:v>7.47215148635</c:v>
                </c:pt>
                <c:pt idx="1509">
                  <c:v>7.47215148635</c:v>
                </c:pt>
                <c:pt idx="1510">
                  <c:v>7.47394022075</c:v>
                </c:pt>
                <c:pt idx="1511">
                  <c:v>7.47394022075</c:v>
                </c:pt>
                <c:pt idx="1512">
                  <c:v>7.47888008087</c:v>
                </c:pt>
                <c:pt idx="1513">
                  <c:v>7.47888008087</c:v>
                </c:pt>
                <c:pt idx="1514">
                  <c:v>7.47917660044</c:v>
                </c:pt>
                <c:pt idx="1515">
                  <c:v>7.47917660044</c:v>
                </c:pt>
                <c:pt idx="1516">
                  <c:v>7.48530092812</c:v>
                </c:pt>
                <c:pt idx="1517">
                  <c:v>7.48530092812</c:v>
                </c:pt>
                <c:pt idx="1518">
                  <c:v>7.48644492815</c:v>
                </c:pt>
                <c:pt idx="1519">
                  <c:v>7.48644492815</c:v>
                </c:pt>
                <c:pt idx="1520">
                  <c:v>7.49653678895</c:v>
                </c:pt>
                <c:pt idx="1521">
                  <c:v>7.49653678895</c:v>
                </c:pt>
                <c:pt idx="1522">
                  <c:v>7.50125983916</c:v>
                </c:pt>
                <c:pt idx="1523">
                  <c:v>7.50125983916</c:v>
                </c:pt>
                <c:pt idx="1524">
                  <c:v>7.50341780966</c:v>
                </c:pt>
                <c:pt idx="1525">
                  <c:v>7.50341780966</c:v>
                </c:pt>
                <c:pt idx="1526">
                  <c:v>7.50364216388</c:v>
                </c:pt>
                <c:pt idx="1527">
                  <c:v>7.50364216388</c:v>
                </c:pt>
                <c:pt idx="1528">
                  <c:v>7.52048184605</c:v>
                </c:pt>
                <c:pt idx="1529">
                  <c:v>7.52048184605</c:v>
                </c:pt>
                <c:pt idx="1530">
                  <c:v>7.53058786255</c:v>
                </c:pt>
                <c:pt idx="1531">
                  <c:v>7.53058786255</c:v>
                </c:pt>
                <c:pt idx="1532">
                  <c:v>7.54358235402</c:v>
                </c:pt>
                <c:pt idx="1533">
                  <c:v>7.54358235402</c:v>
                </c:pt>
                <c:pt idx="1534">
                  <c:v>7.5475098135</c:v>
                </c:pt>
                <c:pt idx="1535">
                  <c:v>7.5475098135</c:v>
                </c:pt>
                <c:pt idx="1536">
                  <c:v>7.54889856584</c:v>
                </c:pt>
                <c:pt idx="1537">
                  <c:v>7.54889856584</c:v>
                </c:pt>
                <c:pt idx="1538">
                  <c:v>7.54904164608</c:v>
                </c:pt>
                <c:pt idx="1539">
                  <c:v>7.54904164608</c:v>
                </c:pt>
                <c:pt idx="1540">
                  <c:v>7.54993223327</c:v>
                </c:pt>
                <c:pt idx="1541">
                  <c:v>7.54993223327</c:v>
                </c:pt>
                <c:pt idx="1542">
                  <c:v>7.56313472493</c:v>
                </c:pt>
                <c:pt idx="1543">
                  <c:v>7.56313472493</c:v>
                </c:pt>
                <c:pt idx="1544">
                  <c:v>7.56500769269</c:v>
                </c:pt>
                <c:pt idx="1545">
                  <c:v>7.56500769269</c:v>
                </c:pt>
                <c:pt idx="1546">
                  <c:v>7.57157427684</c:v>
                </c:pt>
                <c:pt idx="1547">
                  <c:v>7.57157427684</c:v>
                </c:pt>
                <c:pt idx="1548">
                  <c:v>7.58452238251</c:v>
                </c:pt>
                <c:pt idx="1549">
                  <c:v>7.58452238251</c:v>
                </c:pt>
                <c:pt idx="1550">
                  <c:v>7.59723862911</c:v>
                </c:pt>
                <c:pt idx="1551">
                  <c:v>7.59723862911</c:v>
                </c:pt>
                <c:pt idx="1552">
                  <c:v>7.6068936123</c:v>
                </c:pt>
                <c:pt idx="1553">
                  <c:v>7.6068936123</c:v>
                </c:pt>
                <c:pt idx="1554">
                  <c:v>7.61205774943</c:v>
                </c:pt>
                <c:pt idx="1555">
                  <c:v>7.61205774943</c:v>
                </c:pt>
                <c:pt idx="1556">
                  <c:v>7.61547353271</c:v>
                </c:pt>
                <c:pt idx="1557">
                  <c:v>7.61547353271</c:v>
                </c:pt>
                <c:pt idx="1558">
                  <c:v>7.61648050917</c:v>
                </c:pt>
                <c:pt idx="1559">
                  <c:v>7.61648050917</c:v>
                </c:pt>
                <c:pt idx="1560">
                  <c:v>7.62071950693</c:v>
                </c:pt>
                <c:pt idx="1561">
                  <c:v>7.62071950693</c:v>
                </c:pt>
                <c:pt idx="1562">
                  <c:v>7.64799184856</c:v>
                </c:pt>
                <c:pt idx="1563">
                  <c:v>7.64799184856</c:v>
                </c:pt>
                <c:pt idx="1564">
                  <c:v>7.65261038504</c:v>
                </c:pt>
                <c:pt idx="1565">
                  <c:v>7.65261038504</c:v>
                </c:pt>
                <c:pt idx="1566">
                  <c:v>7.66132214836</c:v>
                </c:pt>
                <c:pt idx="1567">
                  <c:v>7.66132214836</c:v>
                </c:pt>
                <c:pt idx="1568">
                  <c:v>7.66435727985</c:v>
                </c:pt>
                <c:pt idx="1569">
                  <c:v>7.66435727985</c:v>
                </c:pt>
                <c:pt idx="1570">
                  <c:v>7.67394274152</c:v>
                </c:pt>
                <c:pt idx="1571">
                  <c:v>7.67394274152</c:v>
                </c:pt>
                <c:pt idx="1572">
                  <c:v>7.67740173224</c:v>
                </c:pt>
                <c:pt idx="1573">
                  <c:v>7.67740173224</c:v>
                </c:pt>
                <c:pt idx="1574">
                  <c:v>7.69473852657</c:v>
                </c:pt>
                <c:pt idx="1575">
                  <c:v>7.69473852657</c:v>
                </c:pt>
                <c:pt idx="1576">
                  <c:v>7.69510697574</c:v>
                </c:pt>
                <c:pt idx="1577">
                  <c:v>7.69510697574</c:v>
                </c:pt>
                <c:pt idx="1578">
                  <c:v>7.69965407382</c:v>
                </c:pt>
                <c:pt idx="1579">
                  <c:v>7.69965407382</c:v>
                </c:pt>
                <c:pt idx="1580">
                  <c:v>7.70117929831</c:v>
                </c:pt>
                <c:pt idx="1581">
                  <c:v>7.70117929831</c:v>
                </c:pt>
                <c:pt idx="1582">
                  <c:v>7.70373998852</c:v>
                </c:pt>
                <c:pt idx="1583">
                  <c:v>7.70373998852</c:v>
                </c:pt>
                <c:pt idx="1584">
                  <c:v>7.72012107255</c:v>
                </c:pt>
                <c:pt idx="1585">
                  <c:v>7.72012107255</c:v>
                </c:pt>
                <c:pt idx="1586">
                  <c:v>7.74209642489</c:v>
                </c:pt>
                <c:pt idx="1587">
                  <c:v>7.74209642489</c:v>
                </c:pt>
                <c:pt idx="1588">
                  <c:v>7.75981080968</c:v>
                </c:pt>
                <c:pt idx="1589">
                  <c:v>7.75981080968</c:v>
                </c:pt>
                <c:pt idx="1590">
                  <c:v>7.76802069057</c:v>
                </c:pt>
                <c:pt idx="1591">
                  <c:v>7.76802069057</c:v>
                </c:pt>
                <c:pt idx="1592">
                  <c:v>7.78702018569</c:v>
                </c:pt>
                <c:pt idx="1593">
                  <c:v>7.78702018569</c:v>
                </c:pt>
                <c:pt idx="1594">
                  <c:v>7.78801383334</c:v>
                </c:pt>
                <c:pt idx="1595">
                  <c:v>7.78801383334</c:v>
                </c:pt>
                <c:pt idx="1596">
                  <c:v>7.79262562653</c:v>
                </c:pt>
                <c:pt idx="1597">
                  <c:v>7.79262562653</c:v>
                </c:pt>
                <c:pt idx="1598">
                  <c:v>7.80172510932</c:v>
                </c:pt>
                <c:pt idx="1599">
                  <c:v>7.80172510932</c:v>
                </c:pt>
                <c:pt idx="1600">
                  <c:v>7.80254729247</c:v>
                </c:pt>
                <c:pt idx="1601">
                  <c:v>7.80254729247</c:v>
                </c:pt>
                <c:pt idx="1602">
                  <c:v>7.81475715045</c:v>
                </c:pt>
                <c:pt idx="1603">
                  <c:v>7.81475715045</c:v>
                </c:pt>
                <c:pt idx="1604">
                  <c:v>7.8155403948</c:v>
                </c:pt>
                <c:pt idx="1605">
                  <c:v>7.8155403948</c:v>
                </c:pt>
                <c:pt idx="1606">
                  <c:v>7.81832926753</c:v>
                </c:pt>
                <c:pt idx="1607">
                  <c:v>7.81832926753</c:v>
                </c:pt>
                <c:pt idx="1608">
                  <c:v>7.82206986142</c:v>
                </c:pt>
                <c:pt idx="1609">
                  <c:v>7.82206986142</c:v>
                </c:pt>
                <c:pt idx="1610">
                  <c:v>7.83363269352</c:v>
                </c:pt>
                <c:pt idx="1611">
                  <c:v>7.83363269352</c:v>
                </c:pt>
                <c:pt idx="1612">
                  <c:v>7.84321053479</c:v>
                </c:pt>
                <c:pt idx="1613">
                  <c:v>7.84321053479</c:v>
                </c:pt>
                <c:pt idx="1614">
                  <c:v>7.86669251361</c:v>
                </c:pt>
                <c:pt idx="1615">
                  <c:v>7.86669251361</c:v>
                </c:pt>
                <c:pt idx="1616">
                  <c:v>7.87013705882</c:v>
                </c:pt>
                <c:pt idx="1617">
                  <c:v>7.87013705882</c:v>
                </c:pt>
                <c:pt idx="1618">
                  <c:v>7.87285527216</c:v>
                </c:pt>
                <c:pt idx="1619">
                  <c:v>7.87285527216</c:v>
                </c:pt>
                <c:pt idx="1620">
                  <c:v>7.88006574941</c:v>
                </c:pt>
                <c:pt idx="1621">
                  <c:v>7.88006574941</c:v>
                </c:pt>
                <c:pt idx="1622">
                  <c:v>7.88376829004</c:v>
                </c:pt>
                <c:pt idx="1623">
                  <c:v>7.88376829004</c:v>
                </c:pt>
                <c:pt idx="1624">
                  <c:v>7.88940913079</c:v>
                </c:pt>
                <c:pt idx="1625">
                  <c:v>7.88940913079</c:v>
                </c:pt>
                <c:pt idx="1626">
                  <c:v>7.89241781655</c:v>
                </c:pt>
                <c:pt idx="1627">
                  <c:v>7.89241781655</c:v>
                </c:pt>
                <c:pt idx="1628">
                  <c:v>7.89654150704</c:v>
                </c:pt>
                <c:pt idx="1629">
                  <c:v>7.89654150704</c:v>
                </c:pt>
                <c:pt idx="1630">
                  <c:v>7.89841490745</c:v>
                </c:pt>
                <c:pt idx="1631">
                  <c:v>7.89841490745</c:v>
                </c:pt>
                <c:pt idx="1632">
                  <c:v>7.90688627954</c:v>
                </c:pt>
                <c:pt idx="1633">
                  <c:v>7.90688627954</c:v>
                </c:pt>
                <c:pt idx="1634">
                  <c:v>7.92555888794</c:v>
                </c:pt>
                <c:pt idx="1635">
                  <c:v>7.92555888794</c:v>
                </c:pt>
                <c:pt idx="1636">
                  <c:v>7.93568395596</c:v>
                </c:pt>
                <c:pt idx="1637">
                  <c:v>7.93568395596</c:v>
                </c:pt>
                <c:pt idx="1638">
                  <c:v>7.94633319502</c:v>
                </c:pt>
                <c:pt idx="1639">
                  <c:v>7.94633319502</c:v>
                </c:pt>
                <c:pt idx="1640">
                  <c:v>7.94925157664</c:v>
                </c:pt>
                <c:pt idx="1641">
                  <c:v>7.94925157664</c:v>
                </c:pt>
                <c:pt idx="1642">
                  <c:v>7.95927472052</c:v>
                </c:pt>
                <c:pt idx="1643">
                  <c:v>7.95927472052</c:v>
                </c:pt>
                <c:pt idx="1644">
                  <c:v>7.96132465445</c:v>
                </c:pt>
                <c:pt idx="1645">
                  <c:v>7.96132465445</c:v>
                </c:pt>
                <c:pt idx="1646">
                  <c:v>7.97091604668</c:v>
                </c:pt>
                <c:pt idx="1647">
                  <c:v>7.97091604668</c:v>
                </c:pt>
                <c:pt idx="1648">
                  <c:v>7.97483558344</c:v>
                </c:pt>
                <c:pt idx="1649">
                  <c:v>7.97483558344</c:v>
                </c:pt>
                <c:pt idx="1650">
                  <c:v>7.97927360783</c:v>
                </c:pt>
                <c:pt idx="1651">
                  <c:v>7.97927360783</c:v>
                </c:pt>
                <c:pt idx="1652">
                  <c:v>7.98043544569</c:v>
                </c:pt>
                <c:pt idx="1653">
                  <c:v>7.98043544569</c:v>
                </c:pt>
                <c:pt idx="1654">
                  <c:v>7.98341663082</c:v>
                </c:pt>
                <c:pt idx="1655">
                  <c:v>7.98341663082</c:v>
                </c:pt>
                <c:pt idx="1656">
                  <c:v>7.98344716803</c:v>
                </c:pt>
                <c:pt idx="1657">
                  <c:v>7.98344716803</c:v>
                </c:pt>
                <c:pt idx="1658">
                  <c:v>7.99580020551</c:v>
                </c:pt>
                <c:pt idx="1659">
                  <c:v>7.99580020551</c:v>
                </c:pt>
                <c:pt idx="1660">
                  <c:v>8.00042700114</c:v>
                </c:pt>
                <c:pt idx="1661">
                  <c:v>8.00042700114</c:v>
                </c:pt>
                <c:pt idx="1662">
                  <c:v>8.00908489004</c:v>
                </c:pt>
                <c:pt idx="1663">
                  <c:v>8.00908489004</c:v>
                </c:pt>
                <c:pt idx="1664">
                  <c:v>8.01005956995</c:v>
                </c:pt>
                <c:pt idx="1665">
                  <c:v>8.01005956995</c:v>
                </c:pt>
                <c:pt idx="1666">
                  <c:v>8.01180567749</c:v>
                </c:pt>
                <c:pt idx="1667">
                  <c:v>8.01180567749</c:v>
                </c:pt>
                <c:pt idx="1668">
                  <c:v>8.01379384598</c:v>
                </c:pt>
                <c:pt idx="1669">
                  <c:v>8.01379384598</c:v>
                </c:pt>
                <c:pt idx="1670">
                  <c:v>8.01566390297</c:v>
                </c:pt>
                <c:pt idx="1671">
                  <c:v>8.01566390297</c:v>
                </c:pt>
                <c:pt idx="1672">
                  <c:v>8.01988540442</c:v>
                </c:pt>
                <c:pt idx="1673">
                  <c:v>8.01988540442</c:v>
                </c:pt>
                <c:pt idx="1674">
                  <c:v>8.02676848819</c:v>
                </c:pt>
                <c:pt idx="1675">
                  <c:v>8.02676848819</c:v>
                </c:pt>
                <c:pt idx="1676">
                  <c:v>8.03454055578</c:v>
                </c:pt>
                <c:pt idx="1677">
                  <c:v>8.03454055578</c:v>
                </c:pt>
                <c:pt idx="1678">
                  <c:v>8.0374495803</c:v>
                </c:pt>
                <c:pt idx="1679">
                  <c:v>8.0374495803</c:v>
                </c:pt>
                <c:pt idx="1680">
                  <c:v>8.03759381707</c:v>
                </c:pt>
                <c:pt idx="1681">
                  <c:v>8.03759381707</c:v>
                </c:pt>
                <c:pt idx="1682">
                  <c:v>8.06555044958</c:v>
                </c:pt>
                <c:pt idx="1683">
                  <c:v>8.06555044958</c:v>
                </c:pt>
                <c:pt idx="1684">
                  <c:v>8.08142156192</c:v>
                </c:pt>
                <c:pt idx="1685">
                  <c:v>8.08142156192</c:v>
                </c:pt>
                <c:pt idx="1686">
                  <c:v>8.09061426053</c:v>
                </c:pt>
                <c:pt idx="1687">
                  <c:v>8.09061426053</c:v>
                </c:pt>
                <c:pt idx="1688">
                  <c:v>8.09245799312</c:v>
                </c:pt>
                <c:pt idx="1689">
                  <c:v>8.09245799312</c:v>
                </c:pt>
                <c:pt idx="1690">
                  <c:v>8.09265492527</c:v>
                </c:pt>
                <c:pt idx="1691">
                  <c:v>8.09265492527</c:v>
                </c:pt>
                <c:pt idx="1692">
                  <c:v>8.10023171489</c:v>
                </c:pt>
                <c:pt idx="1693">
                  <c:v>8.10023171489</c:v>
                </c:pt>
                <c:pt idx="1694">
                  <c:v>8.11171187453</c:v>
                </c:pt>
                <c:pt idx="1695">
                  <c:v>8.11171187453</c:v>
                </c:pt>
                <c:pt idx="1696">
                  <c:v>8.11959860723</c:v>
                </c:pt>
                <c:pt idx="1697">
                  <c:v>8.11959860723</c:v>
                </c:pt>
                <c:pt idx="1698">
                  <c:v>8.13572209953</c:v>
                </c:pt>
                <c:pt idx="1699">
                  <c:v>8.13572209953</c:v>
                </c:pt>
                <c:pt idx="1700">
                  <c:v>8.1390414506</c:v>
                </c:pt>
                <c:pt idx="1701">
                  <c:v>8.1390414506</c:v>
                </c:pt>
                <c:pt idx="1702">
                  <c:v>8.14148572016</c:v>
                </c:pt>
                <c:pt idx="1703">
                  <c:v>8.14148572016</c:v>
                </c:pt>
                <c:pt idx="1704">
                  <c:v>8.14453298024</c:v>
                </c:pt>
                <c:pt idx="1705">
                  <c:v>8.14453298024</c:v>
                </c:pt>
                <c:pt idx="1706">
                  <c:v>8.14566304104</c:v>
                </c:pt>
                <c:pt idx="1707">
                  <c:v>8.14566304104</c:v>
                </c:pt>
                <c:pt idx="1708">
                  <c:v>8.14781253494</c:v>
                </c:pt>
                <c:pt idx="1709">
                  <c:v>8.14781253494</c:v>
                </c:pt>
                <c:pt idx="1710">
                  <c:v>8.16211728792</c:v>
                </c:pt>
                <c:pt idx="1711">
                  <c:v>8.16211728792</c:v>
                </c:pt>
                <c:pt idx="1712">
                  <c:v>8.17431317978</c:v>
                </c:pt>
                <c:pt idx="1713">
                  <c:v>8.17431317978</c:v>
                </c:pt>
                <c:pt idx="1714">
                  <c:v>8.17798700083</c:v>
                </c:pt>
                <c:pt idx="1715">
                  <c:v>8.17798700083</c:v>
                </c:pt>
                <c:pt idx="1716">
                  <c:v>8.19341167074</c:v>
                </c:pt>
                <c:pt idx="1717">
                  <c:v>8.19341167074</c:v>
                </c:pt>
                <c:pt idx="1718">
                  <c:v>8.20169531451</c:v>
                </c:pt>
                <c:pt idx="1719">
                  <c:v>8.20169531451</c:v>
                </c:pt>
                <c:pt idx="1720">
                  <c:v>8.21019730714</c:v>
                </c:pt>
                <c:pt idx="1721">
                  <c:v>8.21019730714</c:v>
                </c:pt>
                <c:pt idx="1722">
                  <c:v>8.21272541</c:v>
                </c:pt>
                <c:pt idx="1723">
                  <c:v>8.21272541</c:v>
                </c:pt>
                <c:pt idx="1724">
                  <c:v>8.22794008388</c:v>
                </c:pt>
                <c:pt idx="1725">
                  <c:v>8.22794008388</c:v>
                </c:pt>
                <c:pt idx="1726">
                  <c:v>8.24067462322</c:v>
                </c:pt>
                <c:pt idx="1727">
                  <c:v>8.24067462322</c:v>
                </c:pt>
                <c:pt idx="1728">
                  <c:v>8.26136169888</c:v>
                </c:pt>
                <c:pt idx="1729">
                  <c:v>8.26136169888</c:v>
                </c:pt>
                <c:pt idx="1730">
                  <c:v>8.26884367959</c:v>
                </c:pt>
                <c:pt idx="1731">
                  <c:v>8.26884367959</c:v>
                </c:pt>
                <c:pt idx="1732">
                  <c:v>8.28876552444</c:v>
                </c:pt>
                <c:pt idx="1733">
                  <c:v>8.28876552444</c:v>
                </c:pt>
                <c:pt idx="1734">
                  <c:v>8.29521742545</c:v>
                </c:pt>
                <c:pt idx="1735">
                  <c:v>8.29521742545</c:v>
                </c:pt>
                <c:pt idx="1736">
                  <c:v>8.29783765553</c:v>
                </c:pt>
                <c:pt idx="1737">
                  <c:v>8.29783765553</c:v>
                </c:pt>
                <c:pt idx="1738">
                  <c:v>8.29867756794</c:v>
                </c:pt>
                <c:pt idx="1739">
                  <c:v>8.29867756794</c:v>
                </c:pt>
                <c:pt idx="1740">
                  <c:v>8.30069984972</c:v>
                </c:pt>
                <c:pt idx="1741">
                  <c:v>8.30069984972</c:v>
                </c:pt>
                <c:pt idx="1742">
                  <c:v>8.31770531971</c:v>
                </c:pt>
                <c:pt idx="1743">
                  <c:v>8.31770531971</c:v>
                </c:pt>
                <c:pt idx="1744">
                  <c:v>8.32210819888</c:v>
                </c:pt>
                <c:pt idx="1745">
                  <c:v>8.32210819888</c:v>
                </c:pt>
                <c:pt idx="1746">
                  <c:v>8.32419479481</c:v>
                </c:pt>
                <c:pt idx="1747">
                  <c:v>8.32419479481</c:v>
                </c:pt>
                <c:pt idx="1748">
                  <c:v>8.3320464243</c:v>
                </c:pt>
                <c:pt idx="1749">
                  <c:v>8.3320464243</c:v>
                </c:pt>
                <c:pt idx="1750">
                  <c:v>8.34009378048</c:v>
                </c:pt>
                <c:pt idx="1751">
                  <c:v>8.34009378048</c:v>
                </c:pt>
                <c:pt idx="1752">
                  <c:v>8.34243241051</c:v>
                </c:pt>
                <c:pt idx="1753">
                  <c:v>8.34243241051</c:v>
                </c:pt>
                <c:pt idx="1754">
                  <c:v>8.35674110821</c:v>
                </c:pt>
                <c:pt idx="1755">
                  <c:v>8.35674110821</c:v>
                </c:pt>
                <c:pt idx="1756">
                  <c:v>8.36340195757</c:v>
                </c:pt>
                <c:pt idx="1757">
                  <c:v>8.36340195757</c:v>
                </c:pt>
                <c:pt idx="1758">
                  <c:v>8.3647828899</c:v>
                </c:pt>
                <c:pt idx="1759">
                  <c:v>8.3647828899</c:v>
                </c:pt>
                <c:pt idx="1760">
                  <c:v>8.36919828675</c:v>
                </c:pt>
                <c:pt idx="1761">
                  <c:v>8.36919828675</c:v>
                </c:pt>
                <c:pt idx="1762">
                  <c:v>8.37947701787</c:v>
                </c:pt>
                <c:pt idx="1763">
                  <c:v>8.37947701787</c:v>
                </c:pt>
                <c:pt idx="1764">
                  <c:v>8.38668978045</c:v>
                </c:pt>
                <c:pt idx="1765">
                  <c:v>8.38668978045</c:v>
                </c:pt>
                <c:pt idx="1766">
                  <c:v>8.3883749984</c:v>
                </c:pt>
                <c:pt idx="1767">
                  <c:v>8.3883749984</c:v>
                </c:pt>
                <c:pt idx="1768">
                  <c:v>8.40300708696</c:v>
                </c:pt>
                <c:pt idx="1769">
                  <c:v>8.40300708696</c:v>
                </c:pt>
                <c:pt idx="1770">
                  <c:v>8.4257830699</c:v>
                </c:pt>
                <c:pt idx="1771">
                  <c:v>8.4257830699</c:v>
                </c:pt>
                <c:pt idx="1772">
                  <c:v>8.42662471966</c:v>
                </c:pt>
                <c:pt idx="1773">
                  <c:v>8.42662471966</c:v>
                </c:pt>
                <c:pt idx="1774">
                  <c:v>8.44251452363</c:v>
                </c:pt>
                <c:pt idx="1775">
                  <c:v>8.44251452363</c:v>
                </c:pt>
                <c:pt idx="1776">
                  <c:v>8.45400945897</c:v>
                </c:pt>
                <c:pt idx="1777">
                  <c:v>8.45400945897</c:v>
                </c:pt>
                <c:pt idx="1778">
                  <c:v>8.45650521283</c:v>
                </c:pt>
                <c:pt idx="1779">
                  <c:v>8.45650521283</c:v>
                </c:pt>
                <c:pt idx="1780">
                  <c:v>8.48119227065</c:v>
                </c:pt>
                <c:pt idx="1781">
                  <c:v>8.48119227065</c:v>
                </c:pt>
                <c:pt idx="1782">
                  <c:v>8.4818617957</c:v>
                </c:pt>
                <c:pt idx="1783">
                  <c:v>8.4818617957</c:v>
                </c:pt>
                <c:pt idx="1784">
                  <c:v>8.48767049122</c:v>
                </c:pt>
                <c:pt idx="1785">
                  <c:v>8.48767049122</c:v>
                </c:pt>
                <c:pt idx="1786">
                  <c:v>8.49412972839</c:v>
                </c:pt>
                <c:pt idx="1787">
                  <c:v>8.49412972839</c:v>
                </c:pt>
                <c:pt idx="1788">
                  <c:v>8.4970367514</c:v>
                </c:pt>
                <c:pt idx="1789">
                  <c:v>8.4970367514</c:v>
                </c:pt>
                <c:pt idx="1790">
                  <c:v>8.50192695832</c:v>
                </c:pt>
                <c:pt idx="1791">
                  <c:v>8.50192695832</c:v>
                </c:pt>
                <c:pt idx="1792">
                  <c:v>8.52339105417</c:v>
                </c:pt>
                <c:pt idx="1793">
                  <c:v>8.52339105417</c:v>
                </c:pt>
                <c:pt idx="1794">
                  <c:v>8.54082503135</c:v>
                </c:pt>
                <c:pt idx="1795">
                  <c:v>8.54082503135</c:v>
                </c:pt>
                <c:pt idx="1796">
                  <c:v>8.54413641098</c:v>
                </c:pt>
                <c:pt idx="1797">
                  <c:v>8.54413641098</c:v>
                </c:pt>
                <c:pt idx="1798">
                  <c:v>8.55015732581</c:v>
                </c:pt>
                <c:pt idx="1799">
                  <c:v>8.55015732581</c:v>
                </c:pt>
                <c:pt idx="1800">
                  <c:v>8.55058411994</c:v>
                </c:pt>
                <c:pt idx="1801">
                  <c:v>8.55058411994</c:v>
                </c:pt>
                <c:pt idx="1802">
                  <c:v>8.55168361962</c:v>
                </c:pt>
                <c:pt idx="1803">
                  <c:v>8.55168361962</c:v>
                </c:pt>
                <c:pt idx="1804">
                  <c:v>8.55562601927</c:v>
                </c:pt>
                <c:pt idx="1805">
                  <c:v>8.55562601927</c:v>
                </c:pt>
                <c:pt idx="1806">
                  <c:v>8.55734532304</c:v>
                </c:pt>
                <c:pt idx="1807">
                  <c:v>8.55734532304</c:v>
                </c:pt>
                <c:pt idx="1808">
                  <c:v>8.55893404991</c:v>
                </c:pt>
                <c:pt idx="1809">
                  <c:v>8.55893404991</c:v>
                </c:pt>
                <c:pt idx="1810">
                  <c:v>8.57642888692</c:v>
                </c:pt>
                <c:pt idx="1811">
                  <c:v>8.57642888692</c:v>
                </c:pt>
                <c:pt idx="1812">
                  <c:v>8.58777025979</c:v>
                </c:pt>
                <c:pt idx="1813">
                  <c:v>8.58777025979</c:v>
                </c:pt>
                <c:pt idx="1814">
                  <c:v>8.58937314669</c:v>
                </c:pt>
                <c:pt idx="1815">
                  <c:v>8.58937314669</c:v>
                </c:pt>
                <c:pt idx="1816">
                  <c:v>8.59776059877</c:v>
                </c:pt>
                <c:pt idx="1817">
                  <c:v>8.59776059877</c:v>
                </c:pt>
                <c:pt idx="1818">
                  <c:v>8.60499266712</c:v>
                </c:pt>
                <c:pt idx="1819">
                  <c:v>8.60499266712</c:v>
                </c:pt>
                <c:pt idx="1820">
                  <c:v>8.62763084513</c:v>
                </c:pt>
                <c:pt idx="1821">
                  <c:v>8.62763084513</c:v>
                </c:pt>
                <c:pt idx="1822">
                  <c:v>8.63057365372</c:v>
                </c:pt>
                <c:pt idx="1823">
                  <c:v>8.63057365372</c:v>
                </c:pt>
                <c:pt idx="1824">
                  <c:v>8.63109008769</c:v>
                </c:pt>
                <c:pt idx="1825">
                  <c:v>8.63109008769</c:v>
                </c:pt>
                <c:pt idx="1826">
                  <c:v>8.65798702438</c:v>
                </c:pt>
                <c:pt idx="1827">
                  <c:v>8.65798702438</c:v>
                </c:pt>
                <c:pt idx="1828">
                  <c:v>8.66763273268</c:v>
                </c:pt>
                <c:pt idx="1829">
                  <c:v>8.66763273268</c:v>
                </c:pt>
                <c:pt idx="1830">
                  <c:v>8.67300955225</c:v>
                </c:pt>
                <c:pt idx="1831">
                  <c:v>8.67300955225</c:v>
                </c:pt>
                <c:pt idx="1832">
                  <c:v>8.68223383892</c:v>
                </c:pt>
                <c:pt idx="1833">
                  <c:v>8.68223383892</c:v>
                </c:pt>
                <c:pt idx="1834">
                  <c:v>8.68842499377</c:v>
                </c:pt>
                <c:pt idx="1835">
                  <c:v>8.68842499377</c:v>
                </c:pt>
                <c:pt idx="1836">
                  <c:v>8.69320135131</c:v>
                </c:pt>
                <c:pt idx="1837">
                  <c:v>8.69320135131</c:v>
                </c:pt>
                <c:pt idx="1838">
                  <c:v>8.69535043435</c:v>
                </c:pt>
                <c:pt idx="1839">
                  <c:v>8.69535043435</c:v>
                </c:pt>
                <c:pt idx="1840">
                  <c:v>8.72579215917</c:v>
                </c:pt>
                <c:pt idx="1841">
                  <c:v>8.72579215917</c:v>
                </c:pt>
                <c:pt idx="1842">
                  <c:v>8.73479796615</c:v>
                </c:pt>
                <c:pt idx="1843">
                  <c:v>8.73479796615</c:v>
                </c:pt>
                <c:pt idx="1844">
                  <c:v>8.74216988843</c:v>
                </c:pt>
                <c:pt idx="1845">
                  <c:v>8.74216988843</c:v>
                </c:pt>
                <c:pt idx="1846">
                  <c:v>8.7730194386</c:v>
                </c:pt>
                <c:pt idx="1847">
                  <c:v>8.7730194386</c:v>
                </c:pt>
                <c:pt idx="1848">
                  <c:v>8.78663224865</c:v>
                </c:pt>
                <c:pt idx="1849">
                  <c:v>8.78663224865</c:v>
                </c:pt>
                <c:pt idx="1850">
                  <c:v>8.79462556914</c:v>
                </c:pt>
                <c:pt idx="1851">
                  <c:v>8.79462556914</c:v>
                </c:pt>
                <c:pt idx="1852">
                  <c:v>8.79716467376</c:v>
                </c:pt>
                <c:pt idx="1853">
                  <c:v>8.79716467376</c:v>
                </c:pt>
                <c:pt idx="1854">
                  <c:v>8.79854279045</c:v>
                </c:pt>
                <c:pt idx="1855">
                  <c:v>8.79854279045</c:v>
                </c:pt>
                <c:pt idx="1856">
                  <c:v>8.80505164168</c:v>
                </c:pt>
                <c:pt idx="1857">
                  <c:v>8.80505164168</c:v>
                </c:pt>
                <c:pt idx="1858">
                  <c:v>8.80806611411</c:v>
                </c:pt>
                <c:pt idx="1859">
                  <c:v>8.80806611411</c:v>
                </c:pt>
                <c:pt idx="1860">
                  <c:v>8.81592317525</c:v>
                </c:pt>
                <c:pt idx="1861">
                  <c:v>8.81592317525</c:v>
                </c:pt>
                <c:pt idx="1862">
                  <c:v>8.81973224755</c:v>
                </c:pt>
                <c:pt idx="1863">
                  <c:v>8.81973224755</c:v>
                </c:pt>
                <c:pt idx="1864">
                  <c:v>8.83204740445</c:v>
                </c:pt>
                <c:pt idx="1865">
                  <c:v>8.83204740445</c:v>
                </c:pt>
                <c:pt idx="1866">
                  <c:v>8.84859819694</c:v>
                </c:pt>
                <c:pt idx="1867">
                  <c:v>8.84859819694</c:v>
                </c:pt>
                <c:pt idx="1868">
                  <c:v>8.87876023054</c:v>
                </c:pt>
                <c:pt idx="1869">
                  <c:v>8.87876023054</c:v>
                </c:pt>
                <c:pt idx="1870">
                  <c:v>8.87998635238</c:v>
                </c:pt>
                <c:pt idx="1871">
                  <c:v>8.87998635238</c:v>
                </c:pt>
                <c:pt idx="1872">
                  <c:v>8.89192413737</c:v>
                </c:pt>
                <c:pt idx="1873">
                  <c:v>8.89192413737</c:v>
                </c:pt>
                <c:pt idx="1874">
                  <c:v>8.894316246</c:v>
                </c:pt>
                <c:pt idx="1875">
                  <c:v>8.894316246</c:v>
                </c:pt>
                <c:pt idx="1876">
                  <c:v>8.90096526462</c:v>
                </c:pt>
                <c:pt idx="1877">
                  <c:v>8.90096526462</c:v>
                </c:pt>
                <c:pt idx="1878">
                  <c:v>8.91664292823</c:v>
                </c:pt>
                <c:pt idx="1879">
                  <c:v>8.91664292823</c:v>
                </c:pt>
                <c:pt idx="1880">
                  <c:v>8.92156397341</c:v>
                </c:pt>
                <c:pt idx="1881">
                  <c:v>8.92156397341</c:v>
                </c:pt>
                <c:pt idx="1882">
                  <c:v>8.93661356583</c:v>
                </c:pt>
                <c:pt idx="1883">
                  <c:v>8.93661356583</c:v>
                </c:pt>
                <c:pt idx="1884">
                  <c:v>8.9419161275</c:v>
                </c:pt>
                <c:pt idx="1885">
                  <c:v>8.9419161275</c:v>
                </c:pt>
                <c:pt idx="1886">
                  <c:v>8.94672052179</c:v>
                </c:pt>
                <c:pt idx="1887">
                  <c:v>8.94672052179</c:v>
                </c:pt>
                <c:pt idx="1888">
                  <c:v>8.95036152501</c:v>
                </c:pt>
                <c:pt idx="1889">
                  <c:v>8.95036152501</c:v>
                </c:pt>
                <c:pt idx="1890">
                  <c:v>8.98011493379</c:v>
                </c:pt>
                <c:pt idx="1891">
                  <c:v>8.98011493379</c:v>
                </c:pt>
                <c:pt idx="1892">
                  <c:v>8.98047341883</c:v>
                </c:pt>
                <c:pt idx="1893">
                  <c:v>8.98047341883</c:v>
                </c:pt>
                <c:pt idx="1894">
                  <c:v>8.99213762979</c:v>
                </c:pt>
                <c:pt idx="1895">
                  <c:v>8.99213762979</c:v>
                </c:pt>
                <c:pt idx="1896">
                  <c:v>9.02667122149</c:v>
                </c:pt>
                <c:pt idx="1897">
                  <c:v>9.02667122149</c:v>
                </c:pt>
                <c:pt idx="1898">
                  <c:v>9.02690882174</c:v>
                </c:pt>
                <c:pt idx="1899">
                  <c:v>9.02690882174</c:v>
                </c:pt>
                <c:pt idx="1900">
                  <c:v>9.0399037102</c:v>
                </c:pt>
                <c:pt idx="1901">
                  <c:v>9.0399037102</c:v>
                </c:pt>
                <c:pt idx="1902">
                  <c:v>9.04626850836</c:v>
                </c:pt>
                <c:pt idx="1903">
                  <c:v>9.04626850836</c:v>
                </c:pt>
                <c:pt idx="1904">
                  <c:v>9.05266116608</c:v>
                </c:pt>
                <c:pt idx="1905">
                  <c:v>9.05266116608</c:v>
                </c:pt>
                <c:pt idx="1906">
                  <c:v>9.06423683033</c:v>
                </c:pt>
                <c:pt idx="1907">
                  <c:v>9.06423683033</c:v>
                </c:pt>
                <c:pt idx="1908">
                  <c:v>9.08031461267</c:v>
                </c:pt>
                <c:pt idx="1909">
                  <c:v>9.08031461267</c:v>
                </c:pt>
                <c:pt idx="1910">
                  <c:v>9.08062172634</c:v>
                </c:pt>
                <c:pt idx="1911">
                  <c:v>9.08062172634</c:v>
                </c:pt>
                <c:pt idx="1912">
                  <c:v>9.08098596528</c:v>
                </c:pt>
                <c:pt idx="1913">
                  <c:v>9.08098596528</c:v>
                </c:pt>
                <c:pt idx="1914">
                  <c:v>9.09432317973</c:v>
                </c:pt>
                <c:pt idx="1915">
                  <c:v>9.09432317973</c:v>
                </c:pt>
                <c:pt idx="1916">
                  <c:v>9.09517347167</c:v>
                </c:pt>
                <c:pt idx="1917">
                  <c:v>9.09517347167</c:v>
                </c:pt>
                <c:pt idx="1918">
                  <c:v>9.13113042115</c:v>
                </c:pt>
                <c:pt idx="1919">
                  <c:v>9.13113042115</c:v>
                </c:pt>
                <c:pt idx="1920">
                  <c:v>9.15534250482</c:v>
                </c:pt>
                <c:pt idx="1921">
                  <c:v>9.15534250482</c:v>
                </c:pt>
                <c:pt idx="1922">
                  <c:v>9.15913373121</c:v>
                </c:pt>
                <c:pt idx="1923">
                  <c:v>9.15913373121</c:v>
                </c:pt>
                <c:pt idx="1924">
                  <c:v>9.15948163131</c:v>
                </c:pt>
                <c:pt idx="1925">
                  <c:v>9.15948163131</c:v>
                </c:pt>
                <c:pt idx="1926">
                  <c:v>9.16163553943</c:v>
                </c:pt>
                <c:pt idx="1927">
                  <c:v>9.16163553943</c:v>
                </c:pt>
                <c:pt idx="1928">
                  <c:v>9.17879579767</c:v>
                </c:pt>
                <c:pt idx="1929">
                  <c:v>9.17879579767</c:v>
                </c:pt>
                <c:pt idx="1930">
                  <c:v>9.20641747922</c:v>
                </c:pt>
                <c:pt idx="1931">
                  <c:v>9.20641747922</c:v>
                </c:pt>
                <c:pt idx="1932">
                  <c:v>9.21366888588</c:v>
                </c:pt>
                <c:pt idx="1933">
                  <c:v>9.21366888588</c:v>
                </c:pt>
                <c:pt idx="1934">
                  <c:v>9.23437648823</c:v>
                </c:pt>
                <c:pt idx="1935">
                  <c:v>9.23437648823</c:v>
                </c:pt>
                <c:pt idx="1936">
                  <c:v>9.25377746256</c:v>
                </c:pt>
                <c:pt idx="1937">
                  <c:v>9.25377746256</c:v>
                </c:pt>
                <c:pt idx="1938">
                  <c:v>9.25489806149</c:v>
                </c:pt>
                <c:pt idx="1939">
                  <c:v>9.25489806149</c:v>
                </c:pt>
                <c:pt idx="1940">
                  <c:v>9.25892423554</c:v>
                </c:pt>
                <c:pt idx="1941">
                  <c:v>9.25892423554</c:v>
                </c:pt>
                <c:pt idx="1942">
                  <c:v>9.27260278259</c:v>
                </c:pt>
                <c:pt idx="1943">
                  <c:v>9.27260278259</c:v>
                </c:pt>
                <c:pt idx="1944">
                  <c:v>9.28369255357</c:v>
                </c:pt>
                <c:pt idx="1945">
                  <c:v>9.28369255357</c:v>
                </c:pt>
                <c:pt idx="1946">
                  <c:v>9.30367755286</c:v>
                </c:pt>
                <c:pt idx="1947">
                  <c:v>9.30367755286</c:v>
                </c:pt>
                <c:pt idx="1948">
                  <c:v>9.30550309223</c:v>
                </c:pt>
                <c:pt idx="1949">
                  <c:v>9.30550309223</c:v>
                </c:pt>
                <c:pt idx="1950">
                  <c:v>9.34052247957</c:v>
                </c:pt>
                <c:pt idx="1951">
                  <c:v>9.34052247957</c:v>
                </c:pt>
                <c:pt idx="1952">
                  <c:v>9.35160175098</c:v>
                </c:pt>
                <c:pt idx="1953">
                  <c:v>9.35160175098</c:v>
                </c:pt>
                <c:pt idx="1954">
                  <c:v>9.3553672097</c:v>
                </c:pt>
                <c:pt idx="1955">
                  <c:v>9.3553672097</c:v>
                </c:pt>
                <c:pt idx="1956">
                  <c:v>9.36931902547</c:v>
                </c:pt>
                <c:pt idx="1957">
                  <c:v>9.36931902547</c:v>
                </c:pt>
                <c:pt idx="1958">
                  <c:v>9.37342806445</c:v>
                </c:pt>
                <c:pt idx="1959">
                  <c:v>9.37342806445</c:v>
                </c:pt>
                <c:pt idx="1960">
                  <c:v>9.37698070082</c:v>
                </c:pt>
                <c:pt idx="1961">
                  <c:v>9.37698070082</c:v>
                </c:pt>
                <c:pt idx="1962">
                  <c:v>9.38907168704</c:v>
                </c:pt>
                <c:pt idx="1963">
                  <c:v>9.38907168704</c:v>
                </c:pt>
                <c:pt idx="1964">
                  <c:v>9.39194111824</c:v>
                </c:pt>
                <c:pt idx="1965">
                  <c:v>9.39194111824</c:v>
                </c:pt>
                <c:pt idx="1966">
                  <c:v>9.3960590241</c:v>
                </c:pt>
                <c:pt idx="1967">
                  <c:v>9.3960590241</c:v>
                </c:pt>
                <c:pt idx="1968">
                  <c:v>9.41163541068</c:v>
                </c:pt>
                <c:pt idx="1969">
                  <c:v>9.41163541068</c:v>
                </c:pt>
                <c:pt idx="1970">
                  <c:v>9.41677508733</c:v>
                </c:pt>
                <c:pt idx="1971">
                  <c:v>9.41677508733</c:v>
                </c:pt>
                <c:pt idx="1972">
                  <c:v>9.41756592854</c:v>
                </c:pt>
                <c:pt idx="1973">
                  <c:v>9.41756592854</c:v>
                </c:pt>
                <c:pt idx="1974">
                  <c:v>9.42270378494</c:v>
                </c:pt>
                <c:pt idx="1975">
                  <c:v>9.42270378494</c:v>
                </c:pt>
                <c:pt idx="1976">
                  <c:v>9.45012060643</c:v>
                </c:pt>
                <c:pt idx="1977">
                  <c:v>9.45012060643</c:v>
                </c:pt>
                <c:pt idx="1978">
                  <c:v>9.45896437153</c:v>
                </c:pt>
                <c:pt idx="1979">
                  <c:v>9.45896437153</c:v>
                </c:pt>
                <c:pt idx="1980">
                  <c:v>9.46054522832</c:v>
                </c:pt>
                <c:pt idx="1981">
                  <c:v>9.46054522832</c:v>
                </c:pt>
                <c:pt idx="1982">
                  <c:v>9.46164380441</c:v>
                </c:pt>
                <c:pt idx="1983">
                  <c:v>9.46164380441</c:v>
                </c:pt>
                <c:pt idx="1984">
                  <c:v>9.4616972539</c:v>
                </c:pt>
                <c:pt idx="1985">
                  <c:v>9.4616972539</c:v>
                </c:pt>
                <c:pt idx="1986">
                  <c:v>9.47194348939</c:v>
                </c:pt>
                <c:pt idx="1987">
                  <c:v>9.47194348939</c:v>
                </c:pt>
                <c:pt idx="1988">
                  <c:v>9.47554993634</c:v>
                </c:pt>
                <c:pt idx="1989">
                  <c:v>9.47554993634</c:v>
                </c:pt>
                <c:pt idx="1990">
                  <c:v>9.48402485518</c:v>
                </c:pt>
                <c:pt idx="1991">
                  <c:v>9.48402485518</c:v>
                </c:pt>
                <c:pt idx="1992">
                  <c:v>9.4951524256</c:v>
                </c:pt>
                <c:pt idx="1993">
                  <c:v>9.4951524256</c:v>
                </c:pt>
                <c:pt idx="1994">
                  <c:v>9.4961550632</c:v>
                </c:pt>
                <c:pt idx="1995">
                  <c:v>9.4961550632</c:v>
                </c:pt>
                <c:pt idx="1996">
                  <c:v>9.50638877884</c:v>
                </c:pt>
                <c:pt idx="1997">
                  <c:v>9.50638877884</c:v>
                </c:pt>
                <c:pt idx="1998">
                  <c:v>9.50872654676</c:v>
                </c:pt>
                <c:pt idx="1999">
                  <c:v>9.50872654676</c:v>
                </c:pt>
                <c:pt idx="2000">
                  <c:v>9.51808951091</c:v>
                </c:pt>
                <c:pt idx="2001">
                  <c:v>9.51808951091</c:v>
                </c:pt>
                <c:pt idx="2002">
                  <c:v>9.52783003755</c:v>
                </c:pt>
                <c:pt idx="2003">
                  <c:v>9.52783003755</c:v>
                </c:pt>
                <c:pt idx="2004">
                  <c:v>9.55372243095</c:v>
                </c:pt>
                <c:pt idx="2005">
                  <c:v>9.55372243095</c:v>
                </c:pt>
                <c:pt idx="2006">
                  <c:v>9.57472240922</c:v>
                </c:pt>
                <c:pt idx="2007">
                  <c:v>9.57472240922</c:v>
                </c:pt>
                <c:pt idx="2008">
                  <c:v>9.58289113017</c:v>
                </c:pt>
                <c:pt idx="2009">
                  <c:v>9.58289113017</c:v>
                </c:pt>
                <c:pt idx="2010">
                  <c:v>9.59804223595</c:v>
                </c:pt>
                <c:pt idx="2011">
                  <c:v>9.59804223595</c:v>
                </c:pt>
                <c:pt idx="2012">
                  <c:v>9.60800241708</c:v>
                </c:pt>
                <c:pt idx="2013">
                  <c:v>9.60800241708</c:v>
                </c:pt>
                <c:pt idx="2014">
                  <c:v>9.61014157488</c:v>
                </c:pt>
                <c:pt idx="2015">
                  <c:v>9.61014157488</c:v>
                </c:pt>
                <c:pt idx="2016">
                  <c:v>9.6110992588</c:v>
                </c:pt>
                <c:pt idx="2017">
                  <c:v>9.6110992588</c:v>
                </c:pt>
                <c:pt idx="2018">
                  <c:v>9.61144388209</c:v>
                </c:pt>
                <c:pt idx="2019">
                  <c:v>9.61144388209</c:v>
                </c:pt>
                <c:pt idx="2020">
                  <c:v>9.61573568266</c:v>
                </c:pt>
                <c:pt idx="2021">
                  <c:v>9.61573568266</c:v>
                </c:pt>
                <c:pt idx="2022">
                  <c:v>9.62121196841</c:v>
                </c:pt>
                <c:pt idx="2023">
                  <c:v>9.62121196841</c:v>
                </c:pt>
                <c:pt idx="2024">
                  <c:v>9.62264083237</c:v>
                </c:pt>
                <c:pt idx="2025">
                  <c:v>9.62264083237</c:v>
                </c:pt>
                <c:pt idx="2026">
                  <c:v>9.63600949169</c:v>
                </c:pt>
                <c:pt idx="2027">
                  <c:v>9.63600949169</c:v>
                </c:pt>
                <c:pt idx="2028">
                  <c:v>9.6371496031</c:v>
                </c:pt>
                <c:pt idx="2029">
                  <c:v>9.6371496031</c:v>
                </c:pt>
                <c:pt idx="2030">
                  <c:v>9.64651534746</c:v>
                </c:pt>
                <c:pt idx="2031">
                  <c:v>9.64651534746</c:v>
                </c:pt>
                <c:pt idx="2032">
                  <c:v>9.65785479854</c:v>
                </c:pt>
                <c:pt idx="2033">
                  <c:v>9.65785479854</c:v>
                </c:pt>
                <c:pt idx="2034">
                  <c:v>9.66486266261</c:v>
                </c:pt>
                <c:pt idx="2035">
                  <c:v>9.66486266261</c:v>
                </c:pt>
                <c:pt idx="2036">
                  <c:v>9.66870168422</c:v>
                </c:pt>
                <c:pt idx="2037">
                  <c:v>9.66870168422</c:v>
                </c:pt>
                <c:pt idx="2038">
                  <c:v>9.68079868611</c:v>
                </c:pt>
                <c:pt idx="2039">
                  <c:v>9.68079868611</c:v>
                </c:pt>
                <c:pt idx="2040">
                  <c:v>9.68975521265</c:v>
                </c:pt>
                <c:pt idx="2041">
                  <c:v>9.68975521265</c:v>
                </c:pt>
                <c:pt idx="2042">
                  <c:v>9.6978002795</c:v>
                </c:pt>
                <c:pt idx="2043">
                  <c:v>9.6978002795</c:v>
                </c:pt>
                <c:pt idx="2044">
                  <c:v>9.70058772538</c:v>
                </c:pt>
                <c:pt idx="2045">
                  <c:v>9.70058772538</c:v>
                </c:pt>
                <c:pt idx="2046">
                  <c:v>9.70301503543</c:v>
                </c:pt>
                <c:pt idx="2047">
                  <c:v>9.70301503543</c:v>
                </c:pt>
                <c:pt idx="2048">
                  <c:v>9.71563971084</c:v>
                </c:pt>
                <c:pt idx="2049">
                  <c:v>9.71563971084</c:v>
                </c:pt>
                <c:pt idx="2050">
                  <c:v>9.72079084863</c:v>
                </c:pt>
                <c:pt idx="2051">
                  <c:v>9.72079084863</c:v>
                </c:pt>
                <c:pt idx="2052">
                  <c:v>9.72940750411</c:v>
                </c:pt>
                <c:pt idx="2053">
                  <c:v>9.72940750411</c:v>
                </c:pt>
                <c:pt idx="2054">
                  <c:v>9.73839357046</c:v>
                </c:pt>
                <c:pt idx="2055">
                  <c:v>9.73839357046</c:v>
                </c:pt>
                <c:pt idx="2056">
                  <c:v>9.74713392607</c:v>
                </c:pt>
                <c:pt idx="2057">
                  <c:v>9.74713392607</c:v>
                </c:pt>
                <c:pt idx="2058">
                  <c:v>9.75132761839</c:v>
                </c:pt>
                <c:pt idx="2059">
                  <c:v>9.75132761839</c:v>
                </c:pt>
                <c:pt idx="2060">
                  <c:v>9.7519045394</c:v>
                </c:pt>
                <c:pt idx="2061">
                  <c:v>9.7519045394</c:v>
                </c:pt>
                <c:pt idx="2062">
                  <c:v>9.75349382179</c:v>
                </c:pt>
                <c:pt idx="2063">
                  <c:v>9.75349382179</c:v>
                </c:pt>
                <c:pt idx="2064">
                  <c:v>9.76952584222</c:v>
                </c:pt>
                <c:pt idx="2065">
                  <c:v>9.76952584222</c:v>
                </c:pt>
                <c:pt idx="2066">
                  <c:v>9.77221366704</c:v>
                </c:pt>
                <c:pt idx="2067">
                  <c:v>9.77221366704</c:v>
                </c:pt>
                <c:pt idx="2068">
                  <c:v>9.77568297763</c:v>
                </c:pt>
                <c:pt idx="2069">
                  <c:v>9.77568297763</c:v>
                </c:pt>
                <c:pt idx="2070">
                  <c:v>9.77603840634</c:v>
                </c:pt>
                <c:pt idx="2071">
                  <c:v>9.77603840634</c:v>
                </c:pt>
                <c:pt idx="2072">
                  <c:v>9.77789147535</c:v>
                </c:pt>
                <c:pt idx="2073">
                  <c:v>9.77789147535</c:v>
                </c:pt>
                <c:pt idx="2074">
                  <c:v>9.77901840899</c:v>
                </c:pt>
                <c:pt idx="2075">
                  <c:v>9.77901840899</c:v>
                </c:pt>
                <c:pt idx="2076">
                  <c:v>9.78858652152</c:v>
                </c:pt>
                <c:pt idx="2077">
                  <c:v>9.78858652152</c:v>
                </c:pt>
                <c:pt idx="2078">
                  <c:v>9.79268921413</c:v>
                </c:pt>
                <c:pt idx="2079">
                  <c:v>9.79268921413</c:v>
                </c:pt>
                <c:pt idx="2080">
                  <c:v>9.80096444958</c:v>
                </c:pt>
                <c:pt idx="2081">
                  <c:v>9.80096444958</c:v>
                </c:pt>
                <c:pt idx="2082">
                  <c:v>9.81199864923</c:v>
                </c:pt>
                <c:pt idx="2083">
                  <c:v>9.81199864923</c:v>
                </c:pt>
                <c:pt idx="2084">
                  <c:v>9.82015065167</c:v>
                </c:pt>
                <c:pt idx="2085">
                  <c:v>9.82015065167</c:v>
                </c:pt>
                <c:pt idx="2086">
                  <c:v>9.83350770691</c:v>
                </c:pt>
                <c:pt idx="2087">
                  <c:v>9.83350770691</c:v>
                </c:pt>
                <c:pt idx="2088">
                  <c:v>9.84691952484</c:v>
                </c:pt>
                <c:pt idx="2089">
                  <c:v>9.84691952484</c:v>
                </c:pt>
                <c:pt idx="2090">
                  <c:v>9.89500664606</c:v>
                </c:pt>
                <c:pt idx="2091">
                  <c:v>9.89500664606</c:v>
                </c:pt>
                <c:pt idx="2092">
                  <c:v>9.90730907267</c:v>
                </c:pt>
                <c:pt idx="2093">
                  <c:v>9.90730907267</c:v>
                </c:pt>
                <c:pt idx="2094">
                  <c:v>9.9095068668</c:v>
                </c:pt>
                <c:pt idx="2095">
                  <c:v>9.9095068668</c:v>
                </c:pt>
                <c:pt idx="2096">
                  <c:v>9.91724216901</c:v>
                </c:pt>
                <c:pt idx="2097">
                  <c:v>9.91724216901</c:v>
                </c:pt>
                <c:pt idx="2098">
                  <c:v>9.92316146875</c:v>
                </c:pt>
                <c:pt idx="2099">
                  <c:v>9.92316146875</c:v>
                </c:pt>
                <c:pt idx="2100">
                  <c:v>9.95048016792</c:v>
                </c:pt>
                <c:pt idx="2101">
                  <c:v>9.95048016792</c:v>
                </c:pt>
                <c:pt idx="2102">
                  <c:v>9.95867221191</c:v>
                </c:pt>
                <c:pt idx="2103">
                  <c:v>9.95867221191</c:v>
                </c:pt>
                <c:pt idx="2104">
                  <c:v>9.96701579333</c:v>
                </c:pt>
                <c:pt idx="2105">
                  <c:v>9.96701579333</c:v>
                </c:pt>
                <c:pt idx="2106">
                  <c:v>9.97430255959</c:v>
                </c:pt>
                <c:pt idx="2107">
                  <c:v>9.97430255959</c:v>
                </c:pt>
                <c:pt idx="2108">
                  <c:v>9.98034603574</c:v>
                </c:pt>
                <c:pt idx="2109">
                  <c:v>9.98034603574</c:v>
                </c:pt>
                <c:pt idx="2110">
                  <c:v>9.98521269896</c:v>
                </c:pt>
                <c:pt idx="2111">
                  <c:v>9.98521269896</c:v>
                </c:pt>
                <c:pt idx="2112">
                  <c:v>9.98929837524</c:v>
                </c:pt>
                <c:pt idx="2113">
                  <c:v>9.98929837524</c:v>
                </c:pt>
                <c:pt idx="2114">
                  <c:v>9.99102273265</c:v>
                </c:pt>
                <c:pt idx="2115">
                  <c:v>9.99102273265</c:v>
                </c:pt>
                <c:pt idx="2116">
                  <c:v>9.99402975869</c:v>
                </c:pt>
                <c:pt idx="2117">
                  <c:v>9.99402975869</c:v>
                </c:pt>
                <c:pt idx="2118">
                  <c:v>9.99607104301</c:v>
                </c:pt>
                <c:pt idx="2119">
                  <c:v>9.99607104301</c:v>
                </c:pt>
                <c:pt idx="2120">
                  <c:v>9.99735840844</c:v>
                </c:pt>
                <c:pt idx="2121">
                  <c:v>9.99735840844</c:v>
                </c:pt>
                <c:pt idx="2122">
                  <c:v>10.0118777788</c:v>
                </c:pt>
                <c:pt idx="2123">
                  <c:v>10.0118777788</c:v>
                </c:pt>
                <c:pt idx="2124">
                  <c:v>10.0212953579</c:v>
                </c:pt>
                <c:pt idx="2125">
                  <c:v>10.0212953579</c:v>
                </c:pt>
                <c:pt idx="2126">
                  <c:v>10.0341762183</c:v>
                </c:pt>
                <c:pt idx="2127">
                  <c:v>10.0341762183</c:v>
                </c:pt>
                <c:pt idx="2128">
                  <c:v>10.0388043345</c:v>
                </c:pt>
                <c:pt idx="2129">
                  <c:v>10.0388043345</c:v>
                </c:pt>
                <c:pt idx="2130">
                  <c:v>10.0895073289</c:v>
                </c:pt>
                <c:pt idx="2131">
                  <c:v>10.0895073289</c:v>
                </c:pt>
                <c:pt idx="2132">
                  <c:v>10.1010591272</c:v>
                </c:pt>
                <c:pt idx="2133">
                  <c:v>10.1010591272</c:v>
                </c:pt>
                <c:pt idx="2134">
                  <c:v>10.1152194401</c:v>
                </c:pt>
                <c:pt idx="2135">
                  <c:v>10.1152194401</c:v>
                </c:pt>
                <c:pt idx="2136">
                  <c:v>10.1282738921</c:v>
                </c:pt>
                <c:pt idx="2137">
                  <c:v>10.1282738921</c:v>
                </c:pt>
                <c:pt idx="2138">
                  <c:v>10.1333600493</c:v>
                </c:pt>
                <c:pt idx="2139">
                  <c:v>10.1333600493</c:v>
                </c:pt>
                <c:pt idx="2140">
                  <c:v>10.1429103906</c:v>
                </c:pt>
                <c:pt idx="2141">
                  <c:v>10.1429103906</c:v>
                </c:pt>
                <c:pt idx="2142">
                  <c:v>10.1450407524</c:v>
                </c:pt>
                <c:pt idx="2143">
                  <c:v>10.1450407524</c:v>
                </c:pt>
                <c:pt idx="2144">
                  <c:v>10.1896023731</c:v>
                </c:pt>
                <c:pt idx="2145">
                  <c:v>10.1896023731</c:v>
                </c:pt>
                <c:pt idx="2146">
                  <c:v>10.2022321966</c:v>
                </c:pt>
                <c:pt idx="2147">
                  <c:v>10.2022321966</c:v>
                </c:pt>
                <c:pt idx="2148">
                  <c:v>10.2537399191</c:v>
                </c:pt>
                <c:pt idx="2149">
                  <c:v>10.2537399191</c:v>
                </c:pt>
                <c:pt idx="2150">
                  <c:v>10.265867717</c:v>
                </c:pt>
                <c:pt idx="2151">
                  <c:v>10.265867717</c:v>
                </c:pt>
                <c:pt idx="2152">
                  <c:v>10.2741150073</c:v>
                </c:pt>
                <c:pt idx="2153">
                  <c:v>10.2741150073</c:v>
                </c:pt>
                <c:pt idx="2154">
                  <c:v>10.2903323408</c:v>
                </c:pt>
                <c:pt idx="2155">
                  <c:v>10.2903323408</c:v>
                </c:pt>
                <c:pt idx="2156">
                  <c:v>10.3265614923</c:v>
                </c:pt>
                <c:pt idx="2157">
                  <c:v>10.3265614923</c:v>
                </c:pt>
                <c:pt idx="2158">
                  <c:v>10.3473956099</c:v>
                </c:pt>
                <c:pt idx="2159">
                  <c:v>10.3473956099</c:v>
                </c:pt>
                <c:pt idx="2160">
                  <c:v>10.3631871147</c:v>
                </c:pt>
                <c:pt idx="2161">
                  <c:v>10.3631871147</c:v>
                </c:pt>
                <c:pt idx="2162">
                  <c:v>10.3699348976</c:v>
                </c:pt>
                <c:pt idx="2163">
                  <c:v>10.3699348976</c:v>
                </c:pt>
                <c:pt idx="2164">
                  <c:v>10.3805570028</c:v>
                </c:pt>
                <c:pt idx="2165">
                  <c:v>10.3805570028</c:v>
                </c:pt>
                <c:pt idx="2166">
                  <c:v>10.3814712376</c:v>
                </c:pt>
                <c:pt idx="2167">
                  <c:v>10.3814712376</c:v>
                </c:pt>
                <c:pt idx="2168">
                  <c:v>10.3835734604</c:v>
                </c:pt>
                <c:pt idx="2169">
                  <c:v>10.3835734604</c:v>
                </c:pt>
                <c:pt idx="2170">
                  <c:v>10.3843796105</c:v>
                </c:pt>
                <c:pt idx="2171">
                  <c:v>10.3843796105</c:v>
                </c:pt>
                <c:pt idx="2172">
                  <c:v>10.3995717027</c:v>
                </c:pt>
                <c:pt idx="2173">
                  <c:v>10.3995717027</c:v>
                </c:pt>
                <c:pt idx="2174">
                  <c:v>10.4199933755</c:v>
                </c:pt>
                <c:pt idx="2175">
                  <c:v>10.4199933755</c:v>
                </c:pt>
                <c:pt idx="2176">
                  <c:v>10.4246462831</c:v>
                </c:pt>
                <c:pt idx="2177">
                  <c:v>10.4246462831</c:v>
                </c:pt>
                <c:pt idx="2178">
                  <c:v>10.4469383704</c:v>
                </c:pt>
                <c:pt idx="2179">
                  <c:v>10.4469383704</c:v>
                </c:pt>
                <c:pt idx="2180">
                  <c:v>10.4582905417</c:v>
                </c:pt>
                <c:pt idx="2181">
                  <c:v>10.4582905417</c:v>
                </c:pt>
                <c:pt idx="2182">
                  <c:v>10.4789537538</c:v>
                </c:pt>
                <c:pt idx="2183">
                  <c:v>10.4789537538</c:v>
                </c:pt>
                <c:pt idx="2184">
                  <c:v>10.505440811</c:v>
                </c:pt>
                <c:pt idx="2185">
                  <c:v>10.505440811</c:v>
                </c:pt>
                <c:pt idx="2186">
                  <c:v>10.5117857983</c:v>
                </c:pt>
                <c:pt idx="2187">
                  <c:v>10.5117857983</c:v>
                </c:pt>
                <c:pt idx="2188">
                  <c:v>10.5307814591</c:v>
                </c:pt>
                <c:pt idx="2189">
                  <c:v>10.5307814591</c:v>
                </c:pt>
                <c:pt idx="2190">
                  <c:v>10.5395721955</c:v>
                </c:pt>
                <c:pt idx="2191">
                  <c:v>10.5395721955</c:v>
                </c:pt>
                <c:pt idx="2192">
                  <c:v>10.5779691763</c:v>
                </c:pt>
                <c:pt idx="2193">
                  <c:v>10.5779691763</c:v>
                </c:pt>
                <c:pt idx="2194">
                  <c:v>10.5783644129</c:v>
                </c:pt>
                <c:pt idx="2195">
                  <c:v>10.5783644129</c:v>
                </c:pt>
                <c:pt idx="2196">
                  <c:v>10.5822722752</c:v>
                </c:pt>
                <c:pt idx="2197">
                  <c:v>10.5822722752</c:v>
                </c:pt>
                <c:pt idx="2198">
                  <c:v>10.5909989904</c:v>
                </c:pt>
                <c:pt idx="2199">
                  <c:v>10.5909989904</c:v>
                </c:pt>
                <c:pt idx="2200">
                  <c:v>10.6488139013</c:v>
                </c:pt>
                <c:pt idx="2201">
                  <c:v>10.6488139013</c:v>
                </c:pt>
                <c:pt idx="2202">
                  <c:v>10.6521673188</c:v>
                </c:pt>
                <c:pt idx="2203">
                  <c:v>10.6521673188</c:v>
                </c:pt>
                <c:pt idx="2204">
                  <c:v>10.6702861882</c:v>
                </c:pt>
                <c:pt idx="2205">
                  <c:v>10.6702861882</c:v>
                </c:pt>
                <c:pt idx="2206">
                  <c:v>10.6738232486</c:v>
                </c:pt>
                <c:pt idx="2207">
                  <c:v>10.6738232486</c:v>
                </c:pt>
                <c:pt idx="2208">
                  <c:v>10.7007263868</c:v>
                </c:pt>
                <c:pt idx="2209">
                  <c:v>10.7007263868</c:v>
                </c:pt>
                <c:pt idx="2210">
                  <c:v>10.7107094716</c:v>
                </c:pt>
                <c:pt idx="2211">
                  <c:v>10.7107094716</c:v>
                </c:pt>
                <c:pt idx="2212">
                  <c:v>10.7196445897</c:v>
                </c:pt>
                <c:pt idx="2213">
                  <c:v>10.7196445897</c:v>
                </c:pt>
                <c:pt idx="2214">
                  <c:v>10.7308116974</c:v>
                </c:pt>
                <c:pt idx="2215">
                  <c:v>10.7308116974</c:v>
                </c:pt>
                <c:pt idx="2216">
                  <c:v>10.7392813108</c:v>
                </c:pt>
                <c:pt idx="2217">
                  <c:v>10.7392813108</c:v>
                </c:pt>
                <c:pt idx="2218">
                  <c:v>10.7424869539</c:v>
                </c:pt>
                <c:pt idx="2219">
                  <c:v>10.7424869539</c:v>
                </c:pt>
                <c:pt idx="2220">
                  <c:v>10.7507488684</c:v>
                </c:pt>
                <c:pt idx="2221">
                  <c:v>10.7507488684</c:v>
                </c:pt>
                <c:pt idx="2222">
                  <c:v>10.7595658194</c:v>
                </c:pt>
                <c:pt idx="2223">
                  <c:v>10.7595658194</c:v>
                </c:pt>
                <c:pt idx="2224">
                  <c:v>10.760678746</c:v>
                </c:pt>
                <c:pt idx="2225">
                  <c:v>10.760678746</c:v>
                </c:pt>
                <c:pt idx="2226">
                  <c:v>10.7623707355</c:v>
                </c:pt>
                <c:pt idx="2227">
                  <c:v>10.7623707355</c:v>
                </c:pt>
                <c:pt idx="2228">
                  <c:v>10.7672503882</c:v>
                </c:pt>
                <c:pt idx="2229">
                  <c:v>10.7672503882</c:v>
                </c:pt>
                <c:pt idx="2230">
                  <c:v>10.7733107744</c:v>
                </c:pt>
                <c:pt idx="2231">
                  <c:v>10.7733107744</c:v>
                </c:pt>
                <c:pt idx="2232">
                  <c:v>10.7767901491</c:v>
                </c:pt>
                <c:pt idx="2233">
                  <c:v>10.7767901491</c:v>
                </c:pt>
                <c:pt idx="2234">
                  <c:v>10.8045394828</c:v>
                </c:pt>
                <c:pt idx="2235">
                  <c:v>10.8045394828</c:v>
                </c:pt>
                <c:pt idx="2236">
                  <c:v>10.8108601375</c:v>
                </c:pt>
                <c:pt idx="2237">
                  <c:v>10.8108601375</c:v>
                </c:pt>
                <c:pt idx="2238">
                  <c:v>10.8183664188</c:v>
                </c:pt>
                <c:pt idx="2239">
                  <c:v>10.8183664188</c:v>
                </c:pt>
                <c:pt idx="2240">
                  <c:v>10.8216448372</c:v>
                </c:pt>
                <c:pt idx="2241">
                  <c:v>10.8216448372</c:v>
                </c:pt>
                <c:pt idx="2242">
                  <c:v>10.8536023369</c:v>
                </c:pt>
                <c:pt idx="2243">
                  <c:v>10.8536023369</c:v>
                </c:pt>
                <c:pt idx="2244">
                  <c:v>10.8591040229</c:v>
                </c:pt>
                <c:pt idx="2245">
                  <c:v>10.8591040229</c:v>
                </c:pt>
                <c:pt idx="2246">
                  <c:v>10.8719066381</c:v>
                </c:pt>
                <c:pt idx="2247">
                  <c:v>10.8719066381</c:v>
                </c:pt>
                <c:pt idx="2248">
                  <c:v>10.8722968735</c:v>
                </c:pt>
                <c:pt idx="2249">
                  <c:v>10.8722968735</c:v>
                </c:pt>
                <c:pt idx="2250">
                  <c:v>10.8909937342</c:v>
                </c:pt>
                <c:pt idx="2251">
                  <c:v>10.8909937342</c:v>
                </c:pt>
                <c:pt idx="2252">
                  <c:v>10.8987312119</c:v>
                </c:pt>
                <c:pt idx="2253">
                  <c:v>10.8987312119</c:v>
                </c:pt>
                <c:pt idx="2254">
                  <c:v>10.9305300303</c:v>
                </c:pt>
                <c:pt idx="2255">
                  <c:v>10.9305300303</c:v>
                </c:pt>
                <c:pt idx="2256">
                  <c:v>10.9431622961</c:v>
                </c:pt>
                <c:pt idx="2257">
                  <c:v>10.9431622961</c:v>
                </c:pt>
                <c:pt idx="2258">
                  <c:v>10.9733129076</c:v>
                </c:pt>
                <c:pt idx="2259">
                  <c:v>10.9733129076</c:v>
                </c:pt>
                <c:pt idx="2260">
                  <c:v>10.9794157136</c:v>
                </c:pt>
                <c:pt idx="2261">
                  <c:v>10.9794157136</c:v>
                </c:pt>
                <c:pt idx="2262">
                  <c:v>10.992530164</c:v>
                </c:pt>
                <c:pt idx="2263">
                  <c:v>10.992530164</c:v>
                </c:pt>
                <c:pt idx="2264">
                  <c:v>11.009632337</c:v>
                </c:pt>
                <c:pt idx="2265">
                  <c:v>11.009632337</c:v>
                </c:pt>
                <c:pt idx="2266">
                  <c:v>11.0545392687</c:v>
                </c:pt>
                <c:pt idx="2267">
                  <c:v>11.0545392687</c:v>
                </c:pt>
                <c:pt idx="2268">
                  <c:v>11.0623277962</c:v>
                </c:pt>
                <c:pt idx="2269">
                  <c:v>11.0623277962</c:v>
                </c:pt>
                <c:pt idx="2270">
                  <c:v>11.0997115911</c:v>
                </c:pt>
                <c:pt idx="2271">
                  <c:v>11.0997115911</c:v>
                </c:pt>
                <c:pt idx="2272">
                  <c:v>11.1148961438</c:v>
                </c:pt>
                <c:pt idx="2273">
                  <c:v>11.1148961438</c:v>
                </c:pt>
                <c:pt idx="2274">
                  <c:v>11.1199765007</c:v>
                </c:pt>
                <c:pt idx="2275">
                  <c:v>11.1199765007</c:v>
                </c:pt>
                <c:pt idx="2276">
                  <c:v>11.1481503244</c:v>
                </c:pt>
                <c:pt idx="2277">
                  <c:v>11.1481503244</c:v>
                </c:pt>
                <c:pt idx="2278">
                  <c:v>11.1613366025</c:v>
                </c:pt>
                <c:pt idx="2279">
                  <c:v>11.1613366025</c:v>
                </c:pt>
                <c:pt idx="2280">
                  <c:v>11.1701286033</c:v>
                </c:pt>
                <c:pt idx="2281">
                  <c:v>11.1701286033</c:v>
                </c:pt>
                <c:pt idx="2282">
                  <c:v>11.1730125781</c:v>
                </c:pt>
                <c:pt idx="2283">
                  <c:v>11.1730125781</c:v>
                </c:pt>
                <c:pt idx="2284">
                  <c:v>11.1845521385</c:v>
                </c:pt>
                <c:pt idx="2285">
                  <c:v>11.1845521385</c:v>
                </c:pt>
                <c:pt idx="2286">
                  <c:v>11.1847649568</c:v>
                </c:pt>
                <c:pt idx="2287">
                  <c:v>11.1847649568</c:v>
                </c:pt>
                <c:pt idx="2288">
                  <c:v>11.1902130549</c:v>
                </c:pt>
                <c:pt idx="2289">
                  <c:v>11.1902130549</c:v>
                </c:pt>
                <c:pt idx="2290">
                  <c:v>11.2132953279</c:v>
                </c:pt>
                <c:pt idx="2291">
                  <c:v>11.2132953279</c:v>
                </c:pt>
                <c:pt idx="2292">
                  <c:v>11.2418325479</c:v>
                </c:pt>
                <c:pt idx="2293">
                  <c:v>11.2418325479</c:v>
                </c:pt>
                <c:pt idx="2294">
                  <c:v>11.2418983238</c:v>
                </c:pt>
                <c:pt idx="2295">
                  <c:v>11.2418983238</c:v>
                </c:pt>
                <c:pt idx="2296">
                  <c:v>11.2937937183</c:v>
                </c:pt>
                <c:pt idx="2297">
                  <c:v>11.2937937183</c:v>
                </c:pt>
                <c:pt idx="2298">
                  <c:v>11.3180881752</c:v>
                </c:pt>
                <c:pt idx="2299">
                  <c:v>11.3180881752</c:v>
                </c:pt>
                <c:pt idx="2300">
                  <c:v>11.3191680043</c:v>
                </c:pt>
                <c:pt idx="2301">
                  <c:v>11.3191680043</c:v>
                </c:pt>
                <c:pt idx="2302">
                  <c:v>11.3284502531</c:v>
                </c:pt>
                <c:pt idx="2303">
                  <c:v>11.3284502531</c:v>
                </c:pt>
                <c:pt idx="2304">
                  <c:v>11.3298524042</c:v>
                </c:pt>
                <c:pt idx="2305">
                  <c:v>11.3298524042</c:v>
                </c:pt>
                <c:pt idx="2306">
                  <c:v>11.3721977877</c:v>
                </c:pt>
                <c:pt idx="2307">
                  <c:v>11.3721977877</c:v>
                </c:pt>
                <c:pt idx="2308">
                  <c:v>11.3909993608</c:v>
                </c:pt>
                <c:pt idx="2309">
                  <c:v>11.3909993608</c:v>
                </c:pt>
                <c:pt idx="2310">
                  <c:v>11.3991237654</c:v>
                </c:pt>
                <c:pt idx="2311">
                  <c:v>11.3991237654</c:v>
                </c:pt>
                <c:pt idx="2312">
                  <c:v>11.4508680679</c:v>
                </c:pt>
                <c:pt idx="2313">
                  <c:v>11.4508680679</c:v>
                </c:pt>
                <c:pt idx="2314">
                  <c:v>11.4652911154</c:v>
                </c:pt>
                <c:pt idx="2315">
                  <c:v>11.4652911154</c:v>
                </c:pt>
                <c:pt idx="2316">
                  <c:v>11.4700071978</c:v>
                </c:pt>
                <c:pt idx="2317">
                  <c:v>11.4700071978</c:v>
                </c:pt>
                <c:pt idx="2318">
                  <c:v>11.4761746009</c:v>
                </c:pt>
                <c:pt idx="2319">
                  <c:v>11.4761746009</c:v>
                </c:pt>
                <c:pt idx="2320">
                  <c:v>11.4966451491</c:v>
                </c:pt>
                <c:pt idx="2321">
                  <c:v>11.4966451491</c:v>
                </c:pt>
                <c:pt idx="2322">
                  <c:v>11.5165296779</c:v>
                </c:pt>
                <c:pt idx="2323">
                  <c:v>11.5165296779</c:v>
                </c:pt>
                <c:pt idx="2324">
                  <c:v>11.5232484968</c:v>
                </c:pt>
                <c:pt idx="2325">
                  <c:v>11.5232484968</c:v>
                </c:pt>
                <c:pt idx="2326">
                  <c:v>11.5702760396</c:v>
                </c:pt>
                <c:pt idx="2327">
                  <c:v>11.5702760396</c:v>
                </c:pt>
                <c:pt idx="2328">
                  <c:v>11.5713591557</c:v>
                </c:pt>
                <c:pt idx="2329">
                  <c:v>11.5713591557</c:v>
                </c:pt>
                <c:pt idx="2330">
                  <c:v>11.6212493632</c:v>
                </c:pt>
                <c:pt idx="2331">
                  <c:v>11.6212493632</c:v>
                </c:pt>
                <c:pt idx="2332">
                  <c:v>11.6268233714</c:v>
                </c:pt>
                <c:pt idx="2333">
                  <c:v>11.6268233714</c:v>
                </c:pt>
                <c:pt idx="2334">
                  <c:v>11.6367775247</c:v>
                </c:pt>
                <c:pt idx="2335">
                  <c:v>11.6367775247</c:v>
                </c:pt>
                <c:pt idx="2336">
                  <c:v>11.6701815061</c:v>
                </c:pt>
                <c:pt idx="2337">
                  <c:v>11.6701815061</c:v>
                </c:pt>
                <c:pt idx="2338">
                  <c:v>11.6789908203</c:v>
                </c:pt>
                <c:pt idx="2339">
                  <c:v>11.6789908203</c:v>
                </c:pt>
                <c:pt idx="2340">
                  <c:v>11.6945340105</c:v>
                </c:pt>
                <c:pt idx="2341">
                  <c:v>11.6945340105</c:v>
                </c:pt>
                <c:pt idx="2342">
                  <c:v>11.7223990405</c:v>
                </c:pt>
                <c:pt idx="2343">
                  <c:v>11.7223990405</c:v>
                </c:pt>
                <c:pt idx="2344">
                  <c:v>11.7410545032</c:v>
                </c:pt>
                <c:pt idx="2345">
                  <c:v>11.7410545032</c:v>
                </c:pt>
                <c:pt idx="2346">
                  <c:v>11.7690791259</c:v>
                </c:pt>
                <c:pt idx="2347">
                  <c:v>11.7690791259</c:v>
                </c:pt>
                <c:pt idx="2348">
                  <c:v>11.8005827117</c:v>
                </c:pt>
                <c:pt idx="2349">
                  <c:v>11.8005827117</c:v>
                </c:pt>
                <c:pt idx="2350">
                  <c:v>11.8071314635</c:v>
                </c:pt>
                <c:pt idx="2351">
                  <c:v>11.8071314635</c:v>
                </c:pt>
                <c:pt idx="2352">
                  <c:v>11.8259206988</c:v>
                </c:pt>
                <c:pt idx="2353">
                  <c:v>11.8259206988</c:v>
                </c:pt>
                <c:pt idx="2354">
                  <c:v>11.8365897628</c:v>
                </c:pt>
                <c:pt idx="2355">
                  <c:v>11.8365897628</c:v>
                </c:pt>
                <c:pt idx="2356">
                  <c:v>11.8596096942</c:v>
                </c:pt>
                <c:pt idx="2357">
                  <c:v>11.8596096942</c:v>
                </c:pt>
                <c:pt idx="2358">
                  <c:v>11.8596609813</c:v>
                </c:pt>
                <c:pt idx="2359">
                  <c:v>11.8596609813</c:v>
                </c:pt>
                <c:pt idx="2360">
                  <c:v>11.8679527434</c:v>
                </c:pt>
                <c:pt idx="2361">
                  <c:v>11.8679527434</c:v>
                </c:pt>
                <c:pt idx="2362">
                  <c:v>11.870134273</c:v>
                </c:pt>
                <c:pt idx="2363">
                  <c:v>11.870134273</c:v>
                </c:pt>
                <c:pt idx="2364">
                  <c:v>11.8717788405</c:v>
                </c:pt>
                <c:pt idx="2365">
                  <c:v>11.8717788405</c:v>
                </c:pt>
                <c:pt idx="2366">
                  <c:v>11.873243136</c:v>
                </c:pt>
                <c:pt idx="2367">
                  <c:v>11.873243136</c:v>
                </c:pt>
                <c:pt idx="2368">
                  <c:v>11.9178494246</c:v>
                </c:pt>
                <c:pt idx="2369">
                  <c:v>11.9178494246</c:v>
                </c:pt>
                <c:pt idx="2370">
                  <c:v>11.9307527935</c:v>
                </c:pt>
                <c:pt idx="2371">
                  <c:v>11.9307527935</c:v>
                </c:pt>
                <c:pt idx="2372">
                  <c:v>11.9768217534</c:v>
                </c:pt>
                <c:pt idx="2373">
                  <c:v>11.9768217534</c:v>
                </c:pt>
                <c:pt idx="2374">
                  <c:v>11.9799744917</c:v>
                </c:pt>
                <c:pt idx="2375">
                  <c:v>11.9799744917</c:v>
                </c:pt>
                <c:pt idx="2376">
                  <c:v>11.9895089684</c:v>
                </c:pt>
                <c:pt idx="2377">
                  <c:v>11.9895089684</c:v>
                </c:pt>
                <c:pt idx="2378">
                  <c:v>12.0254130795</c:v>
                </c:pt>
                <c:pt idx="2379">
                  <c:v>12.0254130795</c:v>
                </c:pt>
                <c:pt idx="2380">
                  <c:v>12.0631795126</c:v>
                </c:pt>
                <c:pt idx="2381">
                  <c:v>12.0631795126</c:v>
                </c:pt>
                <c:pt idx="2382">
                  <c:v>12.0878570142</c:v>
                </c:pt>
                <c:pt idx="2383">
                  <c:v>12.0878570142</c:v>
                </c:pt>
                <c:pt idx="2384">
                  <c:v>12.1237636144</c:v>
                </c:pt>
                <c:pt idx="2385">
                  <c:v>12.1237636144</c:v>
                </c:pt>
                <c:pt idx="2386">
                  <c:v>12.1306096332</c:v>
                </c:pt>
                <c:pt idx="2387">
                  <c:v>12.1306096332</c:v>
                </c:pt>
                <c:pt idx="2388">
                  <c:v>12.141527081</c:v>
                </c:pt>
                <c:pt idx="2389">
                  <c:v>12.141527081</c:v>
                </c:pt>
                <c:pt idx="2390">
                  <c:v>12.1459645471</c:v>
                </c:pt>
                <c:pt idx="2391">
                  <c:v>12.1459645471</c:v>
                </c:pt>
                <c:pt idx="2392">
                  <c:v>12.1506564921</c:v>
                </c:pt>
                <c:pt idx="2393">
                  <c:v>12.1506564921</c:v>
                </c:pt>
                <c:pt idx="2394">
                  <c:v>12.1661846936</c:v>
                </c:pt>
                <c:pt idx="2395">
                  <c:v>12.1661846936</c:v>
                </c:pt>
                <c:pt idx="2396">
                  <c:v>12.1828193933</c:v>
                </c:pt>
                <c:pt idx="2397">
                  <c:v>12.1828193933</c:v>
                </c:pt>
                <c:pt idx="2398">
                  <c:v>12.1847970189</c:v>
                </c:pt>
                <c:pt idx="2399">
                  <c:v>12.1847970189</c:v>
                </c:pt>
                <c:pt idx="2400">
                  <c:v>12.2194528536</c:v>
                </c:pt>
                <c:pt idx="2401">
                  <c:v>12.2194528536</c:v>
                </c:pt>
                <c:pt idx="2402">
                  <c:v>12.2334608466</c:v>
                </c:pt>
                <c:pt idx="2403">
                  <c:v>12.2334608466</c:v>
                </c:pt>
                <c:pt idx="2404">
                  <c:v>12.2373731705</c:v>
                </c:pt>
                <c:pt idx="2405">
                  <c:v>12.2373731705</c:v>
                </c:pt>
                <c:pt idx="2406">
                  <c:v>12.2755934454</c:v>
                </c:pt>
                <c:pt idx="2407">
                  <c:v>12.2755934454</c:v>
                </c:pt>
                <c:pt idx="2408">
                  <c:v>12.3057031047</c:v>
                </c:pt>
                <c:pt idx="2409">
                  <c:v>12.3057031047</c:v>
                </c:pt>
                <c:pt idx="2410">
                  <c:v>12.3569795434</c:v>
                </c:pt>
                <c:pt idx="2411">
                  <c:v>12.3569795434</c:v>
                </c:pt>
                <c:pt idx="2412">
                  <c:v>12.3809710513</c:v>
                </c:pt>
                <c:pt idx="2413">
                  <c:v>12.3809710513</c:v>
                </c:pt>
                <c:pt idx="2414">
                  <c:v>12.4683253585</c:v>
                </c:pt>
                <c:pt idx="2415">
                  <c:v>12.4683253585</c:v>
                </c:pt>
                <c:pt idx="2416">
                  <c:v>12.5274755528</c:v>
                </c:pt>
                <c:pt idx="2417">
                  <c:v>12.5274755528</c:v>
                </c:pt>
                <c:pt idx="2418">
                  <c:v>12.5362250575</c:v>
                </c:pt>
                <c:pt idx="2419">
                  <c:v>12.5362250575</c:v>
                </c:pt>
                <c:pt idx="2420">
                  <c:v>12.5414708102</c:v>
                </c:pt>
                <c:pt idx="2421">
                  <c:v>12.5414708102</c:v>
                </c:pt>
                <c:pt idx="2422">
                  <c:v>12.6065586509</c:v>
                </c:pt>
                <c:pt idx="2423">
                  <c:v>12.6065586509</c:v>
                </c:pt>
                <c:pt idx="2424">
                  <c:v>12.6315251508</c:v>
                </c:pt>
                <c:pt idx="2425">
                  <c:v>12.6315251508</c:v>
                </c:pt>
                <c:pt idx="2426">
                  <c:v>12.632051499</c:v>
                </c:pt>
                <c:pt idx="2427">
                  <c:v>12.632051499</c:v>
                </c:pt>
                <c:pt idx="2428">
                  <c:v>12.6539357394</c:v>
                </c:pt>
                <c:pt idx="2429">
                  <c:v>12.6539357394</c:v>
                </c:pt>
                <c:pt idx="2430">
                  <c:v>12.6700006312</c:v>
                </c:pt>
                <c:pt idx="2431">
                  <c:v>12.6700006312</c:v>
                </c:pt>
                <c:pt idx="2432">
                  <c:v>12.6749444898</c:v>
                </c:pt>
                <c:pt idx="2433">
                  <c:v>12.6749444898</c:v>
                </c:pt>
                <c:pt idx="2434">
                  <c:v>12.7588303696</c:v>
                </c:pt>
                <c:pt idx="2435">
                  <c:v>12.7588303696</c:v>
                </c:pt>
                <c:pt idx="2436">
                  <c:v>12.7621321663</c:v>
                </c:pt>
                <c:pt idx="2437">
                  <c:v>12.7621321663</c:v>
                </c:pt>
                <c:pt idx="2438">
                  <c:v>12.7756679465</c:v>
                </c:pt>
                <c:pt idx="2439">
                  <c:v>12.7756679465</c:v>
                </c:pt>
                <c:pt idx="2440">
                  <c:v>12.7790347988</c:v>
                </c:pt>
                <c:pt idx="2441">
                  <c:v>12.7790347988</c:v>
                </c:pt>
                <c:pt idx="2442">
                  <c:v>12.7804157753</c:v>
                </c:pt>
                <c:pt idx="2443">
                  <c:v>12.7804157753</c:v>
                </c:pt>
                <c:pt idx="2444">
                  <c:v>12.8045948679</c:v>
                </c:pt>
                <c:pt idx="2445">
                  <c:v>12.8045948679</c:v>
                </c:pt>
                <c:pt idx="2446">
                  <c:v>12.8212358732</c:v>
                </c:pt>
                <c:pt idx="2447">
                  <c:v>12.8212358732</c:v>
                </c:pt>
                <c:pt idx="2448">
                  <c:v>12.8724317941</c:v>
                </c:pt>
                <c:pt idx="2449">
                  <c:v>12.8724317941</c:v>
                </c:pt>
                <c:pt idx="2450">
                  <c:v>12.8796118807</c:v>
                </c:pt>
                <c:pt idx="2451">
                  <c:v>12.8796118807</c:v>
                </c:pt>
                <c:pt idx="2452">
                  <c:v>12.8858611791</c:v>
                </c:pt>
                <c:pt idx="2453">
                  <c:v>12.8858611791</c:v>
                </c:pt>
                <c:pt idx="2454">
                  <c:v>12.8878466337</c:v>
                </c:pt>
                <c:pt idx="2455">
                  <c:v>12.8878466337</c:v>
                </c:pt>
                <c:pt idx="2456">
                  <c:v>12.8959522007</c:v>
                </c:pt>
                <c:pt idx="2457">
                  <c:v>12.8959522007</c:v>
                </c:pt>
                <c:pt idx="2458">
                  <c:v>12.9360340799</c:v>
                </c:pt>
                <c:pt idx="2459">
                  <c:v>12.9360340799</c:v>
                </c:pt>
                <c:pt idx="2460">
                  <c:v>12.9745616331</c:v>
                </c:pt>
                <c:pt idx="2461">
                  <c:v>12.9745616331</c:v>
                </c:pt>
                <c:pt idx="2462">
                  <c:v>12.9981746188</c:v>
                </c:pt>
                <c:pt idx="2463">
                  <c:v>12.9981746188</c:v>
                </c:pt>
                <c:pt idx="2464">
                  <c:v>13.0198148263</c:v>
                </c:pt>
                <c:pt idx="2465">
                  <c:v>13.0198148263</c:v>
                </c:pt>
                <c:pt idx="2466">
                  <c:v>13.0231349191</c:v>
                </c:pt>
                <c:pt idx="2467">
                  <c:v>13.0231349191</c:v>
                </c:pt>
                <c:pt idx="2468">
                  <c:v>13.0549525861</c:v>
                </c:pt>
                <c:pt idx="2469">
                  <c:v>13.0549525861</c:v>
                </c:pt>
                <c:pt idx="2470">
                  <c:v>13.0709277821</c:v>
                </c:pt>
                <c:pt idx="2471">
                  <c:v>13.0709277821</c:v>
                </c:pt>
                <c:pt idx="2472">
                  <c:v>13.0912832812</c:v>
                </c:pt>
                <c:pt idx="2473">
                  <c:v>13.0912832812</c:v>
                </c:pt>
                <c:pt idx="2474">
                  <c:v>13.1099564384</c:v>
                </c:pt>
                <c:pt idx="2475">
                  <c:v>13.1099564384</c:v>
                </c:pt>
                <c:pt idx="2476">
                  <c:v>13.1248704515</c:v>
                </c:pt>
                <c:pt idx="2477">
                  <c:v>13.1248704515</c:v>
                </c:pt>
                <c:pt idx="2478">
                  <c:v>13.1345274826</c:v>
                </c:pt>
                <c:pt idx="2479">
                  <c:v>13.1345274826</c:v>
                </c:pt>
                <c:pt idx="2480">
                  <c:v>13.1369596547</c:v>
                </c:pt>
                <c:pt idx="2481">
                  <c:v>13.1369596547</c:v>
                </c:pt>
                <c:pt idx="2482">
                  <c:v>13.1722511318</c:v>
                </c:pt>
                <c:pt idx="2483">
                  <c:v>13.1722511318</c:v>
                </c:pt>
                <c:pt idx="2484">
                  <c:v>13.186580214</c:v>
                </c:pt>
                <c:pt idx="2485">
                  <c:v>13.186580214</c:v>
                </c:pt>
                <c:pt idx="2486">
                  <c:v>13.193134752</c:v>
                </c:pt>
                <c:pt idx="2487">
                  <c:v>13.193134752</c:v>
                </c:pt>
                <c:pt idx="2488">
                  <c:v>13.1946906575</c:v>
                </c:pt>
                <c:pt idx="2489">
                  <c:v>13.1946906575</c:v>
                </c:pt>
                <c:pt idx="2490">
                  <c:v>13.2139833806</c:v>
                </c:pt>
                <c:pt idx="2491">
                  <c:v>13.2139833806</c:v>
                </c:pt>
                <c:pt idx="2492">
                  <c:v>13.2148784479</c:v>
                </c:pt>
                <c:pt idx="2493">
                  <c:v>13.2148784479</c:v>
                </c:pt>
                <c:pt idx="2494">
                  <c:v>13.2316627545</c:v>
                </c:pt>
                <c:pt idx="2495">
                  <c:v>13.2316627545</c:v>
                </c:pt>
                <c:pt idx="2496">
                  <c:v>13.2559515422</c:v>
                </c:pt>
                <c:pt idx="2497">
                  <c:v>13.2559515422</c:v>
                </c:pt>
                <c:pt idx="2498">
                  <c:v>13.2613130342</c:v>
                </c:pt>
                <c:pt idx="2499">
                  <c:v>13.2613130342</c:v>
                </c:pt>
                <c:pt idx="2500">
                  <c:v>13.2679205449</c:v>
                </c:pt>
                <c:pt idx="2501">
                  <c:v>13.2679205449</c:v>
                </c:pt>
                <c:pt idx="2502">
                  <c:v>13.3013643312</c:v>
                </c:pt>
                <c:pt idx="2503">
                  <c:v>13.3013643312</c:v>
                </c:pt>
                <c:pt idx="2504">
                  <c:v>13.355512089</c:v>
                </c:pt>
                <c:pt idx="2505">
                  <c:v>13.355512089</c:v>
                </c:pt>
                <c:pt idx="2506">
                  <c:v>13.3589117071</c:v>
                </c:pt>
                <c:pt idx="2507">
                  <c:v>13.3589117071</c:v>
                </c:pt>
                <c:pt idx="2508">
                  <c:v>13.3823691715</c:v>
                </c:pt>
                <c:pt idx="2509">
                  <c:v>13.3823691715</c:v>
                </c:pt>
                <c:pt idx="2510">
                  <c:v>13.3891295253</c:v>
                </c:pt>
                <c:pt idx="2511">
                  <c:v>13.3891295253</c:v>
                </c:pt>
                <c:pt idx="2512">
                  <c:v>13.4222004977</c:v>
                </c:pt>
                <c:pt idx="2513">
                  <c:v>13.4222004977</c:v>
                </c:pt>
                <c:pt idx="2514">
                  <c:v>13.4751017679</c:v>
                </c:pt>
                <c:pt idx="2515">
                  <c:v>13.4751017679</c:v>
                </c:pt>
                <c:pt idx="2516">
                  <c:v>13.5079243317</c:v>
                </c:pt>
                <c:pt idx="2517">
                  <c:v>13.5079243317</c:v>
                </c:pt>
                <c:pt idx="2518">
                  <c:v>13.52593237</c:v>
                </c:pt>
                <c:pt idx="2519">
                  <c:v>13.52593237</c:v>
                </c:pt>
                <c:pt idx="2520">
                  <c:v>13.551269186</c:v>
                </c:pt>
                <c:pt idx="2521">
                  <c:v>13.551269186</c:v>
                </c:pt>
                <c:pt idx="2522">
                  <c:v>13.5563602044</c:v>
                </c:pt>
                <c:pt idx="2523">
                  <c:v>13.5563602044</c:v>
                </c:pt>
                <c:pt idx="2524">
                  <c:v>13.5645174138</c:v>
                </c:pt>
                <c:pt idx="2525">
                  <c:v>13.5645174138</c:v>
                </c:pt>
                <c:pt idx="2526">
                  <c:v>13.5817593158</c:v>
                </c:pt>
                <c:pt idx="2527">
                  <c:v>13.5817593158</c:v>
                </c:pt>
                <c:pt idx="2528">
                  <c:v>13.6229278157</c:v>
                </c:pt>
                <c:pt idx="2529">
                  <c:v>13.6229278157</c:v>
                </c:pt>
                <c:pt idx="2530">
                  <c:v>13.6421745795</c:v>
                </c:pt>
                <c:pt idx="2531">
                  <c:v>13.6421745795</c:v>
                </c:pt>
                <c:pt idx="2532">
                  <c:v>13.6596629857</c:v>
                </c:pt>
                <c:pt idx="2533">
                  <c:v>13.6596629857</c:v>
                </c:pt>
                <c:pt idx="2534">
                  <c:v>13.6764366445</c:v>
                </c:pt>
                <c:pt idx="2535">
                  <c:v>13.6764366445</c:v>
                </c:pt>
                <c:pt idx="2536">
                  <c:v>13.7256619145</c:v>
                </c:pt>
                <c:pt idx="2537">
                  <c:v>13.7256619145</c:v>
                </c:pt>
                <c:pt idx="2538">
                  <c:v>13.7443886098</c:v>
                </c:pt>
                <c:pt idx="2539">
                  <c:v>13.7443886098</c:v>
                </c:pt>
                <c:pt idx="2540">
                  <c:v>13.7664378415</c:v>
                </c:pt>
                <c:pt idx="2541">
                  <c:v>13.7664378415</c:v>
                </c:pt>
                <c:pt idx="2542">
                  <c:v>13.7673319628</c:v>
                </c:pt>
                <c:pt idx="2543">
                  <c:v>13.7673319628</c:v>
                </c:pt>
                <c:pt idx="2544">
                  <c:v>13.8236895403</c:v>
                </c:pt>
                <c:pt idx="2545">
                  <c:v>13.8236895403</c:v>
                </c:pt>
                <c:pt idx="2546">
                  <c:v>13.8545755994</c:v>
                </c:pt>
                <c:pt idx="2547">
                  <c:v>13.8545755994</c:v>
                </c:pt>
                <c:pt idx="2548">
                  <c:v>13.8671139719</c:v>
                </c:pt>
                <c:pt idx="2549">
                  <c:v>13.8671139719</c:v>
                </c:pt>
                <c:pt idx="2550">
                  <c:v>13.8776184214</c:v>
                </c:pt>
                <c:pt idx="2551">
                  <c:v>13.8776184214</c:v>
                </c:pt>
                <c:pt idx="2552">
                  <c:v>13.9289558472</c:v>
                </c:pt>
                <c:pt idx="2553">
                  <c:v>13.9289558472</c:v>
                </c:pt>
                <c:pt idx="2554">
                  <c:v>13.9533924918</c:v>
                </c:pt>
                <c:pt idx="2555">
                  <c:v>13.9533924918</c:v>
                </c:pt>
                <c:pt idx="2556">
                  <c:v>13.9691799761</c:v>
                </c:pt>
                <c:pt idx="2557">
                  <c:v>13.9691799761</c:v>
                </c:pt>
                <c:pt idx="2558">
                  <c:v>13.9769146496</c:v>
                </c:pt>
                <c:pt idx="2559">
                  <c:v>13.9769146496</c:v>
                </c:pt>
                <c:pt idx="2560">
                  <c:v>13.9785946805</c:v>
                </c:pt>
                <c:pt idx="2561">
                  <c:v>13.9785946805</c:v>
                </c:pt>
                <c:pt idx="2562">
                  <c:v>13.9869245851</c:v>
                </c:pt>
                <c:pt idx="2563">
                  <c:v>13.9869245851</c:v>
                </c:pt>
                <c:pt idx="2564">
                  <c:v>14.0006191318</c:v>
                </c:pt>
                <c:pt idx="2565">
                  <c:v>14.0006191318</c:v>
                </c:pt>
                <c:pt idx="2566">
                  <c:v>14.0495945949</c:v>
                </c:pt>
                <c:pt idx="2567">
                  <c:v>14.0495945949</c:v>
                </c:pt>
                <c:pt idx="2568">
                  <c:v>14.0532500426</c:v>
                </c:pt>
                <c:pt idx="2569">
                  <c:v>14.0532500426</c:v>
                </c:pt>
                <c:pt idx="2570">
                  <c:v>14.0712216366</c:v>
                </c:pt>
                <c:pt idx="2571">
                  <c:v>14.0712216366</c:v>
                </c:pt>
                <c:pt idx="2572">
                  <c:v>14.124532057</c:v>
                </c:pt>
                <c:pt idx="2573">
                  <c:v>14.124532057</c:v>
                </c:pt>
                <c:pt idx="2574">
                  <c:v>14.1389806669</c:v>
                </c:pt>
                <c:pt idx="2575">
                  <c:v>14.1389806669</c:v>
                </c:pt>
                <c:pt idx="2576">
                  <c:v>14.1529030678</c:v>
                </c:pt>
                <c:pt idx="2577">
                  <c:v>14.1529030678</c:v>
                </c:pt>
                <c:pt idx="2578">
                  <c:v>14.1888475737</c:v>
                </c:pt>
                <c:pt idx="2579">
                  <c:v>14.1888475737</c:v>
                </c:pt>
                <c:pt idx="2580">
                  <c:v>14.2208802788</c:v>
                </c:pt>
                <c:pt idx="2581">
                  <c:v>14.2208802788</c:v>
                </c:pt>
                <c:pt idx="2582">
                  <c:v>14.243552503</c:v>
                </c:pt>
                <c:pt idx="2583">
                  <c:v>14.243552503</c:v>
                </c:pt>
                <c:pt idx="2584">
                  <c:v>14.2665670023</c:v>
                </c:pt>
                <c:pt idx="2585">
                  <c:v>14.2665670023</c:v>
                </c:pt>
                <c:pt idx="2586">
                  <c:v>14.2944908826</c:v>
                </c:pt>
                <c:pt idx="2587">
                  <c:v>14.2944908826</c:v>
                </c:pt>
                <c:pt idx="2588">
                  <c:v>14.2993243058</c:v>
                </c:pt>
                <c:pt idx="2589">
                  <c:v>14.2993243058</c:v>
                </c:pt>
                <c:pt idx="2590">
                  <c:v>14.3266728165</c:v>
                </c:pt>
                <c:pt idx="2591">
                  <c:v>14.3266728165</c:v>
                </c:pt>
                <c:pt idx="2592">
                  <c:v>14.4078508364</c:v>
                </c:pt>
                <c:pt idx="2593">
                  <c:v>14.4078508364</c:v>
                </c:pt>
                <c:pt idx="2594">
                  <c:v>14.4220699054</c:v>
                </c:pt>
                <c:pt idx="2595">
                  <c:v>14.4220699054</c:v>
                </c:pt>
                <c:pt idx="2596">
                  <c:v>14.4535439764</c:v>
                </c:pt>
                <c:pt idx="2597">
                  <c:v>14.4535439764</c:v>
                </c:pt>
                <c:pt idx="2598">
                  <c:v>14.4936641489</c:v>
                </c:pt>
                <c:pt idx="2599">
                  <c:v>14.4936641489</c:v>
                </c:pt>
                <c:pt idx="2600">
                  <c:v>14.5144546018</c:v>
                </c:pt>
                <c:pt idx="2601">
                  <c:v>14.5144546018</c:v>
                </c:pt>
                <c:pt idx="2602">
                  <c:v>14.5335194743</c:v>
                </c:pt>
                <c:pt idx="2603">
                  <c:v>14.5335194743</c:v>
                </c:pt>
                <c:pt idx="2604">
                  <c:v>14.5412989963</c:v>
                </c:pt>
                <c:pt idx="2605">
                  <c:v>14.5412989963</c:v>
                </c:pt>
                <c:pt idx="2606">
                  <c:v>14.5426073265</c:v>
                </c:pt>
                <c:pt idx="2607">
                  <c:v>14.5426073265</c:v>
                </c:pt>
                <c:pt idx="2608">
                  <c:v>14.5434555018</c:v>
                </c:pt>
                <c:pt idx="2609">
                  <c:v>14.5434555018</c:v>
                </c:pt>
                <c:pt idx="2610">
                  <c:v>14.5531067036</c:v>
                </c:pt>
                <c:pt idx="2611">
                  <c:v>14.5531067036</c:v>
                </c:pt>
                <c:pt idx="2612">
                  <c:v>14.5640555247</c:v>
                </c:pt>
                <c:pt idx="2613">
                  <c:v>14.5640555247</c:v>
                </c:pt>
                <c:pt idx="2614">
                  <c:v>14.6512096717</c:v>
                </c:pt>
                <c:pt idx="2615">
                  <c:v>14.6512096717</c:v>
                </c:pt>
                <c:pt idx="2616">
                  <c:v>14.6535415171</c:v>
                </c:pt>
                <c:pt idx="2617">
                  <c:v>14.6535415171</c:v>
                </c:pt>
                <c:pt idx="2618">
                  <c:v>14.6766727651</c:v>
                </c:pt>
                <c:pt idx="2619">
                  <c:v>14.6766727651</c:v>
                </c:pt>
                <c:pt idx="2620">
                  <c:v>14.7114769851</c:v>
                </c:pt>
                <c:pt idx="2621">
                  <c:v>14.7114769851</c:v>
                </c:pt>
                <c:pt idx="2622">
                  <c:v>14.7178007291</c:v>
                </c:pt>
                <c:pt idx="2623">
                  <c:v>14.7178007291</c:v>
                </c:pt>
                <c:pt idx="2624">
                  <c:v>14.7871319623</c:v>
                </c:pt>
                <c:pt idx="2625">
                  <c:v>14.7871319623</c:v>
                </c:pt>
                <c:pt idx="2626">
                  <c:v>14.8280692031</c:v>
                </c:pt>
                <c:pt idx="2627">
                  <c:v>14.8280692031</c:v>
                </c:pt>
                <c:pt idx="2628">
                  <c:v>14.8454968903</c:v>
                </c:pt>
                <c:pt idx="2629">
                  <c:v>14.8454968903</c:v>
                </c:pt>
                <c:pt idx="2630">
                  <c:v>14.8609308115</c:v>
                </c:pt>
                <c:pt idx="2631">
                  <c:v>14.8609308115</c:v>
                </c:pt>
                <c:pt idx="2632">
                  <c:v>14.9229857381</c:v>
                </c:pt>
                <c:pt idx="2633">
                  <c:v>14.9229857381</c:v>
                </c:pt>
                <c:pt idx="2634">
                  <c:v>14.9744266547</c:v>
                </c:pt>
                <c:pt idx="2635">
                  <c:v>14.9744266547</c:v>
                </c:pt>
                <c:pt idx="2636">
                  <c:v>15.0076395749</c:v>
                </c:pt>
                <c:pt idx="2637">
                  <c:v>15.0076395749</c:v>
                </c:pt>
                <c:pt idx="2638">
                  <c:v>15.0561568025</c:v>
                </c:pt>
                <c:pt idx="2639">
                  <c:v>15.0561568025</c:v>
                </c:pt>
                <c:pt idx="2640">
                  <c:v>15.1195918529</c:v>
                </c:pt>
                <c:pt idx="2641">
                  <c:v>15.1195918529</c:v>
                </c:pt>
                <c:pt idx="2642">
                  <c:v>15.141598114</c:v>
                </c:pt>
                <c:pt idx="2643">
                  <c:v>15.141598114</c:v>
                </c:pt>
                <c:pt idx="2644">
                  <c:v>15.1701815485</c:v>
                </c:pt>
                <c:pt idx="2645">
                  <c:v>15.1701815485</c:v>
                </c:pt>
                <c:pt idx="2646">
                  <c:v>15.1754969004</c:v>
                </c:pt>
                <c:pt idx="2647">
                  <c:v>15.1754969004</c:v>
                </c:pt>
                <c:pt idx="2648">
                  <c:v>15.1921140283</c:v>
                </c:pt>
                <c:pt idx="2649">
                  <c:v>15.1921140283</c:v>
                </c:pt>
                <c:pt idx="2650">
                  <c:v>15.212915896</c:v>
                </c:pt>
                <c:pt idx="2651">
                  <c:v>15.212915896</c:v>
                </c:pt>
                <c:pt idx="2652">
                  <c:v>15.2865217192</c:v>
                </c:pt>
                <c:pt idx="2653">
                  <c:v>15.2865217192</c:v>
                </c:pt>
                <c:pt idx="2654">
                  <c:v>15.2908046167</c:v>
                </c:pt>
                <c:pt idx="2655">
                  <c:v>15.2908046167</c:v>
                </c:pt>
                <c:pt idx="2656">
                  <c:v>15.3077859743</c:v>
                </c:pt>
                <c:pt idx="2657">
                  <c:v>15.3077859743</c:v>
                </c:pt>
                <c:pt idx="2658">
                  <c:v>15.3298688751</c:v>
                </c:pt>
                <c:pt idx="2659">
                  <c:v>15.3298688751</c:v>
                </c:pt>
                <c:pt idx="2660">
                  <c:v>15.3399549718</c:v>
                </c:pt>
                <c:pt idx="2661">
                  <c:v>15.3399549718</c:v>
                </c:pt>
                <c:pt idx="2662">
                  <c:v>15.3908767278</c:v>
                </c:pt>
                <c:pt idx="2663">
                  <c:v>15.3908767278</c:v>
                </c:pt>
                <c:pt idx="2664">
                  <c:v>15.4375068654</c:v>
                </c:pt>
                <c:pt idx="2665">
                  <c:v>15.4375068654</c:v>
                </c:pt>
                <c:pt idx="2666">
                  <c:v>15.441166659</c:v>
                </c:pt>
                <c:pt idx="2667">
                  <c:v>15.441166659</c:v>
                </c:pt>
                <c:pt idx="2668">
                  <c:v>15.4682079338</c:v>
                </c:pt>
                <c:pt idx="2669">
                  <c:v>15.4682079338</c:v>
                </c:pt>
                <c:pt idx="2670">
                  <c:v>15.4804486298</c:v>
                </c:pt>
                <c:pt idx="2671">
                  <c:v>15.4804486298</c:v>
                </c:pt>
                <c:pt idx="2672">
                  <c:v>15.4907783993</c:v>
                </c:pt>
                <c:pt idx="2673">
                  <c:v>15.4907783993</c:v>
                </c:pt>
                <c:pt idx="2674">
                  <c:v>15.5707811422</c:v>
                </c:pt>
                <c:pt idx="2675">
                  <c:v>15.5707811422</c:v>
                </c:pt>
                <c:pt idx="2676">
                  <c:v>15.5775697853</c:v>
                </c:pt>
                <c:pt idx="2677">
                  <c:v>15.5775697853</c:v>
                </c:pt>
                <c:pt idx="2678">
                  <c:v>15.6114132119</c:v>
                </c:pt>
                <c:pt idx="2679">
                  <c:v>15.6114132119</c:v>
                </c:pt>
                <c:pt idx="2680">
                  <c:v>15.6128803023</c:v>
                </c:pt>
                <c:pt idx="2681">
                  <c:v>15.6128803023</c:v>
                </c:pt>
                <c:pt idx="2682">
                  <c:v>15.6132611715</c:v>
                </c:pt>
                <c:pt idx="2683">
                  <c:v>15.6132611715</c:v>
                </c:pt>
                <c:pt idx="2684">
                  <c:v>15.6181392003</c:v>
                </c:pt>
                <c:pt idx="2685">
                  <c:v>15.6181392003</c:v>
                </c:pt>
                <c:pt idx="2686">
                  <c:v>15.6353917684</c:v>
                </c:pt>
                <c:pt idx="2687">
                  <c:v>15.6353917684</c:v>
                </c:pt>
                <c:pt idx="2688">
                  <c:v>15.6442757657</c:v>
                </c:pt>
                <c:pt idx="2689">
                  <c:v>15.6442757657</c:v>
                </c:pt>
                <c:pt idx="2690">
                  <c:v>15.6949071838</c:v>
                </c:pt>
                <c:pt idx="2691">
                  <c:v>15.6949071838</c:v>
                </c:pt>
                <c:pt idx="2692">
                  <c:v>15.729588655</c:v>
                </c:pt>
                <c:pt idx="2693">
                  <c:v>15.729588655</c:v>
                </c:pt>
                <c:pt idx="2694">
                  <c:v>15.7417415265</c:v>
                </c:pt>
                <c:pt idx="2695">
                  <c:v>15.7417415265</c:v>
                </c:pt>
                <c:pt idx="2696">
                  <c:v>15.7561849716</c:v>
                </c:pt>
                <c:pt idx="2697">
                  <c:v>15.7561849716</c:v>
                </c:pt>
                <c:pt idx="2698">
                  <c:v>15.7669192856</c:v>
                </c:pt>
                <c:pt idx="2699">
                  <c:v>15.7669192856</c:v>
                </c:pt>
                <c:pt idx="2700">
                  <c:v>15.7813921313</c:v>
                </c:pt>
                <c:pt idx="2701">
                  <c:v>15.7813921313</c:v>
                </c:pt>
                <c:pt idx="2702">
                  <c:v>15.8234586507</c:v>
                </c:pt>
                <c:pt idx="2703">
                  <c:v>15.8234586507</c:v>
                </c:pt>
                <c:pt idx="2704">
                  <c:v>15.8348440472</c:v>
                </c:pt>
                <c:pt idx="2705">
                  <c:v>15.8348440472</c:v>
                </c:pt>
                <c:pt idx="2706">
                  <c:v>15.8828552735</c:v>
                </c:pt>
                <c:pt idx="2707">
                  <c:v>15.8828552735</c:v>
                </c:pt>
                <c:pt idx="2708">
                  <c:v>15.9585812905</c:v>
                </c:pt>
                <c:pt idx="2709">
                  <c:v>15.9585812905</c:v>
                </c:pt>
                <c:pt idx="2710">
                  <c:v>15.9637121836</c:v>
                </c:pt>
                <c:pt idx="2711">
                  <c:v>15.9637121836</c:v>
                </c:pt>
                <c:pt idx="2712">
                  <c:v>16.1083441093</c:v>
                </c:pt>
                <c:pt idx="2713">
                  <c:v>16.1083441093</c:v>
                </c:pt>
                <c:pt idx="2714">
                  <c:v>16.1537088174</c:v>
                </c:pt>
                <c:pt idx="2715">
                  <c:v>16.1537088174</c:v>
                </c:pt>
                <c:pt idx="2716">
                  <c:v>16.2403623038</c:v>
                </c:pt>
                <c:pt idx="2717">
                  <c:v>16.2403623038</c:v>
                </c:pt>
                <c:pt idx="2718">
                  <c:v>16.2882589263</c:v>
                </c:pt>
                <c:pt idx="2719">
                  <c:v>16.2882589263</c:v>
                </c:pt>
                <c:pt idx="2720">
                  <c:v>16.3047994647</c:v>
                </c:pt>
                <c:pt idx="2721">
                  <c:v>16.3047994647</c:v>
                </c:pt>
                <c:pt idx="2722">
                  <c:v>16.329329767</c:v>
                </c:pt>
                <c:pt idx="2723">
                  <c:v>16.329329767</c:v>
                </c:pt>
                <c:pt idx="2724">
                  <c:v>16.3662853529</c:v>
                </c:pt>
                <c:pt idx="2725">
                  <c:v>16.3662853529</c:v>
                </c:pt>
                <c:pt idx="2726">
                  <c:v>16.4359645018</c:v>
                </c:pt>
                <c:pt idx="2727">
                  <c:v>16.4359645018</c:v>
                </c:pt>
                <c:pt idx="2728">
                  <c:v>16.4877501294</c:v>
                </c:pt>
                <c:pt idx="2729">
                  <c:v>16.4877501294</c:v>
                </c:pt>
                <c:pt idx="2730">
                  <c:v>16.5095024635</c:v>
                </c:pt>
                <c:pt idx="2731">
                  <c:v>16.5095024635</c:v>
                </c:pt>
                <c:pt idx="2732">
                  <c:v>16.5165180999</c:v>
                </c:pt>
                <c:pt idx="2733">
                  <c:v>16.5165180999</c:v>
                </c:pt>
                <c:pt idx="2734">
                  <c:v>16.5402684932</c:v>
                </c:pt>
                <c:pt idx="2735">
                  <c:v>16.5402684932</c:v>
                </c:pt>
                <c:pt idx="2736">
                  <c:v>16.5628779918</c:v>
                </c:pt>
                <c:pt idx="2737">
                  <c:v>16.5628779918</c:v>
                </c:pt>
                <c:pt idx="2738">
                  <c:v>16.5752212818</c:v>
                </c:pt>
                <c:pt idx="2739">
                  <c:v>16.5752212818</c:v>
                </c:pt>
                <c:pt idx="2740">
                  <c:v>16.6039281558</c:v>
                </c:pt>
                <c:pt idx="2741">
                  <c:v>16.6039281558</c:v>
                </c:pt>
                <c:pt idx="2742">
                  <c:v>16.6115657733</c:v>
                </c:pt>
                <c:pt idx="2743">
                  <c:v>16.6115657733</c:v>
                </c:pt>
                <c:pt idx="2744">
                  <c:v>16.7150805359</c:v>
                </c:pt>
                <c:pt idx="2745">
                  <c:v>16.7150805359</c:v>
                </c:pt>
                <c:pt idx="2746">
                  <c:v>16.7160943552</c:v>
                </c:pt>
                <c:pt idx="2747">
                  <c:v>16.7160943552</c:v>
                </c:pt>
                <c:pt idx="2748">
                  <c:v>16.7163043325</c:v>
                </c:pt>
                <c:pt idx="2749">
                  <c:v>16.7163043325</c:v>
                </c:pt>
                <c:pt idx="2750">
                  <c:v>16.8020115718</c:v>
                </c:pt>
                <c:pt idx="2751">
                  <c:v>16.8020115718</c:v>
                </c:pt>
                <c:pt idx="2752">
                  <c:v>16.8101158615</c:v>
                </c:pt>
                <c:pt idx="2753">
                  <c:v>16.8101158615</c:v>
                </c:pt>
                <c:pt idx="2754">
                  <c:v>16.854946117</c:v>
                </c:pt>
                <c:pt idx="2755">
                  <c:v>16.854946117</c:v>
                </c:pt>
                <c:pt idx="2756">
                  <c:v>16.9539590619</c:v>
                </c:pt>
                <c:pt idx="2757">
                  <c:v>16.9539590619</c:v>
                </c:pt>
                <c:pt idx="2758">
                  <c:v>16.9986371447</c:v>
                </c:pt>
                <c:pt idx="2759">
                  <c:v>16.9986371447</c:v>
                </c:pt>
                <c:pt idx="2760">
                  <c:v>17.0543113742</c:v>
                </c:pt>
                <c:pt idx="2761">
                  <c:v>17.0543113742</c:v>
                </c:pt>
                <c:pt idx="2762">
                  <c:v>17.0953623655</c:v>
                </c:pt>
                <c:pt idx="2763">
                  <c:v>17.0953623655</c:v>
                </c:pt>
                <c:pt idx="2764">
                  <c:v>17.1213945682</c:v>
                </c:pt>
                <c:pt idx="2765">
                  <c:v>17.1213945682</c:v>
                </c:pt>
                <c:pt idx="2766">
                  <c:v>17.144274382</c:v>
                </c:pt>
                <c:pt idx="2767">
                  <c:v>17.144274382</c:v>
                </c:pt>
                <c:pt idx="2768">
                  <c:v>17.1655006521</c:v>
                </c:pt>
                <c:pt idx="2769">
                  <c:v>17.1655006521</c:v>
                </c:pt>
                <c:pt idx="2770">
                  <c:v>17.1676872164</c:v>
                </c:pt>
                <c:pt idx="2771">
                  <c:v>17.1676872164</c:v>
                </c:pt>
                <c:pt idx="2772">
                  <c:v>17.2110582525</c:v>
                </c:pt>
                <c:pt idx="2773">
                  <c:v>17.2110582525</c:v>
                </c:pt>
                <c:pt idx="2774">
                  <c:v>17.212032984</c:v>
                </c:pt>
                <c:pt idx="2775">
                  <c:v>17.212032984</c:v>
                </c:pt>
                <c:pt idx="2776">
                  <c:v>17.5926530869</c:v>
                </c:pt>
                <c:pt idx="2777">
                  <c:v>17.5926530869</c:v>
                </c:pt>
                <c:pt idx="2778">
                  <c:v>17.607959565</c:v>
                </c:pt>
                <c:pt idx="2779">
                  <c:v>17.607959565</c:v>
                </c:pt>
                <c:pt idx="2780">
                  <c:v>17.6499977553</c:v>
                </c:pt>
                <c:pt idx="2781">
                  <c:v>17.6499977553</c:v>
                </c:pt>
                <c:pt idx="2782">
                  <c:v>17.7148352874</c:v>
                </c:pt>
                <c:pt idx="2783">
                  <c:v>17.7148352874</c:v>
                </c:pt>
                <c:pt idx="2784">
                  <c:v>17.7302526698</c:v>
                </c:pt>
                <c:pt idx="2785">
                  <c:v>17.7302526698</c:v>
                </c:pt>
                <c:pt idx="2786">
                  <c:v>17.7438060707</c:v>
                </c:pt>
                <c:pt idx="2787">
                  <c:v>17.7438060707</c:v>
                </c:pt>
                <c:pt idx="2788">
                  <c:v>17.8106667126</c:v>
                </c:pt>
                <c:pt idx="2789">
                  <c:v>17.8106667126</c:v>
                </c:pt>
                <c:pt idx="2790">
                  <c:v>17.8859905912</c:v>
                </c:pt>
                <c:pt idx="2791">
                  <c:v>17.8859905912</c:v>
                </c:pt>
                <c:pt idx="2792">
                  <c:v>17.9018353018</c:v>
                </c:pt>
                <c:pt idx="2793">
                  <c:v>17.9018353018</c:v>
                </c:pt>
                <c:pt idx="2794">
                  <c:v>17.9480551293</c:v>
                </c:pt>
                <c:pt idx="2795">
                  <c:v>17.9480551293</c:v>
                </c:pt>
                <c:pt idx="2796">
                  <c:v>17.9926443757</c:v>
                </c:pt>
                <c:pt idx="2797">
                  <c:v>17.9926443757</c:v>
                </c:pt>
                <c:pt idx="2798">
                  <c:v>18.0179791016</c:v>
                </c:pt>
                <c:pt idx="2799">
                  <c:v>18.0179791016</c:v>
                </c:pt>
                <c:pt idx="2800">
                  <c:v>18.0420264267</c:v>
                </c:pt>
                <c:pt idx="2801">
                  <c:v>18.0420264267</c:v>
                </c:pt>
                <c:pt idx="2802">
                  <c:v>18.0524747264</c:v>
                </c:pt>
                <c:pt idx="2803">
                  <c:v>18.0524747264</c:v>
                </c:pt>
                <c:pt idx="2804">
                  <c:v>18.1623275125</c:v>
                </c:pt>
                <c:pt idx="2805">
                  <c:v>18.1623275125</c:v>
                </c:pt>
                <c:pt idx="2806">
                  <c:v>18.3115717155</c:v>
                </c:pt>
                <c:pt idx="2807">
                  <c:v>18.3115717155</c:v>
                </c:pt>
                <c:pt idx="2808">
                  <c:v>18.317929745</c:v>
                </c:pt>
                <c:pt idx="2809">
                  <c:v>18.317929745</c:v>
                </c:pt>
                <c:pt idx="2810">
                  <c:v>18.4089434856</c:v>
                </c:pt>
                <c:pt idx="2811">
                  <c:v>18.4089434856</c:v>
                </c:pt>
                <c:pt idx="2812">
                  <c:v>18.4120468804</c:v>
                </c:pt>
                <c:pt idx="2813">
                  <c:v>18.4120468804</c:v>
                </c:pt>
                <c:pt idx="2814">
                  <c:v>18.4627575997</c:v>
                </c:pt>
                <c:pt idx="2815">
                  <c:v>18.4627575997</c:v>
                </c:pt>
                <c:pt idx="2816">
                  <c:v>18.4972827572</c:v>
                </c:pt>
                <c:pt idx="2817">
                  <c:v>18.4972827572</c:v>
                </c:pt>
                <c:pt idx="2818">
                  <c:v>18.594807259</c:v>
                </c:pt>
                <c:pt idx="2819">
                  <c:v>18.594807259</c:v>
                </c:pt>
                <c:pt idx="2820">
                  <c:v>18.7163826905</c:v>
                </c:pt>
                <c:pt idx="2821">
                  <c:v>18.7163826905</c:v>
                </c:pt>
                <c:pt idx="2822">
                  <c:v>18.7454718436</c:v>
                </c:pt>
                <c:pt idx="2823">
                  <c:v>18.7454718436</c:v>
                </c:pt>
                <c:pt idx="2824">
                  <c:v>18.7888762877</c:v>
                </c:pt>
                <c:pt idx="2825">
                  <c:v>18.7888762877</c:v>
                </c:pt>
                <c:pt idx="2826">
                  <c:v>18.8336020234</c:v>
                </c:pt>
                <c:pt idx="2827">
                  <c:v>18.8336020234</c:v>
                </c:pt>
                <c:pt idx="2828">
                  <c:v>18.9352914352</c:v>
                </c:pt>
                <c:pt idx="2829">
                  <c:v>18.9352914352</c:v>
                </c:pt>
                <c:pt idx="2830">
                  <c:v>18.951990825</c:v>
                </c:pt>
                <c:pt idx="2831">
                  <c:v>18.951990825</c:v>
                </c:pt>
                <c:pt idx="2832">
                  <c:v>18.9650204009</c:v>
                </c:pt>
                <c:pt idx="2833">
                  <c:v>18.9650204009</c:v>
                </c:pt>
                <c:pt idx="2834">
                  <c:v>19.0979550747</c:v>
                </c:pt>
                <c:pt idx="2835">
                  <c:v>19.0979550747</c:v>
                </c:pt>
                <c:pt idx="2836">
                  <c:v>19.1876361906</c:v>
                </c:pt>
                <c:pt idx="2837">
                  <c:v>19.1876361906</c:v>
                </c:pt>
                <c:pt idx="2838">
                  <c:v>19.1909299429</c:v>
                </c:pt>
                <c:pt idx="2839">
                  <c:v>19.1909299429</c:v>
                </c:pt>
                <c:pt idx="2840">
                  <c:v>19.3155051604</c:v>
                </c:pt>
                <c:pt idx="2841">
                  <c:v>19.3155051604</c:v>
                </c:pt>
                <c:pt idx="2842">
                  <c:v>19.3475264579</c:v>
                </c:pt>
                <c:pt idx="2843">
                  <c:v>19.3475264579</c:v>
                </c:pt>
                <c:pt idx="2844">
                  <c:v>19.3533836066</c:v>
                </c:pt>
                <c:pt idx="2845">
                  <c:v>19.3533836066</c:v>
                </c:pt>
                <c:pt idx="2846">
                  <c:v>19.373032445</c:v>
                </c:pt>
                <c:pt idx="2847">
                  <c:v>19.373032445</c:v>
                </c:pt>
                <c:pt idx="2848">
                  <c:v>19.3807717214</c:v>
                </c:pt>
                <c:pt idx="2849">
                  <c:v>19.3807717214</c:v>
                </c:pt>
                <c:pt idx="2850">
                  <c:v>19.4263057809</c:v>
                </c:pt>
                <c:pt idx="2851">
                  <c:v>19.4263057809</c:v>
                </c:pt>
                <c:pt idx="2852">
                  <c:v>19.6076849621</c:v>
                </c:pt>
                <c:pt idx="2853">
                  <c:v>19.6076849621</c:v>
                </c:pt>
                <c:pt idx="2854">
                  <c:v>19.6265458717</c:v>
                </c:pt>
                <c:pt idx="2855">
                  <c:v>19.6265458717</c:v>
                </c:pt>
                <c:pt idx="2856">
                  <c:v>19.6608273754</c:v>
                </c:pt>
                <c:pt idx="2857">
                  <c:v>19.6608273754</c:v>
                </c:pt>
                <c:pt idx="2858">
                  <c:v>19.7539605898</c:v>
                </c:pt>
                <c:pt idx="2859">
                  <c:v>19.7539605898</c:v>
                </c:pt>
                <c:pt idx="2860">
                  <c:v>19.8301446642</c:v>
                </c:pt>
                <c:pt idx="2861">
                  <c:v>19.8301446642</c:v>
                </c:pt>
                <c:pt idx="2862">
                  <c:v>19.8563995698</c:v>
                </c:pt>
                <c:pt idx="2863">
                  <c:v>19.8563995698</c:v>
                </c:pt>
                <c:pt idx="2864">
                  <c:v>19.8763219911</c:v>
                </c:pt>
                <c:pt idx="2865">
                  <c:v>19.8763219911</c:v>
                </c:pt>
                <c:pt idx="2866">
                  <c:v>19.8797065953</c:v>
                </c:pt>
                <c:pt idx="2867">
                  <c:v>19.8797065953</c:v>
                </c:pt>
                <c:pt idx="2868">
                  <c:v>19.9112191565</c:v>
                </c:pt>
                <c:pt idx="2869">
                  <c:v>19.9112191565</c:v>
                </c:pt>
                <c:pt idx="2870">
                  <c:v>19.9470323338</c:v>
                </c:pt>
                <c:pt idx="2871">
                  <c:v>19.9470323338</c:v>
                </c:pt>
                <c:pt idx="2872">
                  <c:v>19.9494188393</c:v>
                </c:pt>
                <c:pt idx="2873">
                  <c:v>19.9494188393</c:v>
                </c:pt>
                <c:pt idx="2874">
                  <c:v>19.9850202139</c:v>
                </c:pt>
                <c:pt idx="2875">
                  <c:v>19.9850202139</c:v>
                </c:pt>
                <c:pt idx="2876">
                  <c:v>20.0352865111</c:v>
                </c:pt>
                <c:pt idx="2877">
                  <c:v>20.0352865111</c:v>
                </c:pt>
                <c:pt idx="2878">
                  <c:v>20.1186764822</c:v>
                </c:pt>
                <c:pt idx="2879">
                  <c:v>20.1186764822</c:v>
                </c:pt>
                <c:pt idx="2880">
                  <c:v>20.1417167356</c:v>
                </c:pt>
                <c:pt idx="2881">
                  <c:v>20.1417167356</c:v>
                </c:pt>
                <c:pt idx="2882">
                  <c:v>20.226183046</c:v>
                </c:pt>
                <c:pt idx="2883">
                  <c:v>20.226183046</c:v>
                </c:pt>
                <c:pt idx="2884">
                  <c:v>20.3427413268</c:v>
                </c:pt>
                <c:pt idx="2885">
                  <c:v>20.3427413268</c:v>
                </c:pt>
                <c:pt idx="2886">
                  <c:v>20.3618952043</c:v>
                </c:pt>
                <c:pt idx="2887">
                  <c:v>20.3618952043</c:v>
                </c:pt>
                <c:pt idx="2888">
                  <c:v>20.4071828292</c:v>
                </c:pt>
                <c:pt idx="2889">
                  <c:v>20.4071828292</c:v>
                </c:pt>
                <c:pt idx="2890">
                  <c:v>20.4410848597</c:v>
                </c:pt>
                <c:pt idx="2891">
                  <c:v>20.4410848597</c:v>
                </c:pt>
                <c:pt idx="2892">
                  <c:v>20.4855164263</c:v>
                </c:pt>
                <c:pt idx="2893">
                  <c:v>20.4855164263</c:v>
                </c:pt>
                <c:pt idx="2894">
                  <c:v>20.6779069409</c:v>
                </c:pt>
                <c:pt idx="2895">
                  <c:v>20.6779069409</c:v>
                </c:pt>
                <c:pt idx="2896">
                  <c:v>20.8493131086</c:v>
                </c:pt>
                <c:pt idx="2897">
                  <c:v>20.8493131086</c:v>
                </c:pt>
                <c:pt idx="2898">
                  <c:v>20.963161396</c:v>
                </c:pt>
                <c:pt idx="2899">
                  <c:v>20.963161396</c:v>
                </c:pt>
                <c:pt idx="2900">
                  <c:v>21.0244011487</c:v>
                </c:pt>
                <c:pt idx="2901">
                  <c:v>21.0244011487</c:v>
                </c:pt>
                <c:pt idx="2902">
                  <c:v>21.1079294605</c:v>
                </c:pt>
                <c:pt idx="2903">
                  <c:v>21.1079294605</c:v>
                </c:pt>
                <c:pt idx="2904">
                  <c:v>21.1221464858</c:v>
                </c:pt>
                <c:pt idx="2905">
                  <c:v>21.1221464858</c:v>
                </c:pt>
                <c:pt idx="2906">
                  <c:v>21.1232954962</c:v>
                </c:pt>
                <c:pt idx="2907">
                  <c:v>21.1232954962</c:v>
                </c:pt>
                <c:pt idx="2908">
                  <c:v>21.2431954896</c:v>
                </c:pt>
                <c:pt idx="2909">
                  <c:v>21.2431954896</c:v>
                </c:pt>
                <c:pt idx="2910">
                  <c:v>21.2883263347</c:v>
                </c:pt>
                <c:pt idx="2911">
                  <c:v>21.2883263347</c:v>
                </c:pt>
                <c:pt idx="2912">
                  <c:v>21.3347431162</c:v>
                </c:pt>
                <c:pt idx="2913">
                  <c:v>21.3347431162</c:v>
                </c:pt>
                <c:pt idx="2914">
                  <c:v>21.5136803665</c:v>
                </c:pt>
                <c:pt idx="2915">
                  <c:v>21.5136803665</c:v>
                </c:pt>
                <c:pt idx="2916">
                  <c:v>21.5614058792</c:v>
                </c:pt>
                <c:pt idx="2917">
                  <c:v>21.5614058792</c:v>
                </c:pt>
                <c:pt idx="2918">
                  <c:v>21.703074844</c:v>
                </c:pt>
                <c:pt idx="2919">
                  <c:v>21.703074844</c:v>
                </c:pt>
                <c:pt idx="2920">
                  <c:v>21.7064077283</c:v>
                </c:pt>
                <c:pt idx="2921">
                  <c:v>21.7064077283</c:v>
                </c:pt>
                <c:pt idx="2922">
                  <c:v>21.732047037</c:v>
                </c:pt>
                <c:pt idx="2923">
                  <c:v>21.732047037</c:v>
                </c:pt>
                <c:pt idx="2924">
                  <c:v>21.857117325</c:v>
                </c:pt>
                <c:pt idx="2925">
                  <c:v>21.857117325</c:v>
                </c:pt>
                <c:pt idx="2926">
                  <c:v>21.8742414476</c:v>
                </c:pt>
                <c:pt idx="2927">
                  <c:v>21.8742414476</c:v>
                </c:pt>
                <c:pt idx="2928">
                  <c:v>22.2393533628</c:v>
                </c:pt>
                <c:pt idx="2929">
                  <c:v>22.2393533628</c:v>
                </c:pt>
                <c:pt idx="2930">
                  <c:v>22.4548794942</c:v>
                </c:pt>
                <c:pt idx="2931">
                  <c:v>22.4548794942</c:v>
                </c:pt>
                <c:pt idx="2932">
                  <c:v>22.5508884691</c:v>
                </c:pt>
                <c:pt idx="2933">
                  <c:v>22.5508884691</c:v>
                </c:pt>
                <c:pt idx="2934">
                  <c:v>22.5902079795</c:v>
                </c:pt>
                <c:pt idx="2935">
                  <c:v>22.5902079795</c:v>
                </c:pt>
                <c:pt idx="2936">
                  <c:v>22.6122204688</c:v>
                </c:pt>
                <c:pt idx="2937">
                  <c:v>22.6122204688</c:v>
                </c:pt>
                <c:pt idx="2938">
                  <c:v>22.6446300395</c:v>
                </c:pt>
                <c:pt idx="2939">
                  <c:v>22.6446300395</c:v>
                </c:pt>
                <c:pt idx="2940">
                  <c:v>22.7893530936</c:v>
                </c:pt>
                <c:pt idx="2941">
                  <c:v>22.7893530936</c:v>
                </c:pt>
                <c:pt idx="2942">
                  <c:v>23.0477397465</c:v>
                </c:pt>
                <c:pt idx="2943">
                  <c:v>23.0477397465</c:v>
                </c:pt>
                <c:pt idx="2944">
                  <c:v>23.3397084749</c:v>
                </c:pt>
                <c:pt idx="2945">
                  <c:v>23.3397084749</c:v>
                </c:pt>
                <c:pt idx="2946">
                  <c:v>23.3729683694</c:v>
                </c:pt>
                <c:pt idx="2947">
                  <c:v>23.3729683694</c:v>
                </c:pt>
                <c:pt idx="2948">
                  <c:v>23.4209608912</c:v>
                </c:pt>
                <c:pt idx="2949">
                  <c:v>23.4209608912</c:v>
                </c:pt>
                <c:pt idx="2950">
                  <c:v>23.5756719482</c:v>
                </c:pt>
                <c:pt idx="2951">
                  <c:v>23.5756719482</c:v>
                </c:pt>
                <c:pt idx="2952">
                  <c:v>23.6743671995</c:v>
                </c:pt>
                <c:pt idx="2953">
                  <c:v>23.6743671995</c:v>
                </c:pt>
                <c:pt idx="2954">
                  <c:v>24.6262971989</c:v>
                </c:pt>
                <c:pt idx="2955">
                  <c:v>24.6262971989</c:v>
                </c:pt>
                <c:pt idx="2956">
                  <c:v>25.2038759163</c:v>
                </c:pt>
                <c:pt idx="2957">
                  <c:v>25.2038759163</c:v>
                </c:pt>
                <c:pt idx="2958">
                  <c:v>25.4691755007</c:v>
                </c:pt>
                <c:pt idx="2959">
                  <c:v>25.4691755007</c:v>
                </c:pt>
                <c:pt idx="2960">
                  <c:v>25.5765115407</c:v>
                </c:pt>
                <c:pt idx="2961">
                  <c:v>25.5765115407</c:v>
                </c:pt>
                <c:pt idx="2962">
                  <c:v>25.7026249492</c:v>
                </c:pt>
                <c:pt idx="2963">
                  <c:v>25.7026249492</c:v>
                </c:pt>
                <c:pt idx="2964">
                  <c:v>26.0889404094</c:v>
                </c:pt>
                <c:pt idx="2965">
                  <c:v>26.0889404094</c:v>
                </c:pt>
                <c:pt idx="2966">
                  <c:v>26.5519985627</c:v>
                </c:pt>
                <c:pt idx="2967">
                  <c:v>26.5519985627</c:v>
                </c:pt>
                <c:pt idx="2968">
                  <c:v>26.8653767305</c:v>
                </c:pt>
                <c:pt idx="2969">
                  <c:v>26.8653767305</c:v>
                </c:pt>
                <c:pt idx="2970">
                  <c:v>26.9749583741</c:v>
                </c:pt>
                <c:pt idx="2971">
                  <c:v>26.9749583741</c:v>
                </c:pt>
                <c:pt idx="2972">
                  <c:v>27.0599277811</c:v>
                </c:pt>
                <c:pt idx="2973">
                  <c:v>27.0599277811</c:v>
                </c:pt>
                <c:pt idx="2974">
                  <c:v>27.1179348663</c:v>
                </c:pt>
                <c:pt idx="2975">
                  <c:v>27.1179348663</c:v>
                </c:pt>
                <c:pt idx="2976">
                  <c:v>27.3160109753</c:v>
                </c:pt>
                <c:pt idx="2977">
                  <c:v>27.3160109753</c:v>
                </c:pt>
                <c:pt idx="2978">
                  <c:v>27.684788847</c:v>
                </c:pt>
                <c:pt idx="2979">
                  <c:v>27.684788847</c:v>
                </c:pt>
                <c:pt idx="2980">
                  <c:v>28.1008096204</c:v>
                </c:pt>
                <c:pt idx="2981">
                  <c:v>28.1008096204</c:v>
                </c:pt>
                <c:pt idx="2982">
                  <c:v>28.1801617165</c:v>
                </c:pt>
                <c:pt idx="2983">
                  <c:v>28.1801617165</c:v>
                </c:pt>
                <c:pt idx="2984">
                  <c:v>29.7436891676</c:v>
                </c:pt>
                <c:pt idx="2985">
                  <c:v>29.7436891676</c:v>
                </c:pt>
                <c:pt idx="2986">
                  <c:v>29.7534324062</c:v>
                </c:pt>
                <c:pt idx="2987">
                  <c:v>29.7534324062</c:v>
                </c:pt>
                <c:pt idx="2988">
                  <c:v>29.8190828742</c:v>
                </c:pt>
                <c:pt idx="2989">
                  <c:v>29.8190828742</c:v>
                </c:pt>
                <c:pt idx="2990">
                  <c:v>29.9228836497</c:v>
                </c:pt>
                <c:pt idx="2991">
                  <c:v>29.9228836497</c:v>
                </c:pt>
                <c:pt idx="2992">
                  <c:v>31.1332007568</c:v>
                </c:pt>
                <c:pt idx="2993">
                  <c:v>31.1332007568</c:v>
                </c:pt>
                <c:pt idx="2994">
                  <c:v>31.3871827747</c:v>
                </c:pt>
                <c:pt idx="2995">
                  <c:v>31.3871827747</c:v>
                </c:pt>
                <c:pt idx="2996">
                  <c:v>31.5663767368</c:v>
                </c:pt>
                <c:pt idx="2997">
                  <c:v>31.5663767368</c:v>
                </c:pt>
                <c:pt idx="2998">
                  <c:v>32.3030634884</c:v>
                </c:pt>
                <c:pt idx="2999">
                  <c:v>32.3030634884</c:v>
                </c:pt>
                <c:pt idx="3000">
                  <c:v>32.577082455</c:v>
                </c:pt>
                <c:pt idx="3001">
                  <c:v>32.577082455</c:v>
                </c:pt>
                <c:pt idx="3002">
                  <c:v>32.8538884895</c:v>
                </c:pt>
                <c:pt idx="3003">
                  <c:v>32.8538884895</c:v>
                </c:pt>
                <c:pt idx="3004">
                  <c:v>33.4851506957</c:v>
                </c:pt>
                <c:pt idx="3005">
                  <c:v>33.4851506957</c:v>
                </c:pt>
                <c:pt idx="3006">
                  <c:v>33.6530652988</c:v>
                </c:pt>
                <c:pt idx="3007">
                  <c:v>33.6530652988</c:v>
                </c:pt>
                <c:pt idx="3008">
                  <c:v>34.0477036776</c:v>
                </c:pt>
                <c:pt idx="3009">
                  <c:v>34.0477036776</c:v>
                </c:pt>
                <c:pt idx="3010">
                  <c:v>34.1157697587</c:v>
                </c:pt>
                <c:pt idx="3011">
                  <c:v>34.1157697587</c:v>
                </c:pt>
                <c:pt idx="3012">
                  <c:v>34.7769151437</c:v>
                </c:pt>
                <c:pt idx="3013">
                  <c:v>34.7769151437</c:v>
                </c:pt>
                <c:pt idx="3014">
                  <c:v>35.2472132869</c:v>
                </c:pt>
                <c:pt idx="3015">
                  <c:v>35.2472132869</c:v>
                </c:pt>
                <c:pt idx="3016">
                  <c:v>35.8851772659</c:v>
                </c:pt>
                <c:pt idx="3017">
                  <c:v>35.8851772659</c:v>
                </c:pt>
                <c:pt idx="3018">
                  <c:v>36.0911977521</c:v>
                </c:pt>
                <c:pt idx="3019">
                  <c:v>36.0911977521</c:v>
                </c:pt>
                <c:pt idx="3020">
                  <c:v>38.856775518</c:v>
                </c:pt>
                <c:pt idx="3021">
                  <c:v>38.856775518</c:v>
                </c:pt>
                <c:pt idx="3022">
                  <c:v>41.7741519282</c:v>
                </c:pt>
                <c:pt idx="3023">
                  <c:v>41.7741519282</c:v>
                </c:pt>
                <c:pt idx="3024">
                  <c:v>42.1885590693</c:v>
                </c:pt>
                <c:pt idx="3025">
                  <c:v>42.1885590693</c:v>
                </c:pt>
                <c:pt idx="3026">
                  <c:v>46.8939579716</c:v>
                </c:pt>
                <c:pt idx="3027">
                  <c:v>46.8939579716</c:v>
                </c:pt>
                <c:pt idx="3028">
                  <c:v>49.4905165128</c:v>
                </c:pt>
                <c:pt idx="3029">
                  <c:v>49.4905165128</c:v>
                </c:pt>
                <c:pt idx="3030">
                  <c:v>54.1138550916</c:v>
                </c:pt>
                <c:pt idx="3031">
                  <c:v>54.1138550916</c:v>
                </c:pt>
                <c:pt idx="3032">
                  <c:v>58.7201551021</c:v>
                </c:pt>
                <c:pt idx="3033">
                  <c:v>58.7201551021</c:v>
                </c:pt>
                <c:pt idx="3034">
                  <c:v>65.7956721236</c:v>
                </c:pt>
                <c:pt idx="3035">
                  <c:v>65.7956721236</c:v>
                </c:pt>
              </c:numCache>
            </c:numRef>
          </c:xVal>
          <c:yVal>
            <c:numRef>
              <c:f>'Chart Data'!$D$2:$D$3037</c:f>
              <c:numCache>
                <c:formatCode>0.##</c:formatCode>
                <c:ptCount val="3036"/>
                <c:pt idx="0">
                  <c:v>0</c:v>
                </c:pt>
                <c:pt idx="1">
                  <c:v>0.000658761528327</c:v>
                </c:pt>
                <c:pt idx="2">
                  <c:v>0.000658761528327</c:v>
                </c:pt>
                <c:pt idx="3">
                  <c:v>0.00131752305665</c:v>
                </c:pt>
                <c:pt idx="4">
                  <c:v>0.00131752305665</c:v>
                </c:pt>
                <c:pt idx="5">
                  <c:v>0.00197628458498</c:v>
                </c:pt>
                <c:pt idx="6">
                  <c:v>0.00197628458498</c:v>
                </c:pt>
                <c:pt idx="7">
                  <c:v>0.00263504611331</c:v>
                </c:pt>
                <c:pt idx="8">
                  <c:v>0.00263504611331</c:v>
                </c:pt>
                <c:pt idx="9">
                  <c:v>0.00329380764163</c:v>
                </c:pt>
                <c:pt idx="10">
                  <c:v>0.00329380764163</c:v>
                </c:pt>
                <c:pt idx="11">
                  <c:v>0.00395256916996</c:v>
                </c:pt>
                <c:pt idx="12">
                  <c:v>0.00395256916996</c:v>
                </c:pt>
                <c:pt idx="13">
                  <c:v>0.00461133069829</c:v>
                </c:pt>
                <c:pt idx="14">
                  <c:v>0.00461133069829</c:v>
                </c:pt>
                <c:pt idx="15">
                  <c:v>0.00527009222661</c:v>
                </c:pt>
                <c:pt idx="16">
                  <c:v>0.00527009222661</c:v>
                </c:pt>
                <c:pt idx="17">
                  <c:v>0.00592885375494</c:v>
                </c:pt>
                <c:pt idx="18">
                  <c:v>0.00592885375494</c:v>
                </c:pt>
                <c:pt idx="19">
                  <c:v>0.00658761528327</c:v>
                </c:pt>
                <c:pt idx="20">
                  <c:v>0.00658761528327</c:v>
                </c:pt>
                <c:pt idx="21">
                  <c:v>0.00724637681159</c:v>
                </c:pt>
                <c:pt idx="22">
                  <c:v>0.00724637681159</c:v>
                </c:pt>
                <c:pt idx="23">
                  <c:v>0.00790513833992</c:v>
                </c:pt>
                <c:pt idx="24">
                  <c:v>0.00790513833992</c:v>
                </c:pt>
                <c:pt idx="25">
                  <c:v>0.00856389986825</c:v>
                </c:pt>
                <c:pt idx="26">
                  <c:v>0.00856389986825</c:v>
                </c:pt>
                <c:pt idx="27">
                  <c:v>0.00922266139657</c:v>
                </c:pt>
                <c:pt idx="28">
                  <c:v>0.00922266139657</c:v>
                </c:pt>
                <c:pt idx="29">
                  <c:v>0.0098814229249</c:v>
                </c:pt>
                <c:pt idx="30">
                  <c:v>0.0098814229249</c:v>
                </c:pt>
                <c:pt idx="31">
                  <c:v>0.0105401844532</c:v>
                </c:pt>
                <c:pt idx="32">
                  <c:v>0.0105401844532</c:v>
                </c:pt>
                <c:pt idx="33">
                  <c:v>0.0111989459816</c:v>
                </c:pt>
                <c:pt idx="34">
                  <c:v>0.0111989459816</c:v>
                </c:pt>
                <c:pt idx="35">
                  <c:v>0.0118577075099</c:v>
                </c:pt>
                <c:pt idx="36">
                  <c:v>0.0118577075099</c:v>
                </c:pt>
                <c:pt idx="37">
                  <c:v>0.0125164690382</c:v>
                </c:pt>
                <c:pt idx="38">
                  <c:v>0.0125164690382</c:v>
                </c:pt>
                <c:pt idx="39">
                  <c:v>0.0131752305665</c:v>
                </c:pt>
                <c:pt idx="40">
                  <c:v>0.0131752305665</c:v>
                </c:pt>
                <c:pt idx="41">
                  <c:v>0.0138339920949</c:v>
                </c:pt>
                <c:pt idx="42">
                  <c:v>0.0138339920949</c:v>
                </c:pt>
                <c:pt idx="43">
                  <c:v>0.0144927536232</c:v>
                </c:pt>
                <c:pt idx="44">
                  <c:v>0.0144927536232</c:v>
                </c:pt>
                <c:pt idx="45">
                  <c:v>0.0151515151515</c:v>
                </c:pt>
                <c:pt idx="46">
                  <c:v>0.0151515151515</c:v>
                </c:pt>
                <c:pt idx="47">
                  <c:v>0.0158102766798</c:v>
                </c:pt>
                <c:pt idx="48">
                  <c:v>0.0158102766798</c:v>
                </c:pt>
                <c:pt idx="49">
                  <c:v>0.0164690382082</c:v>
                </c:pt>
                <c:pt idx="50">
                  <c:v>0.0164690382082</c:v>
                </c:pt>
                <c:pt idx="51">
                  <c:v>0.0171277997365</c:v>
                </c:pt>
                <c:pt idx="52">
                  <c:v>0.0171277997365</c:v>
                </c:pt>
                <c:pt idx="53">
                  <c:v>0.0177865612648</c:v>
                </c:pt>
                <c:pt idx="54">
                  <c:v>0.0177865612648</c:v>
                </c:pt>
                <c:pt idx="55">
                  <c:v>0.0184453227931</c:v>
                </c:pt>
                <c:pt idx="56">
                  <c:v>0.0184453227931</c:v>
                </c:pt>
                <c:pt idx="57">
                  <c:v>0.0191040843215</c:v>
                </c:pt>
                <c:pt idx="58">
                  <c:v>0.0191040843215</c:v>
                </c:pt>
                <c:pt idx="59">
                  <c:v>0.0197628458498</c:v>
                </c:pt>
                <c:pt idx="60">
                  <c:v>0.0197628458498</c:v>
                </c:pt>
                <c:pt idx="61">
                  <c:v>0.0204216073781</c:v>
                </c:pt>
                <c:pt idx="62">
                  <c:v>0.0204216073781</c:v>
                </c:pt>
                <c:pt idx="63">
                  <c:v>0.0210803689065</c:v>
                </c:pt>
                <c:pt idx="64">
                  <c:v>0.0210803689065</c:v>
                </c:pt>
                <c:pt idx="65">
                  <c:v>0.0217391304348</c:v>
                </c:pt>
                <c:pt idx="66">
                  <c:v>0.0217391304348</c:v>
                </c:pt>
                <c:pt idx="67">
                  <c:v>0.0223978919631</c:v>
                </c:pt>
                <c:pt idx="68">
                  <c:v>0.0223978919631</c:v>
                </c:pt>
                <c:pt idx="69">
                  <c:v>0.0230566534914</c:v>
                </c:pt>
                <c:pt idx="70">
                  <c:v>0.0230566534914</c:v>
                </c:pt>
                <c:pt idx="71">
                  <c:v>0.0237154150198</c:v>
                </c:pt>
                <c:pt idx="72">
                  <c:v>0.0237154150198</c:v>
                </c:pt>
                <c:pt idx="73">
                  <c:v>0.0243741765481</c:v>
                </c:pt>
                <c:pt idx="74">
                  <c:v>0.0243741765481</c:v>
                </c:pt>
                <c:pt idx="75">
                  <c:v>0.0250329380764</c:v>
                </c:pt>
                <c:pt idx="76">
                  <c:v>0.0250329380764</c:v>
                </c:pt>
                <c:pt idx="77">
                  <c:v>0.0256916996047</c:v>
                </c:pt>
                <c:pt idx="78">
                  <c:v>0.0256916996047</c:v>
                </c:pt>
                <c:pt idx="79">
                  <c:v>0.0263504611331</c:v>
                </c:pt>
                <c:pt idx="80">
                  <c:v>0.0263504611331</c:v>
                </c:pt>
                <c:pt idx="81">
                  <c:v>0.0270092226614</c:v>
                </c:pt>
                <c:pt idx="82">
                  <c:v>0.0270092226614</c:v>
                </c:pt>
                <c:pt idx="83">
                  <c:v>0.0276679841897</c:v>
                </c:pt>
                <c:pt idx="84">
                  <c:v>0.0276679841897</c:v>
                </c:pt>
                <c:pt idx="85">
                  <c:v>0.0283267457181</c:v>
                </c:pt>
                <c:pt idx="86">
                  <c:v>0.0283267457181</c:v>
                </c:pt>
                <c:pt idx="87">
                  <c:v>0.0289855072464</c:v>
                </c:pt>
                <c:pt idx="88">
                  <c:v>0.0289855072464</c:v>
                </c:pt>
                <c:pt idx="89">
                  <c:v>0.0296442687747</c:v>
                </c:pt>
                <c:pt idx="90">
                  <c:v>0.0296442687747</c:v>
                </c:pt>
                <c:pt idx="91">
                  <c:v>0.030303030303</c:v>
                </c:pt>
                <c:pt idx="92">
                  <c:v>0.030303030303</c:v>
                </c:pt>
                <c:pt idx="93">
                  <c:v>0.0309617918314</c:v>
                </c:pt>
                <c:pt idx="94">
                  <c:v>0.0309617918314</c:v>
                </c:pt>
                <c:pt idx="95">
                  <c:v>0.0316205533597</c:v>
                </c:pt>
                <c:pt idx="96">
                  <c:v>0.0316205533597</c:v>
                </c:pt>
                <c:pt idx="97">
                  <c:v>0.032279314888</c:v>
                </c:pt>
                <c:pt idx="98">
                  <c:v>0.032279314888</c:v>
                </c:pt>
                <c:pt idx="99">
                  <c:v>0.0329380764163</c:v>
                </c:pt>
                <c:pt idx="100">
                  <c:v>0.0329380764163</c:v>
                </c:pt>
                <c:pt idx="101">
                  <c:v>0.0335968379447</c:v>
                </c:pt>
                <c:pt idx="102">
                  <c:v>0.0335968379447</c:v>
                </c:pt>
                <c:pt idx="103">
                  <c:v>0.034255599473</c:v>
                </c:pt>
                <c:pt idx="104">
                  <c:v>0.034255599473</c:v>
                </c:pt>
                <c:pt idx="105">
                  <c:v>0.0349143610013</c:v>
                </c:pt>
                <c:pt idx="106">
                  <c:v>0.0349143610013</c:v>
                </c:pt>
                <c:pt idx="107">
                  <c:v>0.0355731225296</c:v>
                </c:pt>
                <c:pt idx="108">
                  <c:v>0.0355731225296</c:v>
                </c:pt>
                <c:pt idx="109">
                  <c:v>0.036231884058</c:v>
                </c:pt>
                <c:pt idx="110">
                  <c:v>0.036231884058</c:v>
                </c:pt>
                <c:pt idx="111">
                  <c:v>0.0368906455863</c:v>
                </c:pt>
                <c:pt idx="112">
                  <c:v>0.0368906455863</c:v>
                </c:pt>
                <c:pt idx="113">
                  <c:v>0.0375494071146</c:v>
                </c:pt>
                <c:pt idx="114">
                  <c:v>0.0375494071146</c:v>
                </c:pt>
                <c:pt idx="115">
                  <c:v>0.038208168643</c:v>
                </c:pt>
                <c:pt idx="116">
                  <c:v>0.038208168643</c:v>
                </c:pt>
                <c:pt idx="117">
                  <c:v>0.0388669301713</c:v>
                </c:pt>
                <c:pt idx="118">
                  <c:v>0.0388669301713</c:v>
                </c:pt>
                <c:pt idx="119">
                  <c:v>0.0395256916996</c:v>
                </c:pt>
                <c:pt idx="120">
                  <c:v>0.0395256916996</c:v>
                </c:pt>
                <c:pt idx="121">
                  <c:v>0.0401844532279</c:v>
                </c:pt>
                <c:pt idx="122">
                  <c:v>0.0401844532279</c:v>
                </c:pt>
                <c:pt idx="123">
                  <c:v>0.0408432147563</c:v>
                </c:pt>
                <c:pt idx="124">
                  <c:v>0.0408432147563</c:v>
                </c:pt>
                <c:pt idx="125">
                  <c:v>0.0415019762846</c:v>
                </c:pt>
                <c:pt idx="126">
                  <c:v>0.0415019762846</c:v>
                </c:pt>
                <c:pt idx="127">
                  <c:v>0.0421607378129</c:v>
                </c:pt>
                <c:pt idx="128">
                  <c:v>0.0421607378129</c:v>
                </c:pt>
                <c:pt idx="129">
                  <c:v>0.0428194993412</c:v>
                </c:pt>
                <c:pt idx="130">
                  <c:v>0.0428194993412</c:v>
                </c:pt>
                <c:pt idx="131">
                  <c:v>0.0434782608696</c:v>
                </c:pt>
                <c:pt idx="132">
                  <c:v>0.0434782608696</c:v>
                </c:pt>
                <c:pt idx="133">
                  <c:v>0.0441370223979</c:v>
                </c:pt>
                <c:pt idx="134">
                  <c:v>0.0441370223979</c:v>
                </c:pt>
                <c:pt idx="135">
                  <c:v>0.0447957839262</c:v>
                </c:pt>
                <c:pt idx="136">
                  <c:v>0.0447957839262</c:v>
                </c:pt>
                <c:pt idx="137">
                  <c:v>0.0454545454545</c:v>
                </c:pt>
                <c:pt idx="138">
                  <c:v>0.0454545454545</c:v>
                </c:pt>
                <c:pt idx="139">
                  <c:v>0.0461133069829</c:v>
                </c:pt>
                <c:pt idx="140">
                  <c:v>0.0461133069829</c:v>
                </c:pt>
                <c:pt idx="141">
                  <c:v>0.0467720685112</c:v>
                </c:pt>
                <c:pt idx="142">
                  <c:v>0.0467720685112</c:v>
                </c:pt>
                <c:pt idx="143">
                  <c:v>0.0474308300395</c:v>
                </c:pt>
                <c:pt idx="144">
                  <c:v>0.0474308300395</c:v>
                </c:pt>
                <c:pt idx="145">
                  <c:v>0.0480895915679</c:v>
                </c:pt>
                <c:pt idx="146">
                  <c:v>0.0480895915679</c:v>
                </c:pt>
                <c:pt idx="147">
                  <c:v>0.0487483530962</c:v>
                </c:pt>
                <c:pt idx="148">
                  <c:v>0.0487483530962</c:v>
                </c:pt>
                <c:pt idx="149">
                  <c:v>0.0494071146245</c:v>
                </c:pt>
                <c:pt idx="150">
                  <c:v>0.0494071146245</c:v>
                </c:pt>
                <c:pt idx="151">
                  <c:v>0.0500658761528</c:v>
                </c:pt>
                <c:pt idx="152">
                  <c:v>0.0500658761528</c:v>
                </c:pt>
                <c:pt idx="153">
                  <c:v>0.0507246376812</c:v>
                </c:pt>
                <c:pt idx="154">
                  <c:v>0.0507246376812</c:v>
                </c:pt>
                <c:pt idx="155">
                  <c:v>0.0513833992095</c:v>
                </c:pt>
                <c:pt idx="156">
                  <c:v>0.0513833992095</c:v>
                </c:pt>
                <c:pt idx="157">
                  <c:v>0.0520421607378</c:v>
                </c:pt>
                <c:pt idx="158">
                  <c:v>0.0520421607378</c:v>
                </c:pt>
                <c:pt idx="159">
                  <c:v>0.0527009222661</c:v>
                </c:pt>
                <c:pt idx="160">
                  <c:v>0.0527009222661</c:v>
                </c:pt>
                <c:pt idx="161">
                  <c:v>0.0533596837945</c:v>
                </c:pt>
                <c:pt idx="162">
                  <c:v>0.0533596837945</c:v>
                </c:pt>
                <c:pt idx="163">
                  <c:v>0.0540184453228</c:v>
                </c:pt>
                <c:pt idx="164">
                  <c:v>0.0540184453228</c:v>
                </c:pt>
                <c:pt idx="165">
                  <c:v>0.0546772068511</c:v>
                </c:pt>
                <c:pt idx="166">
                  <c:v>0.0546772068511</c:v>
                </c:pt>
                <c:pt idx="167">
                  <c:v>0.0553359683794</c:v>
                </c:pt>
                <c:pt idx="168">
                  <c:v>0.0553359683794</c:v>
                </c:pt>
                <c:pt idx="169">
                  <c:v>0.0559947299078</c:v>
                </c:pt>
                <c:pt idx="170">
                  <c:v>0.0559947299078</c:v>
                </c:pt>
                <c:pt idx="171">
                  <c:v>0.0566534914361</c:v>
                </c:pt>
                <c:pt idx="172">
                  <c:v>0.0566534914361</c:v>
                </c:pt>
                <c:pt idx="173">
                  <c:v>0.0573122529644</c:v>
                </c:pt>
                <c:pt idx="174">
                  <c:v>0.0573122529644</c:v>
                </c:pt>
                <c:pt idx="175">
                  <c:v>0.0579710144928</c:v>
                </c:pt>
                <c:pt idx="176">
                  <c:v>0.0579710144928</c:v>
                </c:pt>
                <c:pt idx="177">
                  <c:v>0.0586297760211</c:v>
                </c:pt>
                <c:pt idx="178">
                  <c:v>0.0586297760211</c:v>
                </c:pt>
                <c:pt idx="179">
                  <c:v>0.0592885375494</c:v>
                </c:pt>
                <c:pt idx="180">
                  <c:v>0.0592885375494</c:v>
                </c:pt>
                <c:pt idx="181">
                  <c:v>0.0599472990777</c:v>
                </c:pt>
                <c:pt idx="182">
                  <c:v>0.0599472990777</c:v>
                </c:pt>
                <c:pt idx="183">
                  <c:v>0.0606060606061</c:v>
                </c:pt>
                <c:pt idx="184">
                  <c:v>0.0606060606061</c:v>
                </c:pt>
                <c:pt idx="185">
                  <c:v>0.0612648221344</c:v>
                </c:pt>
                <c:pt idx="186">
                  <c:v>0.0612648221344</c:v>
                </c:pt>
                <c:pt idx="187">
                  <c:v>0.0619235836627</c:v>
                </c:pt>
                <c:pt idx="188">
                  <c:v>0.0619235836627</c:v>
                </c:pt>
                <c:pt idx="189">
                  <c:v>0.062582345191</c:v>
                </c:pt>
                <c:pt idx="190">
                  <c:v>0.062582345191</c:v>
                </c:pt>
                <c:pt idx="191">
                  <c:v>0.0632411067194</c:v>
                </c:pt>
                <c:pt idx="192">
                  <c:v>0.0632411067194</c:v>
                </c:pt>
                <c:pt idx="193">
                  <c:v>0.0638998682477</c:v>
                </c:pt>
                <c:pt idx="194">
                  <c:v>0.0638998682477</c:v>
                </c:pt>
                <c:pt idx="195">
                  <c:v>0.064558629776</c:v>
                </c:pt>
                <c:pt idx="196">
                  <c:v>0.064558629776</c:v>
                </c:pt>
                <c:pt idx="197">
                  <c:v>0.0652173913043</c:v>
                </c:pt>
                <c:pt idx="198">
                  <c:v>0.0652173913043</c:v>
                </c:pt>
                <c:pt idx="199">
                  <c:v>0.0658761528327</c:v>
                </c:pt>
                <c:pt idx="200">
                  <c:v>0.0658761528327</c:v>
                </c:pt>
                <c:pt idx="201">
                  <c:v>0.066534914361</c:v>
                </c:pt>
                <c:pt idx="202">
                  <c:v>0.066534914361</c:v>
                </c:pt>
                <c:pt idx="203">
                  <c:v>0.0671936758893</c:v>
                </c:pt>
                <c:pt idx="204">
                  <c:v>0.0671936758893</c:v>
                </c:pt>
                <c:pt idx="205">
                  <c:v>0.0678524374177</c:v>
                </c:pt>
                <c:pt idx="206">
                  <c:v>0.0678524374177</c:v>
                </c:pt>
                <c:pt idx="207">
                  <c:v>0.068511198946</c:v>
                </c:pt>
                <c:pt idx="208">
                  <c:v>0.068511198946</c:v>
                </c:pt>
                <c:pt idx="209">
                  <c:v>0.0691699604743</c:v>
                </c:pt>
                <c:pt idx="210">
                  <c:v>0.0691699604743</c:v>
                </c:pt>
                <c:pt idx="211">
                  <c:v>0.0698287220026</c:v>
                </c:pt>
                <c:pt idx="212">
                  <c:v>0.0698287220026</c:v>
                </c:pt>
                <c:pt idx="213">
                  <c:v>0.070487483531</c:v>
                </c:pt>
                <c:pt idx="214">
                  <c:v>0.070487483531</c:v>
                </c:pt>
                <c:pt idx="215">
                  <c:v>0.0711462450593</c:v>
                </c:pt>
                <c:pt idx="216">
                  <c:v>0.0711462450593</c:v>
                </c:pt>
                <c:pt idx="217">
                  <c:v>0.0718050065876</c:v>
                </c:pt>
                <c:pt idx="218">
                  <c:v>0.0718050065876</c:v>
                </c:pt>
                <c:pt idx="219">
                  <c:v>0.0724637681159</c:v>
                </c:pt>
                <c:pt idx="220">
                  <c:v>0.0724637681159</c:v>
                </c:pt>
                <c:pt idx="221">
                  <c:v>0.0731225296443</c:v>
                </c:pt>
                <c:pt idx="222">
                  <c:v>0.0731225296443</c:v>
                </c:pt>
                <c:pt idx="223">
                  <c:v>0.0737812911726</c:v>
                </c:pt>
                <c:pt idx="224">
                  <c:v>0.0737812911726</c:v>
                </c:pt>
                <c:pt idx="225">
                  <c:v>0.0744400527009</c:v>
                </c:pt>
                <c:pt idx="226">
                  <c:v>0.0744400527009</c:v>
                </c:pt>
                <c:pt idx="227">
                  <c:v>0.0750988142292</c:v>
                </c:pt>
                <c:pt idx="228">
                  <c:v>0.0750988142292</c:v>
                </c:pt>
                <c:pt idx="229">
                  <c:v>0.0757575757576</c:v>
                </c:pt>
                <c:pt idx="230">
                  <c:v>0.0757575757576</c:v>
                </c:pt>
                <c:pt idx="231">
                  <c:v>0.0764163372859</c:v>
                </c:pt>
                <c:pt idx="232">
                  <c:v>0.0764163372859</c:v>
                </c:pt>
                <c:pt idx="233">
                  <c:v>0.0770750988142</c:v>
                </c:pt>
                <c:pt idx="234">
                  <c:v>0.0770750988142</c:v>
                </c:pt>
                <c:pt idx="235">
                  <c:v>0.0777338603426</c:v>
                </c:pt>
                <c:pt idx="236">
                  <c:v>0.0777338603426</c:v>
                </c:pt>
                <c:pt idx="237">
                  <c:v>0.0783926218709</c:v>
                </c:pt>
                <c:pt idx="238">
                  <c:v>0.0783926218709</c:v>
                </c:pt>
                <c:pt idx="239">
                  <c:v>0.0790513833992</c:v>
                </c:pt>
                <c:pt idx="240">
                  <c:v>0.0790513833992</c:v>
                </c:pt>
                <c:pt idx="241">
                  <c:v>0.0797101449275</c:v>
                </c:pt>
                <c:pt idx="242">
                  <c:v>0.0797101449275</c:v>
                </c:pt>
                <c:pt idx="243">
                  <c:v>0.0803689064559</c:v>
                </c:pt>
                <c:pt idx="244">
                  <c:v>0.0803689064559</c:v>
                </c:pt>
                <c:pt idx="245">
                  <c:v>0.0810276679842</c:v>
                </c:pt>
                <c:pt idx="246">
                  <c:v>0.0810276679842</c:v>
                </c:pt>
                <c:pt idx="247">
                  <c:v>0.0816864295125</c:v>
                </c:pt>
                <c:pt idx="248">
                  <c:v>0.0816864295125</c:v>
                </c:pt>
                <c:pt idx="249">
                  <c:v>0.0823451910408</c:v>
                </c:pt>
                <c:pt idx="250">
                  <c:v>0.0823451910408</c:v>
                </c:pt>
                <c:pt idx="251">
                  <c:v>0.0830039525692</c:v>
                </c:pt>
                <c:pt idx="252">
                  <c:v>0.0830039525692</c:v>
                </c:pt>
                <c:pt idx="253">
                  <c:v>0.0836627140975</c:v>
                </c:pt>
                <c:pt idx="254">
                  <c:v>0.0836627140975</c:v>
                </c:pt>
                <c:pt idx="255">
                  <c:v>0.0843214756258</c:v>
                </c:pt>
                <c:pt idx="256">
                  <c:v>0.0843214756258</c:v>
                </c:pt>
                <c:pt idx="257">
                  <c:v>0.0849802371542</c:v>
                </c:pt>
                <c:pt idx="258">
                  <c:v>0.0849802371542</c:v>
                </c:pt>
                <c:pt idx="259">
                  <c:v>0.0856389986825</c:v>
                </c:pt>
                <c:pt idx="260">
                  <c:v>0.0856389986825</c:v>
                </c:pt>
                <c:pt idx="261">
                  <c:v>0.0862977602108</c:v>
                </c:pt>
                <c:pt idx="262">
                  <c:v>0.0862977602108</c:v>
                </c:pt>
                <c:pt idx="263">
                  <c:v>0.0869565217391</c:v>
                </c:pt>
                <c:pt idx="264">
                  <c:v>0.0869565217391</c:v>
                </c:pt>
                <c:pt idx="265">
                  <c:v>0.0876152832675</c:v>
                </c:pt>
                <c:pt idx="266">
                  <c:v>0.0876152832675</c:v>
                </c:pt>
                <c:pt idx="267">
                  <c:v>0.0882740447958</c:v>
                </c:pt>
                <c:pt idx="268">
                  <c:v>0.0882740447958</c:v>
                </c:pt>
                <c:pt idx="269">
                  <c:v>0.0889328063241</c:v>
                </c:pt>
                <c:pt idx="270">
                  <c:v>0.0889328063241</c:v>
                </c:pt>
                <c:pt idx="271">
                  <c:v>0.0895915678524</c:v>
                </c:pt>
                <c:pt idx="272">
                  <c:v>0.0895915678524</c:v>
                </c:pt>
                <c:pt idx="273">
                  <c:v>0.0902503293808</c:v>
                </c:pt>
                <c:pt idx="274">
                  <c:v>0.0902503293808</c:v>
                </c:pt>
                <c:pt idx="275">
                  <c:v>0.0909090909091</c:v>
                </c:pt>
                <c:pt idx="276">
                  <c:v>0.0909090909091</c:v>
                </c:pt>
                <c:pt idx="277">
                  <c:v>0.0915678524374</c:v>
                </c:pt>
                <c:pt idx="278">
                  <c:v>0.0915678524374</c:v>
                </c:pt>
                <c:pt idx="279">
                  <c:v>0.0922266139657</c:v>
                </c:pt>
                <c:pt idx="280">
                  <c:v>0.0922266139657</c:v>
                </c:pt>
                <c:pt idx="281">
                  <c:v>0.0928853754941</c:v>
                </c:pt>
                <c:pt idx="282">
                  <c:v>0.0928853754941</c:v>
                </c:pt>
                <c:pt idx="283">
                  <c:v>0.0935441370224</c:v>
                </c:pt>
                <c:pt idx="284">
                  <c:v>0.0935441370224</c:v>
                </c:pt>
                <c:pt idx="285">
                  <c:v>0.0942028985507</c:v>
                </c:pt>
                <c:pt idx="286">
                  <c:v>0.0942028985507</c:v>
                </c:pt>
                <c:pt idx="287">
                  <c:v>0.0948616600791</c:v>
                </c:pt>
                <c:pt idx="288">
                  <c:v>0.0948616600791</c:v>
                </c:pt>
                <c:pt idx="289">
                  <c:v>0.0955204216074</c:v>
                </c:pt>
                <c:pt idx="290">
                  <c:v>0.0955204216074</c:v>
                </c:pt>
                <c:pt idx="291">
                  <c:v>0.0961791831357</c:v>
                </c:pt>
                <c:pt idx="292">
                  <c:v>0.0961791831357</c:v>
                </c:pt>
                <c:pt idx="293">
                  <c:v>0.096837944664</c:v>
                </c:pt>
                <c:pt idx="294">
                  <c:v>0.096837944664</c:v>
                </c:pt>
                <c:pt idx="295">
                  <c:v>0.0974967061924</c:v>
                </c:pt>
                <c:pt idx="296">
                  <c:v>0.0974967061924</c:v>
                </c:pt>
                <c:pt idx="297">
                  <c:v>0.0981554677207</c:v>
                </c:pt>
                <c:pt idx="298">
                  <c:v>0.0981554677207</c:v>
                </c:pt>
                <c:pt idx="299">
                  <c:v>0.098814229249</c:v>
                </c:pt>
                <c:pt idx="300">
                  <c:v>0.098814229249</c:v>
                </c:pt>
                <c:pt idx="301">
                  <c:v>0.0994729907773</c:v>
                </c:pt>
                <c:pt idx="302">
                  <c:v>0.0994729907773</c:v>
                </c:pt>
                <c:pt idx="303">
                  <c:v>0.100131752306</c:v>
                </c:pt>
                <c:pt idx="304">
                  <c:v>0.100131752306</c:v>
                </c:pt>
                <c:pt idx="305">
                  <c:v>0.100790513834</c:v>
                </c:pt>
                <c:pt idx="306">
                  <c:v>0.100790513834</c:v>
                </c:pt>
                <c:pt idx="307">
                  <c:v>0.101449275362</c:v>
                </c:pt>
                <c:pt idx="308">
                  <c:v>0.101449275362</c:v>
                </c:pt>
                <c:pt idx="309">
                  <c:v>0.102108036891</c:v>
                </c:pt>
                <c:pt idx="310">
                  <c:v>0.102108036891</c:v>
                </c:pt>
                <c:pt idx="311">
                  <c:v>0.102766798419</c:v>
                </c:pt>
                <c:pt idx="312">
                  <c:v>0.102766798419</c:v>
                </c:pt>
                <c:pt idx="313">
                  <c:v>0.103425559947</c:v>
                </c:pt>
                <c:pt idx="314">
                  <c:v>0.103425559947</c:v>
                </c:pt>
                <c:pt idx="315">
                  <c:v>0.104084321476</c:v>
                </c:pt>
                <c:pt idx="316">
                  <c:v>0.104084321476</c:v>
                </c:pt>
                <c:pt idx="317">
                  <c:v>0.104743083004</c:v>
                </c:pt>
                <c:pt idx="318">
                  <c:v>0.104743083004</c:v>
                </c:pt>
                <c:pt idx="319">
                  <c:v>0.105401844532</c:v>
                </c:pt>
                <c:pt idx="320">
                  <c:v>0.105401844532</c:v>
                </c:pt>
                <c:pt idx="321">
                  <c:v>0.106060606061</c:v>
                </c:pt>
                <c:pt idx="322">
                  <c:v>0.106060606061</c:v>
                </c:pt>
                <c:pt idx="323">
                  <c:v>0.106719367589</c:v>
                </c:pt>
                <c:pt idx="324">
                  <c:v>0.106719367589</c:v>
                </c:pt>
                <c:pt idx="325">
                  <c:v>0.107378129117</c:v>
                </c:pt>
                <c:pt idx="326">
                  <c:v>0.107378129117</c:v>
                </c:pt>
                <c:pt idx="327">
                  <c:v>0.108036890646</c:v>
                </c:pt>
                <c:pt idx="328">
                  <c:v>0.108036890646</c:v>
                </c:pt>
                <c:pt idx="329">
                  <c:v>0.108695652174</c:v>
                </c:pt>
                <c:pt idx="330">
                  <c:v>0.108695652174</c:v>
                </c:pt>
                <c:pt idx="331">
                  <c:v>0.109354413702</c:v>
                </c:pt>
                <c:pt idx="332">
                  <c:v>0.109354413702</c:v>
                </c:pt>
                <c:pt idx="333">
                  <c:v>0.110013175231</c:v>
                </c:pt>
                <c:pt idx="334">
                  <c:v>0.110013175231</c:v>
                </c:pt>
                <c:pt idx="335">
                  <c:v>0.110671936759</c:v>
                </c:pt>
                <c:pt idx="336">
                  <c:v>0.110671936759</c:v>
                </c:pt>
                <c:pt idx="337">
                  <c:v>0.111330698287</c:v>
                </c:pt>
                <c:pt idx="338">
                  <c:v>0.111330698287</c:v>
                </c:pt>
                <c:pt idx="339">
                  <c:v>0.111989459816</c:v>
                </c:pt>
                <c:pt idx="340">
                  <c:v>0.111989459816</c:v>
                </c:pt>
                <c:pt idx="341">
                  <c:v>0.112648221344</c:v>
                </c:pt>
                <c:pt idx="342">
                  <c:v>0.112648221344</c:v>
                </c:pt>
                <c:pt idx="343">
                  <c:v>0.113306982872</c:v>
                </c:pt>
                <c:pt idx="344">
                  <c:v>0.113306982872</c:v>
                </c:pt>
                <c:pt idx="345">
                  <c:v>0.113965744401</c:v>
                </c:pt>
                <c:pt idx="346">
                  <c:v>0.113965744401</c:v>
                </c:pt>
                <c:pt idx="347">
                  <c:v>0.114624505929</c:v>
                </c:pt>
                <c:pt idx="348">
                  <c:v>0.114624505929</c:v>
                </c:pt>
                <c:pt idx="349">
                  <c:v>0.115283267457</c:v>
                </c:pt>
                <c:pt idx="350">
                  <c:v>0.115283267457</c:v>
                </c:pt>
                <c:pt idx="351">
                  <c:v>0.115942028986</c:v>
                </c:pt>
                <c:pt idx="352">
                  <c:v>0.115942028986</c:v>
                </c:pt>
                <c:pt idx="353">
                  <c:v>0.116600790514</c:v>
                </c:pt>
                <c:pt idx="354">
                  <c:v>0.116600790514</c:v>
                </c:pt>
                <c:pt idx="355">
                  <c:v>0.117259552042</c:v>
                </c:pt>
                <c:pt idx="356">
                  <c:v>0.117259552042</c:v>
                </c:pt>
                <c:pt idx="357">
                  <c:v>0.11791831357</c:v>
                </c:pt>
                <c:pt idx="358">
                  <c:v>0.11791831357</c:v>
                </c:pt>
                <c:pt idx="359">
                  <c:v>0.118577075099</c:v>
                </c:pt>
                <c:pt idx="360">
                  <c:v>0.118577075099</c:v>
                </c:pt>
                <c:pt idx="361">
                  <c:v>0.119235836627</c:v>
                </c:pt>
                <c:pt idx="362">
                  <c:v>0.119235836627</c:v>
                </c:pt>
                <c:pt idx="363">
                  <c:v>0.119894598155</c:v>
                </c:pt>
                <c:pt idx="364">
                  <c:v>0.119894598155</c:v>
                </c:pt>
                <c:pt idx="365">
                  <c:v>0.120553359684</c:v>
                </c:pt>
                <c:pt idx="366">
                  <c:v>0.120553359684</c:v>
                </c:pt>
                <c:pt idx="367">
                  <c:v>0.121212121212</c:v>
                </c:pt>
                <c:pt idx="368">
                  <c:v>0.121212121212</c:v>
                </c:pt>
                <c:pt idx="369">
                  <c:v>0.12187088274</c:v>
                </c:pt>
                <c:pt idx="370">
                  <c:v>0.12187088274</c:v>
                </c:pt>
                <c:pt idx="371">
                  <c:v>0.122529644269</c:v>
                </c:pt>
                <c:pt idx="372">
                  <c:v>0.122529644269</c:v>
                </c:pt>
                <c:pt idx="373">
                  <c:v>0.123188405797</c:v>
                </c:pt>
                <c:pt idx="374">
                  <c:v>0.123188405797</c:v>
                </c:pt>
                <c:pt idx="375">
                  <c:v>0.123847167325</c:v>
                </c:pt>
                <c:pt idx="376">
                  <c:v>0.123847167325</c:v>
                </c:pt>
                <c:pt idx="377">
                  <c:v>0.124505928854</c:v>
                </c:pt>
                <c:pt idx="378">
                  <c:v>0.124505928854</c:v>
                </c:pt>
                <c:pt idx="379">
                  <c:v>0.125164690382</c:v>
                </c:pt>
                <c:pt idx="380">
                  <c:v>0.125164690382</c:v>
                </c:pt>
                <c:pt idx="381">
                  <c:v>0.12582345191</c:v>
                </c:pt>
                <c:pt idx="382">
                  <c:v>0.12582345191</c:v>
                </c:pt>
                <c:pt idx="383">
                  <c:v>0.126482213439</c:v>
                </c:pt>
                <c:pt idx="384">
                  <c:v>0.126482213439</c:v>
                </c:pt>
                <c:pt idx="385">
                  <c:v>0.127140974967</c:v>
                </c:pt>
                <c:pt idx="386">
                  <c:v>0.127140974967</c:v>
                </c:pt>
                <c:pt idx="387">
                  <c:v>0.127799736495</c:v>
                </c:pt>
                <c:pt idx="388">
                  <c:v>0.127799736495</c:v>
                </c:pt>
                <c:pt idx="389">
                  <c:v>0.128458498024</c:v>
                </c:pt>
                <c:pt idx="390">
                  <c:v>0.128458498024</c:v>
                </c:pt>
                <c:pt idx="391">
                  <c:v>0.129117259552</c:v>
                </c:pt>
                <c:pt idx="392">
                  <c:v>0.129117259552</c:v>
                </c:pt>
                <c:pt idx="393">
                  <c:v>0.12977602108</c:v>
                </c:pt>
                <c:pt idx="394">
                  <c:v>0.12977602108</c:v>
                </c:pt>
                <c:pt idx="395">
                  <c:v>0.130434782609</c:v>
                </c:pt>
                <c:pt idx="396">
                  <c:v>0.130434782609</c:v>
                </c:pt>
                <c:pt idx="397">
                  <c:v>0.131093544137</c:v>
                </c:pt>
                <c:pt idx="398">
                  <c:v>0.131093544137</c:v>
                </c:pt>
                <c:pt idx="399">
                  <c:v>0.131752305665</c:v>
                </c:pt>
                <c:pt idx="400">
                  <c:v>0.131752305665</c:v>
                </c:pt>
                <c:pt idx="401">
                  <c:v>0.132411067194</c:v>
                </c:pt>
                <c:pt idx="402">
                  <c:v>0.132411067194</c:v>
                </c:pt>
                <c:pt idx="403">
                  <c:v>0.133069828722</c:v>
                </c:pt>
                <c:pt idx="404">
                  <c:v>0.133069828722</c:v>
                </c:pt>
                <c:pt idx="405">
                  <c:v>0.13372859025</c:v>
                </c:pt>
                <c:pt idx="406">
                  <c:v>0.13372859025</c:v>
                </c:pt>
                <c:pt idx="407">
                  <c:v>0.134387351779</c:v>
                </c:pt>
                <c:pt idx="408">
                  <c:v>0.134387351779</c:v>
                </c:pt>
                <c:pt idx="409">
                  <c:v>0.135046113307</c:v>
                </c:pt>
                <c:pt idx="410">
                  <c:v>0.135046113307</c:v>
                </c:pt>
                <c:pt idx="411">
                  <c:v>0.135704874835</c:v>
                </c:pt>
                <c:pt idx="412">
                  <c:v>0.135704874835</c:v>
                </c:pt>
                <c:pt idx="413">
                  <c:v>0.136363636364</c:v>
                </c:pt>
                <c:pt idx="414">
                  <c:v>0.136363636364</c:v>
                </c:pt>
                <c:pt idx="415">
                  <c:v>0.137022397892</c:v>
                </c:pt>
                <c:pt idx="416">
                  <c:v>0.137022397892</c:v>
                </c:pt>
                <c:pt idx="417">
                  <c:v>0.13768115942</c:v>
                </c:pt>
                <c:pt idx="418">
                  <c:v>0.13768115942</c:v>
                </c:pt>
                <c:pt idx="419">
                  <c:v>0.138339920949</c:v>
                </c:pt>
                <c:pt idx="420">
                  <c:v>0.138339920949</c:v>
                </c:pt>
                <c:pt idx="421">
                  <c:v>0.138998682477</c:v>
                </c:pt>
                <c:pt idx="422">
                  <c:v>0.138998682477</c:v>
                </c:pt>
                <c:pt idx="423">
                  <c:v>0.139657444005</c:v>
                </c:pt>
                <c:pt idx="424">
                  <c:v>0.139657444005</c:v>
                </c:pt>
                <c:pt idx="425">
                  <c:v>0.140316205534</c:v>
                </c:pt>
                <c:pt idx="426">
                  <c:v>0.140316205534</c:v>
                </c:pt>
                <c:pt idx="427">
                  <c:v>0.140974967062</c:v>
                </c:pt>
                <c:pt idx="428">
                  <c:v>0.140974967062</c:v>
                </c:pt>
                <c:pt idx="429">
                  <c:v>0.14163372859</c:v>
                </c:pt>
                <c:pt idx="430">
                  <c:v>0.14163372859</c:v>
                </c:pt>
                <c:pt idx="431">
                  <c:v>0.142292490119</c:v>
                </c:pt>
                <c:pt idx="432">
                  <c:v>0.142292490119</c:v>
                </c:pt>
                <c:pt idx="433">
                  <c:v>0.142951251647</c:v>
                </c:pt>
                <c:pt idx="434">
                  <c:v>0.142951251647</c:v>
                </c:pt>
                <c:pt idx="435">
                  <c:v>0.143610013175</c:v>
                </c:pt>
                <c:pt idx="436">
                  <c:v>0.143610013175</c:v>
                </c:pt>
                <c:pt idx="437">
                  <c:v>0.144268774704</c:v>
                </c:pt>
                <c:pt idx="438">
                  <c:v>0.144268774704</c:v>
                </c:pt>
                <c:pt idx="439">
                  <c:v>0.144927536232</c:v>
                </c:pt>
                <c:pt idx="440">
                  <c:v>0.144927536232</c:v>
                </c:pt>
                <c:pt idx="441">
                  <c:v>0.14558629776</c:v>
                </c:pt>
                <c:pt idx="442">
                  <c:v>0.14558629776</c:v>
                </c:pt>
                <c:pt idx="443">
                  <c:v>0.146245059289</c:v>
                </c:pt>
                <c:pt idx="444">
                  <c:v>0.146245059289</c:v>
                </c:pt>
                <c:pt idx="445">
                  <c:v>0.146903820817</c:v>
                </c:pt>
                <c:pt idx="446">
                  <c:v>0.146903820817</c:v>
                </c:pt>
                <c:pt idx="447">
                  <c:v>0.147562582345</c:v>
                </c:pt>
                <c:pt idx="448">
                  <c:v>0.147562582345</c:v>
                </c:pt>
                <c:pt idx="449">
                  <c:v>0.148221343874</c:v>
                </c:pt>
                <c:pt idx="450">
                  <c:v>0.148221343874</c:v>
                </c:pt>
                <c:pt idx="451">
                  <c:v>0.148880105402</c:v>
                </c:pt>
                <c:pt idx="452">
                  <c:v>0.148880105402</c:v>
                </c:pt>
                <c:pt idx="453">
                  <c:v>0.14953886693</c:v>
                </c:pt>
                <c:pt idx="454">
                  <c:v>0.14953886693</c:v>
                </c:pt>
                <c:pt idx="455">
                  <c:v>0.150197628458</c:v>
                </c:pt>
                <c:pt idx="456">
                  <c:v>0.150197628458</c:v>
                </c:pt>
                <c:pt idx="457">
                  <c:v>0.150856389987</c:v>
                </c:pt>
                <c:pt idx="458">
                  <c:v>0.150856389987</c:v>
                </c:pt>
                <c:pt idx="459">
                  <c:v>0.151515151515</c:v>
                </c:pt>
                <c:pt idx="460">
                  <c:v>0.151515151515</c:v>
                </c:pt>
                <c:pt idx="461">
                  <c:v>0.152173913043</c:v>
                </c:pt>
                <c:pt idx="462">
                  <c:v>0.152173913043</c:v>
                </c:pt>
                <c:pt idx="463">
                  <c:v>0.152832674572</c:v>
                </c:pt>
                <c:pt idx="464">
                  <c:v>0.152832674572</c:v>
                </c:pt>
                <c:pt idx="465">
                  <c:v>0.1534914361</c:v>
                </c:pt>
                <c:pt idx="466">
                  <c:v>0.1534914361</c:v>
                </c:pt>
                <c:pt idx="467">
                  <c:v>0.154150197628</c:v>
                </c:pt>
                <c:pt idx="468">
                  <c:v>0.154150197628</c:v>
                </c:pt>
                <c:pt idx="469">
                  <c:v>0.154808959157</c:v>
                </c:pt>
                <c:pt idx="470">
                  <c:v>0.154808959157</c:v>
                </c:pt>
                <c:pt idx="471">
                  <c:v>0.155467720685</c:v>
                </c:pt>
                <c:pt idx="472">
                  <c:v>0.155467720685</c:v>
                </c:pt>
                <c:pt idx="473">
                  <c:v>0.156126482213</c:v>
                </c:pt>
                <c:pt idx="474">
                  <c:v>0.156126482213</c:v>
                </c:pt>
                <c:pt idx="475">
                  <c:v>0.156785243742</c:v>
                </c:pt>
                <c:pt idx="476">
                  <c:v>0.156785243742</c:v>
                </c:pt>
                <c:pt idx="477">
                  <c:v>0.15744400527</c:v>
                </c:pt>
                <c:pt idx="478">
                  <c:v>0.15744400527</c:v>
                </c:pt>
                <c:pt idx="479">
                  <c:v>0.158102766798</c:v>
                </c:pt>
                <c:pt idx="480">
                  <c:v>0.158102766798</c:v>
                </c:pt>
                <c:pt idx="481">
                  <c:v>0.158761528327</c:v>
                </c:pt>
                <c:pt idx="482">
                  <c:v>0.158761528327</c:v>
                </c:pt>
                <c:pt idx="483">
                  <c:v>0.159420289855</c:v>
                </c:pt>
                <c:pt idx="484">
                  <c:v>0.159420289855</c:v>
                </c:pt>
                <c:pt idx="485">
                  <c:v>0.160079051383</c:v>
                </c:pt>
                <c:pt idx="486">
                  <c:v>0.160079051383</c:v>
                </c:pt>
                <c:pt idx="487">
                  <c:v>0.160737812912</c:v>
                </c:pt>
                <c:pt idx="488">
                  <c:v>0.160737812912</c:v>
                </c:pt>
                <c:pt idx="489">
                  <c:v>0.16139657444</c:v>
                </c:pt>
                <c:pt idx="490">
                  <c:v>0.16139657444</c:v>
                </c:pt>
                <c:pt idx="491">
                  <c:v>0.162055335968</c:v>
                </c:pt>
                <c:pt idx="492">
                  <c:v>0.162055335968</c:v>
                </c:pt>
                <c:pt idx="493">
                  <c:v>0.162714097497</c:v>
                </c:pt>
                <c:pt idx="494">
                  <c:v>0.162714097497</c:v>
                </c:pt>
                <c:pt idx="495">
                  <c:v>0.163372859025</c:v>
                </c:pt>
                <c:pt idx="496">
                  <c:v>0.163372859025</c:v>
                </c:pt>
                <c:pt idx="497">
                  <c:v>0.164031620553</c:v>
                </c:pt>
                <c:pt idx="498">
                  <c:v>0.164031620553</c:v>
                </c:pt>
                <c:pt idx="499">
                  <c:v>0.164690382082</c:v>
                </c:pt>
                <c:pt idx="500">
                  <c:v>0.164690382082</c:v>
                </c:pt>
                <c:pt idx="501">
                  <c:v>0.16534914361</c:v>
                </c:pt>
                <c:pt idx="502">
                  <c:v>0.16534914361</c:v>
                </c:pt>
                <c:pt idx="503">
                  <c:v>0.166007905138</c:v>
                </c:pt>
                <c:pt idx="504">
                  <c:v>0.166007905138</c:v>
                </c:pt>
                <c:pt idx="505">
                  <c:v>0.166666666667</c:v>
                </c:pt>
                <c:pt idx="506">
                  <c:v>0.166666666667</c:v>
                </c:pt>
                <c:pt idx="507">
                  <c:v>0.167325428195</c:v>
                </c:pt>
                <c:pt idx="508">
                  <c:v>0.167325428195</c:v>
                </c:pt>
                <c:pt idx="509">
                  <c:v>0.167984189723</c:v>
                </c:pt>
                <c:pt idx="510">
                  <c:v>0.167984189723</c:v>
                </c:pt>
                <c:pt idx="511">
                  <c:v>0.168642951252</c:v>
                </c:pt>
                <c:pt idx="512">
                  <c:v>0.168642951252</c:v>
                </c:pt>
                <c:pt idx="513">
                  <c:v>0.16930171278</c:v>
                </c:pt>
                <c:pt idx="514">
                  <c:v>0.16930171278</c:v>
                </c:pt>
                <c:pt idx="515">
                  <c:v>0.169960474308</c:v>
                </c:pt>
                <c:pt idx="516">
                  <c:v>0.169960474308</c:v>
                </c:pt>
                <c:pt idx="517">
                  <c:v>0.170619235837</c:v>
                </c:pt>
                <c:pt idx="518">
                  <c:v>0.170619235837</c:v>
                </c:pt>
                <c:pt idx="519">
                  <c:v>0.171277997365</c:v>
                </c:pt>
                <c:pt idx="520">
                  <c:v>0.171277997365</c:v>
                </c:pt>
                <c:pt idx="521">
                  <c:v>0.171936758893</c:v>
                </c:pt>
                <c:pt idx="522">
                  <c:v>0.171936758893</c:v>
                </c:pt>
                <c:pt idx="523">
                  <c:v>0.172595520422</c:v>
                </c:pt>
                <c:pt idx="524">
                  <c:v>0.172595520422</c:v>
                </c:pt>
                <c:pt idx="525">
                  <c:v>0.17325428195</c:v>
                </c:pt>
                <c:pt idx="526">
                  <c:v>0.17325428195</c:v>
                </c:pt>
                <c:pt idx="527">
                  <c:v>0.173913043478</c:v>
                </c:pt>
                <c:pt idx="528">
                  <c:v>0.173913043478</c:v>
                </c:pt>
                <c:pt idx="529">
                  <c:v>0.174571805007</c:v>
                </c:pt>
                <c:pt idx="530">
                  <c:v>0.174571805007</c:v>
                </c:pt>
                <c:pt idx="531">
                  <c:v>0.175230566535</c:v>
                </c:pt>
                <c:pt idx="532">
                  <c:v>0.175230566535</c:v>
                </c:pt>
                <c:pt idx="533">
                  <c:v>0.175889328063</c:v>
                </c:pt>
                <c:pt idx="534">
                  <c:v>0.175889328063</c:v>
                </c:pt>
                <c:pt idx="535">
                  <c:v>0.176548089592</c:v>
                </c:pt>
                <c:pt idx="536">
                  <c:v>0.176548089592</c:v>
                </c:pt>
                <c:pt idx="537">
                  <c:v>0.17720685112</c:v>
                </c:pt>
                <c:pt idx="538">
                  <c:v>0.17720685112</c:v>
                </c:pt>
                <c:pt idx="539">
                  <c:v>0.177865612648</c:v>
                </c:pt>
                <c:pt idx="540">
                  <c:v>0.177865612648</c:v>
                </c:pt>
                <c:pt idx="541">
                  <c:v>0.178524374177</c:v>
                </c:pt>
                <c:pt idx="542">
                  <c:v>0.178524374177</c:v>
                </c:pt>
                <c:pt idx="543">
                  <c:v>0.179183135705</c:v>
                </c:pt>
                <c:pt idx="544">
                  <c:v>0.179183135705</c:v>
                </c:pt>
                <c:pt idx="545">
                  <c:v>0.179841897233</c:v>
                </c:pt>
                <c:pt idx="546">
                  <c:v>0.179841897233</c:v>
                </c:pt>
                <c:pt idx="547">
                  <c:v>0.180500658762</c:v>
                </c:pt>
                <c:pt idx="548">
                  <c:v>0.180500658762</c:v>
                </c:pt>
                <c:pt idx="549">
                  <c:v>0.18115942029</c:v>
                </c:pt>
                <c:pt idx="550">
                  <c:v>0.18115942029</c:v>
                </c:pt>
                <c:pt idx="551">
                  <c:v>0.181818181818</c:v>
                </c:pt>
                <c:pt idx="552">
                  <c:v>0.181818181818</c:v>
                </c:pt>
                <c:pt idx="553">
                  <c:v>0.182476943347</c:v>
                </c:pt>
                <c:pt idx="554">
                  <c:v>0.182476943347</c:v>
                </c:pt>
                <c:pt idx="555">
                  <c:v>0.183135704875</c:v>
                </c:pt>
                <c:pt idx="556">
                  <c:v>0.183135704875</c:v>
                </c:pt>
                <c:pt idx="557">
                  <c:v>0.183794466403</c:v>
                </c:pt>
                <c:pt idx="558">
                  <c:v>0.183794466403</c:v>
                </c:pt>
                <c:pt idx="559">
                  <c:v>0.184453227931</c:v>
                </c:pt>
                <c:pt idx="560">
                  <c:v>0.184453227931</c:v>
                </c:pt>
                <c:pt idx="561">
                  <c:v>0.18511198946</c:v>
                </c:pt>
                <c:pt idx="562">
                  <c:v>0.18511198946</c:v>
                </c:pt>
                <c:pt idx="563">
                  <c:v>0.185770750988</c:v>
                </c:pt>
                <c:pt idx="564">
                  <c:v>0.185770750988</c:v>
                </c:pt>
                <c:pt idx="565">
                  <c:v>0.186429512516</c:v>
                </c:pt>
                <c:pt idx="566">
                  <c:v>0.186429512516</c:v>
                </c:pt>
                <c:pt idx="567">
                  <c:v>0.187088274045</c:v>
                </c:pt>
                <c:pt idx="568">
                  <c:v>0.187088274045</c:v>
                </c:pt>
                <c:pt idx="569">
                  <c:v>0.187747035573</c:v>
                </c:pt>
                <c:pt idx="570">
                  <c:v>0.187747035573</c:v>
                </c:pt>
                <c:pt idx="571">
                  <c:v>0.188405797101</c:v>
                </c:pt>
                <c:pt idx="572">
                  <c:v>0.188405797101</c:v>
                </c:pt>
                <c:pt idx="573">
                  <c:v>0.18906455863</c:v>
                </c:pt>
                <c:pt idx="574">
                  <c:v>0.18906455863</c:v>
                </c:pt>
                <c:pt idx="575">
                  <c:v>0.189723320158</c:v>
                </c:pt>
                <c:pt idx="576">
                  <c:v>0.189723320158</c:v>
                </c:pt>
                <c:pt idx="577">
                  <c:v>0.190382081686</c:v>
                </c:pt>
                <c:pt idx="578">
                  <c:v>0.190382081686</c:v>
                </c:pt>
                <c:pt idx="579">
                  <c:v>0.191040843215</c:v>
                </c:pt>
                <c:pt idx="580">
                  <c:v>0.191040843215</c:v>
                </c:pt>
                <c:pt idx="581">
                  <c:v>0.191699604743</c:v>
                </c:pt>
                <c:pt idx="582">
                  <c:v>0.191699604743</c:v>
                </c:pt>
                <c:pt idx="583">
                  <c:v>0.192358366271</c:v>
                </c:pt>
                <c:pt idx="584">
                  <c:v>0.192358366271</c:v>
                </c:pt>
                <c:pt idx="585">
                  <c:v>0.1930171278</c:v>
                </c:pt>
                <c:pt idx="586">
                  <c:v>0.1930171278</c:v>
                </c:pt>
                <c:pt idx="587">
                  <c:v>0.193675889328</c:v>
                </c:pt>
                <c:pt idx="588">
                  <c:v>0.193675889328</c:v>
                </c:pt>
                <c:pt idx="589">
                  <c:v>0.194334650856</c:v>
                </c:pt>
                <c:pt idx="590">
                  <c:v>0.194334650856</c:v>
                </c:pt>
                <c:pt idx="591">
                  <c:v>0.194993412385</c:v>
                </c:pt>
                <c:pt idx="592">
                  <c:v>0.194993412385</c:v>
                </c:pt>
                <c:pt idx="593">
                  <c:v>0.195652173913</c:v>
                </c:pt>
                <c:pt idx="594">
                  <c:v>0.195652173913</c:v>
                </c:pt>
                <c:pt idx="595">
                  <c:v>0.196310935441</c:v>
                </c:pt>
                <c:pt idx="596">
                  <c:v>0.196310935441</c:v>
                </c:pt>
                <c:pt idx="597">
                  <c:v>0.19696969697</c:v>
                </c:pt>
                <c:pt idx="598">
                  <c:v>0.19696969697</c:v>
                </c:pt>
                <c:pt idx="599">
                  <c:v>0.197628458498</c:v>
                </c:pt>
                <c:pt idx="600">
                  <c:v>0.197628458498</c:v>
                </c:pt>
                <c:pt idx="601">
                  <c:v>0.198287220026</c:v>
                </c:pt>
                <c:pt idx="602">
                  <c:v>0.198287220026</c:v>
                </c:pt>
                <c:pt idx="603">
                  <c:v>0.198945981555</c:v>
                </c:pt>
                <c:pt idx="604">
                  <c:v>0.198945981555</c:v>
                </c:pt>
                <c:pt idx="605">
                  <c:v>0.199604743083</c:v>
                </c:pt>
                <c:pt idx="606">
                  <c:v>0.199604743083</c:v>
                </c:pt>
                <c:pt idx="607">
                  <c:v>0.200263504611</c:v>
                </c:pt>
                <c:pt idx="608">
                  <c:v>0.200263504611</c:v>
                </c:pt>
                <c:pt idx="609">
                  <c:v>0.20092226614</c:v>
                </c:pt>
                <c:pt idx="610">
                  <c:v>0.20092226614</c:v>
                </c:pt>
                <c:pt idx="611">
                  <c:v>0.201581027668</c:v>
                </c:pt>
                <c:pt idx="612">
                  <c:v>0.201581027668</c:v>
                </c:pt>
                <c:pt idx="613">
                  <c:v>0.202239789196</c:v>
                </c:pt>
                <c:pt idx="614">
                  <c:v>0.202239789196</c:v>
                </c:pt>
                <c:pt idx="615">
                  <c:v>0.202898550725</c:v>
                </c:pt>
                <c:pt idx="616">
                  <c:v>0.202898550725</c:v>
                </c:pt>
                <c:pt idx="617">
                  <c:v>0.203557312253</c:v>
                </c:pt>
                <c:pt idx="618">
                  <c:v>0.203557312253</c:v>
                </c:pt>
                <c:pt idx="619">
                  <c:v>0.204216073781</c:v>
                </c:pt>
                <c:pt idx="620">
                  <c:v>0.204216073781</c:v>
                </c:pt>
                <c:pt idx="621">
                  <c:v>0.20487483531</c:v>
                </c:pt>
                <c:pt idx="622">
                  <c:v>0.20487483531</c:v>
                </c:pt>
                <c:pt idx="623">
                  <c:v>0.205533596838</c:v>
                </c:pt>
                <c:pt idx="624">
                  <c:v>0.205533596838</c:v>
                </c:pt>
                <c:pt idx="625">
                  <c:v>0.206192358366</c:v>
                </c:pt>
                <c:pt idx="626">
                  <c:v>0.206192358366</c:v>
                </c:pt>
                <c:pt idx="627">
                  <c:v>0.206851119895</c:v>
                </c:pt>
                <c:pt idx="628">
                  <c:v>0.206851119895</c:v>
                </c:pt>
                <c:pt idx="629">
                  <c:v>0.207509881423</c:v>
                </c:pt>
                <c:pt idx="630">
                  <c:v>0.207509881423</c:v>
                </c:pt>
                <c:pt idx="631">
                  <c:v>0.208168642951</c:v>
                </c:pt>
                <c:pt idx="632">
                  <c:v>0.208168642951</c:v>
                </c:pt>
                <c:pt idx="633">
                  <c:v>0.20882740448</c:v>
                </c:pt>
                <c:pt idx="634">
                  <c:v>0.20882740448</c:v>
                </c:pt>
                <c:pt idx="635">
                  <c:v>0.209486166008</c:v>
                </c:pt>
                <c:pt idx="636">
                  <c:v>0.209486166008</c:v>
                </c:pt>
                <c:pt idx="637">
                  <c:v>0.210144927536</c:v>
                </c:pt>
                <c:pt idx="638">
                  <c:v>0.210144927536</c:v>
                </c:pt>
                <c:pt idx="639">
                  <c:v>0.210803689065</c:v>
                </c:pt>
                <c:pt idx="640">
                  <c:v>0.210803689065</c:v>
                </c:pt>
                <c:pt idx="641">
                  <c:v>0.211462450593</c:v>
                </c:pt>
                <c:pt idx="642">
                  <c:v>0.211462450593</c:v>
                </c:pt>
                <c:pt idx="643">
                  <c:v>0.212121212121</c:v>
                </c:pt>
                <c:pt idx="644">
                  <c:v>0.212121212121</c:v>
                </c:pt>
                <c:pt idx="645">
                  <c:v>0.21277997365</c:v>
                </c:pt>
                <c:pt idx="646">
                  <c:v>0.21277997365</c:v>
                </c:pt>
                <c:pt idx="647">
                  <c:v>0.213438735178</c:v>
                </c:pt>
                <c:pt idx="648">
                  <c:v>0.213438735178</c:v>
                </c:pt>
                <c:pt idx="649">
                  <c:v>0.214097496706</c:v>
                </c:pt>
                <c:pt idx="650">
                  <c:v>0.214097496706</c:v>
                </c:pt>
                <c:pt idx="651">
                  <c:v>0.214756258235</c:v>
                </c:pt>
                <c:pt idx="652">
                  <c:v>0.214756258235</c:v>
                </c:pt>
                <c:pt idx="653">
                  <c:v>0.215415019763</c:v>
                </c:pt>
                <c:pt idx="654">
                  <c:v>0.215415019763</c:v>
                </c:pt>
                <c:pt idx="655">
                  <c:v>0.216073781291</c:v>
                </c:pt>
                <c:pt idx="656">
                  <c:v>0.216073781291</c:v>
                </c:pt>
                <c:pt idx="657">
                  <c:v>0.216732542819</c:v>
                </c:pt>
                <c:pt idx="658">
                  <c:v>0.216732542819</c:v>
                </c:pt>
                <c:pt idx="659">
                  <c:v>0.217391304348</c:v>
                </c:pt>
                <c:pt idx="660">
                  <c:v>0.217391304348</c:v>
                </c:pt>
                <c:pt idx="661">
                  <c:v>0.218050065876</c:v>
                </c:pt>
                <c:pt idx="662">
                  <c:v>0.218050065876</c:v>
                </c:pt>
                <c:pt idx="663">
                  <c:v>0.218708827404</c:v>
                </c:pt>
                <c:pt idx="664">
                  <c:v>0.218708827404</c:v>
                </c:pt>
                <c:pt idx="665">
                  <c:v>0.219367588933</c:v>
                </c:pt>
                <c:pt idx="666">
                  <c:v>0.219367588933</c:v>
                </c:pt>
                <c:pt idx="667">
                  <c:v>0.220026350461</c:v>
                </c:pt>
                <c:pt idx="668">
                  <c:v>0.220026350461</c:v>
                </c:pt>
                <c:pt idx="669">
                  <c:v>0.220685111989</c:v>
                </c:pt>
                <c:pt idx="670">
                  <c:v>0.220685111989</c:v>
                </c:pt>
                <c:pt idx="671">
                  <c:v>0.221343873518</c:v>
                </c:pt>
                <c:pt idx="672">
                  <c:v>0.221343873518</c:v>
                </c:pt>
                <c:pt idx="673">
                  <c:v>0.222002635046</c:v>
                </c:pt>
                <c:pt idx="674">
                  <c:v>0.222002635046</c:v>
                </c:pt>
                <c:pt idx="675">
                  <c:v>0.222661396574</c:v>
                </c:pt>
                <c:pt idx="676">
                  <c:v>0.222661396574</c:v>
                </c:pt>
                <c:pt idx="677">
                  <c:v>0.223320158103</c:v>
                </c:pt>
                <c:pt idx="678">
                  <c:v>0.223320158103</c:v>
                </c:pt>
                <c:pt idx="679">
                  <c:v>0.223978919631</c:v>
                </c:pt>
                <c:pt idx="680">
                  <c:v>0.223978919631</c:v>
                </c:pt>
                <c:pt idx="681">
                  <c:v>0.224637681159</c:v>
                </c:pt>
                <c:pt idx="682">
                  <c:v>0.224637681159</c:v>
                </c:pt>
                <c:pt idx="683">
                  <c:v>0.225296442688</c:v>
                </c:pt>
                <c:pt idx="684">
                  <c:v>0.225296442688</c:v>
                </c:pt>
                <c:pt idx="685">
                  <c:v>0.225955204216</c:v>
                </c:pt>
                <c:pt idx="686">
                  <c:v>0.225955204216</c:v>
                </c:pt>
                <c:pt idx="687">
                  <c:v>0.226613965744</c:v>
                </c:pt>
                <c:pt idx="688">
                  <c:v>0.226613965744</c:v>
                </c:pt>
                <c:pt idx="689">
                  <c:v>0.227272727273</c:v>
                </c:pt>
                <c:pt idx="690">
                  <c:v>0.227272727273</c:v>
                </c:pt>
                <c:pt idx="691">
                  <c:v>0.227931488801</c:v>
                </c:pt>
                <c:pt idx="692">
                  <c:v>0.227931488801</c:v>
                </c:pt>
                <c:pt idx="693">
                  <c:v>0.228590250329</c:v>
                </c:pt>
                <c:pt idx="694">
                  <c:v>0.228590250329</c:v>
                </c:pt>
                <c:pt idx="695">
                  <c:v>0.229249011858</c:v>
                </c:pt>
                <c:pt idx="696">
                  <c:v>0.229249011858</c:v>
                </c:pt>
                <c:pt idx="697">
                  <c:v>0.229907773386</c:v>
                </c:pt>
                <c:pt idx="698">
                  <c:v>0.229907773386</c:v>
                </c:pt>
                <c:pt idx="699">
                  <c:v>0.230566534914</c:v>
                </c:pt>
                <c:pt idx="700">
                  <c:v>0.230566534914</c:v>
                </c:pt>
                <c:pt idx="701">
                  <c:v>0.231225296443</c:v>
                </c:pt>
                <c:pt idx="702">
                  <c:v>0.231225296443</c:v>
                </c:pt>
                <c:pt idx="703">
                  <c:v>0.231884057971</c:v>
                </c:pt>
                <c:pt idx="704">
                  <c:v>0.231884057971</c:v>
                </c:pt>
                <c:pt idx="705">
                  <c:v>0.232542819499</c:v>
                </c:pt>
                <c:pt idx="706">
                  <c:v>0.232542819499</c:v>
                </c:pt>
                <c:pt idx="707">
                  <c:v>0.233201581028</c:v>
                </c:pt>
                <c:pt idx="708">
                  <c:v>0.233201581028</c:v>
                </c:pt>
                <c:pt idx="709">
                  <c:v>0.233860342556</c:v>
                </c:pt>
                <c:pt idx="710">
                  <c:v>0.233860342556</c:v>
                </c:pt>
                <c:pt idx="711">
                  <c:v>0.234519104084</c:v>
                </c:pt>
                <c:pt idx="712">
                  <c:v>0.234519104084</c:v>
                </c:pt>
                <c:pt idx="713">
                  <c:v>0.235177865613</c:v>
                </c:pt>
                <c:pt idx="714">
                  <c:v>0.235177865613</c:v>
                </c:pt>
                <c:pt idx="715">
                  <c:v>0.235836627141</c:v>
                </c:pt>
                <c:pt idx="716">
                  <c:v>0.235836627141</c:v>
                </c:pt>
                <c:pt idx="717">
                  <c:v>0.236495388669</c:v>
                </c:pt>
                <c:pt idx="718">
                  <c:v>0.236495388669</c:v>
                </c:pt>
                <c:pt idx="719">
                  <c:v>0.237154150198</c:v>
                </c:pt>
                <c:pt idx="720">
                  <c:v>0.237154150198</c:v>
                </c:pt>
                <c:pt idx="721">
                  <c:v>0.237812911726</c:v>
                </c:pt>
                <c:pt idx="722">
                  <c:v>0.237812911726</c:v>
                </c:pt>
                <c:pt idx="723">
                  <c:v>0.238471673254</c:v>
                </c:pt>
                <c:pt idx="724">
                  <c:v>0.238471673254</c:v>
                </c:pt>
                <c:pt idx="725">
                  <c:v>0.239130434783</c:v>
                </c:pt>
                <c:pt idx="726">
                  <c:v>0.239130434783</c:v>
                </c:pt>
                <c:pt idx="727">
                  <c:v>0.239789196311</c:v>
                </c:pt>
                <c:pt idx="728">
                  <c:v>0.239789196311</c:v>
                </c:pt>
                <c:pt idx="729">
                  <c:v>0.240447957839</c:v>
                </c:pt>
                <c:pt idx="730">
                  <c:v>0.240447957839</c:v>
                </c:pt>
                <c:pt idx="731">
                  <c:v>0.241106719368</c:v>
                </c:pt>
                <c:pt idx="732">
                  <c:v>0.241106719368</c:v>
                </c:pt>
                <c:pt idx="733">
                  <c:v>0.241765480896</c:v>
                </c:pt>
                <c:pt idx="734">
                  <c:v>0.241765480896</c:v>
                </c:pt>
                <c:pt idx="735">
                  <c:v>0.242424242424</c:v>
                </c:pt>
                <c:pt idx="736">
                  <c:v>0.242424242424</c:v>
                </c:pt>
                <c:pt idx="737">
                  <c:v>0.243083003953</c:v>
                </c:pt>
                <c:pt idx="738">
                  <c:v>0.243083003953</c:v>
                </c:pt>
                <c:pt idx="739">
                  <c:v>0.243741765481</c:v>
                </c:pt>
                <c:pt idx="740">
                  <c:v>0.243741765481</c:v>
                </c:pt>
                <c:pt idx="741">
                  <c:v>0.244400527009</c:v>
                </c:pt>
                <c:pt idx="742">
                  <c:v>0.244400527009</c:v>
                </c:pt>
                <c:pt idx="743">
                  <c:v>0.245059288538</c:v>
                </c:pt>
                <c:pt idx="744">
                  <c:v>0.245059288538</c:v>
                </c:pt>
                <c:pt idx="745">
                  <c:v>0.245718050066</c:v>
                </c:pt>
                <c:pt idx="746">
                  <c:v>0.245718050066</c:v>
                </c:pt>
                <c:pt idx="747">
                  <c:v>0.246376811594</c:v>
                </c:pt>
                <c:pt idx="748">
                  <c:v>0.246376811594</c:v>
                </c:pt>
                <c:pt idx="749">
                  <c:v>0.247035573123</c:v>
                </c:pt>
                <c:pt idx="750">
                  <c:v>0.247035573123</c:v>
                </c:pt>
                <c:pt idx="751">
                  <c:v>0.247694334651</c:v>
                </c:pt>
                <c:pt idx="752">
                  <c:v>0.247694334651</c:v>
                </c:pt>
                <c:pt idx="753">
                  <c:v>0.248353096179</c:v>
                </c:pt>
                <c:pt idx="754">
                  <c:v>0.248353096179</c:v>
                </c:pt>
                <c:pt idx="755">
                  <c:v>0.249011857708</c:v>
                </c:pt>
                <c:pt idx="756">
                  <c:v>0.249011857708</c:v>
                </c:pt>
                <c:pt idx="757">
                  <c:v>0.249670619236</c:v>
                </c:pt>
                <c:pt idx="758">
                  <c:v>0.249670619236</c:v>
                </c:pt>
                <c:pt idx="759">
                  <c:v>0.250329380764</c:v>
                </c:pt>
                <c:pt idx="760">
                  <c:v>0.250329380764</c:v>
                </c:pt>
                <c:pt idx="761">
                  <c:v>0.250988142292</c:v>
                </c:pt>
                <c:pt idx="762">
                  <c:v>0.250988142292</c:v>
                </c:pt>
                <c:pt idx="763">
                  <c:v>0.251646903821</c:v>
                </c:pt>
                <c:pt idx="764">
                  <c:v>0.251646903821</c:v>
                </c:pt>
                <c:pt idx="765">
                  <c:v>0.252305665349</c:v>
                </c:pt>
                <c:pt idx="766">
                  <c:v>0.252305665349</c:v>
                </c:pt>
                <c:pt idx="767">
                  <c:v>0.252964426877</c:v>
                </c:pt>
                <c:pt idx="768">
                  <c:v>0.252964426877</c:v>
                </c:pt>
                <c:pt idx="769">
                  <c:v>0.253623188406</c:v>
                </c:pt>
                <c:pt idx="770">
                  <c:v>0.253623188406</c:v>
                </c:pt>
                <c:pt idx="771">
                  <c:v>0.254281949934</c:v>
                </c:pt>
                <c:pt idx="772">
                  <c:v>0.254281949934</c:v>
                </c:pt>
                <c:pt idx="773">
                  <c:v>0.254940711462</c:v>
                </c:pt>
                <c:pt idx="774">
                  <c:v>0.254940711462</c:v>
                </c:pt>
                <c:pt idx="775">
                  <c:v>0.255599472991</c:v>
                </c:pt>
                <c:pt idx="776">
                  <c:v>0.255599472991</c:v>
                </c:pt>
                <c:pt idx="777">
                  <c:v>0.256258234519</c:v>
                </c:pt>
                <c:pt idx="778">
                  <c:v>0.256258234519</c:v>
                </c:pt>
                <c:pt idx="779">
                  <c:v>0.256916996047</c:v>
                </c:pt>
                <c:pt idx="780">
                  <c:v>0.256916996047</c:v>
                </c:pt>
                <c:pt idx="781">
                  <c:v>0.257575757576</c:v>
                </c:pt>
                <c:pt idx="782">
                  <c:v>0.257575757576</c:v>
                </c:pt>
                <c:pt idx="783">
                  <c:v>0.258234519104</c:v>
                </c:pt>
                <c:pt idx="784">
                  <c:v>0.258234519104</c:v>
                </c:pt>
                <c:pt idx="785">
                  <c:v>0.258893280632</c:v>
                </c:pt>
                <c:pt idx="786">
                  <c:v>0.258893280632</c:v>
                </c:pt>
                <c:pt idx="787">
                  <c:v>0.259552042161</c:v>
                </c:pt>
                <c:pt idx="788">
                  <c:v>0.259552042161</c:v>
                </c:pt>
                <c:pt idx="789">
                  <c:v>0.260210803689</c:v>
                </c:pt>
                <c:pt idx="790">
                  <c:v>0.260210803689</c:v>
                </c:pt>
                <c:pt idx="791">
                  <c:v>0.260869565217</c:v>
                </c:pt>
                <c:pt idx="792">
                  <c:v>0.260869565217</c:v>
                </c:pt>
                <c:pt idx="793">
                  <c:v>0.261528326746</c:v>
                </c:pt>
                <c:pt idx="794">
                  <c:v>0.261528326746</c:v>
                </c:pt>
                <c:pt idx="795">
                  <c:v>0.262187088274</c:v>
                </c:pt>
                <c:pt idx="796">
                  <c:v>0.262187088274</c:v>
                </c:pt>
                <c:pt idx="797">
                  <c:v>0.262845849802</c:v>
                </c:pt>
                <c:pt idx="798">
                  <c:v>0.262845849802</c:v>
                </c:pt>
                <c:pt idx="799">
                  <c:v>0.263504611331</c:v>
                </c:pt>
                <c:pt idx="800">
                  <c:v>0.263504611331</c:v>
                </c:pt>
                <c:pt idx="801">
                  <c:v>0.264163372859</c:v>
                </c:pt>
                <c:pt idx="802">
                  <c:v>0.264163372859</c:v>
                </c:pt>
                <c:pt idx="803">
                  <c:v>0.264822134387</c:v>
                </c:pt>
                <c:pt idx="804">
                  <c:v>0.264822134387</c:v>
                </c:pt>
                <c:pt idx="805">
                  <c:v>0.265480895916</c:v>
                </c:pt>
                <c:pt idx="806">
                  <c:v>0.265480895916</c:v>
                </c:pt>
                <c:pt idx="807">
                  <c:v>0.266139657444</c:v>
                </c:pt>
                <c:pt idx="808">
                  <c:v>0.266139657444</c:v>
                </c:pt>
                <c:pt idx="809">
                  <c:v>0.266798418972</c:v>
                </c:pt>
                <c:pt idx="810">
                  <c:v>0.266798418972</c:v>
                </c:pt>
                <c:pt idx="811">
                  <c:v>0.267457180501</c:v>
                </c:pt>
                <c:pt idx="812">
                  <c:v>0.267457180501</c:v>
                </c:pt>
                <c:pt idx="813">
                  <c:v>0.268115942029</c:v>
                </c:pt>
                <c:pt idx="814">
                  <c:v>0.268115942029</c:v>
                </c:pt>
                <c:pt idx="815">
                  <c:v>0.268774703557</c:v>
                </c:pt>
                <c:pt idx="816">
                  <c:v>0.268774703557</c:v>
                </c:pt>
                <c:pt idx="817">
                  <c:v>0.269433465086</c:v>
                </c:pt>
                <c:pt idx="818">
                  <c:v>0.269433465086</c:v>
                </c:pt>
                <c:pt idx="819">
                  <c:v>0.270092226614</c:v>
                </c:pt>
                <c:pt idx="820">
                  <c:v>0.270092226614</c:v>
                </c:pt>
                <c:pt idx="821">
                  <c:v>0.270750988142</c:v>
                </c:pt>
                <c:pt idx="822">
                  <c:v>0.270750988142</c:v>
                </c:pt>
                <c:pt idx="823">
                  <c:v>0.271409749671</c:v>
                </c:pt>
                <c:pt idx="824">
                  <c:v>0.271409749671</c:v>
                </c:pt>
                <c:pt idx="825">
                  <c:v>0.272068511199</c:v>
                </c:pt>
                <c:pt idx="826">
                  <c:v>0.272068511199</c:v>
                </c:pt>
                <c:pt idx="827">
                  <c:v>0.272727272727</c:v>
                </c:pt>
                <c:pt idx="828">
                  <c:v>0.272727272727</c:v>
                </c:pt>
                <c:pt idx="829">
                  <c:v>0.273386034256</c:v>
                </c:pt>
                <c:pt idx="830">
                  <c:v>0.273386034256</c:v>
                </c:pt>
                <c:pt idx="831">
                  <c:v>0.274044795784</c:v>
                </c:pt>
                <c:pt idx="832">
                  <c:v>0.274044795784</c:v>
                </c:pt>
                <c:pt idx="833">
                  <c:v>0.274703557312</c:v>
                </c:pt>
                <c:pt idx="834">
                  <c:v>0.274703557312</c:v>
                </c:pt>
                <c:pt idx="835">
                  <c:v>0.275362318841</c:v>
                </c:pt>
                <c:pt idx="836">
                  <c:v>0.275362318841</c:v>
                </c:pt>
                <c:pt idx="837">
                  <c:v>0.276021080369</c:v>
                </c:pt>
                <c:pt idx="838">
                  <c:v>0.276021080369</c:v>
                </c:pt>
                <c:pt idx="839">
                  <c:v>0.276679841897</c:v>
                </c:pt>
                <c:pt idx="840">
                  <c:v>0.276679841897</c:v>
                </c:pt>
                <c:pt idx="841">
                  <c:v>0.277338603426</c:v>
                </c:pt>
                <c:pt idx="842">
                  <c:v>0.277338603426</c:v>
                </c:pt>
                <c:pt idx="843">
                  <c:v>0.277997364954</c:v>
                </c:pt>
                <c:pt idx="844">
                  <c:v>0.277997364954</c:v>
                </c:pt>
                <c:pt idx="845">
                  <c:v>0.278656126482</c:v>
                </c:pt>
                <c:pt idx="846">
                  <c:v>0.278656126482</c:v>
                </c:pt>
                <c:pt idx="847">
                  <c:v>0.279314888011</c:v>
                </c:pt>
                <c:pt idx="848">
                  <c:v>0.279314888011</c:v>
                </c:pt>
                <c:pt idx="849">
                  <c:v>0.279973649539</c:v>
                </c:pt>
                <c:pt idx="850">
                  <c:v>0.279973649539</c:v>
                </c:pt>
                <c:pt idx="851">
                  <c:v>0.280632411067</c:v>
                </c:pt>
                <c:pt idx="852">
                  <c:v>0.280632411067</c:v>
                </c:pt>
                <c:pt idx="853">
                  <c:v>0.281291172596</c:v>
                </c:pt>
                <c:pt idx="854">
                  <c:v>0.281291172596</c:v>
                </c:pt>
                <c:pt idx="855">
                  <c:v>0.281949934124</c:v>
                </c:pt>
                <c:pt idx="856">
                  <c:v>0.281949934124</c:v>
                </c:pt>
                <c:pt idx="857">
                  <c:v>0.282608695652</c:v>
                </c:pt>
                <c:pt idx="858">
                  <c:v>0.282608695652</c:v>
                </c:pt>
                <c:pt idx="859">
                  <c:v>0.283267457181</c:v>
                </c:pt>
                <c:pt idx="860">
                  <c:v>0.283267457181</c:v>
                </c:pt>
                <c:pt idx="861">
                  <c:v>0.283926218709</c:v>
                </c:pt>
                <c:pt idx="862">
                  <c:v>0.283926218709</c:v>
                </c:pt>
                <c:pt idx="863">
                  <c:v>0.284584980237</c:v>
                </c:pt>
                <c:pt idx="864">
                  <c:v>0.284584980237</c:v>
                </c:pt>
                <c:pt idx="865">
                  <c:v>0.285243741765</c:v>
                </c:pt>
                <c:pt idx="866">
                  <c:v>0.285243741765</c:v>
                </c:pt>
                <c:pt idx="867">
                  <c:v>0.285902503294</c:v>
                </c:pt>
                <c:pt idx="868">
                  <c:v>0.285902503294</c:v>
                </c:pt>
                <c:pt idx="869">
                  <c:v>0.286561264822</c:v>
                </c:pt>
                <c:pt idx="870">
                  <c:v>0.286561264822</c:v>
                </c:pt>
                <c:pt idx="871">
                  <c:v>0.28722002635</c:v>
                </c:pt>
                <c:pt idx="872">
                  <c:v>0.28722002635</c:v>
                </c:pt>
                <c:pt idx="873">
                  <c:v>0.287878787879</c:v>
                </c:pt>
                <c:pt idx="874">
                  <c:v>0.287878787879</c:v>
                </c:pt>
                <c:pt idx="875">
                  <c:v>0.288537549407</c:v>
                </c:pt>
                <c:pt idx="876">
                  <c:v>0.288537549407</c:v>
                </c:pt>
                <c:pt idx="877">
                  <c:v>0.289196310935</c:v>
                </c:pt>
                <c:pt idx="878">
                  <c:v>0.289196310935</c:v>
                </c:pt>
                <c:pt idx="879">
                  <c:v>0.289855072464</c:v>
                </c:pt>
                <c:pt idx="880">
                  <c:v>0.289855072464</c:v>
                </c:pt>
                <c:pt idx="881">
                  <c:v>0.290513833992</c:v>
                </c:pt>
                <c:pt idx="882">
                  <c:v>0.290513833992</c:v>
                </c:pt>
                <c:pt idx="883">
                  <c:v>0.29117259552</c:v>
                </c:pt>
                <c:pt idx="884">
                  <c:v>0.29117259552</c:v>
                </c:pt>
                <c:pt idx="885">
                  <c:v>0.291831357049</c:v>
                </c:pt>
                <c:pt idx="886">
                  <c:v>0.291831357049</c:v>
                </c:pt>
                <c:pt idx="887">
                  <c:v>0.292490118577</c:v>
                </c:pt>
                <c:pt idx="888">
                  <c:v>0.292490118577</c:v>
                </c:pt>
                <c:pt idx="889">
                  <c:v>0.293148880105</c:v>
                </c:pt>
                <c:pt idx="890">
                  <c:v>0.293148880105</c:v>
                </c:pt>
                <c:pt idx="891">
                  <c:v>0.293807641634</c:v>
                </c:pt>
                <c:pt idx="892">
                  <c:v>0.293807641634</c:v>
                </c:pt>
                <c:pt idx="893">
                  <c:v>0.294466403162</c:v>
                </c:pt>
                <c:pt idx="894">
                  <c:v>0.294466403162</c:v>
                </c:pt>
                <c:pt idx="895">
                  <c:v>0.29512516469</c:v>
                </c:pt>
                <c:pt idx="896">
                  <c:v>0.29512516469</c:v>
                </c:pt>
                <c:pt idx="897">
                  <c:v>0.295783926219</c:v>
                </c:pt>
                <c:pt idx="898">
                  <c:v>0.295783926219</c:v>
                </c:pt>
                <c:pt idx="899">
                  <c:v>0.296442687747</c:v>
                </c:pt>
                <c:pt idx="900">
                  <c:v>0.296442687747</c:v>
                </c:pt>
                <c:pt idx="901">
                  <c:v>0.297101449275</c:v>
                </c:pt>
                <c:pt idx="902">
                  <c:v>0.297101449275</c:v>
                </c:pt>
                <c:pt idx="903">
                  <c:v>0.297760210804</c:v>
                </c:pt>
                <c:pt idx="904">
                  <c:v>0.297760210804</c:v>
                </c:pt>
                <c:pt idx="905">
                  <c:v>0.298418972332</c:v>
                </c:pt>
                <c:pt idx="906">
                  <c:v>0.298418972332</c:v>
                </c:pt>
                <c:pt idx="907">
                  <c:v>0.29907773386</c:v>
                </c:pt>
                <c:pt idx="908">
                  <c:v>0.29907773386</c:v>
                </c:pt>
                <c:pt idx="909">
                  <c:v>0.299736495389</c:v>
                </c:pt>
                <c:pt idx="910">
                  <c:v>0.299736495389</c:v>
                </c:pt>
                <c:pt idx="911">
                  <c:v>0.300395256917</c:v>
                </c:pt>
                <c:pt idx="912">
                  <c:v>0.300395256917</c:v>
                </c:pt>
                <c:pt idx="913">
                  <c:v>0.301054018445</c:v>
                </c:pt>
                <c:pt idx="914">
                  <c:v>0.301054018445</c:v>
                </c:pt>
                <c:pt idx="915">
                  <c:v>0.301712779974</c:v>
                </c:pt>
                <c:pt idx="916">
                  <c:v>0.301712779974</c:v>
                </c:pt>
                <c:pt idx="917">
                  <c:v>0.302371541502</c:v>
                </c:pt>
                <c:pt idx="918">
                  <c:v>0.302371541502</c:v>
                </c:pt>
                <c:pt idx="919">
                  <c:v>0.30303030303</c:v>
                </c:pt>
                <c:pt idx="920">
                  <c:v>0.30303030303</c:v>
                </c:pt>
                <c:pt idx="921">
                  <c:v>0.303689064559</c:v>
                </c:pt>
                <c:pt idx="922">
                  <c:v>0.303689064559</c:v>
                </c:pt>
                <c:pt idx="923">
                  <c:v>0.304347826087</c:v>
                </c:pt>
                <c:pt idx="924">
                  <c:v>0.304347826087</c:v>
                </c:pt>
                <c:pt idx="925">
                  <c:v>0.305006587615</c:v>
                </c:pt>
                <c:pt idx="926">
                  <c:v>0.305006587615</c:v>
                </c:pt>
                <c:pt idx="927">
                  <c:v>0.305665349144</c:v>
                </c:pt>
                <c:pt idx="928">
                  <c:v>0.305665349144</c:v>
                </c:pt>
                <c:pt idx="929">
                  <c:v>0.306324110672</c:v>
                </c:pt>
                <c:pt idx="930">
                  <c:v>0.306324110672</c:v>
                </c:pt>
                <c:pt idx="931">
                  <c:v>0.3069828722</c:v>
                </c:pt>
                <c:pt idx="932">
                  <c:v>0.3069828722</c:v>
                </c:pt>
                <c:pt idx="933">
                  <c:v>0.307641633729</c:v>
                </c:pt>
                <c:pt idx="934">
                  <c:v>0.307641633729</c:v>
                </c:pt>
                <c:pt idx="935">
                  <c:v>0.308300395257</c:v>
                </c:pt>
                <c:pt idx="936">
                  <c:v>0.308300395257</c:v>
                </c:pt>
                <c:pt idx="937">
                  <c:v>0.308959156785</c:v>
                </c:pt>
                <c:pt idx="938">
                  <c:v>0.308959156785</c:v>
                </c:pt>
                <c:pt idx="939">
                  <c:v>0.309617918314</c:v>
                </c:pt>
                <c:pt idx="940">
                  <c:v>0.309617918314</c:v>
                </c:pt>
                <c:pt idx="941">
                  <c:v>0.310276679842</c:v>
                </c:pt>
                <c:pt idx="942">
                  <c:v>0.310276679842</c:v>
                </c:pt>
                <c:pt idx="943">
                  <c:v>0.31093544137</c:v>
                </c:pt>
                <c:pt idx="944">
                  <c:v>0.31093544137</c:v>
                </c:pt>
                <c:pt idx="945">
                  <c:v>0.311594202899</c:v>
                </c:pt>
                <c:pt idx="946">
                  <c:v>0.311594202899</c:v>
                </c:pt>
                <c:pt idx="947">
                  <c:v>0.312252964427</c:v>
                </c:pt>
                <c:pt idx="948">
                  <c:v>0.312252964427</c:v>
                </c:pt>
                <c:pt idx="949">
                  <c:v>0.312911725955</c:v>
                </c:pt>
                <c:pt idx="950">
                  <c:v>0.312911725955</c:v>
                </c:pt>
                <c:pt idx="951">
                  <c:v>0.313570487484</c:v>
                </c:pt>
                <c:pt idx="952">
                  <c:v>0.313570487484</c:v>
                </c:pt>
                <c:pt idx="953">
                  <c:v>0.314229249012</c:v>
                </c:pt>
                <c:pt idx="954">
                  <c:v>0.314229249012</c:v>
                </c:pt>
                <c:pt idx="955">
                  <c:v>0.31488801054</c:v>
                </c:pt>
                <c:pt idx="956">
                  <c:v>0.31488801054</c:v>
                </c:pt>
                <c:pt idx="957">
                  <c:v>0.315546772069</c:v>
                </c:pt>
                <c:pt idx="958">
                  <c:v>0.315546772069</c:v>
                </c:pt>
                <c:pt idx="959">
                  <c:v>0.316205533597</c:v>
                </c:pt>
                <c:pt idx="960">
                  <c:v>0.316205533597</c:v>
                </c:pt>
                <c:pt idx="961">
                  <c:v>0.316864295125</c:v>
                </c:pt>
                <c:pt idx="962">
                  <c:v>0.316864295125</c:v>
                </c:pt>
                <c:pt idx="963">
                  <c:v>0.317523056653</c:v>
                </c:pt>
                <c:pt idx="964">
                  <c:v>0.317523056653</c:v>
                </c:pt>
                <c:pt idx="965">
                  <c:v>0.318181818182</c:v>
                </c:pt>
                <c:pt idx="966">
                  <c:v>0.318181818182</c:v>
                </c:pt>
                <c:pt idx="967">
                  <c:v>0.31884057971</c:v>
                </c:pt>
                <c:pt idx="968">
                  <c:v>0.31884057971</c:v>
                </c:pt>
                <c:pt idx="969">
                  <c:v>0.319499341238</c:v>
                </c:pt>
                <c:pt idx="970">
                  <c:v>0.319499341238</c:v>
                </c:pt>
                <c:pt idx="971">
                  <c:v>0.320158102767</c:v>
                </c:pt>
                <c:pt idx="972">
                  <c:v>0.320158102767</c:v>
                </c:pt>
                <c:pt idx="973">
                  <c:v>0.320816864295</c:v>
                </c:pt>
                <c:pt idx="974">
                  <c:v>0.320816864295</c:v>
                </c:pt>
                <c:pt idx="975">
                  <c:v>0.321475625823</c:v>
                </c:pt>
                <c:pt idx="976">
                  <c:v>0.321475625823</c:v>
                </c:pt>
                <c:pt idx="977">
                  <c:v>0.322134387352</c:v>
                </c:pt>
                <c:pt idx="978">
                  <c:v>0.322134387352</c:v>
                </c:pt>
                <c:pt idx="979">
                  <c:v>0.32279314888</c:v>
                </c:pt>
                <c:pt idx="980">
                  <c:v>0.32279314888</c:v>
                </c:pt>
                <c:pt idx="981">
                  <c:v>0.323451910408</c:v>
                </c:pt>
                <c:pt idx="982">
                  <c:v>0.323451910408</c:v>
                </c:pt>
                <c:pt idx="983">
                  <c:v>0.324110671937</c:v>
                </c:pt>
                <c:pt idx="984">
                  <c:v>0.324110671937</c:v>
                </c:pt>
                <c:pt idx="985">
                  <c:v>0.324769433465</c:v>
                </c:pt>
                <c:pt idx="986">
                  <c:v>0.324769433465</c:v>
                </c:pt>
                <c:pt idx="987">
                  <c:v>0.325428194993</c:v>
                </c:pt>
                <c:pt idx="988">
                  <c:v>0.325428194993</c:v>
                </c:pt>
                <c:pt idx="989">
                  <c:v>0.326086956522</c:v>
                </c:pt>
                <c:pt idx="990">
                  <c:v>0.326086956522</c:v>
                </c:pt>
                <c:pt idx="991">
                  <c:v>0.32674571805</c:v>
                </c:pt>
                <c:pt idx="992">
                  <c:v>0.32674571805</c:v>
                </c:pt>
                <c:pt idx="993">
                  <c:v>0.327404479578</c:v>
                </c:pt>
                <c:pt idx="994">
                  <c:v>0.327404479578</c:v>
                </c:pt>
                <c:pt idx="995">
                  <c:v>0.328063241107</c:v>
                </c:pt>
                <c:pt idx="996">
                  <c:v>0.328063241107</c:v>
                </c:pt>
                <c:pt idx="997">
                  <c:v>0.328722002635</c:v>
                </c:pt>
                <c:pt idx="998">
                  <c:v>0.328722002635</c:v>
                </c:pt>
                <c:pt idx="999">
                  <c:v>0.329380764163</c:v>
                </c:pt>
                <c:pt idx="1000">
                  <c:v>0.329380764163</c:v>
                </c:pt>
                <c:pt idx="1001">
                  <c:v>0.330039525692</c:v>
                </c:pt>
                <c:pt idx="1002">
                  <c:v>0.330039525692</c:v>
                </c:pt>
                <c:pt idx="1003">
                  <c:v>0.33069828722</c:v>
                </c:pt>
                <c:pt idx="1004">
                  <c:v>0.33069828722</c:v>
                </c:pt>
                <c:pt idx="1005">
                  <c:v>0.331357048748</c:v>
                </c:pt>
                <c:pt idx="1006">
                  <c:v>0.331357048748</c:v>
                </c:pt>
                <c:pt idx="1007">
                  <c:v>0.332015810277</c:v>
                </c:pt>
                <c:pt idx="1008">
                  <c:v>0.332015810277</c:v>
                </c:pt>
                <c:pt idx="1009">
                  <c:v>0.332674571805</c:v>
                </c:pt>
                <c:pt idx="1010">
                  <c:v>0.332674571805</c:v>
                </c:pt>
                <c:pt idx="1011">
                  <c:v>0.333333333333</c:v>
                </c:pt>
                <c:pt idx="1012">
                  <c:v>0.333333333333</c:v>
                </c:pt>
                <c:pt idx="1013">
                  <c:v>0.333992094862</c:v>
                </c:pt>
                <c:pt idx="1014">
                  <c:v>0.333992094862</c:v>
                </c:pt>
                <c:pt idx="1015">
                  <c:v>0.33465085639</c:v>
                </c:pt>
                <c:pt idx="1016">
                  <c:v>0.33465085639</c:v>
                </c:pt>
                <c:pt idx="1017">
                  <c:v>0.335309617918</c:v>
                </c:pt>
                <c:pt idx="1018">
                  <c:v>0.335309617918</c:v>
                </c:pt>
                <c:pt idx="1019">
                  <c:v>0.335968379447</c:v>
                </c:pt>
                <c:pt idx="1020">
                  <c:v>0.335968379447</c:v>
                </c:pt>
                <c:pt idx="1021">
                  <c:v>0.336627140975</c:v>
                </c:pt>
                <c:pt idx="1022">
                  <c:v>0.336627140975</c:v>
                </c:pt>
                <c:pt idx="1023">
                  <c:v>0.337285902503</c:v>
                </c:pt>
                <c:pt idx="1024">
                  <c:v>0.337285902503</c:v>
                </c:pt>
                <c:pt idx="1025">
                  <c:v>0.337944664032</c:v>
                </c:pt>
                <c:pt idx="1026">
                  <c:v>0.337944664032</c:v>
                </c:pt>
                <c:pt idx="1027">
                  <c:v>0.33860342556</c:v>
                </c:pt>
                <c:pt idx="1028">
                  <c:v>0.33860342556</c:v>
                </c:pt>
                <c:pt idx="1029">
                  <c:v>0.339262187088</c:v>
                </c:pt>
                <c:pt idx="1030">
                  <c:v>0.339262187088</c:v>
                </c:pt>
                <c:pt idx="1031">
                  <c:v>0.339920948617</c:v>
                </c:pt>
                <c:pt idx="1032">
                  <c:v>0.339920948617</c:v>
                </c:pt>
                <c:pt idx="1033">
                  <c:v>0.340579710145</c:v>
                </c:pt>
                <c:pt idx="1034">
                  <c:v>0.340579710145</c:v>
                </c:pt>
                <c:pt idx="1035">
                  <c:v>0.341238471673</c:v>
                </c:pt>
                <c:pt idx="1036">
                  <c:v>0.341238471673</c:v>
                </c:pt>
                <c:pt idx="1037">
                  <c:v>0.341897233202</c:v>
                </c:pt>
                <c:pt idx="1038">
                  <c:v>0.341897233202</c:v>
                </c:pt>
                <c:pt idx="1039">
                  <c:v>0.34255599473</c:v>
                </c:pt>
                <c:pt idx="1040">
                  <c:v>0.34255599473</c:v>
                </c:pt>
                <c:pt idx="1041">
                  <c:v>0.343214756258</c:v>
                </c:pt>
                <c:pt idx="1042">
                  <c:v>0.343214756258</c:v>
                </c:pt>
                <c:pt idx="1043">
                  <c:v>0.343873517787</c:v>
                </c:pt>
                <c:pt idx="1044">
                  <c:v>0.343873517787</c:v>
                </c:pt>
                <c:pt idx="1045">
                  <c:v>0.344532279315</c:v>
                </c:pt>
                <c:pt idx="1046">
                  <c:v>0.344532279315</c:v>
                </c:pt>
                <c:pt idx="1047">
                  <c:v>0.345191040843</c:v>
                </c:pt>
                <c:pt idx="1048">
                  <c:v>0.345191040843</c:v>
                </c:pt>
                <c:pt idx="1049">
                  <c:v>0.345849802372</c:v>
                </c:pt>
                <c:pt idx="1050">
                  <c:v>0.345849802372</c:v>
                </c:pt>
                <c:pt idx="1051">
                  <c:v>0.3465085639</c:v>
                </c:pt>
                <c:pt idx="1052">
                  <c:v>0.3465085639</c:v>
                </c:pt>
                <c:pt idx="1053">
                  <c:v>0.347167325428</c:v>
                </c:pt>
                <c:pt idx="1054">
                  <c:v>0.347167325428</c:v>
                </c:pt>
                <c:pt idx="1055">
                  <c:v>0.347826086957</c:v>
                </c:pt>
                <c:pt idx="1056">
                  <c:v>0.347826086957</c:v>
                </c:pt>
                <c:pt idx="1057">
                  <c:v>0.348484848485</c:v>
                </c:pt>
                <c:pt idx="1058">
                  <c:v>0.348484848485</c:v>
                </c:pt>
                <c:pt idx="1059">
                  <c:v>0.349143610013</c:v>
                </c:pt>
                <c:pt idx="1060">
                  <c:v>0.349143610013</c:v>
                </c:pt>
                <c:pt idx="1061">
                  <c:v>0.349802371542</c:v>
                </c:pt>
                <c:pt idx="1062">
                  <c:v>0.349802371542</c:v>
                </c:pt>
                <c:pt idx="1063">
                  <c:v>0.35046113307</c:v>
                </c:pt>
                <c:pt idx="1064">
                  <c:v>0.35046113307</c:v>
                </c:pt>
                <c:pt idx="1065">
                  <c:v>0.351119894598</c:v>
                </c:pt>
                <c:pt idx="1066">
                  <c:v>0.351119894598</c:v>
                </c:pt>
                <c:pt idx="1067">
                  <c:v>0.351778656126</c:v>
                </c:pt>
                <c:pt idx="1068">
                  <c:v>0.351778656126</c:v>
                </c:pt>
                <c:pt idx="1069">
                  <c:v>0.352437417655</c:v>
                </c:pt>
                <c:pt idx="1070">
                  <c:v>0.352437417655</c:v>
                </c:pt>
                <c:pt idx="1071">
                  <c:v>0.353096179183</c:v>
                </c:pt>
                <c:pt idx="1072">
                  <c:v>0.353096179183</c:v>
                </c:pt>
                <c:pt idx="1073">
                  <c:v>0.353754940711</c:v>
                </c:pt>
                <c:pt idx="1074">
                  <c:v>0.353754940711</c:v>
                </c:pt>
                <c:pt idx="1075">
                  <c:v>0.35441370224</c:v>
                </c:pt>
                <c:pt idx="1076">
                  <c:v>0.35441370224</c:v>
                </c:pt>
                <c:pt idx="1077">
                  <c:v>0.355072463768</c:v>
                </c:pt>
                <c:pt idx="1078">
                  <c:v>0.355072463768</c:v>
                </c:pt>
                <c:pt idx="1079">
                  <c:v>0.355731225296</c:v>
                </c:pt>
                <c:pt idx="1080">
                  <c:v>0.355731225296</c:v>
                </c:pt>
                <c:pt idx="1081">
                  <c:v>0.356389986825</c:v>
                </c:pt>
                <c:pt idx="1082">
                  <c:v>0.356389986825</c:v>
                </c:pt>
                <c:pt idx="1083">
                  <c:v>0.357048748353</c:v>
                </c:pt>
                <c:pt idx="1084">
                  <c:v>0.357048748353</c:v>
                </c:pt>
                <c:pt idx="1085">
                  <c:v>0.357707509881</c:v>
                </c:pt>
                <c:pt idx="1086">
                  <c:v>0.357707509881</c:v>
                </c:pt>
                <c:pt idx="1087">
                  <c:v>0.35836627141</c:v>
                </c:pt>
                <c:pt idx="1088">
                  <c:v>0.35836627141</c:v>
                </c:pt>
                <c:pt idx="1089">
                  <c:v>0.359025032938</c:v>
                </c:pt>
                <c:pt idx="1090">
                  <c:v>0.359025032938</c:v>
                </c:pt>
                <c:pt idx="1091">
                  <c:v>0.359683794466</c:v>
                </c:pt>
                <c:pt idx="1092">
                  <c:v>0.359683794466</c:v>
                </c:pt>
                <c:pt idx="1093">
                  <c:v>0.360342555995</c:v>
                </c:pt>
                <c:pt idx="1094">
                  <c:v>0.360342555995</c:v>
                </c:pt>
                <c:pt idx="1095">
                  <c:v>0.361001317523</c:v>
                </c:pt>
                <c:pt idx="1096">
                  <c:v>0.361001317523</c:v>
                </c:pt>
                <c:pt idx="1097">
                  <c:v>0.361660079051</c:v>
                </c:pt>
                <c:pt idx="1098">
                  <c:v>0.361660079051</c:v>
                </c:pt>
                <c:pt idx="1099">
                  <c:v>0.36231884058</c:v>
                </c:pt>
                <c:pt idx="1100">
                  <c:v>0.36231884058</c:v>
                </c:pt>
                <c:pt idx="1101">
                  <c:v>0.362977602108</c:v>
                </c:pt>
                <c:pt idx="1102">
                  <c:v>0.362977602108</c:v>
                </c:pt>
                <c:pt idx="1103">
                  <c:v>0.363636363636</c:v>
                </c:pt>
                <c:pt idx="1104">
                  <c:v>0.363636363636</c:v>
                </c:pt>
                <c:pt idx="1105">
                  <c:v>0.364295125165</c:v>
                </c:pt>
                <c:pt idx="1106">
                  <c:v>0.364295125165</c:v>
                </c:pt>
                <c:pt idx="1107">
                  <c:v>0.364953886693</c:v>
                </c:pt>
                <c:pt idx="1108">
                  <c:v>0.364953886693</c:v>
                </c:pt>
                <c:pt idx="1109">
                  <c:v>0.365612648221</c:v>
                </c:pt>
                <c:pt idx="1110">
                  <c:v>0.365612648221</c:v>
                </c:pt>
                <c:pt idx="1111">
                  <c:v>0.36627140975</c:v>
                </c:pt>
                <c:pt idx="1112">
                  <c:v>0.36627140975</c:v>
                </c:pt>
                <c:pt idx="1113">
                  <c:v>0.366930171278</c:v>
                </c:pt>
                <c:pt idx="1114">
                  <c:v>0.366930171278</c:v>
                </c:pt>
                <c:pt idx="1115">
                  <c:v>0.367588932806</c:v>
                </c:pt>
                <c:pt idx="1116">
                  <c:v>0.367588932806</c:v>
                </c:pt>
                <c:pt idx="1117">
                  <c:v>0.368247694335</c:v>
                </c:pt>
                <c:pt idx="1118">
                  <c:v>0.368247694335</c:v>
                </c:pt>
                <c:pt idx="1119">
                  <c:v>0.368906455863</c:v>
                </c:pt>
                <c:pt idx="1120">
                  <c:v>0.368906455863</c:v>
                </c:pt>
                <c:pt idx="1121">
                  <c:v>0.369565217391</c:v>
                </c:pt>
                <c:pt idx="1122">
                  <c:v>0.369565217391</c:v>
                </c:pt>
                <c:pt idx="1123">
                  <c:v>0.37022397892</c:v>
                </c:pt>
                <c:pt idx="1124">
                  <c:v>0.37022397892</c:v>
                </c:pt>
                <c:pt idx="1125">
                  <c:v>0.370882740448</c:v>
                </c:pt>
                <c:pt idx="1126">
                  <c:v>0.370882740448</c:v>
                </c:pt>
                <c:pt idx="1127">
                  <c:v>0.371541501976</c:v>
                </c:pt>
                <c:pt idx="1128">
                  <c:v>0.371541501976</c:v>
                </c:pt>
                <c:pt idx="1129">
                  <c:v>0.372200263505</c:v>
                </c:pt>
                <c:pt idx="1130">
                  <c:v>0.372200263505</c:v>
                </c:pt>
                <c:pt idx="1131">
                  <c:v>0.372859025033</c:v>
                </c:pt>
                <c:pt idx="1132">
                  <c:v>0.372859025033</c:v>
                </c:pt>
                <c:pt idx="1133">
                  <c:v>0.373517786561</c:v>
                </c:pt>
                <c:pt idx="1134">
                  <c:v>0.373517786561</c:v>
                </c:pt>
                <c:pt idx="1135">
                  <c:v>0.37417654809</c:v>
                </c:pt>
                <c:pt idx="1136">
                  <c:v>0.37417654809</c:v>
                </c:pt>
                <c:pt idx="1137">
                  <c:v>0.374835309618</c:v>
                </c:pt>
                <c:pt idx="1138">
                  <c:v>0.374835309618</c:v>
                </c:pt>
                <c:pt idx="1139">
                  <c:v>0.375494071146</c:v>
                </c:pt>
                <c:pt idx="1140">
                  <c:v>0.375494071146</c:v>
                </c:pt>
                <c:pt idx="1141">
                  <c:v>0.376152832675</c:v>
                </c:pt>
                <c:pt idx="1142">
                  <c:v>0.376152832675</c:v>
                </c:pt>
                <c:pt idx="1143">
                  <c:v>0.376811594203</c:v>
                </c:pt>
                <c:pt idx="1144">
                  <c:v>0.376811594203</c:v>
                </c:pt>
                <c:pt idx="1145">
                  <c:v>0.377470355731</c:v>
                </c:pt>
                <c:pt idx="1146">
                  <c:v>0.377470355731</c:v>
                </c:pt>
                <c:pt idx="1147">
                  <c:v>0.37812911726</c:v>
                </c:pt>
                <c:pt idx="1148">
                  <c:v>0.37812911726</c:v>
                </c:pt>
                <c:pt idx="1149">
                  <c:v>0.378787878788</c:v>
                </c:pt>
                <c:pt idx="1150">
                  <c:v>0.378787878788</c:v>
                </c:pt>
                <c:pt idx="1151">
                  <c:v>0.379446640316</c:v>
                </c:pt>
                <c:pt idx="1152">
                  <c:v>0.379446640316</c:v>
                </c:pt>
                <c:pt idx="1153">
                  <c:v>0.380105401845</c:v>
                </c:pt>
                <c:pt idx="1154">
                  <c:v>0.380105401845</c:v>
                </c:pt>
                <c:pt idx="1155">
                  <c:v>0.380764163373</c:v>
                </c:pt>
                <c:pt idx="1156">
                  <c:v>0.380764163373</c:v>
                </c:pt>
                <c:pt idx="1157">
                  <c:v>0.381422924901</c:v>
                </c:pt>
                <c:pt idx="1158">
                  <c:v>0.381422924901</c:v>
                </c:pt>
                <c:pt idx="1159">
                  <c:v>0.38208168643</c:v>
                </c:pt>
                <c:pt idx="1160">
                  <c:v>0.38208168643</c:v>
                </c:pt>
                <c:pt idx="1161">
                  <c:v>0.382740447958</c:v>
                </c:pt>
                <c:pt idx="1162">
                  <c:v>0.382740447958</c:v>
                </c:pt>
                <c:pt idx="1163">
                  <c:v>0.383399209486</c:v>
                </c:pt>
                <c:pt idx="1164">
                  <c:v>0.383399209486</c:v>
                </c:pt>
                <c:pt idx="1165">
                  <c:v>0.384057971014</c:v>
                </c:pt>
                <c:pt idx="1166">
                  <c:v>0.384057971014</c:v>
                </c:pt>
                <c:pt idx="1167">
                  <c:v>0.384716732543</c:v>
                </c:pt>
                <c:pt idx="1168">
                  <c:v>0.384716732543</c:v>
                </c:pt>
                <c:pt idx="1169">
                  <c:v>0.385375494071</c:v>
                </c:pt>
                <c:pt idx="1170">
                  <c:v>0.385375494071</c:v>
                </c:pt>
                <c:pt idx="1171">
                  <c:v>0.386034255599</c:v>
                </c:pt>
                <c:pt idx="1172">
                  <c:v>0.386034255599</c:v>
                </c:pt>
                <c:pt idx="1173">
                  <c:v>0.386693017128</c:v>
                </c:pt>
                <c:pt idx="1174">
                  <c:v>0.386693017128</c:v>
                </c:pt>
                <c:pt idx="1175">
                  <c:v>0.387351778656</c:v>
                </c:pt>
                <c:pt idx="1176">
                  <c:v>0.387351778656</c:v>
                </c:pt>
                <c:pt idx="1177">
                  <c:v>0.388010540184</c:v>
                </c:pt>
                <c:pt idx="1178">
                  <c:v>0.388010540184</c:v>
                </c:pt>
                <c:pt idx="1179">
                  <c:v>0.388669301713</c:v>
                </c:pt>
                <c:pt idx="1180">
                  <c:v>0.388669301713</c:v>
                </c:pt>
                <c:pt idx="1181">
                  <c:v>0.389328063241</c:v>
                </c:pt>
                <c:pt idx="1182">
                  <c:v>0.389328063241</c:v>
                </c:pt>
                <c:pt idx="1183">
                  <c:v>0.389986824769</c:v>
                </c:pt>
                <c:pt idx="1184">
                  <c:v>0.389986824769</c:v>
                </c:pt>
                <c:pt idx="1185">
                  <c:v>0.390645586298</c:v>
                </c:pt>
                <c:pt idx="1186">
                  <c:v>0.390645586298</c:v>
                </c:pt>
                <c:pt idx="1187">
                  <c:v>0.391304347826</c:v>
                </c:pt>
                <c:pt idx="1188">
                  <c:v>0.391304347826</c:v>
                </c:pt>
                <c:pt idx="1189">
                  <c:v>0.391963109354</c:v>
                </c:pt>
                <c:pt idx="1190">
                  <c:v>0.391963109354</c:v>
                </c:pt>
                <c:pt idx="1191">
                  <c:v>0.392621870883</c:v>
                </c:pt>
                <c:pt idx="1192">
                  <c:v>0.392621870883</c:v>
                </c:pt>
                <c:pt idx="1193">
                  <c:v>0.393280632411</c:v>
                </c:pt>
                <c:pt idx="1194">
                  <c:v>0.393280632411</c:v>
                </c:pt>
                <c:pt idx="1195">
                  <c:v>0.393939393939</c:v>
                </c:pt>
                <c:pt idx="1196">
                  <c:v>0.393939393939</c:v>
                </c:pt>
                <c:pt idx="1197">
                  <c:v>0.394598155468</c:v>
                </c:pt>
                <c:pt idx="1198">
                  <c:v>0.394598155468</c:v>
                </c:pt>
                <c:pt idx="1199">
                  <c:v>0.395256916996</c:v>
                </c:pt>
                <c:pt idx="1200">
                  <c:v>0.395256916996</c:v>
                </c:pt>
                <c:pt idx="1201">
                  <c:v>0.395915678524</c:v>
                </c:pt>
                <c:pt idx="1202">
                  <c:v>0.395915678524</c:v>
                </c:pt>
                <c:pt idx="1203">
                  <c:v>0.396574440053</c:v>
                </c:pt>
                <c:pt idx="1204">
                  <c:v>0.396574440053</c:v>
                </c:pt>
                <c:pt idx="1205">
                  <c:v>0.397233201581</c:v>
                </c:pt>
                <c:pt idx="1206">
                  <c:v>0.397233201581</c:v>
                </c:pt>
                <c:pt idx="1207">
                  <c:v>0.397891963109</c:v>
                </c:pt>
                <c:pt idx="1208">
                  <c:v>0.397891963109</c:v>
                </c:pt>
                <c:pt idx="1209">
                  <c:v>0.398550724638</c:v>
                </c:pt>
                <c:pt idx="1210">
                  <c:v>0.398550724638</c:v>
                </c:pt>
                <c:pt idx="1211">
                  <c:v>0.399209486166</c:v>
                </c:pt>
                <c:pt idx="1212">
                  <c:v>0.399209486166</c:v>
                </c:pt>
                <c:pt idx="1213">
                  <c:v>0.399868247694</c:v>
                </c:pt>
                <c:pt idx="1214">
                  <c:v>0.399868247694</c:v>
                </c:pt>
                <c:pt idx="1215">
                  <c:v>0.400527009223</c:v>
                </c:pt>
                <c:pt idx="1216">
                  <c:v>0.400527009223</c:v>
                </c:pt>
                <c:pt idx="1217">
                  <c:v>0.401185770751</c:v>
                </c:pt>
                <c:pt idx="1218">
                  <c:v>0.401185770751</c:v>
                </c:pt>
                <c:pt idx="1219">
                  <c:v>0.401844532279</c:v>
                </c:pt>
                <c:pt idx="1220">
                  <c:v>0.401844532279</c:v>
                </c:pt>
                <c:pt idx="1221">
                  <c:v>0.402503293808</c:v>
                </c:pt>
                <c:pt idx="1222">
                  <c:v>0.402503293808</c:v>
                </c:pt>
                <c:pt idx="1223">
                  <c:v>0.403162055336</c:v>
                </c:pt>
                <c:pt idx="1224">
                  <c:v>0.403162055336</c:v>
                </c:pt>
                <c:pt idx="1225">
                  <c:v>0.403820816864</c:v>
                </c:pt>
                <c:pt idx="1226">
                  <c:v>0.403820816864</c:v>
                </c:pt>
                <c:pt idx="1227">
                  <c:v>0.404479578393</c:v>
                </c:pt>
                <c:pt idx="1228">
                  <c:v>0.404479578393</c:v>
                </c:pt>
                <c:pt idx="1229">
                  <c:v>0.405138339921</c:v>
                </c:pt>
                <c:pt idx="1230">
                  <c:v>0.405138339921</c:v>
                </c:pt>
                <c:pt idx="1231">
                  <c:v>0.405797101449</c:v>
                </c:pt>
                <c:pt idx="1232">
                  <c:v>0.405797101449</c:v>
                </c:pt>
                <c:pt idx="1233">
                  <c:v>0.406455862978</c:v>
                </c:pt>
                <c:pt idx="1234">
                  <c:v>0.406455862978</c:v>
                </c:pt>
                <c:pt idx="1235">
                  <c:v>0.407114624506</c:v>
                </c:pt>
                <c:pt idx="1236">
                  <c:v>0.407114624506</c:v>
                </c:pt>
                <c:pt idx="1237">
                  <c:v>0.407773386034</c:v>
                </c:pt>
                <c:pt idx="1238">
                  <c:v>0.407773386034</c:v>
                </c:pt>
                <c:pt idx="1239">
                  <c:v>0.408432147563</c:v>
                </c:pt>
                <c:pt idx="1240">
                  <c:v>0.408432147563</c:v>
                </c:pt>
                <c:pt idx="1241">
                  <c:v>0.409090909091</c:v>
                </c:pt>
                <c:pt idx="1242">
                  <c:v>0.409090909091</c:v>
                </c:pt>
                <c:pt idx="1243">
                  <c:v>0.409749670619</c:v>
                </c:pt>
                <c:pt idx="1244">
                  <c:v>0.409749670619</c:v>
                </c:pt>
                <c:pt idx="1245">
                  <c:v>0.410408432148</c:v>
                </c:pt>
                <c:pt idx="1246">
                  <c:v>0.410408432148</c:v>
                </c:pt>
                <c:pt idx="1247">
                  <c:v>0.411067193676</c:v>
                </c:pt>
                <c:pt idx="1248">
                  <c:v>0.411067193676</c:v>
                </c:pt>
                <c:pt idx="1249">
                  <c:v>0.411725955204</c:v>
                </c:pt>
                <c:pt idx="1250">
                  <c:v>0.411725955204</c:v>
                </c:pt>
                <c:pt idx="1251">
                  <c:v>0.412384716733</c:v>
                </c:pt>
                <c:pt idx="1252">
                  <c:v>0.412384716733</c:v>
                </c:pt>
                <c:pt idx="1253">
                  <c:v>0.413043478261</c:v>
                </c:pt>
                <c:pt idx="1254">
                  <c:v>0.413043478261</c:v>
                </c:pt>
                <c:pt idx="1255">
                  <c:v>0.413702239789</c:v>
                </c:pt>
                <c:pt idx="1256">
                  <c:v>0.413702239789</c:v>
                </c:pt>
                <c:pt idx="1257">
                  <c:v>0.414361001318</c:v>
                </c:pt>
                <c:pt idx="1258">
                  <c:v>0.414361001318</c:v>
                </c:pt>
                <c:pt idx="1259">
                  <c:v>0.415019762846</c:v>
                </c:pt>
                <c:pt idx="1260">
                  <c:v>0.415019762846</c:v>
                </c:pt>
                <c:pt idx="1261">
                  <c:v>0.415678524374</c:v>
                </c:pt>
                <c:pt idx="1262">
                  <c:v>0.415678524374</c:v>
                </c:pt>
                <c:pt idx="1263">
                  <c:v>0.416337285903</c:v>
                </c:pt>
                <c:pt idx="1264">
                  <c:v>0.416337285903</c:v>
                </c:pt>
                <c:pt idx="1265">
                  <c:v>0.416996047431</c:v>
                </c:pt>
                <c:pt idx="1266">
                  <c:v>0.416996047431</c:v>
                </c:pt>
                <c:pt idx="1267">
                  <c:v>0.417654808959</c:v>
                </c:pt>
                <c:pt idx="1268">
                  <c:v>0.417654808959</c:v>
                </c:pt>
                <c:pt idx="1269">
                  <c:v>0.418313570487</c:v>
                </c:pt>
                <c:pt idx="1270">
                  <c:v>0.418313570487</c:v>
                </c:pt>
                <c:pt idx="1271">
                  <c:v>0.418972332016</c:v>
                </c:pt>
                <c:pt idx="1272">
                  <c:v>0.418972332016</c:v>
                </c:pt>
                <c:pt idx="1273">
                  <c:v>0.419631093544</c:v>
                </c:pt>
                <c:pt idx="1274">
                  <c:v>0.419631093544</c:v>
                </c:pt>
                <c:pt idx="1275">
                  <c:v>0.420289855072</c:v>
                </c:pt>
                <c:pt idx="1276">
                  <c:v>0.420289855072</c:v>
                </c:pt>
                <c:pt idx="1277">
                  <c:v>0.420948616601</c:v>
                </c:pt>
                <c:pt idx="1278">
                  <c:v>0.420948616601</c:v>
                </c:pt>
                <c:pt idx="1279">
                  <c:v>0.421607378129</c:v>
                </c:pt>
                <c:pt idx="1280">
                  <c:v>0.421607378129</c:v>
                </c:pt>
                <c:pt idx="1281">
                  <c:v>0.422266139657</c:v>
                </c:pt>
                <c:pt idx="1282">
                  <c:v>0.422266139657</c:v>
                </c:pt>
                <c:pt idx="1283">
                  <c:v>0.422924901186</c:v>
                </c:pt>
                <c:pt idx="1284">
                  <c:v>0.422924901186</c:v>
                </c:pt>
                <c:pt idx="1285">
                  <c:v>0.423583662714</c:v>
                </c:pt>
                <c:pt idx="1286">
                  <c:v>0.423583662714</c:v>
                </c:pt>
                <c:pt idx="1287">
                  <c:v>0.424242424242</c:v>
                </c:pt>
                <c:pt idx="1288">
                  <c:v>0.424242424242</c:v>
                </c:pt>
                <c:pt idx="1289">
                  <c:v>0.424901185771</c:v>
                </c:pt>
                <c:pt idx="1290">
                  <c:v>0.424901185771</c:v>
                </c:pt>
                <c:pt idx="1291">
                  <c:v>0.425559947299</c:v>
                </c:pt>
                <c:pt idx="1292">
                  <c:v>0.425559947299</c:v>
                </c:pt>
                <c:pt idx="1293">
                  <c:v>0.426218708827</c:v>
                </c:pt>
                <c:pt idx="1294">
                  <c:v>0.426218708827</c:v>
                </c:pt>
                <c:pt idx="1295">
                  <c:v>0.426877470356</c:v>
                </c:pt>
                <c:pt idx="1296">
                  <c:v>0.426877470356</c:v>
                </c:pt>
                <c:pt idx="1297">
                  <c:v>0.427536231884</c:v>
                </c:pt>
                <c:pt idx="1298">
                  <c:v>0.427536231884</c:v>
                </c:pt>
                <c:pt idx="1299">
                  <c:v>0.428194993412</c:v>
                </c:pt>
                <c:pt idx="1300">
                  <c:v>0.428194993412</c:v>
                </c:pt>
                <c:pt idx="1301">
                  <c:v>0.428853754941</c:v>
                </c:pt>
                <c:pt idx="1302">
                  <c:v>0.428853754941</c:v>
                </c:pt>
                <c:pt idx="1303">
                  <c:v>0.429512516469</c:v>
                </c:pt>
                <c:pt idx="1304">
                  <c:v>0.429512516469</c:v>
                </c:pt>
                <c:pt idx="1305">
                  <c:v>0.430171277997</c:v>
                </c:pt>
                <c:pt idx="1306">
                  <c:v>0.430171277997</c:v>
                </c:pt>
                <c:pt idx="1307">
                  <c:v>0.430830039526</c:v>
                </c:pt>
                <c:pt idx="1308">
                  <c:v>0.430830039526</c:v>
                </c:pt>
                <c:pt idx="1309">
                  <c:v>0.431488801054</c:v>
                </c:pt>
                <c:pt idx="1310">
                  <c:v>0.431488801054</c:v>
                </c:pt>
                <c:pt idx="1311">
                  <c:v>0.432147562582</c:v>
                </c:pt>
                <c:pt idx="1312">
                  <c:v>0.432147562582</c:v>
                </c:pt>
                <c:pt idx="1313">
                  <c:v>0.432806324111</c:v>
                </c:pt>
                <c:pt idx="1314">
                  <c:v>0.432806324111</c:v>
                </c:pt>
                <c:pt idx="1315">
                  <c:v>0.433465085639</c:v>
                </c:pt>
                <c:pt idx="1316">
                  <c:v>0.433465085639</c:v>
                </c:pt>
                <c:pt idx="1317">
                  <c:v>0.434123847167</c:v>
                </c:pt>
                <c:pt idx="1318">
                  <c:v>0.434123847167</c:v>
                </c:pt>
                <c:pt idx="1319">
                  <c:v>0.434782608696</c:v>
                </c:pt>
                <c:pt idx="1320">
                  <c:v>0.434782608696</c:v>
                </c:pt>
                <c:pt idx="1321">
                  <c:v>0.435441370224</c:v>
                </c:pt>
                <c:pt idx="1322">
                  <c:v>0.435441370224</c:v>
                </c:pt>
                <c:pt idx="1323">
                  <c:v>0.436100131752</c:v>
                </c:pt>
                <c:pt idx="1324">
                  <c:v>0.436100131752</c:v>
                </c:pt>
                <c:pt idx="1325">
                  <c:v>0.436758893281</c:v>
                </c:pt>
                <c:pt idx="1326">
                  <c:v>0.436758893281</c:v>
                </c:pt>
                <c:pt idx="1327">
                  <c:v>0.437417654809</c:v>
                </c:pt>
                <c:pt idx="1328">
                  <c:v>0.437417654809</c:v>
                </c:pt>
                <c:pt idx="1329">
                  <c:v>0.438076416337</c:v>
                </c:pt>
                <c:pt idx="1330">
                  <c:v>0.438076416337</c:v>
                </c:pt>
                <c:pt idx="1331">
                  <c:v>0.438735177866</c:v>
                </c:pt>
                <c:pt idx="1332">
                  <c:v>0.438735177866</c:v>
                </c:pt>
                <c:pt idx="1333">
                  <c:v>0.439393939394</c:v>
                </c:pt>
                <c:pt idx="1334">
                  <c:v>0.439393939394</c:v>
                </c:pt>
                <c:pt idx="1335">
                  <c:v>0.440052700922</c:v>
                </c:pt>
                <c:pt idx="1336">
                  <c:v>0.440052700922</c:v>
                </c:pt>
                <c:pt idx="1337">
                  <c:v>0.440711462451</c:v>
                </c:pt>
                <c:pt idx="1338">
                  <c:v>0.440711462451</c:v>
                </c:pt>
                <c:pt idx="1339">
                  <c:v>0.441370223979</c:v>
                </c:pt>
                <c:pt idx="1340">
                  <c:v>0.441370223979</c:v>
                </c:pt>
                <c:pt idx="1341">
                  <c:v>0.442028985507</c:v>
                </c:pt>
                <c:pt idx="1342">
                  <c:v>0.442028985507</c:v>
                </c:pt>
                <c:pt idx="1343">
                  <c:v>0.442687747036</c:v>
                </c:pt>
                <c:pt idx="1344">
                  <c:v>0.442687747036</c:v>
                </c:pt>
                <c:pt idx="1345">
                  <c:v>0.443346508564</c:v>
                </c:pt>
                <c:pt idx="1346">
                  <c:v>0.443346508564</c:v>
                </c:pt>
                <c:pt idx="1347">
                  <c:v>0.444005270092</c:v>
                </c:pt>
                <c:pt idx="1348">
                  <c:v>0.444005270092</c:v>
                </c:pt>
                <c:pt idx="1349">
                  <c:v>0.444664031621</c:v>
                </c:pt>
                <c:pt idx="1350">
                  <c:v>0.444664031621</c:v>
                </c:pt>
                <c:pt idx="1351">
                  <c:v>0.445322793149</c:v>
                </c:pt>
                <c:pt idx="1352">
                  <c:v>0.445322793149</c:v>
                </c:pt>
                <c:pt idx="1353">
                  <c:v>0.445981554677</c:v>
                </c:pt>
                <c:pt idx="1354">
                  <c:v>0.445981554677</c:v>
                </c:pt>
                <c:pt idx="1355">
                  <c:v>0.446640316206</c:v>
                </c:pt>
                <c:pt idx="1356">
                  <c:v>0.446640316206</c:v>
                </c:pt>
                <c:pt idx="1357">
                  <c:v>0.447299077734</c:v>
                </c:pt>
                <c:pt idx="1358">
                  <c:v>0.447299077734</c:v>
                </c:pt>
                <c:pt idx="1359">
                  <c:v>0.447957839262</c:v>
                </c:pt>
                <c:pt idx="1360">
                  <c:v>0.447957839262</c:v>
                </c:pt>
                <c:pt idx="1361">
                  <c:v>0.448616600791</c:v>
                </c:pt>
                <c:pt idx="1362">
                  <c:v>0.448616600791</c:v>
                </c:pt>
                <c:pt idx="1363">
                  <c:v>0.449275362319</c:v>
                </c:pt>
                <c:pt idx="1364">
                  <c:v>0.449275362319</c:v>
                </c:pt>
                <c:pt idx="1365">
                  <c:v>0.449934123847</c:v>
                </c:pt>
                <c:pt idx="1366">
                  <c:v>0.449934123847</c:v>
                </c:pt>
                <c:pt idx="1367">
                  <c:v>0.450592885375</c:v>
                </c:pt>
                <c:pt idx="1368">
                  <c:v>0.450592885375</c:v>
                </c:pt>
                <c:pt idx="1369">
                  <c:v>0.451251646904</c:v>
                </c:pt>
                <c:pt idx="1370">
                  <c:v>0.451251646904</c:v>
                </c:pt>
                <c:pt idx="1371">
                  <c:v>0.451910408432</c:v>
                </c:pt>
                <c:pt idx="1372">
                  <c:v>0.451910408432</c:v>
                </c:pt>
                <c:pt idx="1373">
                  <c:v>0.45256916996</c:v>
                </c:pt>
                <c:pt idx="1374">
                  <c:v>0.45256916996</c:v>
                </c:pt>
                <c:pt idx="1375">
                  <c:v>0.453227931489</c:v>
                </c:pt>
                <c:pt idx="1376">
                  <c:v>0.453227931489</c:v>
                </c:pt>
                <c:pt idx="1377">
                  <c:v>0.453886693017</c:v>
                </c:pt>
                <c:pt idx="1378">
                  <c:v>0.453886693017</c:v>
                </c:pt>
                <c:pt idx="1379">
                  <c:v>0.454545454545</c:v>
                </c:pt>
                <c:pt idx="1380">
                  <c:v>0.454545454545</c:v>
                </c:pt>
                <c:pt idx="1381">
                  <c:v>0.455204216074</c:v>
                </c:pt>
                <c:pt idx="1382">
                  <c:v>0.455204216074</c:v>
                </c:pt>
                <c:pt idx="1383">
                  <c:v>0.455862977602</c:v>
                </c:pt>
                <c:pt idx="1384">
                  <c:v>0.455862977602</c:v>
                </c:pt>
                <c:pt idx="1385">
                  <c:v>0.45652173913</c:v>
                </c:pt>
                <c:pt idx="1386">
                  <c:v>0.45652173913</c:v>
                </c:pt>
                <c:pt idx="1387">
                  <c:v>0.457180500659</c:v>
                </c:pt>
                <c:pt idx="1388">
                  <c:v>0.457180500659</c:v>
                </c:pt>
                <c:pt idx="1389">
                  <c:v>0.457839262187</c:v>
                </c:pt>
                <c:pt idx="1390">
                  <c:v>0.457839262187</c:v>
                </c:pt>
                <c:pt idx="1391">
                  <c:v>0.458498023715</c:v>
                </c:pt>
                <c:pt idx="1392">
                  <c:v>0.458498023715</c:v>
                </c:pt>
                <c:pt idx="1393">
                  <c:v>0.459156785244</c:v>
                </c:pt>
                <c:pt idx="1394">
                  <c:v>0.459156785244</c:v>
                </c:pt>
                <c:pt idx="1395">
                  <c:v>0.459815546772</c:v>
                </c:pt>
                <c:pt idx="1396">
                  <c:v>0.459815546772</c:v>
                </c:pt>
                <c:pt idx="1397">
                  <c:v>0.4604743083</c:v>
                </c:pt>
                <c:pt idx="1398">
                  <c:v>0.4604743083</c:v>
                </c:pt>
                <c:pt idx="1399">
                  <c:v>0.461133069829</c:v>
                </c:pt>
                <c:pt idx="1400">
                  <c:v>0.461133069829</c:v>
                </c:pt>
                <c:pt idx="1401">
                  <c:v>0.461791831357</c:v>
                </c:pt>
                <c:pt idx="1402">
                  <c:v>0.461791831357</c:v>
                </c:pt>
                <c:pt idx="1403">
                  <c:v>0.462450592885</c:v>
                </c:pt>
                <c:pt idx="1404">
                  <c:v>0.462450592885</c:v>
                </c:pt>
                <c:pt idx="1405">
                  <c:v>0.463109354414</c:v>
                </c:pt>
                <c:pt idx="1406">
                  <c:v>0.463109354414</c:v>
                </c:pt>
                <c:pt idx="1407">
                  <c:v>0.463768115942</c:v>
                </c:pt>
                <c:pt idx="1408">
                  <c:v>0.463768115942</c:v>
                </c:pt>
                <c:pt idx="1409">
                  <c:v>0.46442687747</c:v>
                </c:pt>
                <c:pt idx="1410">
                  <c:v>0.46442687747</c:v>
                </c:pt>
                <c:pt idx="1411">
                  <c:v>0.465085638999</c:v>
                </c:pt>
                <c:pt idx="1412">
                  <c:v>0.465085638999</c:v>
                </c:pt>
                <c:pt idx="1413">
                  <c:v>0.465744400527</c:v>
                </c:pt>
                <c:pt idx="1414">
                  <c:v>0.465744400527</c:v>
                </c:pt>
                <c:pt idx="1415">
                  <c:v>0.466403162055</c:v>
                </c:pt>
                <c:pt idx="1416">
                  <c:v>0.466403162055</c:v>
                </c:pt>
                <c:pt idx="1417">
                  <c:v>0.467061923584</c:v>
                </c:pt>
                <c:pt idx="1418">
                  <c:v>0.467061923584</c:v>
                </c:pt>
                <c:pt idx="1419">
                  <c:v>0.467720685112</c:v>
                </c:pt>
                <c:pt idx="1420">
                  <c:v>0.467720685112</c:v>
                </c:pt>
                <c:pt idx="1421">
                  <c:v>0.46837944664</c:v>
                </c:pt>
                <c:pt idx="1422">
                  <c:v>0.46837944664</c:v>
                </c:pt>
                <c:pt idx="1423">
                  <c:v>0.469038208169</c:v>
                </c:pt>
                <c:pt idx="1424">
                  <c:v>0.469038208169</c:v>
                </c:pt>
                <c:pt idx="1425">
                  <c:v>0.469696969697</c:v>
                </c:pt>
                <c:pt idx="1426">
                  <c:v>0.469696969697</c:v>
                </c:pt>
                <c:pt idx="1427">
                  <c:v>0.470355731225</c:v>
                </c:pt>
                <c:pt idx="1428">
                  <c:v>0.470355731225</c:v>
                </c:pt>
                <c:pt idx="1429">
                  <c:v>0.471014492754</c:v>
                </c:pt>
                <c:pt idx="1430">
                  <c:v>0.471014492754</c:v>
                </c:pt>
                <c:pt idx="1431">
                  <c:v>0.471673254282</c:v>
                </c:pt>
                <c:pt idx="1432">
                  <c:v>0.471673254282</c:v>
                </c:pt>
                <c:pt idx="1433">
                  <c:v>0.47233201581</c:v>
                </c:pt>
                <c:pt idx="1434">
                  <c:v>0.47233201581</c:v>
                </c:pt>
                <c:pt idx="1435">
                  <c:v>0.472990777339</c:v>
                </c:pt>
                <c:pt idx="1436">
                  <c:v>0.472990777339</c:v>
                </c:pt>
                <c:pt idx="1437">
                  <c:v>0.473649538867</c:v>
                </c:pt>
                <c:pt idx="1438">
                  <c:v>0.473649538867</c:v>
                </c:pt>
                <c:pt idx="1439">
                  <c:v>0.474308300395</c:v>
                </c:pt>
                <c:pt idx="1440">
                  <c:v>0.474308300395</c:v>
                </c:pt>
                <c:pt idx="1441">
                  <c:v>0.474967061924</c:v>
                </c:pt>
                <c:pt idx="1442">
                  <c:v>0.474967061924</c:v>
                </c:pt>
                <c:pt idx="1443">
                  <c:v>0.475625823452</c:v>
                </c:pt>
                <c:pt idx="1444">
                  <c:v>0.475625823452</c:v>
                </c:pt>
                <c:pt idx="1445">
                  <c:v>0.47628458498</c:v>
                </c:pt>
                <c:pt idx="1446">
                  <c:v>0.47628458498</c:v>
                </c:pt>
                <c:pt idx="1447">
                  <c:v>0.476943346509</c:v>
                </c:pt>
                <c:pt idx="1448">
                  <c:v>0.476943346509</c:v>
                </c:pt>
                <c:pt idx="1449">
                  <c:v>0.477602108037</c:v>
                </c:pt>
                <c:pt idx="1450">
                  <c:v>0.477602108037</c:v>
                </c:pt>
                <c:pt idx="1451">
                  <c:v>0.478260869565</c:v>
                </c:pt>
                <c:pt idx="1452">
                  <c:v>0.478260869565</c:v>
                </c:pt>
                <c:pt idx="1453">
                  <c:v>0.478919631094</c:v>
                </c:pt>
                <c:pt idx="1454">
                  <c:v>0.478919631094</c:v>
                </c:pt>
                <c:pt idx="1455">
                  <c:v>0.479578392622</c:v>
                </c:pt>
                <c:pt idx="1456">
                  <c:v>0.479578392622</c:v>
                </c:pt>
                <c:pt idx="1457">
                  <c:v>0.48023715415</c:v>
                </c:pt>
                <c:pt idx="1458">
                  <c:v>0.48023715415</c:v>
                </c:pt>
                <c:pt idx="1459">
                  <c:v>0.480895915679</c:v>
                </c:pt>
                <c:pt idx="1460">
                  <c:v>0.480895915679</c:v>
                </c:pt>
                <c:pt idx="1461">
                  <c:v>0.481554677207</c:v>
                </c:pt>
                <c:pt idx="1462">
                  <c:v>0.481554677207</c:v>
                </c:pt>
                <c:pt idx="1463">
                  <c:v>0.482213438735</c:v>
                </c:pt>
                <c:pt idx="1464">
                  <c:v>0.482213438735</c:v>
                </c:pt>
                <c:pt idx="1465">
                  <c:v>0.482872200264</c:v>
                </c:pt>
                <c:pt idx="1466">
                  <c:v>0.482872200264</c:v>
                </c:pt>
                <c:pt idx="1467">
                  <c:v>0.483530961792</c:v>
                </c:pt>
                <c:pt idx="1468">
                  <c:v>0.483530961792</c:v>
                </c:pt>
                <c:pt idx="1469">
                  <c:v>0.48418972332</c:v>
                </c:pt>
                <c:pt idx="1470">
                  <c:v>0.48418972332</c:v>
                </c:pt>
                <c:pt idx="1471">
                  <c:v>0.484848484848</c:v>
                </c:pt>
                <c:pt idx="1472">
                  <c:v>0.484848484848</c:v>
                </c:pt>
                <c:pt idx="1473">
                  <c:v>0.485507246377</c:v>
                </c:pt>
                <c:pt idx="1474">
                  <c:v>0.485507246377</c:v>
                </c:pt>
                <c:pt idx="1475">
                  <c:v>0.486166007905</c:v>
                </c:pt>
                <c:pt idx="1476">
                  <c:v>0.486166007905</c:v>
                </c:pt>
                <c:pt idx="1477">
                  <c:v>0.486824769433</c:v>
                </c:pt>
                <c:pt idx="1478">
                  <c:v>0.486824769433</c:v>
                </c:pt>
                <c:pt idx="1479">
                  <c:v>0.487483530962</c:v>
                </c:pt>
                <c:pt idx="1480">
                  <c:v>0.487483530962</c:v>
                </c:pt>
                <c:pt idx="1481">
                  <c:v>0.48814229249</c:v>
                </c:pt>
                <c:pt idx="1482">
                  <c:v>0.48814229249</c:v>
                </c:pt>
                <c:pt idx="1483">
                  <c:v>0.488801054018</c:v>
                </c:pt>
                <c:pt idx="1484">
                  <c:v>0.488801054018</c:v>
                </c:pt>
                <c:pt idx="1485">
                  <c:v>0.489459815547</c:v>
                </c:pt>
                <c:pt idx="1486">
                  <c:v>0.489459815547</c:v>
                </c:pt>
                <c:pt idx="1487">
                  <c:v>0.490118577075</c:v>
                </c:pt>
                <c:pt idx="1488">
                  <c:v>0.490118577075</c:v>
                </c:pt>
                <c:pt idx="1489">
                  <c:v>0.490777338603</c:v>
                </c:pt>
                <c:pt idx="1490">
                  <c:v>0.490777338603</c:v>
                </c:pt>
                <c:pt idx="1491">
                  <c:v>0.491436100132</c:v>
                </c:pt>
                <c:pt idx="1492">
                  <c:v>0.491436100132</c:v>
                </c:pt>
                <c:pt idx="1493">
                  <c:v>0.49209486166</c:v>
                </c:pt>
                <c:pt idx="1494">
                  <c:v>0.49209486166</c:v>
                </c:pt>
                <c:pt idx="1495">
                  <c:v>0.492753623188</c:v>
                </c:pt>
                <c:pt idx="1496">
                  <c:v>0.492753623188</c:v>
                </c:pt>
                <c:pt idx="1497">
                  <c:v>0.493412384717</c:v>
                </c:pt>
                <c:pt idx="1498">
                  <c:v>0.493412384717</c:v>
                </c:pt>
                <c:pt idx="1499">
                  <c:v>0.494071146245</c:v>
                </c:pt>
                <c:pt idx="1500">
                  <c:v>0.494071146245</c:v>
                </c:pt>
                <c:pt idx="1501">
                  <c:v>0.494729907773</c:v>
                </c:pt>
                <c:pt idx="1502">
                  <c:v>0.494729907773</c:v>
                </c:pt>
                <c:pt idx="1503">
                  <c:v>0.495388669302</c:v>
                </c:pt>
                <c:pt idx="1504">
                  <c:v>0.495388669302</c:v>
                </c:pt>
                <c:pt idx="1505">
                  <c:v>0.49604743083</c:v>
                </c:pt>
                <c:pt idx="1506">
                  <c:v>0.49604743083</c:v>
                </c:pt>
                <c:pt idx="1507">
                  <c:v>0.496706192358</c:v>
                </c:pt>
                <c:pt idx="1508">
                  <c:v>0.496706192358</c:v>
                </c:pt>
                <c:pt idx="1509">
                  <c:v>0.497364953887</c:v>
                </c:pt>
                <c:pt idx="1510">
                  <c:v>0.497364953887</c:v>
                </c:pt>
                <c:pt idx="1511">
                  <c:v>0.498023715415</c:v>
                </c:pt>
                <c:pt idx="1512">
                  <c:v>0.498023715415</c:v>
                </c:pt>
                <c:pt idx="1513">
                  <c:v>0.498682476943</c:v>
                </c:pt>
                <c:pt idx="1514">
                  <c:v>0.498682476943</c:v>
                </c:pt>
                <c:pt idx="1515">
                  <c:v>0.499341238472</c:v>
                </c:pt>
                <c:pt idx="1516">
                  <c:v>0.499341238472</c:v>
                </c:pt>
                <c:pt idx="1517">
                  <c:v>0.5</c:v>
                </c:pt>
                <c:pt idx="1518">
                  <c:v>0.5</c:v>
                </c:pt>
                <c:pt idx="1519">
                  <c:v>0.500658761528</c:v>
                </c:pt>
                <c:pt idx="1520">
                  <c:v>0.500658761528</c:v>
                </c:pt>
                <c:pt idx="1521">
                  <c:v>0.501317523057</c:v>
                </c:pt>
                <c:pt idx="1522">
                  <c:v>0.501317523057</c:v>
                </c:pt>
                <c:pt idx="1523">
                  <c:v>0.501976284585</c:v>
                </c:pt>
                <c:pt idx="1524">
                  <c:v>0.501976284585</c:v>
                </c:pt>
                <c:pt idx="1525">
                  <c:v>0.502635046113</c:v>
                </c:pt>
                <c:pt idx="1526">
                  <c:v>0.502635046113</c:v>
                </c:pt>
                <c:pt idx="1527">
                  <c:v>0.503293807642</c:v>
                </c:pt>
                <c:pt idx="1528">
                  <c:v>0.503293807642</c:v>
                </c:pt>
                <c:pt idx="1529">
                  <c:v>0.50395256917</c:v>
                </c:pt>
                <c:pt idx="1530">
                  <c:v>0.50395256917</c:v>
                </c:pt>
                <c:pt idx="1531">
                  <c:v>0.504611330698</c:v>
                </c:pt>
                <c:pt idx="1532">
                  <c:v>0.504611330698</c:v>
                </c:pt>
                <c:pt idx="1533">
                  <c:v>0.505270092227</c:v>
                </c:pt>
                <c:pt idx="1534">
                  <c:v>0.505270092227</c:v>
                </c:pt>
                <c:pt idx="1535">
                  <c:v>0.505928853755</c:v>
                </c:pt>
                <c:pt idx="1536">
                  <c:v>0.505928853755</c:v>
                </c:pt>
                <c:pt idx="1537">
                  <c:v>0.506587615283</c:v>
                </c:pt>
                <c:pt idx="1538">
                  <c:v>0.506587615283</c:v>
                </c:pt>
                <c:pt idx="1539">
                  <c:v>0.507246376812</c:v>
                </c:pt>
                <c:pt idx="1540">
                  <c:v>0.507246376812</c:v>
                </c:pt>
                <c:pt idx="1541">
                  <c:v>0.50790513834</c:v>
                </c:pt>
                <c:pt idx="1542">
                  <c:v>0.50790513834</c:v>
                </c:pt>
                <c:pt idx="1543">
                  <c:v>0.508563899868</c:v>
                </c:pt>
                <c:pt idx="1544">
                  <c:v>0.508563899868</c:v>
                </c:pt>
                <c:pt idx="1545">
                  <c:v>0.509222661397</c:v>
                </c:pt>
                <c:pt idx="1546">
                  <c:v>0.509222661397</c:v>
                </c:pt>
                <c:pt idx="1547">
                  <c:v>0.509881422925</c:v>
                </c:pt>
                <c:pt idx="1548">
                  <c:v>0.509881422925</c:v>
                </c:pt>
                <c:pt idx="1549">
                  <c:v>0.510540184453</c:v>
                </c:pt>
                <c:pt idx="1550">
                  <c:v>0.510540184453</c:v>
                </c:pt>
                <c:pt idx="1551">
                  <c:v>0.511198945982</c:v>
                </c:pt>
                <c:pt idx="1552">
                  <c:v>0.511198945982</c:v>
                </c:pt>
                <c:pt idx="1553">
                  <c:v>0.51185770751</c:v>
                </c:pt>
                <c:pt idx="1554">
                  <c:v>0.51185770751</c:v>
                </c:pt>
                <c:pt idx="1555">
                  <c:v>0.512516469038</c:v>
                </c:pt>
                <c:pt idx="1556">
                  <c:v>0.512516469038</c:v>
                </c:pt>
                <c:pt idx="1557">
                  <c:v>0.513175230567</c:v>
                </c:pt>
                <c:pt idx="1558">
                  <c:v>0.513175230567</c:v>
                </c:pt>
                <c:pt idx="1559">
                  <c:v>0.513833992095</c:v>
                </c:pt>
                <c:pt idx="1560">
                  <c:v>0.513833992095</c:v>
                </c:pt>
                <c:pt idx="1561">
                  <c:v>0.514492753623</c:v>
                </c:pt>
                <c:pt idx="1562">
                  <c:v>0.514492753623</c:v>
                </c:pt>
                <c:pt idx="1563">
                  <c:v>0.515151515152</c:v>
                </c:pt>
                <c:pt idx="1564">
                  <c:v>0.515151515152</c:v>
                </c:pt>
                <c:pt idx="1565">
                  <c:v>0.51581027668</c:v>
                </c:pt>
                <c:pt idx="1566">
                  <c:v>0.51581027668</c:v>
                </c:pt>
                <c:pt idx="1567">
                  <c:v>0.516469038208</c:v>
                </c:pt>
                <c:pt idx="1568">
                  <c:v>0.516469038208</c:v>
                </c:pt>
                <c:pt idx="1569">
                  <c:v>0.517127799736</c:v>
                </c:pt>
                <c:pt idx="1570">
                  <c:v>0.517127799736</c:v>
                </c:pt>
                <c:pt idx="1571">
                  <c:v>0.517786561265</c:v>
                </c:pt>
                <c:pt idx="1572">
                  <c:v>0.517786561265</c:v>
                </c:pt>
                <c:pt idx="1573">
                  <c:v>0.518445322793</c:v>
                </c:pt>
                <c:pt idx="1574">
                  <c:v>0.518445322793</c:v>
                </c:pt>
                <c:pt idx="1575">
                  <c:v>0.519104084321</c:v>
                </c:pt>
                <c:pt idx="1576">
                  <c:v>0.519104084321</c:v>
                </c:pt>
                <c:pt idx="1577">
                  <c:v>0.51976284585</c:v>
                </c:pt>
                <c:pt idx="1578">
                  <c:v>0.51976284585</c:v>
                </c:pt>
                <c:pt idx="1579">
                  <c:v>0.520421607378</c:v>
                </c:pt>
                <c:pt idx="1580">
                  <c:v>0.520421607378</c:v>
                </c:pt>
                <c:pt idx="1581">
                  <c:v>0.521080368906</c:v>
                </c:pt>
                <c:pt idx="1582">
                  <c:v>0.521080368906</c:v>
                </c:pt>
                <c:pt idx="1583">
                  <c:v>0.521739130435</c:v>
                </c:pt>
                <c:pt idx="1584">
                  <c:v>0.521739130435</c:v>
                </c:pt>
                <c:pt idx="1585">
                  <c:v>0.522397891963</c:v>
                </c:pt>
                <c:pt idx="1586">
                  <c:v>0.522397891963</c:v>
                </c:pt>
                <c:pt idx="1587">
                  <c:v>0.523056653491</c:v>
                </c:pt>
                <c:pt idx="1588">
                  <c:v>0.523056653491</c:v>
                </c:pt>
                <c:pt idx="1589">
                  <c:v>0.52371541502</c:v>
                </c:pt>
                <c:pt idx="1590">
                  <c:v>0.52371541502</c:v>
                </c:pt>
                <c:pt idx="1591">
                  <c:v>0.524374176548</c:v>
                </c:pt>
                <c:pt idx="1592">
                  <c:v>0.524374176548</c:v>
                </c:pt>
                <c:pt idx="1593">
                  <c:v>0.525032938076</c:v>
                </c:pt>
                <c:pt idx="1594">
                  <c:v>0.525032938076</c:v>
                </c:pt>
                <c:pt idx="1595">
                  <c:v>0.525691699605</c:v>
                </c:pt>
                <c:pt idx="1596">
                  <c:v>0.525691699605</c:v>
                </c:pt>
                <c:pt idx="1597">
                  <c:v>0.526350461133</c:v>
                </c:pt>
                <c:pt idx="1598">
                  <c:v>0.526350461133</c:v>
                </c:pt>
                <c:pt idx="1599">
                  <c:v>0.527009222661</c:v>
                </c:pt>
                <c:pt idx="1600">
                  <c:v>0.527009222661</c:v>
                </c:pt>
                <c:pt idx="1601">
                  <c:v>0.52766798419</c:v>
                </c:pt>
                <c:pt idx="1602">
                  <c:v>0.52766798419</c:v>
                </c:pt>
                <c:pt idx="1603">
                  <c:v>0.528326745718</c:v>
                </c:pt>
                <c:pt idx="1604">
                  <c:v>0.528326745718</c:v>
                </c:pt>
                <c:pt idx="1605">
                  <c:v>0.528985507246</c:v>
                </c:pt>
                <c:pt idx="1606">
                  <c:v>0.528985507246</c:v>
                </c:pt>
                <c:pt idx="1607">
                  <c:v>0.529644268775</c:v>
                </c:pt>
                <c:pt idx="1608">
                  <c:v>0.529644268775</c:v>
                </c:pt>
                <c:pt idx="1609">
                  <c:v>0.530303030303</c:v>
                </c:pt>
                <c:pt idx="1610">
                  <c:v>0.530303030303</c:v>
                </c:pt>
                <c:pt idx="1611">
                  <c:v>0.530961791831</c:v>
                </c:pt>
                <c:pt idx="1612">
                  <c:v>0.530961791831</c:v>
                </c:pt>
                <c:pt idx="1613">
                  <c:v>0.53162055336</c:v>
                </c:pt>
                <c:pt idx="1614">
                  <c:v>0.53162055336</c:v>
                </c:pt>
                <c:pt idx="1615">
                  <c:v>0.532279314888</c:v>
                </c:pt>
                <c:pt idx="1616">
                  <c:v>0.532279314888</c:v>
                </c:pt>
                <c:pt idx="1617">
                  <c:v>0.532938076416</c:v>
                </c:pt>
                <c:pt idx="1618">
                  <c:v>0.532938076416</c:v>
                </c:pt>
                <c:pt idx="1619">
                  <c:v>0.533596837945</c:v>
                </c:pt>
                <c:pt idx="1620">
                  <c:v>0.533596837945</c:v>
                </c:pt>
                <c:pt idx="1621">
                  <c:v>0.534255599473</c:v>
                </c:pt>
                <c:pt idx="1622">
                  <c:v>0.534255599473</c:v>
                </c:pt>
                <c:pt idx="1623">
                  <c:v>0.534914361001</c:v>
                </c:pt>
                <c:pt idx="1624">
                  <c:v>0.534914361001</c:v>
                </c:pt>
                <c:pt idx="1625">
                  <c:v>0.53557312253</c:v>
                </c:pt>
                <c:pt idx="1626">
                  <c:v>0.53557312253</c:v>
                </c:pt>
                <c:pt idx="1627">
                  <c:v>0.536231884058</c:v>
                </c:pt>
                <c:pt idx="1628">
                  <c:v>0.536231884058</c:v>
                </c:pt>
                <c:pt idx="1629">
                  <c:v>0.536890645586</c:v>
                </c:pt>
                <c:pt idx="1630">
                  <c:v>0.536890645586</c:v>
                </c:pt>
                <c:pt idx="1631">
                  <c:v>0.537549407115</c:v>
                </c:pt>
                <c:pt idx="1632">
                  <c:v>0.537549407115</c:v>
                </c:pt>
                <c:pt idx="1633">
                  <c:v>0.538208168643</c:v>
                </c:pt>
                <c:pt idx="1634">
                  <c:v>0.538208168643</c:v>
                </c:pt>
                <c:pt idx="1635">
                  <c:v>0.538866930171</c:v>
                </c:pt>
                <c:pt idx="1636">
                  <c:v>0.538866930171</c:v>
                </c:pt>
                <c:pt idx="1637">
                  <c:v>0.5395256917</c:v>
                </c:pt>
                <c:pt idx="1638">
                  <c:v>0.5395256917</c:v>
                </c:pt>
                <c:pt idx="1639">
                  <c:v>0.540184453228</c:v>
                </c:pt>
                <c:pt idx="1640">
                  <c:v>0.540184453228</c:v>
                </c:pt>
                <c:pt idx="1641">
                  <c:v>0.540843214756</c:v>
                </c:pt>
                <c:pt idx="1642">
                  <c:v>0.540843214756</c:v>
                </c:pt>
                <c:pt idx="1643">
                  <c:v>0.541501976285</c:v>
                </c:pt>
                <c:pt idx="1644">
                  <c:v>0.541501976285</c:v>
                </c:pt>
                <c:pt idx="1645">
                  <c:v>0.542160737813</c:v>
                </c:pt>
                <c:pt idx="1646">
                  <c:v>0.542160737813</c:v>
                </c:pt>
                <c:pt idx="1647">
                  <c:v>0.542819499341</c:v>
                </c:pt>
                <c:pt idx="1648">
                  <c:v>0.542819499341</c:v>
                </c:pt>
                <c:pt idx="1649">
                  <c:v>0.54347826087</c:v>
                </c:pt>
                <c:pt idx="1650">
                  <c:v>0.54347826087</c:v>
                </c:pt>
                <c:pt idx="1651">
                  <c:v>0.544137022398</c:v>
                </c:pt>
                <c:pt idx="1652">
                  <c:v>0.544137022398</c:v>
                </c:pt>
                <c:pt idx="1653">
                  <c:v>0.544795783926</c:v>
                </c:pt>
                <c:pt idx="1654">
                  <c:v>0.544795783926</c:v>
                </c:pt>
                <c:pt idx="1655">
                  <c:v>0.545454545455</c:v>
                </c:pt>
                <c:pt idx="1656">
                  <c:v>0.545454545455</c:v>
                </c:pt>
                <c:pt idx="1657">
                  <c:v>0.546113306983</c:v>
                </c:pt>
                <c:pt idx="1658">
                  <c:v>0.546113306983</c:v>
                </c:pt>
                <c:pt idx="1659">
                  <c:v>0.546772068511</c:v>
                </c:pt>
                <c:pt idx="1660">
                  <c:v>0.546772068511</c:v>
                </c:pt>
                <c:pt idx="1661">
                  <c:v>0.54743083004</c:v>
                </c:pt>
                <c:pt idx="1662">
                  <c:v>0.54743083004</c:v>
                </c:pt>
                <c:pt idx="1663">
                  <c:v>0.548089591568</c:v>
                </c:pt>
                <c:pt idx="1664">
                  <c:v>0.548089591568</c:v>
                </c:pt>
                <c:pt idx="1665">
                  <c:v>0.548748353096</c:v>
                </c:pt>
                <c:pt idx="1666">
                  <c:v>0.548748353096</c:v>
                </c:pt>
                <c:pt idx="1667">
                  <c:v>0.549407114625</c:v>
                </c:pt>
                <c:pt idx="1668">
                  <c:v>0.549407114625</c:v>
                </c:pt>
                <c:pt idx="1669">
                  <c:v>0.550065876153</c:v>
                </c:pt>
                <c:pt idx="1670">
                  <c:v>0.550065876153</c:v>
                </c:pt>
                <c:pt idx="1671">
                  <c:v>0.550724637681</c:v>
                </c:pt>
                <c:pt idx="1672">
                  <c:v>0.550724637681</c:v>
                </c:pt>
                <c:pt idx="1673">
                  <c:v>0.551383399209</c:v>
                </c:pt>
                <c:pt idx="1674">
                  <c:v>0.551383399209</c:v>
                </c:pt>
                <c:pt idx="1675">
                  <c:v>0.552042160738</c:v>
                </c:pt>
                <c:pt idx="1676">
                  <c:v>0.552042160738</c:v>
                </c:pt>
                <c:pt idx="1677">
                  <c:v>0.552700922266</c:v>
                </c:pt>
                <c:pt idx="1678">
                  <c:v>0.552700922266</c:v>
                </c:pt>
                <c:pt idx="1679">
                  <c:v>0.553359683794</c:v>
                </c:pt>
                <c:pt idx="1680">
                  <c:v>0.553359683794</c:v>
                </c:pt>
                <c:pt idx="1681">
                  <c:v>0.554018445323</c:v>
                </c:pt>
                <c:pt idx="1682">
                  <c:v>0.554018445323</c:v>
                </c:pt>
                <c:pt idx="1683">
                  <c:v>0.554677206851</c:v>
                </c:pt>
                <c:pt idx="1684">
                  <c:v>0.554677206851</c:v>
                </c:pt>
                <c:pt idx="1685">
                  <c:v>0.555335968379</c:v>
                </c:pt>
                <c:pt idx="1686">
                  <c:v>0.555335968379</c:v>
                </c:pt>
                <c:pt idx="1687">
                  <c:v>0.555994729908</c:v>
                </c:pt>
                <c:pt idx="1688">
                  <c:v>0.555994729908</c:v>
                </c:pt>
                <c:pt idx="1689">
                  <c:v>0.556653491436</c:v>
                </c:pt>
                <c:pt idx="1690">
                  <c:v>0.556653491436</c:v>
                </c:pt>
                <c:pt idx="1691">
                  <c:v>0.557312252964</c:v>
                </c:pt>
                <c:pt idx="1692">
                  <c:v>0.557312252964</c:v>
                </c:pt>
                <c:pt idx="1693">
                  <c:v>0.557971014493</c:v>
                </c:pt>
                <c:pt idx="1694">
                  <c:v>0.557971014493</c:v>
                </c:pt>
                <c:pt idx="1695">
                  <c:v>0.558629776021</c:v>
                </c:pt>
                <c:pt idx="1696">
                  <c:v>0.558629776021</c:v>
                </c:pt>
                <c:pt idx="1697">
                  <c:v>0.559288537549</c:v>
                </c:pt>
                <c:pt idx="1698">
                  <c:v>0.559288537549</c:v>
                </c:pt>
                <c:pt idx="1699">
                  <c:v>0.559947299078</c:v>
                </c:pt>
                <c:pt idx="1700">
                  <c:v>0.559947299078</c:v>
                </c:pt>
                <c:pt idx="1701">
                  <c:v>0.560606060606</c:v>
                </c:pt>
                <c:pt idx="1702">
                  <c:v>0.560606060606</c:v>
                </c:pt>
                <c:pt idx="1703">
                  <c:v>0.561264822134</c:v>
                </c:pt>
                <c:pt idx="1704">
                  <c:v>0.561264822134</c:v>
                </c:pt>
                <c:pt idx="1705">
                  <c:v>0.561923583663</c:v>
                </c:pt>
                <c:pt idx="1706">
                  <c:v>0.561923583663</c:v>
                </c:pt>
                <c:pt idx="1707">
                  <c:v>0.562582345191</c:v>
                </c:pt>
                <c:pt idx="1708">
                  <c:v>0.562582345191</c:v>
                </c:pt>
                <c:pt idx="1709">
                  <c:v>0.563241106719</c:v>
                </c:pt>
                <c:pt idx="1710">
                  <c:v>0.563241106719</c:v>
                </c:pt>
                <c:pt idx="1711">
                  <c:v>0.563899868248</c:v>
                </c:pt>
                <c:pt idx="1712">
                  <c:v>0.563899868248</c:v>
                </c:pt>
                <c:pt idx="1713">
                  <c:v>0.564558629776</c:v>
                </c:pt>
                <c:pt idx="1714">
                  <c:v>0.564558629776</c:v>
                </c:pt>
                <c:pt idx="1715">
                  <c:v>0.565217391304</c:v>
                </c:pt>
                <c:pt idx="1716">
                  <c:v>0.565217391304</c:v>
                </c:pt>
                <c:pt idx="1717">
                  <c:v>0.565876152833</c:v>
                </c:pt>
                <c:pt idx="1718">
                  <c:v>0.565876152833</c:v>
                </c:pt>
                <c:pt idx="1719">
                  <c:v>0.566534914361</c:v>
                </c:pt>
                <c:pt idx="1720">
                  <c:v>0.566534914361</c:v>
                </c:pt>
                <c:pt idx="1721">
                  <c:v>0.567193675889</c:v>
                </c:pt>
                <c:pt idx="1722">
                  <c:v>0.567193675889</c:v>
                </c:pt>
                <c:pt idx="1723">
                  <c:v>0.567852437418</c:v>
                </c:pt>
                <c:pt idx="1724">
                  <c:v>0.567852437418</c:v>
                </c:pt>
                <c:pt idx="1725">
                  <c:v>0.568511198946</c:v>
                </c:pt>
                <c:pt idx="1726">
                  <c:v>0.568511198946</c:v>
                </c:pt>
                <c:pt idx="1727">
                  <c:v>0.569169960474</c:v>
                </c:pt>
                <c:pt idx="1728">
                  <c:v>0.569169960474</c:v>
                </c:pt>
                <c:pt idx="1729">
                  <c:v>0.569828722003</c:v>
                </c:pt>
                <c:pt idx="1730">
                  <c:v>0.569828722003</c:v>
                </c:pt>
                <c:pt idx="1731">
                  <c:v>0.570487483531</c:v>
                </c:pt>
                <c:pt idx="1732">
                  <c:v>0.570487483531</c:v>
                </c:pt>
                <c:pt idx="1733">
                  <c:v>0.571146245059</c:v>
                </c:pt>
                <c:pt idx="1734">
                  <c:v>0.571146245059</c:v>
                </c:pt>
                <c:pt idx="1735">
                  <c:v>0.571805006588</c:v>
                </c:pt>
                <c:pt idx="1736">
                  <c:v>0.571805006588</c:v>
                </c:pt>
                <c:pt idx="1737">
                  <c:v>0.572463768116</c:v>
                </c:pt>
                <c:pt idx="1738">
                  <c:v>0.572463768116</c:v>
                </c:pt>
                <c:pt idx="1739">
                  <c:v>0.573122529644</c:v>
                </c:pt>
                <c:pt idx="1740">
                  <c:v>0.573122529644</c:v>
                </c:pt>
                <c:pt idx="1741">
                  <c:v>0.573781291173</c:v>
                </c:pt>
                <c:pt idx="1742">
                  <c:v>0.573781291173</c:v>
                </c:pt>
                <c:pt idx="1743">
                  <c:v>0.574440052701</c:v>
                </c:pt>
                <c:pt idx="1744">
                  <c:v>0.574440052701</c:v>
                </c:pt>
                <c:pt idx="1745">
                  <c:v>0.575098814229</c:v>
                </c:pt>
                <c:pt idx="1746">
                  <c:v>0.575098814229</c:v>
                </c:pt>
                <c:pt idx="1747">
                  <c:v>0.575757575758</c:v>
                </c:pt>
                <c:pt idx="1748">
                  <c:v>0.575757575758</c:v>
                </c:pt>
                <c:pt idx="1749">
                  <c:v>0.576416337286</c:v>
                </c:pt>
                <c:pt idx="1750">
                  <c:v>0.576416337286</c:v>
                </c:pt>
                <c:pt idx="1751">
                  <c:v>0.577075098814</c:v>
                </c:pt>
                <c:pt idx="1752">
                  <c:v>0.577075098814</c:v>
                </c:pt>
                <c:pt idx="1753">
                  <c:v>0.577733860343</c:v>
                </c:pt>
                <c:pt idx="1754">
                  <c:v>0.577733860343</c:v>
                </c:pt>
                <c:pt idx="1755">
                  <c:v>0.578392621871</c:v>
                </c:pt>
                <c:pt idx="1756">
                  <c:v>0.578392621871</c:v>
                </c:pt>
                <c:pt idx="1757">
                  <c:v>0.579051383399</c:v>
                </c:pt>
                <c:pt idx="1758">
                  <c:v>0.579051383399</c:v>
                </c:pt>
                <c:pt idx="1759">
                  <c:v>0.579710144928</c:v>
                </c:pt>
                <c:pt idx="1760">
                  <c:v>0.579710144928</c:v>
                </c:pt>
                <c:pt idx="1761">
                  <c:v>0.580368906456</c:v>
                </c:pt>
                <c:pt idx="1762">
                  <c:v>0.580368906456</c:v>
                </c:pt>
                <c:pt idx="1763">
                  <c:v>0.581027667984</c:v>
                </c:pt>
                <c:pt idx="1764">
                  <c:v>0.581027667984</c:v>
                </c:pt>
                <c:pt idx="1765">
                  <c:v>0.581686429513</c:v>
                </c:pt>
                <c:pt idx="1766">
                  <c:v>0.581686429513</c:v>
                </c:pt>
                <c:pt idx="1767">
                  <c:v>0.582345191041</c:v>
                </c:pt>
                <c:pt idx="1768">
                  <c:v>0.582345191041</c:v>
                </c:pt>
                <c:pt idx="1769">
                  <c:v>0.583003952569</c:v>
                </c:pt>
                <c:pt idx="1770">
                  <c:v>0.583003952569</c:v>
                </c:pt>
                <c:pt idx="1771">
                  <c:v>0.583662714097</c:v>
                </c:pt>
                <c:pt idx="1772">
                  <c:v>0.583662714097</c:v>
                </c:pt>
                <c:pt idx="1773">
                  <c:v>0.584321475626</c:v>
                </c:pt>
                <c:pt idx="1774">
                  <c:v>0.584321475626</c:v>
                </c:pt>
                <c:pt idx="1775">
                  <c:v>0.584980237154</c:v>
                </c:pt>
                <c:pt idx="1776">
                  <c:v>0.584980237154</c:v>
                </c:pt>
                <c:pt idx="1777">
                  <c:v>0.585638998682</c:v>
                </c:pt>
                <c:pt idx="1778">
                  <c:v>0.585638998682</c:v>
                </c:pt>
                <c:pt idx="1779">
                  <c:v>0.586297760211</c:v>
                </c:pt>
                <c:pt idx="1780">
                  <c:v>0.586297760211</c:v>
                </c:pt>
                <c:pt idx="1781">
                  <c:v>0.586956521739</c:v>
                </c:pt>
                <c:pt idx="1782">
                  <c:v>0.586956521739</c:v>
                </c:pt>
                <c:pt idx="1783">
                  <c:v>0.587615283267</c:v>
                </c:pt>
                <c:pt idx="1784">
                  <c:v>0.587615283267</c:v>
                </c:pt>
                <c:pt idx="1785">
                  <c:v>0.588274044796</c:v>
                </c:pt>
                <c:pt idx="1786">
                  <c:v>0.588274044796</c:v>
                </c:pt>
                <c:pt idx="1787">
                  <c:v>0.588932806324</c:v>
                </c:pt>
                <c:pt idx="1788">
                  <c:v>0.588932806324</c:v>
                </c:pt>
                <c:pt idx="1789">
                  <c:v>0.589591567852</c:v>
                </c:pt>
                <c:pt idx="1790">
                  <c:v>0.589591567852</c:v>
                </c:pt>
                <c:pt idx="1791">
                  <c:v>0.590250329381</c:v>
                </c:pt>
                <c:pt idx="1792">
                  <c:v>0.590250329381</c:v>
                </c:pt>
                <c:pt idx="1793">
                  <c:v>0.590909090909</c:v>
                </c:pt>
                <c:pt idx="1794">
                  <c:v>0.590909090909</c:v>
                </c:pt>
                <c:pt idx="1795">
                  <c:v>0.591567852437</c:v>
                </c:pt>
                <c:pt idx="1796">
                  <c:v>0.591567852437</c:v>
                </c:pt>
                <c:pt idx="1797">
                  <c:v>0.592226613966</c:v>
                </c:pt>
                <c:pt idx="1798">
                  <c:v>0.592226613966</c:v>
                </c:pt>
                <c:pt idx="1799">
                  <c:v>0.592885375494</c:v>
                </c:pt>
                <c:pt idx="1800">
                  <c:v>0.592885375494</c:v>
                </c:pt>
                <c:pt idx="1801">
                  <c:v>0.593544137022</c:v>
                </c:pt>
                <c:pt idx="1802">
                  <c:v>0.593544137022</c:v>
                </c:pt>
                <c:pt idx="1803">
                  <c:v>0.594202898551</c:v>
                </c:pt>
                <c:pt idx="1804">
                  <c:v>0.594202898551</c:v>
                </c:pt>
                <c:pt idx="1805">
                  <c:v>0.594861660079</c:v>
                </c:pt>
                <c:pt idx="1806">
                  <c:v>0.594861660079</c:v>
                </c:pt>
                <c:pt idx="1807">
                  <c:v>0.595520421607</c:v>
                </c:pt>
                <c:pt idx="1808">
                  <c:v>0.595520421607</c:v>
                </c:pt>
                <c:pt idx="1809">
                  <c:v>0.596179183136</c:v>
                </c:pt>
                <c:pt idx="1810">
                  <c:v>0.596179183136</c:v>
                </c:pt>
                <c:pt idx="1811">
                  <c:v>0.596837944664</c:v>
                </c:pt>
                <c:pt idx="1812">
                  <c:v>0.596837944664</c:v>
                </c:pt>
                <c:pt idx="1813">
                  <c:v>0.597496706192</c:v>
                </c:pt>
                <c:pt idx="1814">
                  <c:v>0.597496706192</c:v>
                </c:pt>
                <c:pt idx="1815">
                  <c:v>0.598155467721</c:v>
                </c:pt>
                <c:pt idx="1816">
                  <c:v>0.598155467721</c:v>
                </c:pt>
                <c:pt idx="1817">
                  <c:v>0.598814229249</c:v>
                </c:pt>
                <c:pt idx="1818">
                  <c:v>0.598814229249</c:v>
                </c:pt>
                <c:pt idx="1819">
                  <c:v>0.599472990777</c:v>
                </c:pt>
                <c:pt idx="1820">
                  <c:v>0.599472990777</c:v>
                </c:pt>
                <c:pt idx="1821">
                  <c:v>0.600131752306</c:v>
                </c:pt>
                <c:pt idx="1822">
                  <c:v>0.600131752306</c:v>
                </c:pt>
                <c:pt idx="1823">
                  <c:v>0.600790513834</c:v>
                </c:pt>
                <c:pt idx="1824">
                  <c:v>0.600790513834</c:v>
                </c:pt>
                <c:pt idx="1825">
                  <c:v>0.601449275362</c:v>
                </c:pt>
                <c:pt idx="1826">
                  <c:v>0.601449275362</c:v>
                </c:pt>
                <c:pt idx="1827">
                  <c:v>0.602108036891</c:v>
                </c:pt>
                <c:pt idx="1828">
                  <c:v>0.602108036891</c:v>
                </c:pt>
                <c:pt idx="1829">
                  <c:v>0.602766798419</c:v>
                </c:pt>
                <c:pt idx="1830">
                  <c:v>0.602766798419</c:v>
                </c:pt>
                <c:pt idx="1831">
                  <c:v>0.603425559947</c:v>
                </c:pt>
                <c:pt idx="1832">
                  <c:v>0.603425559947</c:v>
                </c:pt>
                <c:pt idx="1833">
                  <c:v>0.604084321476</c:v>
                </c:pt>
                <c:pt idx="1834">
                  <c:v>0.604084321476</c:v>
                </c:pt>
                <c:pt idx="1835">
                  <c:v>0.604743083004</c:v>
                </c:pt>
                <c:pt idx="1836">
                  <c:v>0.604743083004</c:v>
                </c:pt>
                <c:pt idx="1837">
                  <c:v>0.605401844532</c:v>
                </c:pt>
                <c:pt idx="1838">
                  <c:v>0.605401844532</c:v>
                </c:pt>
                <c:pt idx="1839">
                  <c:v>0.606060606061</c:v>
                </c:pt>
                <c:pt idx="1840">
                  <c:v>0.606060606061</c:v>
                </c:pt>
                <c:pt idx="1841">
                  <c:v>0.606719367589</c:v>
                </c:pt>
                <c:pt idx="1842">
                  <c:v>0.606719367589</c:v>
                </c:pt>
                <c:pt idx="1843">
                  <c:v>0.607378129117</c:v>
                </c:pt>
                <c:pt idx="1844">
                  <c:v>0.607378129117</c:v>
                </c:pt>
                <c:pt idx="1845">
                  <c:v>0.608036890646</c:v>
                </c:pt>
                <c:pt idx="1846">
                  <c:v>0.608036890646</c:v>
                </c:pt>
                <c:pt idx="1847">
                  <c:v>0.608695652174</c:v>
                </c:pt>
                <c:pt idx="1848">
                  <c:v>0.608695652174</c:v>
                </c:pt>
                <c:pt idx="1849">
                  <c:v>0.609354413702</c:v>
                </c:pt>
                <c:pt idx="1850">
                  <c:v>0.609354413702</c:v>
                </c:pt>
                <c:pt idx="1851">
                  <c:v>0.610013175231</c:v>
                </c:pt>
                <c:pt idx="1852">
                  <c:v>0.610013175231</c:v>
                </c:pt>
                <c:pt idx="1853">
                  <c:v>0.610671936759</c:v>
                </c:pt>
                <c:pt idx="1854">
                  <c:v>0.610671936759</c:v>
                </c:pt>
                <c:pt idx="1855">
                  <c:v>0.611330698287</c:v>
                </c:pt>
                <c:pt idx="1856">
                  <c:v>0.611330698287</c:v>
                </c:pt>
                <c:pt idx="1857">
                  <c:v>0.611989459816</c:v>
                </c:pt>
                <c:pt idx="1858">
                  <c:v>0.611989459816</c:v>
                </c:pt>
                <c:pt idx="1859">
                  <c:v>0.612648221344</c:v>
                </c:pt>
                <c:pt idx="1860">
                  <c:v>0.612648221344</c:v>
                </c:pt>
                <c:pt idx="1861">
                  <c:v>0.613306982872</c:v>
                </c:pt>
                <c:pt idx="1862">
                  <c:v>0.613306982872</c:v>
                </c:pt>
                <c:pt idx="1863">
                  <c:v>0.613965744401</c:v>
                </c:pt>
                <c:pt idx="1864">
                  <c:v>0.613965744401</c:v>
                </c:pt>
                <c:pt idx="1865">
                  <c:v>0.614624505929</c:v>
                </c:pt>
                <c:pt idx="1866">
                  <c:v>0.614624505929</c:v>
                </c:pt>
                <c:pt idx="1867">
                  <c:v>0.615283267457</c:v>
                </c:pt>
                <c:pt idx="1868">
                  <c:v>0.615283267457</c:v>
                </c:pt>
                <c:pt idx="1869">
                  <c:v>0.615942028986</c:v>
                </c:pt>
                <c:pt idx="1870">
                  <c:v>0.615942028986</c:v>
                </c:pt>
                <c:pt idx="1871">
                  <c:v>0.616600790514</c:v>
                </c:pt>
                <c:pt idx="1872">
                  <c:v>0.616600790514</c:v>
                </c:pt>
                <c:pt idx="1873">
                  <c:v>0.617259552042</c:v>
                </c:pt>
                <c:pt idx="1874">
                  <c:v>0.617259552042</c:v>
                </c:pt>
                <c:pt idx="1875">
                  <c:v>0.61791831357</c:v>
                </c:pt>
                <c:pt idx="1876">
                  <c:v>0.61791831357</c:v>
                </c:pt>
                <c:pt idx="1877">
                  <c:v>0.618577075099</c:v>
                </c:pt>
                <c:pt idx="1878">
                  <c:v>0.618577075099</c:v>
                </c:pt>
                <c:pt idx="1879">
                  <c:v>0.619235836627</c:v>
                </c:pt>
                <c:pt idx="1880">
                  <c:v>0.619235836627</c:v>
                </c:pt>
                <c:pt idx="1881">
                  <c:v>0.619894598155</c:v>
                </c:pt>
                <c:pt idx="1882">
                  <c:v>0.619894598155</c:v>
                </c:pt>
                <c:pt idx="1883">
                  <c:v>0.620553359684</c:v>
                </c:pt>
                <c:pt idx="1884">
                  <c:v>0.620553359684</c:v>
                </c:pt>
                <c:pt idx="1885">
                  <c:v>0.621212121212</c:v>
                </c:pt>
                <c:pt idx="1886">
                  <c:v>0.621212121212</c:v>
                </c:pt>
                <c:pt idx="1887">
                  <c:v>0.62187088274</c:v>
                </c:pt>
                <c:pt idx="1888">
                  <c:v>0.62187088274</c:v>
                </c:pt>
                <c:pt idx="1889">
                  <c:v>0.622529644269</c:v>
                </c:pt>
                <c:pt idx="1890">
                  <c:v>0.622529644269</c:v>
                </c:pt>
                <c:pt idx="1891">
                  <c:v>0.623188405797</c:v>
                </c:pt>
                <c:pt idx="1892">
                  <c:v>0.623188405797</c:v>
                </c:pt>
                <c:pt idx="1893">
                  <c:v>0.623847167325</c:v>
                </c:pt>
                <c:pt idx="1894">
                  <c:v>0.623847167325</c:v>
                </c:pt>
                <c:pt idx="1895">
                  <c:v>0.624505928854</c:v>
                </c:pt>
                <c:pt idx="1896">
                  <c:v>0.624505928854</c:v>
                </c:pt>
                <c:pt idx="1897">
                  <c:v>0.625164690382</c:v>
                </c:pt>
                <c:pt idx="1898">
                  <c:v>0.625164690382</c:v>
                </c:pt>
                <c:pt idx="1899">
                  <c:v>0.62582345191</c:v>
                </c:pt>
                <c:pt idx="1900">
                  <c:v>0.62582345191</c:v>
                </c:pt>
                <c:pt idx="1901">
                  <c:v>0.626482213439</c:v>
                </c:pt>
                <c:pt idx="1902">
                  <c:v>0.626482213439</c:v>
                </c:pt>
                <c:pt idx="1903">
                  <c:v>0.627140974967</c:v>
                </c:pt>
                <c:pt idx="1904">
                  <c:v>0.627140974967</c:v>
                </c:pt>
                <c:pt idx="1905">
                  <c:v>0.627799736495</c:v>
                </c:pt>
                <c:pt idx="1906">
                  <c:v>0.627799736495</c:v>
                </c:pt>
                <c:pt idx="1907">
                  <c:v>0.628458498024</c:v>
                </c:pt>
                <c:pt idx="1908">
                  <c:v>0.628458498024</c:v>
                </c:pt>
                <c:pt idx="1909">
                  <c:v>0.629117259552</c:v>
                </c:pt>
                <c:pt idx="1910">
                  <c:v>0.629117259552</c:v>
                </c:pt>
                <c:pt idx="1911">
                  <c:v>0.62977602108</c:v>
                </c:pt>
                <c:pt idx="1912">
                  <c:v>0.62977602108</c:v>
                </c:pt>
                <c:pt idx="1913">
                  <c:v>0.630434782609</c:v>
                </c:pt>
                <c:pt idx="1914">
                  <c:v>0.630434782609</c:v>
                </c:pt>
                <c:pt idx="1915">
                  <c:v>0.631093544137</c:v>
                </c:pt>
                <c:pt idx="1916">
                  <c:v>0.631093544137</c:v>
                </c:pt>
                <c:pt idx="1917">
                  <c:v>0.631752305665</c:v>
                </c:pt>
                <c:pt idx="1918">
                  <c:v>0.631752305665</c:v>
                </c:pt>
                <c:pt idx="1919">
                  <c:v>0.632411067194</c:v>
                </c:pt>
                <c:pt idx="1920">
                  <c:v>0.632411067194</c:v>
                </c:pt>
                <c:pt idx="1921">
                  <c:v>0.633069828722</c:v>
                </c:pt>
                <c:pt idx="1922">
                  <c:v>0.633069828722</c:v>
                </c:pt>
                <c:pt idx="1923">
                  <c:v>0.63372859025</c:v>
                </c:pt>
                <c:pt idx="1924">
                  <c:v>0.63372859025</c:v>
                </c:pt>
                <c:pt idx="1925">
                  <c:v>0.634387351779</c:v>
                </c:pt>
                <c:pt idx="1926">
                  <c:v>0.634387351779</c:v>
                </c:pt>
                <c:pt idx="1927">
                  <c:v>0.635046113307</c:v>
                </c:pt>
                <c:pt idx="1928">
                  <c:v>0.635046113307</c:v>
                </c:pt>
                <c:pt idx="1929">
                  <c:v>0.635704874835</c:v>
                </c:pt>
                <c:pt idx="1930">
                  <c:v>0.635704874835</c:v>
                </c:pt>
                <c:pt idx="1931">
                  <c:v>0.636363636364</c:v>
                </c:pt>
                <c:pt idx="1932">
                  <c:v>0.636363636364</c:v>
                </c:pt>
                <c:pt idx="1933">
                  <c:v>0.637022397892</c:v>
                </c:pt>
                <c:pt idx="1934">
                  <c:v>0.637022397892</c:v>
                </c:pt>
                <c:pt idx="1935">
                  <c:v>0.63768115942</c:v>
                </c:pt>
                <c:pt idx="1936">
                  <c:v>0.63768115942</c:v>
                </c:pt>
                <c:pt idx="1937">
                  <c:v>0.638339920949</c:v>
                </c:pt>
                <c:pt idx="1938">
                  <c:v>0.638339920949</c:v>
                </c:pt>
                <c:pt idx="1939">
                  <c:v>0.638998682477</c:v>
                </c:pt>
                <c:pt idx="1940">
                  <c:v>0.638998682477</c:v>
                </c:pt>
                <c:pt idx="1941">
                  <c:v>0.639657444005</c:v>
                </c:pt>
                <c:pt idx="1942">
                  <c:v>0.639657444005</c:v>
                </c:pt>
                <c:pt idx="1943">
                  <c:v>0.640316205534</c:v>
                </c:pt>
                <c:pt idx="1944">
                  <c:v>0.640316205534</c:v>
                </c:pt>
                <c:pt idx="1945">
                  <c:v>0.640974967062</c:v>
                </c:pt>
                <c:pt idx="1946">
                  <c:v>0.640974967062</c:v>
                </c:pt>
                <c:pt idx="1947">
                  <c:v>0.64163372859</c:v>
                </c:pt>
                <c:pt idx="1948">
                  <c:v>0.64163372859</c:v>
                </c:pt>
                <c:pt idx="1949">
                  <c:v>0.642292490119</c:v>
                </c:pt>
                <c:pt idx="1950">
                  <c:v>0.642292490119</c:v>
                </c:pt>
                <c:pt idx="1951">
                  <c:v>0.642951251647</c:v>
                </c:pt>
                <c:pt idx="1952">
                  <c:v>0.642951251647</c:v>
                </c:pt>
                <c:pt idx="1953">
                  <c:v>0.643610013175</c:v>
                </c:pt>
                <c:pt idx="1954">
                  <c:v>0.643610013175</c:v>
                </c:pt>
                <c:pt idx="1955">
                  <c:v>0.644268774704</c:v>
                </c:pt>
                <c:pt idx="1956">
                  <c:v>0.644268774704</c:v>
                </c:pt>
                <c:pt idx="1957">
                  <c:v>0.644927536232</c:v>
                </c:pt>
                <c:pt idx="1958">
                  <c:v>0.644927536232</c:v>
                </c:pt>
                <c:pt idx="1959">
                  <c:v>0.64558629776</c:v>
                </c:pt>
                <c:pt idx="1960">
                  <c:v>0.64558629776</c:v>
                </c:pt>
                <c:pt idx="1961">
                  <c:v>0.646245059289</c:v>
                </c:pt>
                <c:pt idx="1962">
                  <c:v>0.646245059289</c:v>
                </c:pt>
                <c:pt idx="1963">
                  <c:v>0.646903820817</c:v>
                </c:pt>
                <c:pt idx="1964">
                  <c:v>0.646903820817</c:v>
                </c:pt>
                <c:pt idx="1965">
                  <c:v>0.647562582345</c:v>
                </c:pt>
                <c:pt idx="1966">
                  <c:v>0.647562582345</c:v>
                </c:pt>
                <c:pt idx="1967">
                  <c:v>0.648221343874</c:v>
                </c:pt>
                <c:pt idx="1968">
                  <c:v>0.648221343874</c:v>
                </c:pt>
                <c:pt idx="1969">
                  <c:v>0.648880105402</c:v>
                </c:pt>
                <c:pt idx="1970">
                  <c:v>0.648880105402</c:v>
                </c:pt>
                <c:pt idx="1971">
                  <c:v>0.64953886693</c:v>
                </c:pt>
                <c:pt idx="1972">
                  <c:v>0.64953886693</c:v>
                </c:pt>
                <c:pt idx="1973">
                  <c:v>0.650197628458</c:v>
                </c:pt>
                <c:pt idx="1974">
                  <c:v>0.650197628458</c:v>
                </c:pt>
                <c:pt idx="1975">
                  <c:v>0.650856389987</c:v>
                </c:pt>
                <c:pt idx="1976">
                  <c:v>0.650856389987</c:v>
                </c:pt>
                <c:pt idx="1977">
                  <c:v>0.651515151515</c:v>
                </c:pt>
                <c:pt idx="1978">
                  <c:v>0.651515151515</c:v>
                </c:pt>
                <c:pt idx="1979">
                  <c:v>0.652173913043</c:v>
                </c:pt>
                <c:pt idx="1980">
                  <c:v>0.652173913043</c:v>
                </c:pt>
                <c:pt idx="1981">
                  <c:v>0.652832674572</c:v>
                </c:pt>
                <c:pt idx="1982">
                  <c:v>0.652832674572</c:v>
                </c:pt>
                <c:pt idx="1983">
                  <c:v>0.6534914361</c:v>
                </c:pt>
                <c:pt idx="1984">
                  <c:v>0.6534914361</c:v>
                </c:pt>
                <c:pt idx="1985">
                  <c:v>0.654150197628</c:v>
                </c:pt>
                <c:pt idx="1986">
                  <c:v>0.654150197628</c:v>
                </c:pt>
                <c:pt idx="1987">
                  <c:v>0.654808959157</c:v>
                </c:pt>
                <c:pt idx="1988">
                  <c:v>0.654808959157</c:v>
                </c:pt>
                <c:pt idx="1989">
                  <c:v>0.655467720685</c:v>
                </c:pt>
                <c:pt idx="1990">
                  <c:v>0.655467720685</c:v>
                </c:pt>
                <c:pt idx="1991">
                  <c:v>0.656126482213</c:v>
                </c:pt>
                <c:pt idx="1992">
                  <c:v>0.656126482213</c:v>
                </c:pt>
                <c:pt idx="1993">
                  <c:v>0.656785243742</c:v>
                </c:pt>
                <c:pt idx="1994">
                  <c:v>0.656785243742</c:v>
                </c:pt>
                <c:pt idx="1995">
                  <c:v>0.65744400527</c:v>
                </c:pt>
                <c:pt idx="1996">
                  <c:v>0.65744400527</c:v>
                </c:pt>
                <c:pt idx="1997">
                  <c:v>0.658102766798</c:v>
                </c:pt>
                <c:pt idx="1998">
                  <c:v>0.658102766798</c:v>
                </c:pt>
                <c:pt idx="1999">
                  <c:v>0.658761528327</c:v>
                </c:pt>
                <c:pt idx="2000">
                  <c:v>0.658761528327</c:v>
                </c:pt>
                <c:pt idx="2001">
                  <c:v>0.659420289855</c:v>
                </c:pt>
                <c:pt idx="2002">
                  <c:v>0.659420289855</c:v>
                </c:pt>
                <c:pt idx="2003">
                  <c:v>0.660079051383</c:v>
                </c:pt>
                <c:pt idx="2004">
                  <c:v>0.660079051383</c:v>
                </c:pt>
                <c:pt idx="2005">
                  <c:v>0.660737812912</c:v>
                </c:pt>
                <c:pt idx="2006">
                  <c:v>0.660737812912</c:v>
                </c:pt>
                <c:pt idx="2007">
                  <c:v>0.66139657444</c:v>
                </c:pt>
                <c:pt idx="2008">
                  <c:v>0.66139657444</c:v>
                </c:pt>
                <c:pt idx="2009">
                  <c:v>0.662055335968</c:v>
                </c:pt>
                <c:pt idx="2010">
                  <c:v>0.662055335968</c:v>
                </c:pt>
                <c:pt idx="2011">
                  <c:v>0.662714097497</c:v>
                </c:pt>
                <c:pt idx="2012">
                  <c:v>0.662714097497</c:v>
                </c:pt>
                <c:pt idx="2013">
                  <c:v>0.663372859025</c:v>
                </c:pt>
                <c:pt idx="2014">
                  <c:v>0.663372859025</c:v>
                </c:pt>
                <c:pt idx="2015">
                  <c:v>0.664031620553</c:v>
                </c:pt>
                <c:pt idx="2016">
                  <c:v>0.664031620553</c:v>
                </c:pt>
                <c:pt idx="2017">
                  <c:v>0.664690382082</c:v>
                </c:pt>
                <c:pt idx="2018">
                  <c:v>0.664690382082</c:v>
                </c:pt>
                <c:pt idx="2019">
                  <c:v>0.66534914361</c:v>
                </c:pt>
                <c:pt idx="2020">
                  <c:v>0.66534914361</c:v>
                </c:pt>
                <c:pt idx="2021">
                  <c:v>0.666007905138</c:v>
                </c:pt>
                <c:pt idx="2022">
                  <c:v>0.666007905138</c:v>
                </c:pt>
                <c:pt idx="2023">
                  <c:v>0.666666666667</c:v>
                </c:pt>
                <c:pt idx="2024">
                  <c:v>0.666666666667</c:v>
                </c:pt>
                <c:pt idx="2025">
                  <c:v>0.667325428195</c:v>
                </c:pt>
                <c:pt idx="2026">
                  <c:v>0.667325428195</c:v>
                </c:pt>
                <c:pt idx="2027">
                  <c:v>0.667984189723</c:v>
                </c:pt>
                <c:pt idx="2028">
                  <c:v>0.667984189723</c:v>
                </c:pt>
                <c:pt idx="2029">
                  <c:v>0.668642951252</c:v>
                </c:pt>
                <c:pt idx="2030">
                  <c:v>0.668642951252</c:v>
                </c:pt>
                <c:pt idx="2031">
                  <c:v>0.66930171278</c:v>
                </c:pt>
                <c:pt idx="2032">
                  <c:v>0.66930171278</c:v>
                </c:pt>
                <c:pt idx="2033">
                  <c:v>0.669960474308</c:v>
                </c:pt>
                <c:pt idx="2034">
                  <c:v>0.669960474308</c:v>
                </c:pt>
                <c:pt idx="2035">
                  <c:v>0.670619235837</c:v>
                </c:pt>
                <c:pt idx="2036">
                  <c:v>0.670619235837</c:v>
                </c:pt>
                <c:pt idx="2037">
                  <c:v>0.671277997365</c:v>
                </c:pt>
                <c:pt idx="2038">
                  <c:v>0.671277997365</c:v>
                </c:pt>
                <c:pt idx="2039">
                  <c:v>0.671936758893</c:v>
                </c:pt>
                <c:pt idx="2040">
                  <c:v>0.671936758893</c:v>
                </c:pt>
                <c:pt idx="2041">
                  <c:v>0.672595520422</c:v>
                </c:pt>
                <c:pt idx="2042">
                  <c:v>0.672595520422</c:v>
                </c:pt>
                <c:pt idx="2043">
                  <c:v>0.67325428195</c:v>
                </c:pt>
                <c:pt idx="2044">
                  <c:v>0.67325428195</c:v>
                </c:pt>
                <c:pt idx="2045">
                  <c:v>0.673913043478</c:v>
                </c:pt>
                <c:pt idx="2046">
                  <c:v>0.673913043478</c:v>
                </c:pt>
                <c:pt idx="2047">
                  <c:v>0.674571805007</c:v>
                </c:pt>
                <c:pt idx="2048">
                  <c:v>0.674571805007</c:v>
                </c:pt>
                <c:pt idx="2049">
                  <c:v>0.675230566535</c:v>
                </c:pt>
                <c:pt idx="2050">
                  <c:v>0.675230566535</c:v>
                </c:pt>
                <c:pt idx="2051">
                  <c:v>0.675889328063</c:v>
                </c:pt>
                <c:pt idx="2052">
                  <c:v>0.675889328063</c:v>
                </c:pt>
                <c:pt idx="2053">
                  <c:v>0.676548089592</c:v>
                </c:pt>
                <c:pt idx="2054">
                  <c:v>0.676548089592</c:v>
                </c:pt>
                <c:pt idx="2055">
                  <c:v>0.67720685112</c:v>
                </c:pt>
                <c:pt idx="2056">
                  <c:v>0.67720685112</c:v>
                </c:pt>
                <c:pt idx="2057">
                  <c:v>0.677865612648</c:v>
                </c:pt>
                <c:pt idx="2058">
                  <c:v>0.677865612648</c:v>
                </c:pt>
                <c:pt idx="2059">
                  <c:v>0.678524374177</c:v>
                </c:pt>
                <c:pt idx="2060">
                  <c:v>0.678524374177</c:v>
                </c:pt>
                <c:pt idx="2061">
                  <c:v>0.679183135705</c:v>
                </c:pt>
                <c:pt idx="2062">
                  <c:v>0.679183135705</c:v>
                </c:pt>
                <c:pt idx="2063">
                  <c:v>0.679841897233</c:v>
                </c:pt>
                <c:pt idx="2064">
                  <c:v>0.679841897233</c:v>
                </c:pt>
                <c:pt idx="2065">
                  <c:v>0.680500658762</c:v>
                </c:pt>
                <c:pt idx="2066">
                  <c:v>0.680500658762</c:v>
                </c:pt>
                <c:pt idx="2067">
                  <c:v>0.68115942029</c:v>
                </c:pt>
                <c:pt idx="2068">
                  <c:v>0.68115942029</c:v>
                </c:pt>
                <c:pt idx="2069">
                  <c:v>0.681818181818</c:v>
                </c:pt>
                <c:pt idx="2070">
                  <c:v>0.681818181818</c:v>
                </c:pt>
                <c:pt idx="2071">
                  <c:v>0.682476943347</c:v>
                </c:pt>
                <c:pt idx="2072">
                  <c:v>0.682476943347</c:v>
                </c:pt>
                <c:pt idx="2073">
                  <c:v>0.683135704875</c:v>
                </c:pt>
                <c:pt idx="2074">
                  <c:v>0.683135704875</c:v>
                </c:pt>
                <c:pt idx="2075">
                  <c:v>0.683794466403</c:v>
                </c:pt>
                <c:pt idx="2076">
                  <c:v>0.683794466403</c:v>
                </c:pt>
                <c:pt idx="2077">
                  <c:v>0.684453227931</c:v>
                </c:pt>
                <c:pt idx="2078">
                  <c:v>0.684453227931</c:v>
                </c:pt>
                <c:pt idx="2079">
                  <c:v>0.68511198946</c:v>
                </c:pt>
                <c:pt idx="2080">
                  <c:v>0.68511198946</c:v>
                </c:pt>
                <c:pt idx="2081">
                  <c:v>0.685770750988</c:v>
                </c:pt>
                <c:pt idx="2082">
                  <c:v>0.685770750988</c:v>
                </c:pt>
                <c:pt idx="2083">
                  <c:v>0.686429512516</c:v>
                </c:pt>
                <c:pt idx="2084">
                  <c:v>0.686429512516</c:v>
                </c:pt>
                <c:pt idx="2085">
                  <c:v>0.687088274045</c:v>
                </c:pt>
                <c:pt idx="2086">
                  <c:v>0.687088274045</c:v>
                </c:pt>
                <c:pt idx="2087">
                  <c:v>0.687747035573</c:v>
                </c:pt>
                <c:pt idx="2088">
                  <c:v>0.687747035573</c:v>
                </c:pt>
                <c:pt idx="2089">
                  <c:v>0.688405797101</c:v>
                </c:pt>
                <c:pt idx="2090">
                  <c:v>0.688405797101</c:v>
                </c:pt>
                <c:pt idx="2091">
                  <c:v>0.68906455863</c:v>
                </c:pt>
                <c:pt idx="2092">
                  <c:v>0.68906455863</c:v>
                </c:pt>
                <c:pt idx="2093">
                  <c:v>0.689723320158</c:v>
                </c:pt>
                <c:pt idx="2094">
                  <c:v>0.689723320158</c:v>
                </c:pt>
                <c:pt idx="2095">
                  <c:v>0.690382081686</c:v>
                </c:pt>
                <c:pt idx="2096">
                  <c:v>0.690382081686</c:v>
                </c:pt>
                <c:pt idx="2097">
                  <c:v>0.691040843215</c:v>
                </c:pt>
                <c:pt idx="2098">
                  <c:v>0.691040843215</c:v>
                </c:pt>
                <c:pt idx="2099">
                  <c:v>0.691699604743</c:v>
                </c:pt>
                <c:pt idx="2100">
                  <c:v>0.691699604743</c:v>
                </c:pt>
                <c:pt idx="2101">
                  <c:v>0.692358366271</c:v>
                </c:pt>
                <c:pt idx="2102">
                  <c:v>0.692358366271</c:v>
                </c:pt>
                <c:pt idx="2103">
                  <c:v>0.6930171278</c:v>
                </c:pt>
                <c:pt idx="2104">
                  <c:v>0.6930171278</c:v>
                </c:pt>
                <c:pt idx="2105">
                  <c:v>0.693675889328</c:v>
                </c:pt>
                <c:pt idx="2106">
                  <c:v>0.693675889328</c:v>
                </c:pt>
                <c:pt idx="2107">
                  <c:v>0.694334650856</c:v>
                </c:pt>
                <c:pt idx="2108">
                  <c:v>0.694334650856</c:v>
                </c:pt>
                <c:pt idx="2109">
                  <c:v>0.694993412385</c:v>
                </c:pt>
                <c:pt idx="2110">
                  <c:v>0.694993412385</c:v>
                </c:pt>
                <c:pt idx="2111">
                  <c:v>0.695652173913</c:v>
                </c:pt>
                <c:pt idx="2112">
                  <c:v>0.695652173913</c:v>
                </c:pt>
                <c:pt idx="2113">
                  <c:v>0.696310935441</c:v>
                </c:pt>
                <c:pt idx="2114">
                  <c:v>0.696310935441</c:v>
                </c:pt>
                <c:pt idx="2115">
                  <c:v>0.69696969697</c:v>
                </c:pt>
                <c:pt idx="2116">
                  <c:v>0.69696969697</c:v>
                </c:pt>
                <c:pt idx="2117">
                  <c:v>0.697628458498</c:v>
                </c:pt>
                <c:pt idx="2118">
                  <c:v>0.697628458498</c:v>
                </c:pt>
                <c:pt idx="2119">
                  <c:v>0.698287220026</c:v>
                </c:pt>
                <c:pt idx="2120">
                  <c:v>0.698287220026</c:v>
                </c:pt>
                <c:pt idx="2121">
                  <c:v>0.698945981555</c:v>
                </c:pt>
                <c:pt idx="2122">
                  <c:v>0.698945981555</c:v>
                </c:pt>
                <c:pt idx="2123">
                  <c:v>0.699604743083</c:v>
                </c:pt>
                <c:pt idx="2124">
                  <c:v>0.699604743083</c:v>
                </c:pt>
                <c:pt idx="2125">
                  <c:v>0.700263504611</c:v>
                </c:pt>
                <c:pt idx="2126">
                  <c:v>0.700263504611</c:v>
                </c:pt>
                <c:pt idx="2127">
                  <c:v>0.70092226614</c:v>
                </c:pt>
                <c:pt idx="2128">
                  <c:v>0.70092226614</c:v>
                </c:pt>
                <c:pt idx="2129">
                  <c:v>0.701581027668</c:v>
                </c:pt>
                <c:pt idx="2130">
                  <c:v>0.701581027668</c:v>
                </c:pt>
                <c:pt idx="2131">
                  <c:v>0.702239789196</c:v>
                </c:pt>
                <c:pt idx="2132">
                  <c:v>0.702239789196</c:v>
                </c:pt>
                <c:pt idx="2133">
                  <c:v>0.702898550725</c:v>
                </c:pt>
                <c:pt idx="2134">
                  <c:v>0.702898550725</c:v>
                </c:pt>
                <c:pt idx="2135">
                  <c:v>0.703557312253</c:v>
                </c:pt>
                <c:pt idx="2136">
                  <c:v>0.703557312253</c:v>
                </c:pt>
                <c:pt idx="2137">
                  <c:v>0.704216073781</c:v>
                </c:pt>
                <c:pt idx="2138">
                  <c:v>0.704216073781</c:v>
                </c:pt>
                <c:pt idx="2139">
                  <c:v>0.70487483531</c:v>
                </c:pt>
                <c:pt idx="2140">
                  <c:v>0.70487483531</c:v>
                </c:pt>
                <c:pt idx="2141">
                  <c:v>0.705533596838</c:v>
                </c:pt>
                <c:pt idx="2142">
                  <c:v>0.705533596838</c:v>
                </c:pt>
                <c:pt idx="2143">
                  <c:v>0.706192358366</c:v>
                </c:pt>
                <c:pt idx="2144">
                  <c:v>0.706192358366</c:v>
                </c:pt>
                <c:pt idx="2145">
                  <c:v>0.706851119895</c:v>
                </c:pt>
                <c:pt idx="2146">
                  <c:v>0.706851119895</c:v>
                </c:pt>
                <c:pt idx="2147">
                  <c:v>0.707509881423</c:v>
                </c:pt>
                <c:pt idx="2148">
                  <c:v>0.707509881423</c:v>
                </c:pt>
                <c:pt idx="2149">
                  <c:v>0.708168642951</c:v>
                </c:pt>
                <c:pt idx="2150">
                  <c:v>0.708168642951</c:v>
                </c:pt>
                <c:pt idx="2151">
                  <c:v>0.70882740448</c:v>
                </c:pt>
                <c:pt idx="2152">
                  <c:v>0.70882740448</c:v>
                </c:pt>
                <c:pt idx="2153">
                  <c:v>0.709486166008</c:v>
                </c:pt>
                <c:pt idx="2154">
                  <c:v>0.709486166008</c:v>
                </c:pt>
                <c:pt idx="2155">
                  <c:v>0.710144927536</c:v>
                </c:pt>
                <c:pt idx="2156">
                  <c:v>0.710144927536</c:v>
                </c:pt>
                <c:pt idx="2157">
                  <c:v>0.710803689065</c:v>
                </c:pt>
                <c:pt idx="2158">
                  <c:v>0.710803689065</c:v>
                </c:pt>
                <c:pt idx="2159">
                  <c:v>0.711462450593</c:v>
                </c:pt>
                <c:pt idx="2160">
                  <c:v>0.711462450593</c:v>
                </c:pt>
                <c:pt idx="2161">
                  <c:v>0.712121212121</c:v>
                </c:pt>
                <c:pt idx="2162">
                  <c:v>0.712121212121</c:v>
                </c:pt>
                <c:pt idx="2163">
                  <c:v>0.71277997365</c:v>
                </c:pt>
                <c:pt idx="2164">
                  <c:v>0.71277997365</c:v>
                </c:pt>
                <c:pt idx="2165">
                  <c:v>0.713438735178</c:v>
                </c:pt>
                <c:pt idx="2166">
                  <c:v>0.713438735178</c:v>
                </c:pt>
                <c:pt idx="2167">
                  <c:v>0.714097496706</c:v>
                </c:pt>
                <c:pt idx="2168">
                  <c:v>0.714097496706</c:v>
                </c:pt>
                <c:pt idx="2169">
                  <c:v>0.714756258235</c:v>
                </c:pt>
                <c:pt idx="2170">
                  <c:v>0.714756258235</c:v>
                </c:pt>
                <c:pt idx="2171">
                  <c:v>0.715415019763</c:v>
                </c:pt>
                <c:pt idx="2172">
                  <c:v>0.715415019763</c:v>
                </c:pt>
                <c:pt idx="2173">
                  <c:v>0.716073781291</c:v>
                </c:pt>
                <c:pt idx="2174">
                  <c:v>0.716073781291</c:v>
                </c:pt>
                <c:pt idx="2175">
                  <c:v>0.716732542819</c:v>
                </c:pt>
                <c:pt idx="2176">
                  <c:v>0.716732542819</c:v>
                </c:pt>
                <c:pt idx="2177">
                  <c:v>0.717391304348</c:v>
                </c:pt>
                <c:pt idx="2178">
                  <c:v>0.717391304348</c:v>
                </c:pt>
                <c:pt idx="2179">
                  <c:v>0.718050065876</c:v>
                </c:pt>
                <c:pt idx="2180">
                  <c:v>0.718050065876</c:v>
                </c:pt>
                <c:pt idx="2181">
                  <c:v>0.718708827404</c:v>
                </c:pt>
                <c:pt idx="2182">
                  <c:v>0.718708827404</c:v>
                </c:pt>
                <c:pt idx="2183">
                  <c:v>0.719367588933</c:v>
                </c:pt>
                <c:pt idx="2184">
                  <c:v>0.719367588933</c:v>
                </c:pt>
                <c:pt idx="2185">
                  <c:v>0.720026350461</c:v>
                </c:pt>
                <c:pt idx="2186">
                  <c:v>0.720026350461</c:v>
                </c:pt>
                <c:pt idx="2187">
                  <c:v>0.720685111989</c:v>
                </c:pt>
                <c:pt idx="2188">
                  <c:v>0.720685111989</c:v>
                </c:pt>
                <c:pt idx="2189">
                  <c:v>0.721343873518</c:v>
                </c:pt>
                <c:pt idx="2190">
                  <c:v>0.721343873518</c:v>
                </c:pt>
                <c:pt idx="2191">
                  <c:v>0.722002635046</c:v>
                </c:pt>
                <c:pt idx="2192">
                  <c:v>0.722002635046</c:v>
                </c:pt>
                <c:pt idx="2193">
                  <c:v>0.722661396574</c:v>
                </c:pt>
                <c:pt idx="2194">
                  <c:v>0.722661396574</c:v>
                </c:pt>
                <c:pt idx="2195">
                  <c:v>0.723320158103</c:v>
                </c:pt>
                <c:pt idx="2196">
                  <c:v>0.723320158103</c:v>
                </c:pt>
                <c:pt idx="2197">
                  <c:v>0.723978919631</c:v>
                </c:pt>
                <c:pt idx="2198">
                  <c:v>0.723978919631</c:v>
                </c:pt>
                <c:pt idx="2199">
                  <c:v>0.724637681159</c:v>
                </c:pt>
                <c:pt idx="2200">
                  <c:v>0.724637681159</c:v>
                </c:pt>
                <c:pt idx="2201">
                  <c:v>0.725296442688</c:v>
                </c:pt>
                <c:pt idx="2202">
                  <c:v>0.725296442688</c:v>
                </c:pt>
                <c:pt idx="2203">
                  <c:v>0.725955204216</c:v>
                </c:pt>
                <c:pt idx="2204">
                  <c:v>0.725955204216</c:v>
                </c:pt>
                <c:pt idx="2205">
                  <c:v>0.726613965744</c:v>
                </c:pt>
                <c:pt idx="2206">
                  <c:v>0.726613965744</c:v>
                </c:pt>
                <c:pt idx="2207">
                  <c:v>0.727272727273</c:v>
                </c:pt>
                <c:pt idx="2208">
                  <c:v>0.727272727273</c:v>
                </c:pt>
                <c:pt idx="2209">
                  <c:v>0.727931488801</c:v>
                </c:pt>
                <c:pt idx="2210">
                  <c:v>0.727931488801</c:v>
                </c:pt>
                <c:pt idx="2211">
                  <c:v>0.728590250329</c:v>
                </c:pt>
                <c:pt idx="2212">
                  <c:v>0.728590250329</c:v>
                </c:pt>
                <c:pt idx="2213">
                  <c:v>0.729249011858</c:v>
                </c:pt>
                <c:pt idx="2214">
                  <c:v>0.729249011858</c:v>
                </c:pt>
                <c:pt idx="2215">
                  <c:v>0.729907773386</c:v>
                </c:pt>
                <c:pt idx="2216">
                  <c:v>0.729907773386</c:v>
                </c:pt>
                <c:pt idx="2217">
                  <c:v>0.730566534914</c:v>
                </c:pt>
                <c:pt idx="2218">
                  <c:v>0.730566534914</c:v>
                </c:pt>
                <c:pt idx="2219">
                  <c:v>0.731225296443</c:v>
                </c:pt>
                <c:pt idx="2220">
                  <c:v>0.731225296443</c:v>
                </c:pt>
                <c:pt idx="2221">
                  <c:v>0.731884057971</c:v>
                </c:pt>
                <c:pt idx="2222">
                  <c:v>0.731884057971</c:v>
                </c:pt>
                <c:pt idx="2223">
                  <c:v>0.732542819499</c:v>
                </c:pt>
                <c:pt idx="2224">
                  <c:v>0.732542819499</c:v>
                </c:pt>
                <c:pt idx="2225">
                  <c:v>0.733201581028</c:v>
                </c:pt>
                <c:pt idx="2226">
                  <c:v>0.733201581028</c:v>
                </c:pt>
                <c:pt idx="2227">
                  <c:v>0.733860342556</c:v>
                </c:pt>
                <c:pt idx="2228">
                  <c:v>0.733860342556</c:v>
                </c:pt>
                <c:pt idx="2229">
                  <c:v>0.734519104084</c:v>
                </c:pt>
                <c:pt idx="2230">
                  <c:v>0.734519104084</c:v>
                </c:pt>
                <c:pt idx="2231">
                  <c:v>0.735177865613</c:v>
                </c:pt>
                <c:pt idx="2232">
                  <c:v>0.735177865613</c:v>
                </c:pt>
                <c:pt idx="2233">
                  <c:v>0.735836627141</c:v>
                </c:pt>
                <c:pt idx="2234">
                  <c:v>0.735836627141</c:v>
                </c:pt>
                <c:pt idx="2235">
                  <c:v>0.736495388669</c:v>
                </c:pt>
                <c:pt idx="2236">
                  <c:v>0.736495388669</c:v>
                </c:pt>
                <c:pt idx="2237">
                  <c:v>0.737154150198</c:v>
                </c:pt>
                <c:pt idx="2238">
                  <c:v>0.737154150198</c:v>
                </c:pt>
                <c:pt idx="2239">
                  <c:v>0.737812911726</c:v>
                </c:pt>
                <c:pt idx="2240">
                  <c:v>0.737812911726</c:v>
                </c:pt>
                <c:pt idx="2241">
                  <c:v>0.738471673254</c:v>
                </c:pt>
                <c:pt idx="2242">
                  <c:v>0.738471673254</c:v>
                </c:pt>
                <c:pt idx="2243">
                  <c:v>0.739130434783</c:v>
                </c:pt>
                <c:pt idx="2244">
                  <c:v>0.739130434783</c:v>
                </c:pt>
                <c:pt idx="2245">
                  <c:v>0.739789196311</c:v>
                </c:pt>
                <c:pt idx="2246">
                  <c:v>0.739789196311</c:v>
                </c:pt>
                <c:pt idx="2247">
                  <c:v>0.740447957839</c:v>
                </c:pt>
                <c:pt idx="2248">
                  <c:v>0.740447957839</c:v>
                </c:pt>
                <c:pt idx="2249">
                  <c:v>0.741106719368</c:v>
                </c:pt>
                <c:pt idx="2250">
                  <c:v>0.741106719368</c:v>
                </c:pt>
                <c:pt idx="2251">
                  <c:v>0.741765480896</c:v>
                </c:pt>
                <c:pt idx="2252">
                  <c:v>0.741765480896</c:v>
                </c:pt>
                <c:pt idx="2253">
                  <c:v>0.742424242424</c:v>
                </c:pt>
                <c:pt idx="2254">
                  <c:v>0.742424242424</c:v>
                </c:pt>
                <c:pt idx="2255">
                  <c:v>0.743083003953</c:v>
                </c:pt>
                <c:pt idx="2256">
                  <c:v>0.743083003953</c:v>
                </c:pt>
                <c:pt idx="2257">
                  <c:v>0.743741765481</c:v>
                </c:pt>
                <c:pt idx="2258">
                  <c:v>0.743741765481</c:v>
                </c:pt>
                <c:pt idx="2259">
                  <c:v>0.744400527009</c:v>
                </c:pt>
                <c:pt idx="2260">
                  <c:v>0.744400527009</c:v>
                </c:pt>
                <c:pt idx="2261">
                  <c:v>0.745059288538</c:v>
                </c:pt>
                <c:pt idx="2262">
                  <c:v>0.745059288538</c:v>
                </c:pt>
                <c:pt idx="2263">
                  <c:v>0.745718050066</c:v>
                </c:pt>
                <c:pt idx="2264">
                  <c:v>0.745718050066</c:v>
                </c:pt>
                <c:pt idx="2265">
                  <c:v>0.746376811594</c:v>
                </c:pt>
                <c:pt idx="2266">
                  <c:v>0.746376811594</c:v>
                </c:pt>
                <c:pt idx="2267">
                  <c:v>0.747035573123</c:v>
                </c:pt>
                <c:pt idx="2268">
                  <c:v>0.747035573123</c:v>
                </c:pt>
                <c:pt idx="2269">
                  <c:v>0.747694334651</c:v>
                </c:pt>
                <c:pt idx="2270">
                  <c:v>0.747694334651</c:v>
                </c:pt>
                <c:pt idx="2271">
                  <c:v>0.748353096179</c:v>
                </c:pt>
                <c:pt idx="2272">
                  <c:v>0.748353096179</c:v>
                </c:pt>
                <c:pt idx="2273">
                  <c:v>0.749011857708</c:v>
                </c:pt>
                <c:pt idx="2274">
                  <c:v>0.749011857708</c:v>
                </c:pt>
                <c:pt idx="2275">
                  <c:v>0.749670619236</c:v>
                </c:pt>
                <c:pt idx="2276">
                  <c:v>0.749670619236</c:v>
                </c:pt>
                <c:pt idx="2277">
                  <c:v>0.750329380764</c:v>
                </c:pt>
                <c:pt idx="2278">
                  <c:v>0.750329380764</c:v>
                </c:pt>
                <c:pt idx="2279">
                  <c:v>0.750988142292</c:v>
                </c:pt>
                <c:pt idx="2280">
                  <c:v>0.750988142292</c:v>
                </c:pt>
                <c:pt idx="2281">
                  <c:v>0.751646903821</c:v>
                </c:pt>
                <c:pt idx="2282">
                  <c:v>0.751646903821</c:v>
                </c:pt>
                <c:pt idx="2283">
                  <c:v>0.752305665349</c:v>
                </c:pt>
                <c:pt idx="2284">
                  <c:v>0.752305665349</c:v>
                </c:pt>
                <c:pt idx="2285">
                  <c:v>0.752964426877</c:v>
                </c:pt>
                <c:pt idx="2286">
                  <c:v>0.752964426877</c:v>
                </c:pt>
                <c:pt idx="2287">
                  <c:v>0.753623188406</c:v>
                </c:pt>
                <c:pt idx="2288">
                  <c:v>0.753623188406</c:v>
                </c:pt>
                <c:pt idx="2289">
                  <c:v>0.754281949934</c:v>
                </c:pt>
                <c:pt idx="2290">
                  <c:v>0.754281949934</c:v>
                </c:pt>
                <c:pt idx="2291">
                  <c:v>0.754940711462</c:v>
                </c:pt>
                <c:pt idx="2292">
                  <c:v>0.754940711462</c:v>
                </c:pt>
                <c:pt idx="2293">
                  <c:v>0.755599472991</c:v>
                </c:pt>
                <c:pt idx="2294">
                  <c:v>0.755599472991</c:v>
                </c:pt>
                <c:pt idx="2295">
                  <c:v>0.756258234519</c:v>
                </c:pt>
                <c:pt idx="2296">
                  <c:v>0.756258234519</c:v>
                </c:pt>
                <c:pt idx="2297">
                  <c:v>0.756916996047</c:v>
                </c:pt>
                <c:pt idx="2298">
                  <c:v>0.756916996047</c:v>
                </c:pt>
                <c:pt idx="2299">
                  <c:v>0.757575757576</c:v>
                </c:pt>
                <c:pt idx="2300">
                  <c:v>0.757575757576</c:v>
                </c:pt>
                <c:pt idx="2301">
                  <c:v>0.758234519104</c:v>
                </c:pt>
                <c:pt idx="2302">
                  <c:v>0.758234519104</c:v>
                </c:pt>
                <c:pt idx="2303">
                  <c:v>0.758893280632</c:v>
                </c:pt>
                <c:pt idx="2304">
                  <c:v>0.758893280632</c:v>
                </c:pt>
                <c:pt idx="2305">
                  <c:v>0.759552042161</c:v>
                </c:pt>
                <c:pt idx="2306">
                  <c:v>0.759552042161</c:v>
                </c:pt>
                <c:pt idx="2307">
                  <c:v>0.760210803689</c:v>
                </c:pt>
                <c:pt idx="2308">
                  <c:v>0.760210803689</c:v>
                </c:pt>
                <c:pt idx="2309">
                  <c:v>0.760869565217</c:v>
                </c:pt>
                <c:pt idx="2310">
                  <c:v>0.760869565217</c:v>
                </c:pt>
                <c:pt idx="2311">
                  <c:v>0.761528326746</c:v>
                </c:pt>
                <c:pt idx="2312">
                  <c:v>0.761528326746</c:v>
                </c:pt>
                <c:pt idx="2313">
                  <c:v>0.762187088274</c:v>
                </c:pt>
                <c:pt idx="2314">
                  <c:v>0.762187088274</c:v>
                </c:pt>
                <c:pt idx="2315">
                  <c:v>0.762845849802</c:v>
                </c:pt>
                <c:pt idx="2316">
                  <c:v>0.762845849802</c:v>
                </c:pt>
                <c:pt idx="2317">
                  <c:v>0.763504611331</c:v>
                </c:pt>
                <c:pt idx="2318">
                  <c:v>0.763504611331</c:v>
                </c:pt>
                <c:pt idx="2319">
                  <c:v>0.764163372859</c:v>
                </c:pt>
                <c:pt idx="2320">
                  <c:v>0.764163372859</c:v>
                </c:pt>
                <c:pt idx="2321">
                  <c:v>0.764822134387</c:v>
                </c:pt>
                <c:pt idx="2322">
                  <c:v>0.764822134387</c:v>
                </c:pt>
                <c:pt idx="2323">
                  <c:v>0.765480895916</c:v>
                </c:pt>
                <c:pt idx="2324">
                  <c:v>0.765480895916</c:v>
                </c:pt>
                <c:pt idx="2325">
                  <c:v>0.766139657444</c:v>
                </c:pt>
                <c:pt idx="2326">
                  <c:v>0.766139657444</c:v>
                </c:pt>
                <c:pt idx="2327">
                  <c:v>0.766798418972</c:v>
                </c:pt>
                <c:pt idx="2328">
                  <c:v>0.766798418972</c:v>
                </c:pt>
                <c:pt idx="2329">
                  <c:v>0.767457180501</c:v>
                </c:pt>
                <c:pt idx="2330">
                  <c:v>0.767457180501</c:v>
                </c:pt>
                <c:pt idx="2331">
                  <c:v>0.768115942029</c:v>
                </c:pt>
                <c:pt idx="2332">
                  <c:v>0.768115942029</c:v>
                </c:pt>
                <c:pt idx="2333">
                  <c:v>0.768774703557</c:v>
                </c:pt>
                <c:pt idx="2334">
                  <c:v>0.768774703557</c:v>
                </c:pt>
                <c:pt idx="2335">
                  <c:v>0.769433465086</c:v>
                </c:pt>
                <c:pt idx="2336">
                  <c:v>0.769433465086</c:v>
                </c:pt>
                <c:pt idx="2337">
                  <c:v>0.770092226614</c:v>
                </c:pt>
                <c:pt idx="2338">
                  <c:v>0.770092226614</c:v>
                </c:pt>
                <c:pt idx="2339">
                  <c:v>0.770750988142</c:v>
                </c:pt>
                <c:pt idx="2340">
                  <c:v>0.770750988142</c:v>
                </c:pt>
                <c:pt idx="2341">
                  <c:v>0.771409749671</c:v>
                </c:pt>
                <c:pt idx="2342">
                  <c:v>0.771409749671</c:v>
                </c:pt>
                <c:pt idx="2343">
                  <c:v>0.772068511199</c:v>
                </c:pt>
                <c:pt idx="2344">
                  <c:v>0.772068511199</c:v>
                </c:pt>
                <c:pt idx="2345">
                  <c:v>0.772727272727</c:v>
                </c:pt>
                <c:pt idx="2346">
                  <c:v>0.772727272727</c:v>
                </c:pt>
                <c:pt idx="2347">
                  <c:v>0.773386034256</c:v>
                </c:pt>
                <c:pt idx="2348">
                  <c:v>0.773386034256</c:v>
                </c:pt>
                <c:pt idx="2349">
                  <c:v>0.774044795784</c:v>
                </c:pt>
                <c:pt idx="2350">
                  <c:v>0.774044795784</c:v>
                </c:pt>
                <c:pt idx="2351">
                  <c:v>0.774703557312</c:v>
                </c:pt>
                <c:pt idx="2352">
                  <c:v>0.774703557312</c:v>
                </c:pt>
                <c:pt idx="2353">
                  <c:v>0.775362318841</c:v>
                </c:pt>
                <c:pt idx="2354">
                  <c:v>0.775362318841</c:v>
                </c:pt>
                <c:pt idx="2355">
                  <c:v>0.776021080369</c:v>
                </c:pt>
                <c:pt idx="2356">
                  <c:v>0.776021080369</c:v>
                </c:pt>
                <c:pt idx="2357">
                  <c:v>0.776679841897</c:v>
                </c:pt>
                <c:pt idx="2358">
                  <c:v>0.776679841897</c:v>
                </c:pt>
                <c:pt idx="2359">
                  <c:v>0.777338603426</c:v>
                </c:pt>
                <c:pt idx="2360">
                  <c:v>0.777338603426</c:v>
                </c:pt>
                <c:pt idx="2361">
                  <c:v>0.777997364954</c:v>
                </c:pt>
                <c:pt idx="2362">
                  <c:v>0.777997364954</c:v>
                </c:pt>
                <c:pt idx="2363">
                  <c:v>0.778656126482</c:v>
                </c:pt>
                <c:pt idx="2364">
                  <c:v>0.778656126482</c:v>
                </c:pt>
                <c:pt idx="2365">
                  <c:v>0.779314888011</c:v>
                </c:pt>
                <c:pt idx="2366">
                  <c:v>0.779314888011</c:v>
                </c:pt>
                <c:pt idx="2367">
                  <c:v>0.779973649539</c:v>
                </c:pt>
                <c:pt idx="2368">
                  <c:v>0.779973649539</c:v>
                </c:pt>
                <c:pt idx="2369">
                  <c:v>0.780632411067</c:v>
                </c:pt>
                <c:pt idx="2370">
                  <c:v>0.780632411067</c:v>
                </c:pt>
                <c:pt idx="2371">
                  <c:v>0.781291172596</c:v>
                </c:pt>
                <c:pt idx="2372">
                  <c:v>0.781291172596</c:v>
                </c:pt>
                <c:pt idx="2373">
                  <c:v>0.781949934124</c:v>
                </c:pt>
                <c:pt idx="2374">
                  <c:v>0.781949934124</c:v>
                </c:pt>
                <c:pt idx="2375">
                  <c:v>0.782608695652</c:v>
                </c:pt>
                <c:pt idx="2376">
                  <c:v>0.782608695652</c:v>
                </c:pt>
                <c:pt idx="2377">
                  <c:v>0.783267457181</c:v>
                </c:pt>
                <c:pt idx="2378">
                  <c:v>0.783267457181</c:v>
                </c:pt>
                <c:pt idx="2379">
                  <c:v>0.783926218709</c:v>
                </c:pt>
                <c:pt idx="2380">
                  <c:v>0.783926218709</c:v>
                </c:pt>
                <c:pt idx="2381">
                  <c:v>0.784584980237</c:v>
                </c:pt>
                <c:pt idx="2382">
                  <c:v>0.784584980237</c:v>
                </c:pt>
                <c:pt idx="2383">
                  <c:v>0.785243741765</c:v>
                </c:pt>
                <c:pt idx="2384">
                  <c:v>0.785243741765</c:v>
                </c:pt>
                <c:pt idx="2385">
                  <c:v>0.785902503294</c:v>
                </c:pt>
                <c:pt idx="2386">
                  <c:v>0.785902503294</c:v>
                </c:pt>
                <c:pt idx="2387">
                  <c:v>0.786561264822</c:v>
                </c:pt>
                <c:pt idx="2388">
                  <c:v>0.786561264822</c:v>
                </c:pt>
                <c:pt idx="2389">
                  <c:v>0.78722002635</c:v>
                </c:pt>
                <c:pt idx="2390">
                  <c:v>0.78722002635</c:v>
                </c:pt>
                <c:pt idx="2391">
                  <c:v>0.787878787879</c:v>
                </c:pt>
                <c:pt idx="2392">
                  <c:v>0.787878787879</c:v>
                </c:pt>
                <c:pt idx="2393">
                  <c:v>0.788537549407</c:v>
                </c:pt>
                <c:pt idx="2394">
                  <c:v>0.788537549407</c:v>
                </c:pt>
                <c:pt idx="2395">
                  <c:v>0.789196310935</c:v>
                </c:pt>
                <c:pt idx="2396">
                  <c:v>0.789196310935</c:v>
                </c:pt>
                <c:pt idx="2397">
                  <c:v>0.789855072464</c:v>
                </c:pt>
                <c:pt idx="2398">
                  <c:v>0.789855072464</c:v>
                </c:pt>
                <c:pt idx="2399">
                  <c:v>0.790513833992</c:v>
                </c:pt>
                <c:pt idx="2400">
                  <c:v>0.790513833992</c:v>
                </c:pt>
                <c:pt idx="2401">
                  <c:v>0.79117259552</c:v>
                </c:pt>
                <c:pt idx="2402">
                  <c:v>0.79117259552</c:v>
                </c:pt>
                <c:pt idx="2403">
                  <c:v>0.791831357049</c:v>
                </c:pt>
                <c:pt idx="2404">
                  <c:v>0.791831357049</c:v>
                </c:pt>
                <c:pt idx="2405">
                  <c:v>0.792490118577</c:v>
                </c:pt>
                <c:pt idx="2406">
                  <c:v>0.792490118577</c:v>
                </c:pt>
                <c:pt idx="2407">
                  <c:v>0.793148880105</c:v>
                </c:pt>
                <c:pt idx="2408">
                  <c:v>0.793148880105</c:v>
                </c:pt>
                <c:pt idx="2409">
                  <c:v>0.793807641634</c:v>
                </c:pt>
                <c:pt idx="2410">
                  <c:v>0.793807641634</c:v>
                </c:pt>
                <c:pt idx="2411">
                  <c:v>0.794466403162</c:v>
                </c:pt>
                <c:pt idx="2412">
                  <c:v>0.794466403162</c:v>
                </c:pt>
                <c:pt idx="2413">
                  <c:v>0.79512516469</c:v>
                </c:pt>
                <c:pt idx="2414">
                  <c:v>0.79512516469</c:v>
                </c:pt>
                <c:pt idx="2415">
                  <c:v>0.795783926219</c:v>
                </c:pt>
                <c:pt idx="2416">
                  <c:v>0.795783926219</c:v>
                </c:pt>
                <c:pt idx="2417">
                  <c:v>0.796442687747</c:v>
                </c:pt>
                <c:pt idx="2418">
                  <c:v>0.796442687747</c:v>
                </c:pt>
                <c:pt idx="2419">
                  <c:v>0.797101449275</c:v>
                </c:pt>
                <c:pt idx="2420">
                  <c:v>0.797101449275</c:v>
                </c:pt>
                <c:pt idx="2421">
                  <c:v>0.797760210804</c:v>
                </c:pt>
                <c:pt idx="2422">
                  <c:v>0.797760210804</c:v>
                </c:pt>
                <c:pt idx="2423">
                  <c:v>0.798418972332</c:v>
                </c:pt>
                <c:pt idx="2424">
                  <c:v>0.798418972332</c:v>
                </c:pt>
                <c:pt idx="2425">
                  <c:v>0.79907773386</c:v>
                </c:pt>
                <c:pt idx="2426">
                  <c:v>0.79907773386</c:v>
                </c:pt>
                <c:pt idx="2427">
                  <c:v>0.799736495389</c:v>
                </c:pt>
                <c:pt idx="2428">
                  <c:v>0.799736495389</c:v>
                </c:pt>
                <c:pt idx="2429">
                  <c:v>0.800395256917</c:v>
                </c:pt>
                <c:pt idx="2430">
                  <c:v>0.800395256917</c:v>
                </c:pt>
                <c:pt idx="2431">
                  <c:v>0.801054018445</c:v>
                </c:pt>
                <c:pt idx="2432">
                  <c:v>0.801054018445</c:v>
                </c:pt>
                <c:pt idx="2433">
                  <c:v>0.801712779974</c:v>
                </c:pt>
                <c:pt idx="2434">
                  <c:v>0.801712779974</c:v>
                </c:pt>
                <c:pt idx="2435">
                  <c:v>0.802371541502</c:v>
                </c:pt>
                <c:pt idx="2436">
                  <c:v>0.802371541502</c:v>
                </c:pt>
                <c:pt idx="2437">
                  <c:v>0.80303030303</c:v>
                </c:pt>
                <c:pt idx="2438">
                  <c:v>0.80303030303</c:v>
                </c:pt>
                <c:pt idx="2439">
                  <c:v>0.803689064559</c:v>
                </c:pt>
                <c:pt idx="2440">
                  <c:v>0.803689064559</c:v>
                </c:pt>
                <c:pt idx="2441">
                  <c:v>0.804347826087</c:v>
                </c:pt>
                <c:pt idx="2442">
                  <c:v>0.804347826087</c:v>
                </c:pt>
                <c:pt idx="2443">
                  <c:v>0.805006587615</c:v>
                </c:pt>
                <c:pt idx="2444">
                  <c:v>0.805006587615</c:v>
                </c:pt>
                <c:pt idx="2445">
                  <c:v>0.805665349144</c:v>
                </c:pt>
                <c:pt idx="2446">
                  <c:v>0.805665349144</c:v>
                </c:pt>
                <c:pt idx="2447">
                  <c:v>0.806324110672</c:v>
                </c:pt>
                <c:pt idx="2448">
                  <c:v>0.806324110672</c:v>
                </c:pt>
                <c:pt idx="2449">
                  <c:v>0.8069828722</c:v>
                </c:pt>
                <c:pt idx="2450">
                  <c:v>0.8069828722</c:v>
                </c:pt>
                <c:pt idx="2451">
                  <c:v>0.807641633729</c:v>
                </c:pt>
                <c:pt idx="2452">
                  <c:v>0.807641633729</c:v>
                </c:pt>
                <c:pt idx="2453">
                  <c:v>0.808300395257</c:v>
                </c:pt>
                <c:pt idx="2454">
                  <c:v>0.808300395257</c:v>
                </c:pt>
                <c:pt idx="2455">
                  <c:v>0.808959156785</c:v>
                </c:pt>
                <c:pt idx="2456">
                  <c:v>0.808959156785</c:v>
                </c:pt>
                <c:pt idx="2457">
                  <c:v>0.809617918314</c:v>
                </c:pt>
                <c:pt idx="2458">
                  <c:v>0.809617918314</c:v>
                </c:pt>
                <c:pt idx="2459">
                  <c:v>0.810276679842</c:v>
                </c:pt>
                <c:pt idx="2460">
                  <c:v>0.810276679842</c:v>
                </c:pt>
                <c:pt idx="2461">
                  <c:v>0.81093544137</c:v>
                </c:pt>
                <c:pt idx="2462">
                  <c:v>0.81093544137</c:v>
                </c:pt>
                <c:pt idx="2463">
                  <c:v>0.811594202899</c:v>
                </c:pt>
                <c:pt idx="2464">
                  <c:v>0.811594202899</c:v>
                </c:pt>
                <c:pt idx="2465">
                  <c:v>0.812252964427</c:v>
                </c:pt>
                <c:pt idx="2466">
                  <c:v>0.812252964427</c:v>
                </c:pt>
                <c:pt idx="2467">
                  <c:v>0.812911725955</c:v>
                </c:pt>
                <c:pt idx="2468">
                  <c:v>0.812911725955</c:v>
                </c:pt>
                <c:pt idx="2469">
                  <c:v>0.813570487484</c:v>
                </c:pt>
                <c:pt idx="2470">
                  <c:v>0.813570487484</c:v>
                </c:pt>
                <c:pt idx="2471">
                  <c:v>0.814229249012</c:v>
                </c:pt>
                <c:pt idx="2472">
                  <c:v>0.814229249012</c:v>
                </c:pt>
                <c:pt idx="2473">
                  <c:v>0.81488801054</c:v>
                </c:pt>
                <c:pt idx="2474">
                  <c:v>0.81488801054</c:v>
                </c:pt>
                <c:pt idx="2475">
                  <c:v>0.815546772069</c:v>
                </c:pt>
                <c:pt idx="2476">
                  <c:v>0.815546772069</c:v>
                </c:pt>
                <c:pt idx="2477">
                  <c:v>0.816205533597</c:v>
                </c:pt>
                <c:pt idx="2478">
                  <c:v>0.816205533597</c:v>
                </c:pt>
                <c:pt idx="2479">
                  <c:v>0.816864295125</c:v>
                </c:pt>
                <c:pt idx="2480">
                  <c:v>0.816864295125</c:v>
                </c:pt>
                <c:pt idx="2481">
                  <c:v>0.817523056653</c:v>
                </c:pt>
                <c:pt idx="2482">
                  <c:v>0.817523056653</c:v>
                </c:pt>
                <c:pt idx="2483">
                  <c:v>0.818181818182</c:v>
                </c:pt>
                <c:pt idx="2484">
                  <c:v>0.818181818182</c:v>
                </c:pt>
                <c:pt idx="2485">
                  <c:v>0.81884057971</c:v>
                </c:pt>
                <c:pt idx="2486">
                  <c:v>0.81884057971</c:v>
                </c:pt>
                <c:pt idx="2487">
                  <c:v>0.819499341238</c:v>
                </c:pt>
                <c:pt idx="2488">
                  <c:v>0.819499341238</c:v>
                </c:pt>
                <c:pt idx="2489">
                  <c:v>0.820158102767</c:v>
                </c:pt>
                <c:pt idx="2490">
                  <c:v>0.820158102767</c:v>
                </c:pt>
                <c:pt idx="2491">
                  <c:v>0.820816864295</c:v>
                </c:pt>
                <c:pt idx="2492">
                  <c:v>0.820816864295</c:v>
                </c:pt>
                <c:pt idx="2493">
                  <c:v>0.821475625823</c:v>
                </c:pt>
                <c:pt idx="2494">
                  <c:v>0.821475625823</c:v>
                </c:pt>
                <c:pt idx="2495">
                  <c:v>0.822134387352</c:v>
                </c:pt>
                <c:pt idx="2496">
                  <c:v>0.822134387352</c:v>
                </c:pt>
                <c:pt idx="2497">
                  <c:v>0.82279314888</c:v>
                </c:pt>
                <c:pt idx="2498">
                  <c:v>0.82279314888</c:v>
                </c:pt>
                <c:pt idx="2499">
                  <c:v>0.823451910408</c:v>
                </c:pt>
                <c:pt idx="2500">
                  <c:v>0.823451910408</c:v>
                </c:pt>
                <c:pt idx="2501">
                  <c:v>0.824110671937</c:v>
                </c:pt>
                <c:pt idx="2502">
                  <c:v>0.824110671937</c:v>
                </c:pt>
                <c:pt idx="2503">
                  <c:v>0.824769433465</c:v>
                </c:pt>
                <c:pt idx="2504">
                  <c:v>0.824769433465</c:v>
                </c:pt>
                <c:pt idx="2505">
                  <c:v>0.825428194993</c:v>
                </c:pt>
                <c:pt idx="2506">
                  <c:v>0.825428194993</c:v>
                </c:pt>
                <c:pt idx="2507">
                  <c:v>0.826086956522</c:v>
                </c:pt>
                <c:pt idx="2508">
                  <c:v>0.826086956522</c:v>
                </c:pt>
                <c:pt idx="2509">
                  <c:v>0.82674571805</c:v>
                </c:pt>
                <c:pt idx="2510">
                  <c:v>0.82674571805</c:v>
                </c:pt>
                <c:pt idx="2511">
                  <c:v>0.827404479578</c:v>
                </c:pt>
                <c:pt idx="2512">
                  <c:v>0.827404479578</c:v>
                </c:pt>
                <c:pt idx="2513">
                  <c:v>0.828063241107</c:v>
                </c:pt>
                <c:pt idx="2514">
                  <c:v>0.828063241107</c:v>
                </c:pt>
                <c:pt idx="2515">
                  <c:v>0.828722002635</c:v>
                </c:pt>
                <c:pt idx="2516">
                  <c:v>0.828722002635</c:v>
                </c:pt>
                <c:pt idx="2517">
                  <c:v>0.829380764163</c:v>
                </c:pt>
                <c:pt idx="2518">
                  <c:v>0.829380764163</c:v>
                </c:pt>
                <c:pt idx="2519">
                  <c:v>0.830039525692</c:v>
                </c:pt>
                <c:pt idx="2520">
                  <c:v>0.830039525692</c:v>
                </c:pt>
                <c:pt idx="2521">
                  <c:v>0.83069828722</c:v>
                </c:pt>
                <c:pt idx="2522">
                  <c:v>0.83069828722</c:v>
                </c:pt>
                <c:pt idx="2523">
                  <c:v>0.831357048748</c:v>
                </c:pt>
                <c:pt idx="2524">
                  <c:v>0.831357048748</c:v>
                </c:pt>
                <c:pt idx="2525">
                  <c:v>0.832015810277</c:v>
                </c:pt>
                <c:pt idx="2526">
                  <c:v>0.832015810277</c:v>
                </c:pt>
                <c:pt idx="2527">
                  <c:v>0.832674571805</c:v>
                </c:pt>
                <c:pt idx="2528">
                  <c:v>0.832674571805</c:v>
                </c:pt>
                <c:pt idx="2529">
                  <c:v>0.833333333333</c:v>
                </c:pt>
                <c:pt idx="2530">
                  <c:v>0.833333333333</c:v>
                </c:pt>
                <c:pt idx="2531">
                  <c:v>0.833992094862</c:v>
                </c:pt>
                <c:pt idx="2532">
                  <c:v>0.833992094862</c:v>
                </c:pt>
                <c:pt idx="2533">
                  <c:v>0.83465085639</c:v>
                </c:pt>
                <c:pt idx="2534">
                  <c:v>0.83465085639</c:v>
                </c:pt>
                <c:pt idx="2535">
                  <c:v>0.835309617918</c:v>
                </c:pt>
                <c:pt idx="2536">
                  <c:v>0.835309617918</c:v>
                </c:pt>
                <c:pt idx="2537">
                  <c:v>0.835968379447</c:v>
                </c:pt>
                <c:pt idx="2538">
                  <c:v>0.835968379447</c:v>
                </c:pt>
                <c:pt idx="2539">
                  <c:v>0.836627140975</c:v>
                </c:pt>
                <c:pt idx="2540">
                  <c:v>0.836627140975</c:v>
                </c:pt>
                <c:pt idx="2541">
                  <c:v>0.837285902503</c:v>
                </c:pt>
                <c:pt idx="2542">
                  <c:v>0.837285902503</c:v>
                </c:pt>
                <c:pt idx="2543">
                  <c:v>0.837944664032</c:v>
                </c:pt>
                <c:pt idx="2544">
                  <c:v>0.837944664032</c:v>
                </c:pt>
                <c:pt idx="2545">
                  <c:v>0.83860342556</c:v>
                </c:pt>
                <c:pt idx="2546">
                  <c:v>0.83860342556</c:v>
                </c:pt>
                <c:pt idx="2547">
                  <c:v>0.839262187088</c:v>
                </c:pt>
                <c:pt idx="2548">
                  <c:v>0.839262187088</c:v>
                </c:pt>
                <c:pt idx="2549">
                  <c:v>0.839920948617</c:v>
                </c:pt>
                <c:pt idx="2550">
                  <c:v>0.839920948617</c:v>
                </c:pt>
                <c:pt idx="2551">
                  <c:v>0.840579710145</c:v>
                </c:pt>
                <c:pt idx="2552">
                  <c:v>0.840579710145</c:v>
                </c:pt>
                <c:pt idx="2553">
                  <c:v>0.841238471673</c:v>
                </c:pt>
                <c:pt idx="2554">
                  <c:v>0.841238471673</c:v>
                </c:pt>
                <c:pt idx="2555">
                  <c:v>0.841897233202</c:v>
                </c:pt>
                <c:pt idx="2556">
                  <c:v>0.841897233202</c:v>
                </c:pt>
                <c:pt idx="2557">
                  <c:v>0.84255599473</c:v>
                </c:pt>
                <c:pt idx="2558">
                  <c:v>0.84255599473</c:v>
                </c:pt>
                <c:pt idx="2559">
                  <c:v>0.843214756258</c:v>
                </c:pt>
                <c:pt idx="2560">
                  <c:v>0.843214756258</c:v>
                </c:pt>
                <c:pt idx="2561">
                  <c:v>0.843873517787</c:v>
                </c:pt>
                <c:pt idx="2562">
                  <c:v>0.843873517787</c:v>
                </c:pt>
                <c:pt idx="2563">
                  <c:v>0.844532279315</c:v>
                </c:pt>
                <c:pt idx="2564">
                  <c:v>0.844532279315</c:v>
                </c:pt>
                <c:pt idx="2565">
                  <c:v>0.845191040843</c:v>
                </c:pt>
                <c:pt idx="2566">
                  <c:v>0.845191040843</c:v>
                </c:pt>
                <c:pt idx="2567">
                  <c:v>0.845849802372</c:v>
                </c:pt>
                <c:pt idx="2568">
                  <c:v>0.845849802372</c:v>
                </c:pt>
                <c:pt idx="2569">
                  <c:v>0.8465085639</c:v>
                </c:pt>
                <c:pt idx="2570">
                  <c:v>0.8465085639</c:v>
                </c:pt>
                <c:pt idx="2571">
                  <c:v>0.847167325428</c:v>
                </c:pt>
                <c:pt idx="2572">
                  <c:v>0.847167325428</c:v>
                </c:pt>
                <c:pt idx="2573">
                  <c:v>0.847826086957</c:v>
                </c:pt>
                <c:pt idx="2574">
                  <c:v>0.847826086957</c:v>
                </c:pt>
                <c:pt idx="2575">
                  <c:v>0.848484848485</c:v>
                </c:pt>
                <c:pt idx="2576">
                  <c:v>0.848484848485</c:v>
                </c:pt>
                <c:pt idx="2577">
                  <c:v>0.849143610013</c:v>
                </c:pt>
                <c:pt idx="2578">
                  <c:v>0.849143610013</c:v>
                </c:pt>
                <c:pt idx="2579">
                  <c:v>0.849802371542</c:v>
                </c:pt>
                <c:pt idx="2580">
                  <c:v>0.849802371542</c:v>
                </c:pt>
                <c:pt idx="2581">
                  <c:v>0.85046113307</c:v>
                </c:pt>
                <c:pt idx="2582">
                  <c:v>0.85046113307</c:v>
                </c:pt>
                <c:pt idx="2583">
                  <c:v>0.851119894598</c:v>
                </c:pt>
                <c:pt idx="2584">
                  <c:v>0.851119894598</c:v>
                </c:pt>
                <c:pt idx="2585">
                  <c:v>0.851778656126</c:v>
                </c:pt>
                <c:pt idx="2586">
                  <c:v>0.851778656126</c:v>
                </c:pt>
                <c:pt idx="2587">
                  <c:v>0.852437417655</c:v>
                </c:pt>
                <c:pt idx="2588">
                  <c:v>0.852437417655</c:v>
                </c:pt>
                <c:pt idx="2589">
                  <c:v>0.853096179183</c:v>
                </c:pt>
                <c:pt idx="2590">
                  <c:v>0.853096179183</c:v>
                </c:pt>
                <c:pt idx="2591">
                  <c:v>0.853754940711</c:v>
                </c:pt>
                <c:pt idx="2592">
                  <c:v>0.853754940711</c:v>
                </c:pt>
                <c:pt idx="2593">
                  <c:v>0.85441370224</c:v>
                </c:pt>
                <c:pt idx="2594">
                  <c:v>0.85441370224</c:v>
                </c:pt>
                <c:pt idx="2595">
                  <c:v>0.855072463768</c:v>
                </c:pt>
                <c:pt idx="2596">
                  <c:v>0.855072463768</c:v>
                </c:pt>
                <c:pt idx="2597">
                  <c:v>0.855731225296</c:v>
                </c:pt>
                <c:pt idx="2598">
                  <c:v>0.855731225296</c:v>
                </c:pt>
                <c:pt idx="2599">
                  <c:v>0.856389986825</c:v>
                </c:pt>
                <c:pt idx="2600">
                  <c:v>0.856389986825</c:v>
                </c:pt>
                <c:pt idx="2601">
                  <c:v>0.857048748353</c:v>
                </c:pt>
                <c:pt idx="2602">
                  <c:v>0.857048748353</c:v>
                </c:pt>
                <c:pt idx="2603">
                  <c:v>0.857707509881</c:v>
                </c:pt>
                <c:pt idx="2604">
                  <c:v>0.857707509881</c:v>
                </c:pt>
                <c:pt idx="2605">
                  <c:v>0.85836627141</c:v>
                </c:pt>
                <c:pt idx="2606">
                  <c:v>0.85836627141</c:v>
                </c:pt>
                <c:pt idx="2607">
                  <c:v>0.859025032938</c:v>
                </c:pt>
                <c:pt idx="2608">
                  <c:v>0.859025032938</c:v>
                </c:pt>
                <c:pt idx="2609">
                  <c:v>0.859683794466</c:v>
                </c:pt>
                <c:pt idx="2610">
                  <c:v>0.859683794466</c:v>
                </c:pt>
                <c:pt idx="2611">
                  <c:v>0.860342555995</c:v>
                </c:pt>
                <c:pt idx="2612">
                  <c:v>0.860342555995</c:v>
                </c:pt>
                <c:pt idx="2613">
                  <c:v>0.861001317523</c:v>
                </c:pt>
                <c:pt idx="2614">
                  <c:v>0.861001317523</c:v>
                </c:pt>
                <c:pt idx="2615">
                  <c:v>0.861660079051</c:v>
                </c:pt>
                <c:pt idx="2616">
                  <c:v>0.861660079051</c:v>
                </c:pt>
                <c:pt idx="2617">
                  <c:v>0.86231884058</c:v>
                </c:pt>
                <c:pt idx="2618">
                  <c:v>0.86231884058</c:v>
                </c:pt>
                <c:pt idx="2619">
                  <c:v>0.862977602108</c:v>
                </c:pt>
                <c:pt idx="2620">
                  <c:v>0.862977602108</c:v>
                </c:pt>
                <c:pt idx="2621">
                  <c:v>0.863636363636</c:v>
                </c:pt>
                <c:pt idx="2622">
                  <c:v>0.863636363636</c:v>
                </c:pt>
                <c:pt idx="2623">
                  <c:v>0.864295125165</c:v>
                </c:pt>
                <c:pt idx="2624">
                  <c:v>0.864295125165</c:v>
                </c:pt>
                <c:pt idx="2625">
                  <c:v>0.864953886693</c:v>
                </c:pt>
                <c:pt idx="2626">
                  <c:v>0.864953886693</c:v>
                </c:pt>
                <c:pt idx="2627">
                  <c:v>0.865612648221</c:v>
                </c:pt>
                <c:pt idx="2628">
                  <c:v>0.865612648221</c:v>
                </c:pt>
                <c:pt idx="2629">
                  <c:v>0.86627140975</c:v>
                </c:pt>
                <c:pt idx="2630">
                  <c:v>0.86627140975</c:v>
                </c:pt>
                <c:pt idx="2631">
                  <c:v>0.866930171278</c:v>
                </c:pt>
                <c:pt idx="2632">
                  <c:v>0.866930171278</c:v>
                </c:pt>
                <c:pt idx="2633">
                  <c:v>0.867588932806</c:v>
                </c:pt>
                <c:pt idx="2634">
                  <c:v>0.867588932806</c:v>
                </c:pt>
                <c:pt idx="2635">
                  <c:v>0.868247694335</c:v>
                </c:pt>
                <c:pt idx="2636">
                  <c:v>0.868247694335</c:v>
                </c:pt>
                <c:pt idx="2637">
                  <c:v>0.868906455863</c:v>
                </c:pt>
                <c:pt idx="2638">
                  <c:v>0.868906455863</c:v>
                </c:pt>
                <c:pt idx="2639">
                  <c:v>0.869565217391</c:v>
                </c:pt>
                <c:pt idx="2640">
                  <c:v>0.869565217391</c:v>
                </c:pt>
                <c:pt idx="2641">
                  <c:v>0.87022397892</c:v>
                </c:pt>
                <c:pt idx="2642">
                  <c:v>0.87022397892</c:v>
                </c:pt>
                <c:pt idx="2643">
                  <c:v>0.870882740448</c:v>
                </c:pt>
                <c:pt idx="2644">
                  <c:v>0.870882740448</c:v>
                </c:pt>
                <c:pt idx="2645">
                  <c:v>0.871541501976</c:v>
                </c:pt>
                <c:pt idx="2646">
                  <c:v>0.871541501976</c:v>
                </c:pt>
                <c:pt idx="2647">
                  <c:v>0.872200263505</c:v>
                </c:pt>
                <c:pt idx="2648">
                  <c:v>0.872200263505</c:v>
                </c:pt>
                <c:pt idx="2649">
                  <c:v>0.872859025033</c:v>
                </c:pt>
                <c:pt idx="2650">
                  <c:v>0.872859025033</c:v>
                </c:pt>
                <c:pt idx="2651">
                  <c:v>0.873517786561</c:v>
                </c:pt>
                <c:pt idx="2652">
                  <c:v>0.873517786561</c:v>
                </c:pt>
                <c:pt idx="2653">
                  <c:v>0.87417654809</c:v>
                </c:pt>
                <c:pt idx="2654">
                  <c:v>0.87417654809</c:v>
                </c:pt>
                <c:pt idx="2655">
                  <c:v>0.874835309618</c:v>
                </c:pt>
                <c:pt idx="2656">
                  <c:v>0.874835309618</c:v>
                </c:pt>
                <c:pt idx="2657">
                  <c:v>0.875494071146</c:v>
                </c:pt>
                <c:pt idx="2658">
                  <c:v>0.875494071146</c:v>
                </c:pt>
                <c:pt idx="2659">
                  <c:v>0.876152832675</c:v>
                </c:pt>
                <c:pt idx="2660">
                  <c:v>0.876152832675</c:v>
                </c:pt>
                <c:pt idx="2661">
                  <c:v>0.876811594203</c:v>
                </c:pt>
                <c:pt idx="2662">
                  <c:v>0.876811594203</c:v>
                </c:pt>
                <c:pt idx="2663">
                  <c:v>0.877470355731</c:v>
                </c:pt>
                <c:pt idx="2664">
                  <c:v>0.877470355731</c:v>
                </c:pt>
                <c:pt idx="2665">
                  <c:v>0.87812911726</c:v>
                </c:pt>
                <c:pt idx="2666">
                  <c:v>0.87812911726</c:v>
                </c:pt>
                <c:pt idx="2667">
                  <c:v>0.878787878788</c:v>
                </c:pt>
                <c:pt idx="2668">
                  <c:v>0.878787878788</c:v>
                </c:pt>
                <c:pt idx="2669">
                  <c:v>0.879446640316</c:v>
                </c:pt>
                <c:pt idx="2670">
                  <c:v>0.879446640316</c:v>
                </c:pt>
                <c:pt idx="2671">
                  <c:v>0.880105401845</c:v>
                </c:pt>
                <c:pt idx="2672">
                  <c:v>0.880105401845</c:v>
                </c:pt>
                <c:pt idx="2673">
                  <c:v>0.880764163373</c:v>
                </c:pt>
                <c:pt idx="2674">
                  <c:v>0.880764163373</c:v>
                </c:pt>
                <c:pt idx="2675">
                  <c:v>0.881422924901</c:v>
                </c:pt>
                <c:pt idx="2676">
                  <c:v>0.881422924901</c:v>
                </c:pt>
                <c:pt idx="2677">
                  <c:v>0.88208168643</c:v>
                </c:pt>
                <c:pt idx="2678">
                  <c:v>0.88208168643</c:v>
                </c:pt>
                <c:pt idx="2679">
                  <c:v>0.882740447958</c:v>
                </c:pt>
                <c:pt idx="2680">
                  <c:v>0.882740447958</c:v>
                </c:pt>
                <c:pt idx="2681">
                  <c:v>0.883399209486</c:v>
                </c:pt>
                <c:pt idx="2682">
                  <c:v>0.883399209486</c:v>
                </c:pt>
                <c:pt idx="2683">
                  <c:v>0.884057971014</c:v>
                </c:pt>
                <c:pt idx="2684">
                  <c:v>0.884057971014</c:v>
                </c:pt>
                <c:pt idx="2685">
                  <c:v>0.884716732543</c:v>
                </c:pt>
                <c:pt idx="2686">
                  <c:v>0.884716732543</c:v>
                </c:pt>
                <c:pt idx="2687">
                  <c:v>0.885375494071</c:v>
                </c:pt>
                <c:pt idx="2688">
                  <c:v>0.885375494071</c:v>
                </c:pt>
                <c:pt idx="2689">
                  <c:v>0.886034255599</c:v>
                </c:pt>
                <c:pt idx="2690">
                  <c:v>0.886034255599</c:v>
                </c:pt>
                <c:pt idx="2691">
                  <c:v>0.886693017128</c:v>
                </c:pt>
                <c:pt idx="2692">
                  <c:v>0.886693017128</c:v>
                </c:pt>
                <c:pt idx="2693">
                  <c:v>0.887351778656</c:v>
                </c:pt>
                <c:pt idx="2694">
                  <c:v>0.887351778656</c:v>
                </c:pt>
                <c:pt idx="2695">
                  <c:v>0.888010540184</c:v>
                </c:pt>
                <c:pt idx="2696">
                  <c:v>0.888010540184</c:v>
                </c:pt>
                <c:pt idx="2697">
                  <c:v>0.888669301713</c:v>
                </c:pt>
                <c:pt idx="2698">
                  <c:v>0.888669301713</c:v>
                </c:pt>
                <c:pt idx="2699">
                  <c:v>0.889328063241</c:v>
                </c:pt>
                <c:pt idx="2700">
                  <c:v>0.889328063241</c:v>
                </c:pt>
                <c:pt idx="2701">
                  <c:v>0.889986824769</c:v>
                </c:pt>
                <c:pt idx="2702">
                  <c:v>0.889986824769</c:v>
                </c:pt>
                <c:pt idx="2703">
                  <c:v>0.890645586298</c:v>
                </c:pt>
                <c:pt idx="2704">
                  <c:v>0.890645586298</c:v>
                </c:pt>
                <c:pt idx="2705">
                  <c:v>0.891304347826</c:v>
                </c:pt>
                <c:pt idx="2706">
                  <c:v>0.891304347826</c:v>
                </c:pt>
                <c:pt idx="2707">
                  <c:v>0.891963109354</c:v>
                </c:pt>
                <c:pt idx="2708">
                  <c:v>0.891963109354</c:v>
                </c:pt>
                <c:pt idx="2709">
                  <c:v>0.892621870883</c:v>
                </c:pt>
                <c:pt idx="2710">
                  <c:v>0.892621870883</c:v>
                </c:pt>
                <c:pt idx="2711">
                  <c:v>0.893280632411</c:v>
                </c:pt>
                <c:pt idx="2712">
                  <c:v>0.893280632411</c:v>
                </c:pt>
                <c:pt idx="2713">
                  <c:v>0.893939393939</c:v>
                </c:pt>
                <c:pt idx="2714">
                  <c:v>0.893939393939</c:v>
                </c:pt>
                <c:pt idx="2715">
                  <c:v>0.894598155468</c:v>
                </c:pt>
                <c:pt idx="2716">
                  <c:v>0.894598155468</c:v>
                </c:pt>
                <c:pt idx="2717">
                  <c:v>0.895256916996</c:v>
                </c:pt>
                <c:pt idx="2718">
                  <c:v>0.895256916996</c:v>
                </c:pt>
                <c:pt idx="2719">
                  <c:v>0.895915678524</c:v>
                </c:pt>
                <c:pt idx="2720">
                  <c:v>0.895915678524</c:v>
                </c:pt>
                <c:pt idx="2721">
                  <c:v>0.896574440053</c:v>
                </c:pt>
                <c:pt idx="2722">
                  <c:v>0.896574440053</c:v>
                </c:pt>
                <c:pt idx="2723">
                  <c:v>0.897233201581</c:v>
                </c:pt>
                <c:pt idx="2724">
                  <c:v>0.897233201581</c:v>
                </c:pt>
                <c:pt idx="2725">
                  <c:v>0.897891963109</c:v>
                </c:pt>
                <c:pt idx="2726">
                  <c:v>0.897891963109</c:v>
                </c:pt>
                <c:pt idx="2727">
                  <c:v>0.898550724638</c:v>
                </c:pt>
                <c:pt idx="2728">
                  <c:v>0.898550724638</c:v>
                </c:pt>
                <c:pt idx="2729">
                  <c:v>0.899209486166</c:v>
                </c:pt>
                <c:pt idx="2730">
                  <c:v>0.899209486166</c:v>
                </c:pt>
                <c:pt idx="2731">
                  <c:v>0.899868247694</c:v>
                </c:pt>
                <c:pt idx="2732">
                  <c:v>0.899868247694</c:v>
                </c:pt>
                <c:pt idx="2733">
                  <c:v>0.900527009223</c:v>
                </c:pt>
                <c:pt idx="2734">
                  <c:v>0.900527009223</c:v>
                </c:pt>
                <c:pt idx="2735">
                  <c:v>0.901185770751</c:v>
                </c:pt>
                <c:pt idx="2736">
                  <c:v>0.901185770751</c:v>
                </c:pt>
                <c:pt idx="2737">
                  <c:v>0.901844532279</c:v>
                </c:pt>
                <c:pt idx="2738">
                  <c:v>0.901844532279</c:v>
                </c:pt>
                <c:pt idx="2739">
                  <c:v>0.902503293808</c:v>
                </c:pt>
                <c:pt idx="2740">
                  <c:v>0.902503293808</c:v>
                </c:pt>
                <c:pt idx="2741">
                  <c:v>0.903162055336</c:v>
                </c:pt>
                <c:pt idx="2742">
                  <c:v>0.903162055336</c:v>
                </c:pt>
                <c:pt idx="2743">
                  <c:v>0.903820816864</c:v>
                </c:pt>
                <c:pt idx="2744">
                  <c:v>0.903820816864</c:v>
                </c:pt>
                <c:pt idx="2745">
                  <c:v>0.904479578393</c:v>
                </c:pt>
                <c:pt idx="2746">
                  <c:v>0.904479578393</c:v>
                </c:pt>
                <c:pt idx="2747">
                  <c:v>0.905138339921</c:v>
                </c:pt>
                <c:pt idx="2748">
                  <c:v>0.905138339921</c:v>
                </c:pt>
                <c:pt idx="2749">
                  <c:v>0.905797101449</c:v>
                </c:pt>
                <c:pt idx="2750">
                  <c:v>0.905797101449</c:v>
                </c:pt>
                <c:pt idx="2751">
                  <c:v>0.906455862978</c:v>
                </c:pt>
                <c:pt idx="2752">
                  <c:v>0.906455862978</c:v>
                </c:pt>
                <c:pt idx="2753">
                  <c:v>0.907114624506</c:v>
                </c:pt>
                <c:pt idx="2754">
                  <c:v>0.907114624506</c:v>
                </c:pt>
                <c:pt idx="2755">
                  <c:v>0.907773386034</c:v>
                </c:pt>
                <c:pt idx="2756">
                  <c:v>0.907773386034</c:v>
                </c:pt>
                <c:pt idx="2757">
                  <c:v>0.908432147563</c:v>
                </c:pt>
                <c:pt idx="2758">
                  <c:v>0.908432147563</c:v>
                </c:pt>
                <c:pt idx="2759">
                  <c:v>0.909090909091</c:v>
                </c:pt>
                <c:pt idx="2760">
                  <c:v>0.909090909091</c:v>
                </c:pt>
                <c:pt idx="2761">
                  <c:v>0.909749670619</c:v>
                </c:pt>
                <c:pt idx="2762">
                  <c:v>0.909749670619</c:v>
                </c:pt>
                <c:pt idx="2763">
                  <c:v>0.910408432148</c:v>
                </c:pt>
                <c:pt idx="2764">
                  <c:v>0.910408432148</c:v>
                </c:pt>
                <c:pt idx="2765">
                  <c:v>0.911067193676</c:v>
                </c:pt>
                <c:pt idx="2766">
                  <c:v>0.911067193676</c:v>
                </c:pt>
                <c:pt idx="2767">
                  <c:v>0.911725955204</c:v>
                </c:pt>
                <c:pt idx="2768">
                  <c:v>0.911725955204</c:v>
                </c:pt>
                <c:pt idx="2769">
                  <c:v>0.912384716733</c:v>
                </c:pt>
                <c:pt idx="2770">
                  <c:v>0.912384716733</c:v>
                </c:pt>
                <c:pt idx="2771">
                  <c:v>0.913043478261</c:v>
                </c:pt>
                <c:pt idx="2772">
                  <c:v>0.913043478261</c:v>
                </c:pt>
                <c:pt idx="2773">
                  <c:v>0.913702239789</c:v>
                </c:pt>
                <c:pt idx="2774">
                  <c:v>0.913702239789</c:v>
                </c:pt>
                <c:pt idx="2775">
                  <c:v>0.914361001318</c:v>
                </c:pt>
                <c:pt idx="2776">
                  <c:v>0.914361001318</c:v>
                </c:pt>
                <c:pt idx="2777">
                  <c:v>0.915019762846</c:v>
                </c:pt>
                <c:pt idx="2778">
                  <c:v>0.915019762846</c:v>
                </c:pt>
                <c:pt idx="2779">
                  <c:v>0.915678524374</c:v>
                </c:pt>
                <c:pt idx="2780">
                  <c:v>0.915678524374</c:v>
                </c:pt>
                <c:pt idx="2781">
                  <c:v>0.916337285903</c:v>
                </c:pt>
                <c:pt idx="2782">
                  <c:v>0.916337285903</c:v>
                </c:pt>
                <c:pt idx="2783">
                  <c:v>0.916996047431</c:v>
                </c:pt>
                <c:pt idx="2784">
                  <c:v>0.916996047431</c:v>
                </c:pt>
                <c:pt idx="2785">
                  <c:v>0.917654808959</c:v>
                </c:pt>
                <c:pt idx="2786">
                  <c:v>0.917654808959</c:v>
                </c:pt>
                <c:pt idx="2787">
                  <c:v>0.918313570487</c:v>
                </c:pt>
                <c:pt idx="2788">
                  <c:v>0.918313570487</c:v>
                </c:pt>
                <c:pt idx="2789">
                  <c:v>0.918972332016</c:v>
                </c:pt>
                <c:pt idx="2790">
                  <c:v>0.918972332016</c:v>
                </c:pt>
                <c:pt idx="2791">
                  <c:v>0.919631093544</c:v>
                </c:pt>
                <c:pt idx="2792">
                  <c:v>0.919631093544</c:v>
                </c:pt>
                <c:pt idx="2793">
                  <c:v>0.920289855072</c:v>
                </c:pt>
                <c:pt idx="2794">
                  <c:v>0.920289855072</c:v>
                </c:pt>
                <c:pt idx="2795">
                  <c:v>0.920948616601</c:v>
                </c:pt>
                <c:pt idx="2796">
                  <c:v>0.920948616601</c:v>
                </c:pt>
                <c:pt idx="2797">
                  <c:v>0.921607378129</c:v>
                </c:pt>
                <c:pt idx="2798">
                  <c:v>0.921607378129</c:v>
                </c:pt>
                <c:pt idx="2799">
                  <c:v>0.922266139657</c:v>
                </c:pt>
                <c:pt idx="2800">
                  <c:v>0.922266139657</c:v>
                </c:pt>
                <c:pt idx="2801">
                  <c:v>0.922924901186</c:v>
                </c:pt>
                <c:pt idx="2802">
                  <c:v>0.922924901186</c:v>
                </c:pt>
                <c:pt idx="2803">
                  <c:v>0.923583662714</c:v>
                </c:pt>
                <c:pt idx="2804">
                  <c:v>0.923583662714</c:v>
                </c:pt>
                <c:pt idx="2805">
                  <c:v>0.924242424242</c:v>
                </c:pt>
                <c:pt idx="2806">
                  <c:v>0.924242424242</c:v>
                </c:pt>
                <c:pt idx="2807">
                  <c:v>0.924901185771</c:v>
                </c:pt>
                <c:pt idx="2808">
                  <c:v>0.924901185771</c:v>
                </c:pt>
                <c:pt idx="2809">
                  <c:v>0.925559947299</c:v>
                </c:pt>
                <c:pt idx="2810">
                  <c:v>0.925559947299</c:v>
                </c:pt>
                <c:pt idx="2811">
                  <c:v>0.926218708827</c:v>
                </c:pt>
                <c:pt idx="2812">
                  <c:v>0.926218708827</c:v>
                </c:pt>
                <c:pt idx="2813">
                  <c:v>0.926877470356</c:v>
                </c:pt>
                <c:pt idx="2814">
                  <c:v>0.926877470356</c:v>
                </c:pt>
                <c:pt idx="2815">
                  <c:v>0.927536231884</c:v>
                </c:pt>
                <c:pt idx="2816">
                  <c:v>0.927536231884</c:v>
                </c:pt>
                <c:pt idx="2817">
                  <c:v>0.928194993412</c:v>
                </c:pt>
                <c:pt idx="2818">
                  <c:v>0.928194993412</c:v>
                </c:pt>
                <c:pt idx="2819">
                  <c:v>0.928853754941</c:v>
                </c:pt>
                <c:pt idx="2820">
                  <c:v>0.928853754941</c:v>
                </c:pt>
                <c:pt idx="2821">
                  <c:v>0.929512516469</c:v>
                </c:pt>
                <c:pt idx="2822">
                  <c:v>0.929512516469</c:v>
                </c:pt>
                <c:pt idx="2823">
                  <c:v>0.930171277997</c:v>
                </c:pt>
                <c:pt idx="2824">
                  <c:v>0.930171277997</c:v>
                </c:pt>
                <c:pt idx="2825">
                  <c:v>0.930830039526</c:v>
                </c:pt>
                <c:pt idx="2826">
                  <c:v>0.930830039526</c:v>
                </c:pt>
                <c:pt idx="2827">
                  <c:v>0.931488801054</c:v>
                </c:pt>
                <c:pt idx="2828">
                  <c:v>0.931488801054</c:v>
                </c:pt>
                <c:pt idx="2829">
                  <c:v>0.932147562582</c:v>
                </c:pt>
                <c:pt idx="2830">
                  <c:v>0.932147562582</c:v>
                </c:pt>
                <c:pt idx="2831">
                  <c:v>0.932806324111</c:v>
                </c:pt>
                <c:pt idx="2832">
                  <c:v>0.932806324111</c:v>
                </c:pt>
                <c:pt idx="2833">
                  <c:v>0.933465085639</c:v>
                </c:pt>
                <c:pt idx="2834">
                  <c:v>0.933465085639</c:v>
                </c:pt>
                <c:pt idx="2835">
                  <c:v>0.934123847167</c:v>
                </c:pt>
                <c:pt idx="2836">
                  <c:v>0.934123847167</c:v>
                </c:pt>
                <c:pt idx="2837">
                  <c:v>0.934782608696</c:v>
                </c:pt>
                <c:pt idx="2838">
                  <c:v>0.934782608696</c:v>
                </c:pt>
                <c:pt idx="2839">
                  <c:v>0.935441370224</c:v>
                </c:pt>
                <c:pt idx="2840">
                  <c:v>0.935441370224</c:v>
                </c:pt>
                <c:pt idx="2841">
                  <c:v>0.936100131752</c:v>
                </c:pt>
                <c:pt idx="2842">
                  <c:v>0.936100131752</c:v>
                </c:pt>
                <c:pt idx="2843">
                  <c:v>0.936758893281</c:v>
                </c:pt>
                <c:pt idx="2844">
                  <c:v>0.936758893281</c:v>
                </c:pt>
                <c:pt idx="2845">
                  <c:v>0.937417654809</c:v>
                </c:pt>
                <c:pt idx="2846">
                  <c:v>0.937417654809</c:v>
                </c:pt>
                <c:pt idx="2847">
                  <c:v>0.938076416337</c:v>
                </c:pt>
                <c:pt idx="2848">
                  <c:v>0.938076416337</c:v>
                </c:pt>
                <c:pt idx="2849">
                  <c:v>0.938735177866</c:v>
                </c:pt>
                <c:pt idx="2850">
                  <c:v>0.938735177866</c:v>
                </c:pt>
                <c:pt idx="2851">
                  <c:v>0.939393939394</c:v>
                </c:pt>
                <c:pt idx="2852">
                  <c:v>0.939393939394</c:v>
                </c:pt>
                <c:pt idx="2853">
                  <c:v>0.940052700922</c:v>
                </c:pt>
                <c:pt idx="2854">
                  <c:v>0.940052700922</c:v>
                </c:pt>
                <c:pt idx="2855">
                  <c:v>0.940711462451</c:v>
                </c:pt>
                <c:pt idx="2856">
                  <c:v>0.940711462451</c:v>
                </c:pt>
                <c:pt idx="2857">
                  <c:v>0.941370223979</c:v>
                </c:pt>
                <c:pt idx="2858">
                  <c:v>0.941370223979</c:v>
                </c:pt>
                <c:pt idx="2859">
                  <c:v>0.942028985507</c:v>
                </c:pt>
                <c:pt idx="2860">
                  <c:v>0.942028985507</c:v>
                </c:pt>
                <c:pt idx="2861">
                  <c:v>0.942687747036</c:v>
                </c:pt>
                <c:pt idx="2862">
                  <c:v>0.942687747036</c:v>
                </c:pt>
                <c:pt idx="2863">
                  <c:v>0.943346508564</c:v>
                </c:pt>
                <c:pt idx="2864">
                  <c:v>0.943346508564</c:v>
                </c:pt>
                <c:pt idx="2865">
                  <c:v>0.944005270092</c:v>
                </c:pt>
                <c:pt idx="2866">
                  <c:v>0.944005270092</c:v>
                </c:pt>
                <c:pt idx="2867">
                  <c:v>0.944664031621</c:v>
                </c:pt>
                <c:pt idx="2868">
                  <c:v>0.944664031621</c:v>
                </c:pt>
                <c:pt idx="2869">
                  <c:v>0.945322793149</c:v>
                </c:pt>
                <c:pt idx="2870">
                  <c:v>0.945322793149</c:v>
                </c:pt>
                <c:pt idx="2871">
                  <c:v>0.945981554677</c:v>
                </c:pt>
                <c:pt idx="2872">
                  <c:v>0.945981554677</c:v>
                </c:pt>
                <c:pt idx="2873">
                  <c:v>0.946640316206</c:v>
                </c:pt>
                <c:pt idx="2874">
                  <c:v>0.946640316206</c:v>
                </c:pt>
                <c:pt idx="2875">
                  <c:v>0.947299077734</c:v>
                </c:pt>
                <c:pt idx="2876">
                  <c:v>0.947299077734</c:v>
                </c:pt>
                <c:pt idx="2877">
                  <c:v>0.947957839262</c:v>
                </c:pt>
                <c:pt idx="2878">
                  <c:v>0.947957839262</c:v>
                </c:pt>
                <c:pt idx="2879">
                  <c:v>0.948616600791</c:v>
                </c:pt>
                <c:pt idx="2880">
                  <c:v>0.948616600791</c:v>
                </c:pt>
                <c:pt idx="2881">
                  <c:v>0.949275362319</c:v>
                </c:pt>
                <c:pt idx="2882">
                  <c:v>0.949275362319</c:v>
                </c:pt>
                <c:pt idx="2883">
                  <c:v>0.949934123847</c:v>
                </c:pt>
                <c:pt idx="2884">
                  <c:v>0.949934123847</c:v>
                </c:pt>
                <c:pt idx="2885">
                  <c:v>0.950592885375</c:v>
                </c:pt>
                <c:pt idx="2886">
                  <c:v>0.950592885375</c:v>
                </c:pt>
                <c:pt idx="2887">
                  <c:v>0.951251646904</c:v>
                </c:pt>
                <c:pt idx="2888">
                  <c:v>0.951251646904</c:v>
                </c:pt>
                <c:pt idx="2889">
                  <c:v>0.951910408432</c:v>
                </c:pt>
                <c:pt idx="2890">
                  <c:v>0.951910408432</c:v>
                </c:pt>
                <c:pt idx="2891">
                  <c:v>0.95256916996</c:v>
                </c:pt>
                <c:pt idx="2892">
                  <c:v>0.95256916996</c:v>
                </c:pt>
                <c:pt idx="2893">
                  <c:v>0.953227931489</c:v>
                </c:pt>
                <c:pt idx="2894">
                  <c:v>0.953227931489</c:v>
                </c:pt>
                <c:pt idx="2895">
                  <c:v>0.953886693017</c:v>
                </c:pt>
                <c:pt idx="2896">
                  <c:v>0.953886693017</c:v>
                </c:pt>
                <c:pt idx="2897">
                  <c:v>0.954545454545</c:v>
                </c:pt>
                <c:pt idx="2898">
                  <c:v>0.954545454545</c:v>
                </c:pt>
                <c:pt idx="2899">
                  <c:v>0.955204216074</c:v>
                </c:pt>
                <c:pt idx="2900">
                  <c:v>0.955204216074</c:v>
                </c:pt>
                <c:pt idx="2901">
                  <c:v>0.955862977602</c:v>
                </c:pt>
                <c:pt idx="2902">
                  <c:v>0.955862977602</c:v>
                </c:pt>
                <c:pt idx="2903">
                  <c:v>0.95652173913</c:v>
                </c:pt>
                <c:pt idx="2904">
                  <c:v>0.95652173913</c:v>
                </c:pt>
                <c:pt idx="2905">
                  <c:v>0.957180500659</c:v>
                </c:pt>
                <c:pt idx="2906">
                  <c:v>0.957180500659</c:v>
                </c:pt>
                <c:pt idx="2907">
                  <c:v>0.957839262187</c:v>
                </c:pt>
                <c:pt idx="2908">
                  <c:v>0.957839262187</c:v>
                </c:pt>
                <c:pt idx="2909">
                  <c:v>0.958498023715</c:v>
                </c:pt>
                <c:pt idx="2910">
                  <c:v>0.958498023715</c:v>
                </c:pt>
                <c:pt idx="2911">
                  <c:v>0.959156785244</c:v>
                </c:pt>
                <c:pt idx="2912">
                  <c:v>0.959156785244</c:v>
                </c:pt>
                <c:pt idx="2913">
                  <c:v>0.959815546772</c:v>
                </c:pt>
                <c:pt idx="2914">
                  <c:v>0.959815546772</c:v>
                </c:pt>
                <c:pt idx="2915">
                  <c:v>0.9604743083</c:v>
                </c:pt>
                <c:pt idx="2916">
                  <c:v>0.9604743083</c:v>
                </c:pt>
                <c:pt idx="2917">
                  <c:v>0.961133069829</c:v>
                </c:pt>
                <c:pt idx="2918">
                  <c:v>0.961133069829</c:v>
                </c:pt>
                <c:pt idx="2919">
                  <c:v>0.961791831357</c:v>
                </c:pt>
                <c:pt idx="2920">
                  <c:v>0.961791831357</c:v>
                </c:pt>
                <c:pt idx="2921">
                  <c:v>0.962450592885</c:v>
                </c:pt>
                <c:pt idx="2922">
                  <c:v>0.962450592885</c:v>
                </c:pt>
                <c:pt idx="2923">
                  <c:v>0.963109354414</c:v>
                </c:pt>
                <c:pt idx="2924">
                  <c:v>0.963109354414</c:v>
                </c:pt>
                <c:pt idx="2925">
                  <c:v>0.963768115942</c:v>
                </c:pt>
                <c:pt idx="2926">
                  <c:v>0.963768115942</c:v>
                </c:pt>
                <c:pt idx="2927">
                  <c:v>0.96442687747</c:v>
                </c:pt>
                <c:pt idx="2928">
                  <c:v>0.96442687747</c:v>
                </c:pt>
                <c:pt idx="2929">
                  <c:v>0.965085638999</c:v>
                </c:pt>
                <c:pt idx="2930">
                  <c:v>0.965085638999</c:v>
                </c:pt>
                <c:pt idx="2931">
                  <c:v>0.965744400527</c:v>
                </c:pt>
                <c:pt idx="2932">
                  <c:v>0.965744400527</c:v>
                </c:pt>
                <c:pt idx="2933">
                  <c:v>0.966403162055</c:v>
                </c:pt>
                <c:pt idx="2934">
                  <c:v>0.966403162055</c:v>
                </c:pt>
                <c:pt idx="2935">
                  <c:v>0.967061923584</c:v>
                </c:pt>
                <c:pt idx="2936">
                  <c:v>0.967061923584</c:v>
                </c:pt>
                <c:pt idx="2937">
                  <c:v>0.967720685112</c:v>
                </c:pt>
                <c:pt idx="2938">
                  <c:v>0.967720685112</c:v>
                </c:pt>
                <c:pt idx="2939">
                  <c:v>0.96837944664</c:v>
                </c:pt>
                <c:pt idx="2940">
                  <c:v>0.96837944664</c:v>
                </c:pt>
                <c:pt idx="2941">
                  <c:v>0.969038208169</c:v>
                </c:pt>
                <c:pt idx="2942">
                  <c:v>0.969038208169</c:v>
                </c:pt>
                <c:pt idx="2943">
                  <c:v>0.969696969697</c:v>
                </c:pt>
                <c:pt idx="2944">
                  <c:v>0.969696969697</c:v>
                </c:pt>
                <c:pt idx="2945">
                  <c:v>0.970355731225</c:v>
                </c:pt>
                <c:pt idx="2946">
                  <c:v>0.970355731225</c:v>
                </c:pt>
                <c:pt idx="2947">
                  <c:v>0.971014492754</c:v>
                </c:pt>
                <c:pt idx="2948">
                  <c:v>0.971014492754</c:v>
                </c:pt>
                <c:pt idx="2949">
                  <c:v>0.971673254282</c:v>
                </c:pt>
                <c:pt idx="2950">
                  <c:v>0.971673254282</c:v>
                </c:pt>
                <c:pt idx="2951">
                  <c:v>0.97233201581</c:v>
                </c:pt>
                <c:pt idx="2952">
                  <c:v>0.97233201581</c:v>
                </c:pt>
                <c:pt idx="2953">
                  <c:v>0.972990777339</c:v>
                </c:pt>
                <c:pt idx="2954">
                  <c:v>0.972990777339</c:v>
                </c:pt>
                <c:pt idx="2955">
                  <c:v>0.973649538867</c:v>
                </c:pt>
                <c:pt idx="2956">
                  <c:v>0.973649538867</c:v>
                </c:pt>
                <c:pt idx="2957">
                  <c:v>0.974308300395</c:v>
                </c:pt>
                <c:pt idx="2958">
                  <c:v>0.974308300395</c:v>
                </c:pt>
                <c:pt idx="2959">
                  <c:v>0.974967061924</c:v>
                </c:pt>
                <c:pt idx="2960">
                  <c:v>0.974967061924</c:v>
                </c:pt>
                <c:pt idx="2961">
                  <c:v>0.975625823452</c:v>
                </c:pt>
                <c:pt idx="2962">
                  <c:v>0.975625823452</c:v>
                </c:pt>
                <c:pt idx="2963">
                  <c:v>0.97628458498</c:v>
                </c:pt>
                <c:pt idx="2964">
                  <c:v>0.97628458498</c:v>
                </c:pt>
                <c:pt idx="2965">
                  <c:v>0.976943346509</c:v>
                </c:pt>
                <c:pt idx="2966">
                  <c:v>0.976943346509</c:v>
                </c:pt>
                <c:pt idx="2967">
                  <c:v>0.977602108037</c:v>
                </c:pt>
                <c:pt idx="2968">
                  <c:v>0.977602108037</c:v>
                </c:pt>
                <c:pt idx="2969">
                  <c:v>0.978260869565</c:v>
                </c:pt>
                <c:pt idx="2970">
                  <c:v>0.978260869565</c:v>
                </c:pt>
                <c:pt idx="2971">
                  <c:v>0.978919631094</c:v>
                </c:pt>
                <c:pt idx="2972">
                  <c:v>0.978919631094</c:v>
                </c:pt>
                <c:pt idx="2973">
                  <c:v>0.979578392622</c:v>
                </c:pt>
                <c:pt idx="2974">
                  <c:v>0.979578392622</c:v>
                </c:pt>
                <c:pt idx="2975">
                  <c:v>0.98023715415</c:v>
                </c:pt>
                <c:pt idx="2976">
                  <c:v>0.98023715415</c:v>
                </c:pt>
                <c:pt idx="2977">
                  <c:v>0.980895915679</c:v>
                </c:pt>
                <c:pt idx="2978">
                  <c:v>0.980895915679</c:v>
                </c:pt>
                <c:pt idx="2979">
                  <c:v>0.981554677207</c:v>
                </c:pt>
                <c:pt idx="2980">
                  <c:v>0.981554677207</c:v>
                </c:pt>
                <c:pt idx="2981">
                  <c:v>0.982213438735</c:v>
                </c:pt>
                <c:pt idx="2982">
                  <c:v>0.982213438735</c:v>
                </c:pt>
                <c:pt idx="2983">
                  <c:v>0.982872200264</c:v>
                </c:pt>
                <c:pt idx="2984">
                  <c:v>0.982872200264</c:v>
                </c:pt>
                <c:pt idx="2985">
                  <c:v>0.983530961792</c:v>
                </c:pt>
                <c:pt idx="2986">
                  <c:v>0.983530961792</c:v>
                </c:pt>
                <c:pt idx="2987">
                  <c:v>0.98418972332</c:v>
                </c:pt>
                <c:pt idx="2988">
                  <c:v>0.98418972332</c:v>
                </c:pt>
                <c:pt idx="2989">
                  <c:v>0.984848484848</c:v>
                </c:pt>
                <c:pt idx="2990">
                  <c:v>0.984848484848</c:v>
                </c:pt>
                <c:pt idx="2991">
                  <c:v>0.985507246377</c:v>
                </c:pt>
                <c:pt idx="2992">
                  <c:v>0.985507246377</c:v>
                </c:pt>
                <c:pt idx="2993">
                  <c:v>0.986166007905</c:v>
                </c:pt>
                <c:pt idx="2994">
                  <c:v>0.986166007905</c:v>
                </c:pt>
                <c:pt idx="2995">
                  <c:v>0.986824769433</c:v>
                </c:pt>
                <c:pt idx="2996">
                  <c:v>0.986824769433</c:v>
                </c:pt>
                <c:pt idx="2997">
                  <c:v>0.987483530962</c:v>
                </c:pt>
                <c:pt idx="2998">
                  <c:v>0.987483530962</c:v>
                </c:pt>
                <c:pt idx="2999">
                  <c:v>0.98814229249</c:v>
                </c:pt>
                <c:pt idx="3000">
                  <c:v>0.98814229249</c:v>
                </c:pt>
                <c:pt idx="3001">
                  <c:v>0.988801054018</c:v>
                </c:pt>
                <c:pt idx="3002">
                  <c:v>0.988801054018</c:v>
                </c:pt>
                <c:pt idx="3003">
                  <c:v>0.989459815547</c:v>
                </c:pt>
                <c:pt idx="3004">
                  <c:v>0.989459815547</c:v>
                </c:pt>
                <c:pt idx="3005">
                  <c:v>0.990118577075</c:v>
                </c:pt>
                <c:pt idx="3006">
                  <c:v>0.990118577075</c:v>
                </c:pt>
                <c:pt idx="3007">
                  <c:v>0.990777338603</c:v>
                </c:pt>
                <c:pt idx="3008">
                  <c:v>0.990777338603</c:v>
                </c:pt>
                <c:pt idx="3009">
                  <c:v>0.991436100132</c:v>
                </c:pt>
                <c:pt idx="3010">
                  <c:v>0.991436100132</c:v>
                </c:pt>
                <c:pt idx="3011">
                  <c:v>0.99209486166</c:v>
                </c:pt>
                <c:pt idx="3012">
                  <c:v>0.99209486166</c:v>
                </c:pt>
                <c:pt idx="3013">
                  <c:v>0.992753623188</c:v>
                </c:pt>
                <c:pt idx="3014">
                  <c:v>0.992753623188</c:v>
                </c:pt>
                <c:pt idx="3015">
                  <c:v>0.993412384717</c:v>
                </c:pt>
                <c:pt idx="3016">
                  <c:v>0.993412384717</c:v>
                </c:pt>
                <c:pt idx="3017">
                  <c:v>0.994071146245</c:v>
                </c:pt>
                <c:pt idx="3018">
                  <c:v>0.994071146245</c:v>
                </c:pt>
                <c:pt idx="3019">
                  <c:v>0.994729907773</c:v>
                </c:pt>
                <c:pt idx="3020">
                  <c:v>0.994729907773</c:v>
                </c:pt>
                <c:pt idx="3021">
                  <c:v>0.995388669302</c:v>
                </c:pt>
                <c:pt idx="3022">
                  <c:v>0.995388669302</c:v>
                </c:pt>
                <c:pt idx="3023">
                  <c:v>0.99604743083</c:v>
                </c:pt>
                <c:pt idx="3024">
                  <c:v>0.99604743083</c:v>
                </c:pt>
                <c:pt idx="3025">
                  <c:v>0.996706192358</c:v>
                </c:pt>
                <c:pt idx="3026">
                  <c:v>0.996706192358</c:v>
                </c:pt>
                <c:pt idx="3027">
                  <c:v>0.997364953887</c:v>
                </c:pt>
                <c:pt idx="3028">
                  <c:v>0.997364953887</c:v>
                </c:pt>
                <c:pt idx="3029">
                  <c:v>0.998023715415</c:v>
                </c:pt>
                <c:pt idx="3030">
                  <c:v>0.998023715415</c:v>
                </c:pt>
                <c:pt idx="3031">
                  <c:v>0.998682476943</c:v>
                </c:pt>
                <c:pt idx="3032">
                  <c:v>0.998682476943</c:v>
                </c:pt>
                <c:pt idx="3033">
                  <c:v>0.999341238472</c:v>
                </c:pt>
                <c:pt idx="3034">
                  <c:v>0.999341238472</c:v>
                </c:pt>
                <c:pt idx="3035">
                  <c:v>1</c:v>
                </c:pt>
              </c:numCache>
            </c:numRef>
          </c:yVal>
        </c:ser>
        <c:ser>
          <c:idx val="2"/>
          <c:order val="2"/>
          <c:tx>
            <c:v>Без верхней четверти</c:v>
          </c:tx>
          <c:spPr>
            <a:solidFill xmlns:a="http://schemas.openxmlformats.org/drawingml/2006/main">
              <a:srgbClr val="FF3885"/>
            </a:solidFill>
            <a:ln xmlns:a="http://schemas.openxmlformats.org/drawingml/2006/main" w="19050">
              <a:solidFill>
                <a:srgbClr val="FF3885"/>
              </a:solidFill>
            </a:ln>
          </c:spPr>
          <c:marker>
            <c:symbol val="none"/>
            <c:size val="5"/>
          </c:marker>
          <c:xVal>
            <c:numRef>
              <c:f>'Chart Data'!$E$2:$E$3001</c:f>
              <c:numCache>
                <c:formatCode>General</c:formatCode>
                <c:ptCount val="3000"/>
                <c:pt idx="0">
                  <c:v>1.12105636304</c:v>
                </c:pt>
                <c:pt idx="1">
                  <c:v>1.12105636304</c:v>
                </c:pt>
                <c:pt idx="2">
                  <c:v>1.18579890818</c:v>
                </c:pt>
                <c:pt idx="3">
                  <c:v>1.18579890818</c:v>
                </c:pt>
                <c:pt idx="4">
                  <c:v>1.29824609955</c:v>
                </c:pt>
                <c:pt idx="5">
                  <c:v>1.29824609955</c:v>
                </c:pt>
                <c:pt idx="6">
                  <c:v>1.43939382621</c:v>
                </c:pt>
                <c:pt idx="7">
                  <c:v>1.43939382621</c:v>
                </c:pt>
                <c:pt idx="8">
                  <c:v>1.44180472657</c:v>
                </c:pt>
                <c:pt idx="9">
                  <c:v>1.44180472657</c:v>
                </c:pt>
                <c:pt idx="10">
                  <c:v>1.45101049424</c:v>
                </c:pt>
                <c:pt idx="11">
                  <c:v>1.45101049424</c:v>
                </c:pt>
                <c:pt idx="12">
                  <c:v>1.46163024089</c:v>
                </c:pt>
                <c:pt idx="13">
                  <c:v>1.46163024089</c:v>
                </c:pt>
                <c:pt idx="14">
                  <c:v>1.51392753346</c:v>
                </c:pt>
                <c:pt idx="15">
                  <c:v>1.51392753346</c:v>
                </c:pt>
                <c:pt idx="16">
                  <c:v>1.52190532429</c:v>
                </c:pt>
                <c:pt idx="17">
                  <c:v>1.52190532429</c:v>
                </c:pt>
                <c:pt idx="18">
                  <c:v>1.62296543314</c:v>
                </c:pt>
                <c:pt idx="19">
                  <c:v>1.62296543314</c:v>
                </c:pt>
                <c:pt idx="20">
                  <c:v>1.63173818547</c:v>
                </c:pt>
                <c:pt idx="21">
                  <c:v>1.63173818547</c:v>
                </c:pt>
                <c:pt idx="22">
                  <c:v>1.65105712131</c:v>
                </c:pt>
                <c:pt idx="23">
                  <c:v>1.65105712131</c:v>
                </c:pt>
                <c:pt idx="24">
                  <c:v>1.6611714684</c:v>
                </c:pt>
                <c:pt idx="25">
                  <c:v>1.6611714684</c:v>
                </c:pt>
                <c:pt idx="26">
                  <c:v>1.70410053206</c:v>
                </c:pt>
                <c:pt idx="27">
                  <c:v>1.70410053206</c:v>
                </c:pt>
                <c:pt idx="28">
                  <c:v>1.71386242277</c:v>
                </c:pt>
                <c:pt idx="29">
                  <c:v>1.71386242277</c:v>
                </c:pt>
                <c:pt idx="30">
                  <c:v>1.76059195679</c:v>
                </c:pt>
                <c:pt idx="31">
                  <c:v>1.76059195679</c:v>
                </c:pt>
                <c:pt idx="32">
                  <c:v>1.78589316576</c:v>
                </c:pt>
                <c:pt idx="33">
                  <c:v>1.78589316576</c:v>
                </c:pt>
                <c:pt idx="34">
                  <c:v>1.82845156831</c:v>
                </c:pt>
                <c:pt idx="35">
                  <c:v>1.82845156831</c:v>
                </c:pt>
                <c:pt idx="36">
                  <c:v>1.84715766224</c:v>
                </c:pt>
                <c:pt idx="37">
                  <c:v>1.84715766224</c:v>
                </c:pt>
                <c:pt idx="38">
                  <c:v>1.85408003229</c:v>
                </c:pt>
                <c:pt idx="39">
                  <c:v>1.85408003229</c:v>
                </c:pt>
                <c:pt idx="40">
                  <c:v>1.85568472626</c:v>
                </c:pt>
                <c:pt idx="41">
                  <c:v>1.85568472626</c:v>
                </c:pt>
                <c:pt idx="42">
                  <c:v>1.86866273623</c:v>
                </c:pt>
                <c:pt idx="43">
                  <c:v>1.86866273623</c:v>
                </c:pt>
                <c:pt idx="44">
                  <c:v>1.87583045381</c:v>
                </c:pt>
                <c:pt idx="45">
                  <c:v>1.87583045381</c:v>
                </c:pt>
                <c:pt idx="46">
                  <c:v>1.8795756302</c:v>
                </c:pt>
                <c:pt idx="47">
                  <c:v>1.8795756302</c:v>
                </c:pt>
                <c:pt idx="48">
                  <c:v>1.88500469297</c:v>
                </c:pt>
                <c:pt idx="49">
                  <c:v>1.88500469297</c:v>
                </c:pt>
                <c:pt idx="50">
                  <c:v>1.9059706902</c:v>
                </c:pt>
                <c:pt idx="51">
                  <c:v>1.9059706902</c:v>
                </c:pt>
                <c:pt idx="52">
                  <c:v>1.92597693049</c:v>
                </c:pt>
                <c:pt idx="53">
                  <c:v>1.92597693049</c:v>
                </c:pt>
                <c:pt idx="54">
                  <c:v>1.93915257635</c:v>
                </c:pt>
                <c:pt idx="55">
                  <c:v>1.93915257635</c:v>
                </c:pt>
                <c:pt idx="56">
                  <c:v>1.94465063345</c:v>
                </c:pt>
                <c:pt idx="57">
                  <c:v>1.94465063345</c:v>
                </c:pt>
                <c:pt idx="58">
                  <c:v>1.98111630556</c:v>
                </c:pt>
                <c:pt idx="59">
                  <c:v>1.98111630556</c:v>
                </c:pt>
                <c:pt idx="60">
                  <c:v>1.98313475089</c:v>
                </c:pt>
                <c:pt idx="61">
                  <c:v>1.98313475089</c:v>
                </c:pt>
                <c:pt idx="62">
                  <c:v>1.99002549407</c:v>
                </c:pt>
                <c:pt idx="63">
                  <c:v>1.99002549407</c:v>
                </c:pt>
                <c:pt idx="64">
                  <c:v>2.00373627584</c:v>
                </c:pt>
                <c:pt idx="65">
                  <c:v>2.00373627584</c:v>
                </c:pt>
                <c:pt idx="66">
                  <c:v>2.0090542382</c:v>
                </c:pt>
                <c:pt idx="67">
                  <c:v>2.0090542382</c:v>
                </c:pt>
                <c:pt idx="68">
                  <c:v>2.01829575155</c:v>
                </c:pt>
                <c:pt idx="69">
                  <c:v>2.01829575155</c:v>
                </c:pt>
                <c:pt idx="70">
                  <c:v>2.03197714306</c:v>
                </c:pt>
                <c:pt idx="71">
                  <c:v>2.03197714306</c:v>
                </c:pt>
                <c:pt idx="72">
                  <c:v>2.08949872889</c:v>
                </c:pt>
                <c:pt idx="73">
                  <c:v>2.08949872889</c:v>
                </c:pt>
                <c:pt idx="74">
                  <c:v>2.10949905241</c:v>
                </c:pt>
                <c:pt idx="75">
                  <c:v>2.10949905241</c:v>
                </c:pt>
                <c:pt idx="76">
                  <c:v>2.11927550585</c:v>
                </c:pt>
                <c:pt idx="77">
                  <c:v>2.11927550585</c:v>
                </c:pt>
                <c:pt idx="78">
                  <c:v>2.14340124157</c:v>
                </c:pt>
                <c:pt idx="79">
                  <c:v>2.14340124157</c:v>
                </c:pt>
                <c:pt idx="80">
                  <c:v>2.16051960313</c:v>
                </c:pt>
                <c:pt idx="81">
                  <c:v>2.16051960313</c:v>
                </c:pt>
                <c:pt idx="82">
                  <c:v>2.17156963761</c:v>
                </c:pt>
                <c:pt idx="83">
                  <c:v>2.17156963761</c:v>
                </c:pt>
                <c:pt idx="84">
                  <c:v>2.18998049294</c:v>
                </c:pt>
                <c:pt idx="85">
                  <c:v>2.18998049294</c:v>
                </c:pt>
                <c:pt idx="86">
                  <c:v>2.19743126169</c:v>
                </c:pt>
                <c:pt idx="87">
                  <c:v>2.19743126169</c:v>
                </c:pt>
                <c:pt idx="88">
                  <c:v>2.19832354319</c:v>
                </c:pt>
                <c:pt idx="89">
                  <c:v>2.19832354319</c:v>
                </c:pt>
                <c:pt idx="90">
                  <c:v>2.21702037689</c:v>
                </c:pt>
                <c:pt idx="91">
                  <c:v>2.21702037689</c:v>
                </c:pt>
                <c:pt idx="92">
                  <c:v>2.24587591509</c:v>
                </c:pt>
                <c:pt idx="93">
                  <c:v>2.24587591509</c:v>
                </c:pt>
                <c:pt idx="94">
                  <c:v>2.26370068198</c:v>
                </c:pt>
                <c:pt idx="95">
                  <c:v>2.26370068198</c:v>
                </c:pt>
                <c:pt idx="96">
                  <c:v>2.26691498636</c:v>
                </c:pt>
                <c:pt idx="97">
                  <c:v>2.26691498636</c:v>
                </c:pt>
                <c:pt idx="98">
                  <c:v>2.2760206708</c:v>
                </c:pt>
                <c:pt idx="99">
                  <c:v>2.2760206708</c:v>
                </c:pt>
                <c:pt idx="100">
                  <c:v>2.29851441574</c:v>
                </c:pt>
                <c:pt idx="101">
                  <c:v>2.29851441574</c:v>
                </c:pt>
                <c:pt idx="102">
                  <c:v>2.30112936019</c:v>
                </c:pt>
                <c:pt idx="103">
                  <c:v>2.30112936019</c:v>
                </c:pt>
                <c:pt idx="104">
                  <c:v>2.30719310169</c:v>
                </c:pt>
                <c:pt idx="105">
                  <c:v>2.30719310169</c:v>
                </c:pt>
                <c:pt idx="106">
                  <c:v>2.32624683736</c:v>
                </c:pt>
                <c:pt idx="107">
                  <c:v>2.32624683736</c:v>
                </c:pt>
                <c:pt idx="108">
                  <c:v>2.32706870584</c:v>
                </c:pt>
                <c:pt idx="109">
                  <c:v>2.32706870584</c:v>
                </c:pt>
                <c:pt idx="110">
                  <c:v>2.32953529908</c:v>
                </c:pt>
                <c:pt idx="111">
                  <c:v>2.32953529908</c:v>
                </c:pt>
                <c:pt idx="112">
                  <c:v>2.33328521849</c:v>
                </c:pt>
                <c:pt idx="113">
                  <c:v>2.33328521849</c:v>
                </c:pt>
                <c:pt idx="114">
                  <c:v>2.35112453725</c:v>
                </c:pt>
                <c:pt idx="115">
                  <c:v>2.35112453725</c:v>
                </c:pt>
                <c:pt idx="116">
                  <c:v>2.35852608178</c:v>
                </c:pt>
                <c:pt idx="117">
                  <c:v>2.35852608178</c:v>
                </c:pt>
                <c:pt idx="118">
                  <c:v>2.36857824526</c:v>
                </c:pt>
                <c:pt idx="119">
                  <c:v>2.36857824526</c:v>
                </c:pt>
                <c:pt idx="120">
                  <c:v>2.37079949541</c:v>
                </c:pt>
                <c:pt idx="121">
                  <c:v>2.37079949541</c:v>
                </c:pt>
                <c:pt idx="122">
                  <c:v>2.38223378098</c:v>
                </c:pt>
                <c:pt idx="123">
                  <c:v>2.38223378098</c:v>
                </c:pt>
                <c:pt idx="124">
                  <c:v>2.38845923399</c:v>
                </c:pt>
                <c:pt idx="125">
                  <c:v>2.38845923399</c:v>
                </c:pt>
                <c:pt idx="126">
                  <c:v>2.416054602</c:v>
                </c:pt>
                <c:pt idx="127">
                  <c:v>2.416054602</c:v>
                </c:pt>
                <c:pt idx="128">
                  <c:v>2.44135651927</c:v>
                </c:pt>
                <c:pt idx="129">
                  <c:v>2.44135651927</c:v>
                </c:pt>
                <c:pt idx="130">
                  <c:v>2.44279622627</c:v>
                </c:pt>
                <c:pt idx="131">
                  <c:v>2.44279622627</c:v>
                </c:pt>
                <c:pt idx="132">
                  <c:v>2.46549048566</c:v>
                </c:pt>
                <c:pt idx="133">
                  <c:v>2.46549048566</c:v>
                </c:pt>
                <c:pt idx="134">
                  <c:v>2.46566048943</c:v>
                </c:pt>
                <c:pt idx="135">
                  <c:v>2.46566048943</c:v>
                </c:pt>
                <c:pt idx="136">
                  <c:v>2.46947105588</c:v>
                </c:pt>
                <c:pt idx="137">
                  <c:v>2.46947105588</c:v>
                </c:pt>
                <c:pt idx="138">
                  <c:v>2.47307217041</c:v>
                </c:pt>
                <c:pt idx="139">
                  <c:v>2.47307217041</c:v>
                </c:pt>
                <c:pt idx="140">
                  <c:v>2.48056778183</c:v>
                </c:pt>
                <c:pt idx="141">
                  <c:v>2.48056778183</c:v>
                </c:pt>
                <c:pt idx="142">
                  <c:v>2.48597071194</c:v>
                </c:pt>
                <c:pt idx="143">
                  <c:v>2.48597071194</c:v>
                </c:pt>
                <c:pt idx="144">
                  <c:v>2.49481507102</c:v>
                </c:pt>
                <c:pt idx="145">
                  <c:v>2.49481507102</c:v>
                </c:pt>
                <c:pt idx="146">
                  <c:v>2.50683230651</c:v>
                </c:pt>
                <c:pt idx="147">
                  <c:v>2.50683230651</c:v>
                </c:pt>
                <c:pt idx="148">
                  <c:v>2.51625446293</c:v>
                </c:pt>
                <c:pt idx="149">
                  <c:v>2.51625446293</c:v>
                </c:pt>
                <c:pt idx="150">
                  <c:v>2.5221311411</c:v>
                </c:pt>
                <c:pt idx="151">
                  <c:v>2.5221311411</c:v>
                </c:pt>
                <c:pt idx="152">
                  <c:v>2.52601503476</c:v>
                </c:pt>
                <c:pt idx="153">
                  <c:v>2.52601503476</c:v>
                </c:pt>
                <c:pt idx="154">
                  <c:v>2.53250016751</c:v>
                </c:pt>
                <c:pt idx="155">
                  <c:v>2.53250016751</c:v>
                </c:pt>
                <c:pt idx="156">
                  <c:v>2.53391288556</c:v>
                </c:pt>
                <c:pt idx="157">
                  <c:v>2.53391288556</c:v>
                </c:pt>
                <c:pt idx="158">
                  <c:v>2.53418250611</c:v>
                </c:pt>
                <c:pt idx="159">
                  <c:v>2.53418250611</c:v>
                </c:pt>
                <c:pt idx="160">
                  <c:v>2.53711049284</c:v>
                </c:pt>
                <c:pt idx="161">
                  <c:v>2.53711049284</c:v>
                </c:pt>
                <c:pt idx="162">
                  <c:v>2.55063144794</c:v>
                </c:pt>
                <c:pt idx="163">
                  <c:v>2.55063144794</c:v>
                </c:pt>
                <c:pt idx="164">
                  <c:v>2.55922254716</c:v>
                </c:pt>
                <c:pt idx="165">
                  <c:v>2.55922254716</c:v>
                </c:pt>
                <c:pt idx="166">
                  <c:v>2.56633301632</c:v>
                </c:pt>
                <c:pt idx="167">
                  <c:v>2.56633301632</c:v>
                </c:pt>
                <c:pt idx="168">
                  <c:v>2.58401637126</c:v>
                </c:pt>
                <c:pt idx="169">
                  <c:v>2.58401637126</c:v>
                </c:pt>
                <c:pt idx="170">
                  <c:v>2.59342021586</c:v>
                </c:pt>
                <c:pt idx="171">
                  <c:v>2.59342021586</c:v>
                </c:pt>
                <c:pt idx="172">
                  <c:v>2.59540973373</c:v>
                </c:pt>
                <c:pt idx="173">
                  <c:v>2.59540973373</c:v>
                </c:pt>
                <c:pt idx="174">
                  <c:v>2.60249343367</c:v>
                </c:pt>
                <c:pt idx="175">
                  <c:v>2.60249343367</c:v>
                </c:pt>
                <c:pt idx="176">
                  <c:v>2.60422061586</c:v>
                </c:pt>
                <c:pt idx="177">
                  <c:v>2.60422061586</c:v>
                </c:pt>
                <c:pt idx="178">
                  <c:v>2.6278709733</c:v>
                </c:pt>
                <c:pt idx="179">
                  <c:v>2.6278709733</c:v>
                </c:pt>
                <c:pt idx="180">
                  <c:v>2.6288767127</c:v>
                </c:pt>
                <c:pt idx="181">
                  <c:v>2.6288767127</c:v>
                </c:pt>
                <c:pt idx="182">
                  <c:v>2.64310091705</c:v>
                </c:pt>
                <c:pt idx="183">
                  <c:v>2.64310091705</c:v>
                </c:pt>
                <c:pt idx="184">
                  <c:v>2.65061877445</c:v>
                </c:pt>
                <c:pt idx="185">
                  <c:v>2.65061877445</c:v>
                </c:pt>
                <c:pt idx="186">
                  <c:v>2.67462963881</c:v>
                </c:pt>
                <c:pt idx="187">
                  <c:v>2.67462963881</c:v>
                </c:pt>
                <c:pt idx="188">
                  <c:v>2.68007768794</c:v>
                </c:pt>
                <c:pt idx="189">
                  <c:v>2.68007768794</c:v>
                </c:pt>
                <c:pt idx="190">
                  <c:v>2.68398382266</c:v>
                </c:pt>
                <c:pt idx="191">
                  <c:v>2.68398382266</c:v>
                </c:pt>
                <c:pt idx="192">
                  <c:v>2.69822193665</c:v>
                </c:pt>
                <c:pt idx="193">
                  <c:v>2.69822193665</c:v>
                </c:pt>
                <c:pt idx="194">
                  <c:v>2.7338283279</c:v>
                </c:pt>
                <c:pt idx="195">
                  <c:v>2.7338283279</c:v>
                </c:pt>
                <c:pt idx="196">
                  <c:v>2.76803170964</c:v>
                </c:pt>
                <c:pt idx="197">
                  <c:v>2.76803170964</c:v>
                </c:pt>
                <c:pt idx="198">
                  <c:v>2.76994025885</c:v>
                </c:pt>
                <c:pt idx="199">
                  <c:v>2.76994025885</c:v>
                </c:pt>
                <c:pt idx="200">
                  <c:v>2.77643669165</c:v>
                </c:pt>
                <c:pt idx="201">
                  <c:v>2.77643669165</c:v>
                </c:pt>
                <c:pt idx="202">
                  <c:v>2.77848015533</c:v>
                </c:pt>
                <c:pt idx="203">
                  <c:v>2.77848015533</c:v>
                </c:pt>
                <c:pt idx="204">
                  <c:v>2.78557105576</c:v>
                </c:pt>
                <c:pt idx="205">
                  <c:v>2.78557105576</c:v>
                </c:pt>
                <c:pt idx="206">
                  <c:v>2.80807000559</c:v>
                </c:pt>
                <c:pt idx="207">
                  <c:v>2.80807000559</c:v>
                </c:pt>
                <c:pt idx="208">
                  <c:v>2.80909552159</c:v>
                </c:pt>
                <c:pt idx="209">
                  <c:v>2.80909552159</c:v>
                </c:pt>
                <c:pt idx="210">
                  <c:v>2.81007226686</c:v>
                </c:pt>
                <c:pt idx="211">
                  <c:v>2.81007226686</c:v>
                </c:pt>
                <c:pt idx="212">
                  <c:v>2.82660482822</c:v>
                </c:pt>
                <c:pt idx="213">
                  <c:v>2.82660482822</c:v>
                </c:pt>
                <c:pt idx="214">
                  <c:v>2.82833569756</c:v>
                </c:pt>
                <c:pt idx="215">
                  <c:v>2.82833569756</c:v>
                </c:pt>
                <c:pt idx="216">
                  <c:v>2.85060075133</c:v>
                </c:pt>
                <c:pt idx="217">
                  <c:v>2.85060075133</c:v>
                </c:pt>
                <c:pt idx="218">
                  <c:v>2.85553512554</c:v>
                </c:pt>
                <c:pt idx="219">
                  <c:v>2.85553512554</c:v>
                </c:pt>
                <c:pt idx="220">
                  <c:v>2.85878485724</c:v>
                </c:pt>
                <c:pt idx="221">
                  <c:v>2.85878485724</c:v>
                </c:pt>
                <c:pt idx="222">
                  <c:v>2.86126054096</c:v>
                </c:pt>
                <c:pt idx="223">
                  <c:v>2.86126054096</c:v>
                </c:pt>
                <c:pt idx="224">
                  <c:v>2.88379531224</c:v>
                </c:pt>
                <c:pt idx="225">
                  <c:v>2.88379531224</c:v>
                </c:pt>
                <c:pt idx="226">
                  <c:v>2.89980511333</c:v>
                </c:pt>
                <c:pt idx="227">
                  <c:v>2.89980511333</c:v>
                </c:pt>
                <c:pt idx="228">
                  <c:v>2.90473200819</c:v>
                </c:pt>
                <c:pt idx="229">
                  <c:v>2.90473200819</c:v>
                </c:pt>
                <c:pt idx="230">
                  <c:v>2.92832910524</c:v>
                </c:pt>
                <c:pt idx="231">
                  <c:v>2.92832910524</c:v>
                </c:pt>
                <c:pt idx="232">
                  <c:v>2.93118644677</c:v>
                </c:pt>
                <c:pt idx="233">
                  <c:v>2.93118644677</c:v>
                </c:pt>
                <c:pt idx="234">
                  <c:v>2.94813790777</c:v>
                </c:pt>
                <c:pt idx="235">
                  <c:v>2.94813790777</c:v>
                </c:pt>
                <c:pt idx="236">
                  <c:v>2.94850582559</c:v>
                </c:pt>
                <c:pt idx="237">
                  <c:v>2.94850582559</c:v>
                </c:pt>
                <c:pt idx="238">
                  <c:v>2.95363124347</c:v>
                </c:pt>
                <c:pt idx="239">
                  <c:v>2.95363124347</c:v>
                </c:pt>
                <c:pt idx="240">
                  <c:v>2.95867953896</c:v>
                </c:pt>
                <c:pt idx="241">
                  <c:v>2.95867953896</c:v>
                </c:pt>
                <c:pt idx="242">
                  <c:v>2.96150488484</c:v>
                </c:pt>
                <c:pt idx="243">
                  <c:v>2.96150488484</c:v>
                </c:pt>
                <c:pt idx="244">
                  <c:v>2.9619968643</c:v>
                </c:pt>
                <c:pt idx="245">
                  <c:v>2.9619968643</c:v>
                </c:pt>
                <c:pt idx="246">
                  <c:v>2.96591404602</c:v>
                </c:pt>
                <c:pt idx="247">
                  <c:v>2.96591404602</c:v>
                </c:pt>
                <c:pt idx="248">
                  <c:v>2.97450158723</c:v>
                </c:pt>
                <c:pt idx="249">
                  <c:v>2.97450158723</c:v>
                </c:pt>
                <c:pt idx="250">
                  <c:v>2.97606658705</c:v>
                </c:pt>
                <c:pt idx="251">
                  <c:v>2.97606658705</c:v>
                </c:pt>
                <c:pt idx="252">
                  <c:v>2.98986228505</c:v>
                </c:pt>
                <c:pt idx="253">
                  <c:v>2.98986228505</c:v>
                </c:pt>
                <c:pt idx="254">
                  <c:v>2.99398811843</c:v>
                </c:pt>
                <c:pt idx="255">
                  <c:v>2.99398811843</c:v>
                </c:pt>
                <c:pt idx="256">
                  <c:v>2.99623537844</c:v>
                </c:pt>
                <c:pt idx="257">
                  <c:v>2.99623537844</c:v>
                </c:pt>
                <c:pt idx="258">
                  <c:v>3.00150809379</c:v>
                </c:pt>
                <c:pt idx="259">
                  <c:v>3.00150809379</c:v>
                </c:pt>
                <c:pt idx="260">
                  <c:v>3.01304644765</c:v>
                </c:pt>
                <c:pt idx="261">
                  <c:v>3.01304644765</c:v>
                </c:pt>
                <c:pt idx="262">
                  <c:v>3.01501861538</c:v>
                </c:pt>
                <c:pt idx="263">
                  <c:v>3.01501861538</c:v>
                </c:pt>
                <c:pt idx="264">
                  <c:v>3.01620919645</c:v>
                </c:pt>
                <c:pt idx="265">
                  <c:v>3.01620919645</c:v>
                </c:pt>
                <c:pt idx="266">
                  <c:v>3.0163023078</c:v>
                </c:pt>
                <c:pt idx="267">
                  <c:v>3.0163023078</c:v>
                </c:pt>
                <c:pt idx="268">
                  <c:v>3.02355586086</c:v>
                </c:pt>
                <c:pt idx="269">
                  <c:v>3.02355586086</c:v>
                </c:pt>
                <c:pt idx="270">
                  <c:v>3.02537601761</c:v>
                </c:pt>
                <c:pt idx="271">
                  <c:v>3.02537601761</c:v>
                </c:pt>
                <c:pt idx="272">
                  <c:v>3.02761661837</c:v>
                </c:pt>
                <c:pt idx="273">
                  <c:v>3.02761661837</c:v>
                </c:pt>
                <c:pt idx="274">
                  <c:v>3.03425121976</c:v>
                </c:pt>
                <c:pt idx="275">
                  <c:v>3.03425121976</c:v>
                </c:pt>
                <c:pt idx="276">
                  <c:v>3.03764964729</c:v>
                </c:pt>
                <c:pt idx="277">
                  <c:v>3.03764964729</c:v>
                </c:pt>
                <c:pt idx="278">
                  <c:v>3.06060035168</c:v>
                </c:pt>
                <c:pt idx="279">
                  <c:v>3.06060035168</c:v>
                </c:pt>
                <c:pt idx="280">
                  <c:v>3.07117085815</c:v>
                </c:pt>
                <c:pt idx="281">
                  <c:v>3.07117085815</c:v>
                </c:pt>
                <c:pt idx="282">
                  <c:v>3.07258457114</c:v>
                </c:pt>
                <c:pt idx="283">
                  <c:v>3.07258457114</c:v>
                </c:pt>
                <c:pt idx="284">
                  <c:v>3.07636688063</c:v>
                </c:pt>
                <c:pt idx="285">
                  <c:v>3.07636688063</c:v>
                </c:pt>
                <c:pt idx="286">
                  <c:v>3.08100471961</c:v>
                </c:pt>
                <c:pt idx="287">
                  <c:v>3.08100471961</c:v>
                </c:pt>
                <c:pt idx="288">
                  <c:v>3.08268508355</c:v>
                </c:pt>
                <c:pt idx="289">
                  <c:v>3.08268508355</c:v>
                </c:pt>
                <c:pt idx="290">
                  <c:v>3.0880819036</c:v>
                </c:pt>
                <c:pt idx="291">
                  <c:v>3.0880819036</c:v>
                </c:pt>
                <c:pt idx="292">
                  <c:v>3.09238403941</c:v>
                </c:pt>
                <c:pt idx="293">
                  <c:v>3.09238403941</c:v>
                </c:pt>
                <c:pt idx="294">
                  <c:v>3.11231178732</c:v>
                </c:pt>
                <c:pt idx="295">
                  <c:v>3.11231178732</c:v>
                </c:pt>
                <c:pt idx="296">
                  <c:v>3.12567644276</c:v>
                </c:pt>
                <c:pt idx="297">
                  <c:v>3.12567644276</c:v>
                </c:pt>
                <c:pt idx="298">
                  <c:v>3.13079546485</c:v>
                </c:pt>
                <c:pt idx="299">
                  <c:v>3.13079546485</c:v>
                </c:pt>
                <c:pt idx="300">
                  <c:v>3.13232141245</c:v>
                </c:pt>
                <c:pt idx="301">
                  <c:v>3.13232141245</c:v>
                </c:pt>
                <c:pt idx="302">
                  <c:v>3.1414404948</c:v>
                </c:pt>
                <c:pt idx="303">
                  <c:v>3.1414404948</c:v>
                </c:pt>
                <c:pt idx="304">
                  <c:v>3.15119468516</c:v>
                </c:pt>
                <c:pt idx="305">
                  <c:v>3.15119468516</c:v>
                </c:pt>
                <c:pt idx="306">
                  <c:v>3.15414576244</c:v>
                </c:pt>
                <c:pt idx="307">
                  <c:v>3.15414576244</c:v>
                </c:pt>
                <c:pt idx="308">
                  <c:v>3.15497496143</c:v>
                </c:pt>
                <c:pt idx="309">
                  <c:v>3.15497496143</c:v>
                </c:pt>
                <c:pt idx="310">
                  <c:v>3.15554663291</c:v>
                </c:pt>
                <c:pt idx="311">
                  <c:v>3.15554663291</c:v>
                </c:pt>
                <c:pt idx="312">
                  <c:v>3.15977958091</c:v>
                </c:pt>
                <c:pt idx="313">
                  <c:v>3.15977958091</c:v>
                </c:pt>
                <c:pt idx="314">
                  <c:v>3.16005871436</c:v>
                </c:pt>
                <c:pt idx="315">
                  <c:v>3.16005871436</c:v>
                </c:pt>
                <c:pt idx="316">
                  <c:v>3.16248632418</c:v>
                </c:pt>
                <c:pt idx="317">
                  <c:v>3.16248632418</c:v>
                </c:pt>
                <c:pt idx="318">
                  <c:v>3.16950704479</c:v>
                </c:pt>
                <c:pt idx="319">
                  <c:v>3.16950704479</c:v>
                </c:pt>
                <c:pt idx="320">
                  <c:v>3.17189198563</c:v>
                </c:pt>
                <c:pt idx="321">
                  <c:v>3.17189198563</c:v>
                </c:pt>
                <c:pt idx="322">
                  <c:v>3.17277751445</c:v>
                </c:pt>
                <c:pt idx="323">
                  <c:v>3.17277751445</c:v>
                </c:pt>
                <c:pt idx="324">
                  <c:v>3.18510555879</c:v>
                </c:pt>
                <c:pt idx="325">
                  <c:v>3.18510555879</c:v>
                </c:pt>
                <c:pt idx="326">
                  <c:v>3.19879851909</c:v>
                </c:pt>
                <c:pt idx="327">
                  <c:v>3.19879851909</c:v>
                </c:pt>
                <c:pt idx="328">
                  <c:v>3.20055961203</c:v>
                </c:pt>
                <c:pt idx="329">
                  <c:v>3.20055961203</c:v>
                </c:pt>
                <c:pt idx="330">
                  <c:v>3.21130581551</c:v>
                </c:pt>
                <c:pt idx="331">
                  <c:v>3.21130581551</c:v>
                </c:pt>
                <c:pt idx="332">
                  <c:v>3.21556110745</c:v>
                </c:pt>
                <c:pt idx="333">
                  <c:v>3.21556110745</c:v>
                </c:pt>
                <c:pt idx="334">
                  <c:v>3.21973526066</c:v>
                </c:pt>
                <c:pt idx="335">
                  <c:v>3.21973526066</c:v>
                </c:pt>
                <c:pt idx="336">
                  <c:v>3.22563387723</c:v>
                </c:pt>
                <c:pt idx="337">
                  <c:v>3.22563387723</c:v>
                </c:pt>
                <c:pt idx="338">
                  <c:v>3.23231573566</c:v>
                </c:pt>
                <c:pt idx="339">
                  <c:v>3.23231573566</c:v>
                </c:pt>
                <c:pt idx="340">
                  <c:v>3.24163329317</c:v>
                </c:pt>
                <c:pt idx="341">
                  <c:v>3.24163329317</c:v>
                </c:pt>
                <c:pt idx="342">
                  <c:v>3.25181856272</c:v>
                </c:pt>
                <c:pt idx="343">
                  <c:v>3.25181856272</c:v>
                </c:pt>
                <c:pt idx="344">
                  <c:v>3.26557477906</c:v>
                </c:pt>
                <c:pt idx="345">
                  <c:v>3.26557477906</c:v>
                </c:pt>
                <c:pt idx="346">
                  <c:v>3.26900834194</c:v>
                </c:pt>
                <c:pt idx="347">
                  <c:v>3.26900834194</c:v>
                </c:pt>
                <c:pt idx="348">
                  <c:v>3.27132599215</c:v>
                </c:pt>
                <c:pt idx="349">
                  <c:v>3.27132599215</c:v>
                </c:pt>
                <c:pt idx="350">
                  <c:v>3.27283102014</c:v>
                </c:pt>
                <c:pt idx="351">
                  <c:v>3.27283102014</c:v>
                </c:pt>
                <c:pt idx="352">
                  <c:v>3.2780907011</c:v>
                </c:pt>
                <c:pt idx="353">
                  <c:v>3.2780907011</c:v>
                </c:pt>
                <c:pt idx="354">
                  <c:v>3.27934187014</c:v>
                </c:pt>
                <c:pt idx="355">
                  <c:v>3.27934187014</c:v>
                </c:pt>
                <c:pt idx="356">
                  <c:v>3.27947702468</c:v>
                </c:pt>
                <c:pt idx="357">
                  <c:v>3.27947702468</c:v>
                </c:pt>
                <c:pt idx="358">
                  <c:v>3.28544934992</c:v>
                </c:pt>
                <c:pt idx="359">
                  <c:v>3.28544934992</c:v>
                </c:pt>
                <c:pt idx="360">
                  <c:v>3.28659491565</c:v>
                </c:pt>
                <c:pt idx="361">
                  <c:v>3.28659491565</c:v>
                </c:pt>
                <c:pt idx="362">
                  <c:v>3.28774740857</c:v>
                </c:pt>
                <c:pt idx="363">
                  <c:v>3.28774740857</c:v>
                </c:pt>
                <c:pt idx="364">
                  <c:v>3.31200127274</c:v>
                </c:pt>
                <c:pt idx="365">
                  <c:v>3.31200127274</c:v>
                </c:pt>
                <c:pt idx="366">
                  <c:v>3.31702050703</c:v>
                </c:pt>
                <c:pt idx="367">
                  <c:v>3.31702050703</c:v>
                </c:pt>
                <c:pt idx="368">
                  <c:v>3.31804631506</c:v>
                </c:pt>
                <c:pt idx="369">
                  <c:v>3.31804631506</c:v>
                </c:pt>
                <c:pt idx="370">
                  <c:v>3.31882020172</c:v>
                </c:pt>
                <c:pt idx="371">
                  <c:v>3.31882020172</c:v>
                </c:pt>
                <c:pt idx="372">
                  <c:v>3.31948450513</c:v>
                </c:pt>
                <c:pt idx="373">
                  <c:v>3.31948450513</c:v>
                </c:pt>
                <c:pt idx="374">
                  <c:v>3.33068983915</c:v>
                </c:pt>
                <c:pt idx="375">
                  <c:v>3.33068983915</c:v>
                </c:pt>
                <c:pt idx="376">
                  <c:v>3.33875135485</c:v>
                </c:pt>
                <c:pt idx="377">
                  <c:v>3.33875135485</c:v>
                </c:pt>
                <c:pt idx="378">
                  <c:v>3.34284236339</c:v>
                </c:pt>
                <c:pt idx="379">
                  <c:v>3.34284236339</c:v>
                </c:pt>
                <c:pt idx="380">
                  <c:v>3.34462892837</c:v>
                </c:pt>
                <c:pt idx="381">
                  <c:v>3.34462892837</c:v>
                </c:pt>
                <c:pt idx="382">
                  <c:v>3.34971482348</c:v>
                </c:pt>
                <c:pt idx="383">
                  <c:v>3.34971482348</c:v>
                </c:pt>
                <c:pt idx="384">
                  <c:v>3.35672212066</c:v>
                </c:pt>
                <c:pt idx="385">
                  <c:v>3.35672212066</c:v>
                </c:pt>
                <c:pt idx="386">
                  <c:v>3.3570768836</c:v>
                </c:pt>
                <c:pt idx="387">
                  <c:v>3.3570768836</c:v>
                </c:pt>
                <c:pt idx="388">
                  <c:v>3.3637474976</c:v>
                </c:pt>
                <c:pt idx="389">
                  <c:v>3.3637474976</c:v>
                </c:pt>
                <c:pt idx="390">
                  <c:v>3.37464910807</c:v>
                </c:pt>
                <c:pt idx="391">
                  <c:v>3.37464910807</c:v>
                </c:pt>
                <c:pt idx="392">
                  <c:v>3.38579639567</c:v>
                </c:pt>
                <c:pt idx="393">
                  <c:v>3.38579639567</c:v>
                </c:pt>
                <c:pt idx="394">
                  <c:v>3.38836397348</c:v>
                </c:pt>
                <c:pt idx="395">
                  <c:v>3.38836397348</c:v>
                </c:pt>
                <c:pt idx="396">
                  <c:v>3.39395444669</c:v>
                </c:pt>
                <c:pt idx="397">
                  <c:v>3.39395444669</c:v>
                </c:pt>
                <c:pt idx="398">
                  <c:v>3.40235599082</c:v>
                </c:pt>
                <c:pt idx="399">
                  <c:v>3.40235599082</c:v>
                </c:pt>
                <c:pt idx="400">
                  <c:v>3.41925678234</c:v>
                </c:pt>
                <c:pt idx="401">
                  <c:v>3.41925678234</c:v>
                </c:pt>
                <c:pt idx="402">
                  <c:v>3.4246948362</c:v>
                </c:pt>
                <c:pt idx="403">
                  <c:v>3.4246948362</c:v>
                </c:pt>
                <c:pt idx="404">
                  <c:v>3.42955044303</c:v>
                </c:pt>
                <c:pt idx="405">
                  <c:v>3.42955044303</c:v>
                </c:pt>
                <c:pt idx="406">
                  <c:v>3.43559892024</c:v>
                </c:pt>
                <c:pt idx="407">
                  <c:v>3.43559892024</c:v>
                </c:pt>
                <c:pt idx="408">
                  <c:v>3.43608433435</c:v>
                </c:pt>
                <c:pt idx="409">
                  <c:v>3.43608433435</c:v>
                </c:pt>
                <c:pt idx="410">
                  <c:v>3.43691542229</c:v>
                </c:pt>
                <c:pt idx="411">
                  <c:v>3.43691542229</c:v>
                </c:pt>
                <c:pt idx="412">
                  <c:v>3.46896016883</c:v>
                </c:pt>
                <c:pt idx="413">
                  <c:v>3.46896016883</c:v>
                </c:pt>
                <c:pt idx="414">
                  <c:v>3.47460010201</c:v>
                </c:pt>
                <c:pt idx="415">
                  <c:v>3.47460010201</c:v>
                </c:pt>
                <c:pt idx="416">
                  <c:v>3.47823701182</c:v>
                </c:pt>
                <c:pt idx="417">
                  <c:v>3.47823701182</c:v>
                </c:pt>
                <c:pt idx="418">
                  <c:v>3.48765412865</c:v>
                </c:pt>
                <c:pt idx="419">
                  <c:v>3.48765412865</c:v>
                </c:pt>
                <c:pt idx="420">
                  <c:v>3.48825313664</c:v>
                </c:pt>
                <c:pt idx="421">
                  <c:v>3.48825313664</c:v>
                </c:pt>
                <c:pt idx="422">
                  <c:v>3.49370018316</c:v>
                </c:pt>
                <c:pt idx="423">
                  <c:v>3.49370018316</c:v>
                </c:pt>
                <c:pt idx="424">
                  <c:v>3.49762702773</c:v>
                </c:pt>
                <c:pt idx="425">
                  <c:v>3.49762702773</c:v>
                </c:pt>
                <c:pt idx="426">
                  <c:v>3.50019401179</c:v>
                </c:pt>
                <c:pt idx="427">
                  <c:v>3.50019401179</c:v>
                </c:pt>
                <c:pt idx="428">
                  <c:v>3.50786763944</c:v>
                </c:pt>
                <c:pt idx="429">
                  <c:v>3.50786763944</c:v>
                </c:pt>
                <c:pt idx="430">
                  <c:v>3.5215124073</c:v>
                </c:pt>
                <c:pt idx="431">
                  <c:v>3.5215124073</c:v>
                </c:pt>
                <c:pt idx="432">
                  <c:v>3.52635212256</c:v>
                </c:pt>
                <c:pt idx="433">
                  <c:v>3.52635212256</c:v>
                </c:pt>
                <c:pt idx="434">
                  <c:v>3.54342838891</c:v>
                </c:pt>
                <c:pt idx="435">
                  <c:v>3.54342838891</c:v>
                </c:pt>
                <c:pt idx="436">
                  <c:v>3.54449089679</c:v>
                </c:pt>
                <c:pt idx="437">
                  <c:v>3.54449089679</c:v>
                </c:pt>
                <c:pt idx="438">
                  <c:v>3.54662915938</c:v>
                </c:pt>
                <c:pt idx="439">
                  <c:v>3.54662915938</c:v>
                </c:pt>
                <c:pt idx="440">
                  <c:v>3.5573925068</c:v>
                </c:pt>
                <c:pt idx="441">
                  <c:v>3.5573925068</c:v>
                </c:pt>
                <c:pt idx="442">
                  <c:v>3.55782600881</c:v>
                </c:pt>
                <c:pt idx="443">
                  <c:v>3.55782600881</c:v>
                </c:pt>
                <c:pt idx="444">
                  <c:v>3.56707867855</c:v>
                </c:pt>
                <c:pt idx="445">
                  <c:v>3.56707867855</c:v>
                </c:pt>
                <c:pt idx="446">
                  <c:v>3.58680161276</c:v>
                </c:pt>
                <c:pt idx="447">
                  <c:v>3.58680161276</c:v>
                </c:pt>
                <c:pt idx="448">
                  <c:v>3.58960340331</c:v>
                </c:pt>
                <c:pt idx="449">
                  <c:v>3.58960340331</c:v>
                </c:pt>
                <c:pt idx="450">
                  <c:v>3.59070389112</c:v>
                </c:pt>
                <c:pt idx="451">
                  <c:v>3.59070389112</c:v>
                </c:pt>
                <c:pt idx="452">
                  <c:v>3.59150323617</c:v>
                </c:pt>
                <c:pt idx="453">
                  <c:v>3.59150323617</c:v>
                </c:pt>
                <c:pt idx="454">
                  <c:v>3.59720051228</c:v>
                </c:pt>
                <c:pt idx="455">
                  <c:v>3.59720051228</c:v>
                </c:pt>
                <c:pt idx="456">
                  <c:v>3.60008386281</c:v>
                </c:pt>
                <c:pt idx="457">
                  <c:v>3.60008386281</c:v>
                </c:pt>
                <c:pt idx="458">
                  <c:v>3.60126993245</c:v>
                </c:pt>
                <c:pt idx="459">
                  <c:v>3.60126993245</c:v>
                </c:pt>
                <c:pt idx="460">
                  <c:v>3.60397078495</c:v>
                </c:pt>
                <c:pt idx="461">
                  <c:v>3.60397078495</c:v>
                </c:pt>
                <c:pt idx="462">
                  <c:v>3.60836083259</c:v>
                </c:pt>
                <c:pt idx="463">
                  <c:v>3.60836083259</c:v>
                </c:pt>
                <c:pt idx="464">
                  <c:v>3.6105897138</c:v>
                </c:pt>
                <c:pt idx="465">
                  <c:v>3.6105897138</c:v>
                </c:pt>
                <c:pt idx="466">
                  <c:v>3.62113910138</c:v>
                </c:pt>
                <c:pt idx="467">
                  <c:v>3.62113910138</c:v>
                </c:pt>
                <c:pt idx="468">
                  <c:v>3.62230669913</c:v>
                </c:pt>
                <c:pt idx="469">
                  <c:v>3.62230669913</c:v>
                </c:pt>
                <c:pt idx="470">
                  <c:v>3.62271469219</c:v>
                </c:pt>
                <c:pt idx="471">
                  <c:v>3.62271469219</c:v>
                </c:pt>
                <c:pt idx="472">
                  <c:v>3.62297008547</c:v>
                </c:pt>
                <c:pt idx="473">
                  <c:v>3.62297008547</c:v>
                </c:pt>
                <c:pt idx="474">
                  <c:v>3.62354329224</c:v>
                </c:pt>
                <c:pt idx="475">
                  <c:v>3.62354329224</c:v>
                </c:pt>
                <c:pt idx="476">
                  <c:v>3.62408135949</c:v>
                </c:pt>
                <c:pt idx="477">
                  <c:v>3.62408135949</c:v>
                </c:pt>
                <c:pt idx="478">
                  <c:v>3.63535731342</c:v>
                </c:pt>
                <c:pt idx="479">
                  <c:v>3.63535731342</c:v>
                </c:pt>
                <c:pt idx="480">
                  <c:v>3.6370225455</c:v>
                </c:pt>
                <c:pt idx="481">
                  <c:v>3.6370225455</c:v>
                </c:pt>
                <c:pt idx="482">
                  <c:v>3.64451106518</c:v>
                </c:pt>
                <c:pt idx="483">
                  <c:v>3.64451106518</c:v>
                </c:pt>
                <c:pt idx="484">
                  <c:v>3.64507228485</c:v>
                </c:pt>
                <c:pt idx="485">
                  <c:v>3.64507228485</c:v>
                </c:pt>
                <c:pt idx="486">
                  <c:v>3.64617179725</c:v>
                </c:pt>
                <c:pt idx="487">
                  <c:v>3.64617179725</c:v>
                </c:pt>
                <c:pt idx="488">
                  <c:v>3.64822013891</c:v>
                </c:pt>
                <c:pt idx="489">
                  <c:v>3.64822013891</c:v>
                </c:pt>
                <c:pt idx="490">
                  <c:v>3.65156097241</c:v>
                </c:pt>
                <c:pt idx="491">
                  <c:v>3.65156097241</c:v>
                </c:pt>
                <c:pt idx="492">
                  <c:v>3.66731924475</c:v>
                </c:pt>
                <c:pt idx="493">
                  <c:v>3.66731924475</c:v>
                </c:pt>
                <c:pt idx="494">
                  <c:v>3.67100511829</c:v>
                </c:pt>
                <c:pt idx="495">
                  <c:v>3.67100511829</c:v>
                </c:pt>
                <c:pt idx="496">
                  <c:v>3.68158957486</c:v>
                </c:pt>
                <c:pt idx="497">
                  <c:v>3.68158957486</c:v>
                </c:pt>
                <c:pt idx="498">
                  <c:v>3.6857454469</c:v>
                </c:pt>
                <c:pt idx="499">
                  <c:v>3.6857454469</c:v>
                </c:pt>
                <c:pt idx="500">
                  <c:v>3.69633706223</c:v>
                </c:pt>
                <c:pt idx="501">
                  <c:v>3.69633706223</c:v>
                </c:pt>
                <c:pt idx="502">
                  <c:v>3.69814610327</c:v>
                </c:pt>
                <c:pt idx="503">
                  <c:v>3.69814610327</c:v>
                </c:pt>
                <c:pt idx="504">
                  <c:v>3.71177491887</c:v>
                </c:pt>
                <c:pt idx="505">
                  <c:v>3.71177491887</c:v>
                </c:pt>
                <c:pt idx="506">
                  <c:v>3.71272626975</c:v>
                </c:pt>
                <c:pt idx="507">
                  <c:v>3.71272626975</c:v>
                </c:pt>
                <c:pt idx="508">
                  <c:v>3.72277891719</c:v>
                </c:pt>
                <c:pt idx="509">
                  <c:v>3.72277891719</c:v>
                </c:pt>
                <c:pt idx="510">
                  <c:v>3.72472271673</c:v>
                </c:pt>
                <c:pt idx="511">
                  <c:v>3.72472271673</c:v>
                </c:pt>
                <c:pt idx="512">
                  <c:v>3.72854144766</c:v>
                </c:pt>
                <c:pt idx="513">
                  <c:v>3.72854144766</c:v>
                </c:pt>
                <c:pt idx="514">
                  <c:v>3.73091535393</c:v>
                </c:pt>
                <c:pt idx="515">
                  <c:v>3.73091535393</c:v>
                </c:pt>
                <c:pt idx="516">
                  <c:v>3.73637325691</c:v>
                </c:pt>
                <c:pt idx="517">
                  <c:v>3.73637325691</c:v>
                </c:pt>
                <c:pt idx="518">
                  <c:v>3.74785247933</c:v>
                </c:pt>
                <c:pt idx="519">
                  <c:v>3.74785247933</c:v>
                </c:pt>
                <c:pt idx="520">
                  <c:v>3.75893107046</c:v>
                </c:pt>
                <c:pt idx="521">
                  <c:v>3.75893107046</c:v>
                </c:pt>
                <c:pt idx="522">
                  <c:v>3.76200987494</c:v>
                </c:pt>
                <c:pt idx="523">
                  <c:v>3.76200987494</c:v>
                </c:pt>
                <c:pt idx="524">
                  <c:v>3.77014092855</c:v>
                </c:pt>
                <c:pt idx="525">
                  <c:v>3.77014092855</c:v>
                </c:pt>
                <c:pt idx="526">
                  <c:v>3.77102211771</c:v>
                </c:pt>
                <c:pt idx="527">
                  <c:v>3.77102211771</c:v>
                </c:pt>
                <c:pt idx="528">
                  <c:v>3.77566103926</c:v>
                </c:pt>
                <c:pt idx="529">
                  <c:v>3.77566103926</c:v>
                </c:pt>
                <c:pt idx="530">
                  <c:v>3.77827268459</c:v>
                </c:pt>
                <c:pt idx="531">
                  <c:v>3.77827268459</c:v>
                </c:pt>
                <c:pt idx="532">
                  <c:v>3.77936546321</c:v>
                </c:pt>
                <c:pt idx="533">
                  <c:v>3.77936546321</c:v>
                </c:pt>
                <c:pt idx="534">
                  <c:v>3.77981161493</c:v>
                </c:pt>
                <c:pt idx="535">
                  <c:v>3.77981161493</c:v>
                </c:pt>
                <c:pt idx="536">
                  <c:v>3.81337011976</c:v>
                </c:pt>
                <c:pt idx="537">
                  <c:v>3.81337011976</c:v>
                </c:pt>
                <c:pt idx="538">
                  <c:v>3.82680888376</c:v>
                </c:pt>
                <c:pt idx="539">
                  <c:v>3.82680888376</c:v>
                </c:pt>
                <c:pt idx="540">
                  <c:v>3.82715685764</c:v>
                </c:pt>
                <c:pt idx="541">
                  <c:v>3.82715685764</c:v>
                </c:pt>
                <c:pt idx="542">
                  <c:v>3.82843536495</c:v>
                </c:pt>
                <c:pt idx="543">
                  <c:v>3.82843536495</c:v>
                </c:pt>
                <c:pt idx="544">
                  <c:v>3.8298801511</c:v>
                </c:pt>
                <c:pt idx="545">
                  <c:v>3.8298801511</c:v>
                </c:pt>
                <c:pt idx="546">
                  <c:v>3.8350804745</c:v>
                </c:pt>
                <c:pt idx="547">
                  <c:v>3.8350804745</c:v>
                </c:pt>
                <c:pt idx="548">
                  <c:v>3.837830391</c:v>
                </c:pt>
                <c:pt idx="549">
                  <c:v>3.837830391</c:v>
                </c:pt>
                <c:pt idx="550">
                  <c:v>3.85358492265</c:v>
                </c:pt>
                <c:pt idx="551">
                  <c:v>3.85358492265</c:v>
                </c:pt>
                <c:pt idx="552">
                  <c:v>3.85430159428</c:v>
                </c:pt>
                <c:pt idx="553">
                  <c:v>3.85430159428</c:v>
                </c:pt>
                <c:pt idx="554">
                  <c:v>3.85641510545</c:v>
                </c:pt>
                <c:pt idx="555">
                  <c:v>3.85641510545</c:v>
                </c:pt>
                <c:pt idx="556">
                  <c:v>3.85787711638</c:v>
                </c:pt>
                <c:pt idx="557">
                  <c:v>3.85787711638</c:v>
                </c:pt>
                <c:pt idx="558">
                  <c:v>3.87080300313</c:v>
                </c:pt>
                <c:pt idx="559">
                  <c:v>3.87080300313</c:v>
                </c:pt>
                <c:pt idx="560">
                  <c:v>3.87354381893</c:v>
                </c:pt>
                <c:pt idx="561">
                  <c:v>3.87354381893</c:v>
                </c:pt>
                <c:pt idx="562">
                  <c:v>3.87802532346</c:v>
                </c:pt>
                <c:pt idx="563">
                  <c:v>3.87802532346</c:v>
                </c:pt>
                <c:pt idx="564">
                  <c:v>3.88660604387</c:v>
                </c:pt>
                <c:pt idx="565">
                  <c:v>3.88660604387</c:v>
                </c:pt>
                <c:pt idx="566">
                  <c:v>3.88682065493</c:v>
                </c:pt>
                <c:pt idx="567">
                  <c:v>3.88682065493</c:v>
                </c:pt>
                <c:pt idx="568">
                  <c:v>3.88935219508</c:v>
                </c:pt>
                <c:pt idx="569">
                  <c:v>3.88935219508</c:v>
                </c:pt>
                <c:pt idx="570">
                  <c:v>3.89123855884</c:v>
                </c:pt>
                <c:pt idx="571">
                  <c:v>3.89123855884</c:v>
                </c:pt>
                <c:pt idx="572">
                  <c:v>3.89124415081</c:v>
                </c:pt>
                <c:pt idx="573">
                  <c:v>3.89124415081</c:v>
                </c:pt>
                <c:pt idx="574">
                  <c:v>3.90180691565</c:v>
                </c:pt>
                <c:pt idx="575">
                  <c:v>3.90180691565</c:v>
                </c:pt>
                <c:pt idx="576">
                  <c:v>3.9043648484</c:v>
                </c:pt>
                <c:pt idx="577">
                  <c:v>3.9043648484</c:v>
                </c:pt>
                <c:pt idx="578">
                  <c:v>3.90504681129</c:v>
                </c:pt>
                <c:pt idx="579">
                  <c:v>3.90504681129</c:v>
                </c:pt>
                <c:pt idx="580">
                  <c:v>3.90559841159</c:v>
                </c:pt>
                <c:pt idx="581">
                  <c:v>3.90559841159</c:v>
                </c:pt>
                <c:pt idx="582">
                  <c:v>3.91093945294</c:v>
                </c:pt>
                <c:pt idx="583">
                  <c:v>3.91093945294</c:v>
                </c:pt>
                <c:pt idx="584">
                  <c:v>3.91260585421</c:v>
                </c:pt>
                <c:pt idx="585">
                  <c:v>3.91260585421</c:v>
                </c:pt>
                <c:pt idx="586">
                  <c:v>3.91272310618</c:v>
                </c:pt>
                <c:pt idx="587">
                  <c:v>3.91272310618</c:v>
                </c:pt>
                <c:pt idx="588">
                  <c:v>3.93198945331</c:v>
                </c:pt>
                <c:pt idx="589">
                  <c:v>3.93198945331</c:v>
                </c:pt>
                <c:pt idx="590">
                  <c:v>3.9340366141</c:v>
                </c:pt>
                <c:pt idx="591">
                  <c:v>3.9340366141</c:v>
                </c:pt>
                <c:pt idx="592">
                  <c:v>3.93886464094</c:v>
                </c:pt>
                <c:pt idx="593">
                  <c:v>3.93886464094</c:v>
                </c:pt>
                <c:pt idx="594">
                  <c:v>3.94646359914</c:v>
                </c:pt>
                <c:pt idx="595">
                  <c:v>3.94646359914</c:v>
                </c:pt>
                <c:pt idx="596">
                  <c:v>3.94737960014</c:v>
                </c:pt>
                <c:pt idx="597">
                  <c:v>3.94737960014</c:v>
                </c:pt>
                <c:pt idx="598">
                  <c:v>3.94983009677</c:v>
                </c:pt>
                <c:pt idx="599">
                  <c:v>3.94983009677</c:v>
                </c:pt>
                <c:pt idx="600">
                  <c:v>3.9519724943</c:v>
                </c:pt>
                <c:pt idx="601">
                  <c:v>3.9519724943</c:v>
                </c:pt>
                <c:pt idx="602">
                  <c:v>3.97168399218</c:v>
                </c:pt>
                <c:pt idx="603">
                  <c:v>3.97168399218</c:v>
                </c:pt>
                <c:pt idx="604">
                  <c:v>3.97396048891</c:v>
                </c:pt>
                <c:pt idx="605">
                  <c:v>3.97396048891</c:v>
                </c:pt>
                <c:pt idx="606">
                  <c:v>3.97646281514</c:v>
                </c:pt>
                <c:pt idx="607">
                  <c:v>3.97646281514</c:v>
                </c:pt>
                <c:pt idx="608">
                  <c:v>3.97856081293</c:v>
                </c:pt>
                <c:pt idx="609">
                  <c:v>3.97856081293</c:v>
                </c:pt>
                <c:pt idx="610">
                  <c:v>3.99038279734</c:v>
                </c:pt>
                <c:pt idx="611">
                  <c:v>3.99038279734</c:v>
                </c:pt>
                <c:pt idx="612">
                  <c:v>3.9961930034</c:v>
                </c:pt>
                <c:pt idx="613">
                  <c:v>3.9961930034</c:v>
                </c:pt>
                <c:pt idx="614">
                  <c:v>3.99664039879</c:v>
                </c:pt>
                <c:pt idx="615">
                  <c:v>3.99664039879</c:v>
                </c:pt>
                <c:pt idx="616">
                  <c:v>3.99766455412</c:v>
                </c:pt>
                <c:pt idx="617">
                  <c:v>3.99766455412</c:v>
                </c:pt>
                <c:pt idx="618">
                  <c:v>4.00074151192</c:v>
                </c:pt>
                <c:pt idx="619">
                  <c:v>4.00074151192</c:v>
                </c:pt>
                <c:pt idx="620">
                  <c:v>4.00741026876</c:v>
                </c:pt>
                <c:pt idx="621">
                  <c:v>4.00741026876</c:v>
                </c:pt>
                <c:pt idx="622">
                  <c:v>4.00749241361</c:v>
                </c:pt>
                <c:pt idx="623">
                  <c:v>4.00749241361</c:v>
                </c:pt>
                <c:pt idx="624">
                  <c:v>4.00926311633</c:v>
                </c:pt>
                <c:pt idx="625">
                  <c:v>4.00926311633</c:v>
                </c:pt>
                <c:pt idx="626">
                  <c:v>4.01461221696</c:v>
                </c:pt>
                <c:pt idx="627">
                  <c:v>4.01461221696</c:v>
                </c:pt>
                <c:pt idx="628">
                  <c:v>4.01621695186</c:v>
                </c:pt>
                <c:pt idx="629">
                  <c:v>4.01621695186</c:v>
                </c:pt>
                <c:pt idx="630">
                  <c:v>4.0206103106</c:v>
                </c:pt>
                <c:pt idx="631">
                  <c:v>4.0206103106</c:v>
                </c:pt>
                <c:pt idx="632">
                  <c:v>4.0253201063</c:v>
                </c:pt>
                <c:pt idx="633">
                  <c:v>4.0253201063</c:v>
                </c:pt>
                <c:pt idx="634">
                  <c:v>4.02649864137</c:v>
                </c:pt>
                <c:pt idx="635">
                  <c:v>4.02649864137</c:v>
                </c:pt>
                <c:pt idx="636">
                  <c:v>4.03136929349</c:v>
                </c:pt>
                <c:pt idx="637">
                  <c:v>4.03136929349</c:v>
                </c:pt>
                <c:pt idx="638">
                  <c:v>4.04500747471</c:v>
                </c:pt>
                <c:pt idx="639">
                  <c:v>4.04500747471</c:v>
                </c:pt>
                <c:pt idx="640">
                  <c:v>4.04894842613</c:v>
                </c:pt>
                <c:pt idx="641">
                  <c:v>4.04894842613</c:v>
                </c:pt>
                <c:pt idx="642">
                  <c:v>4.04976545934</c:v>
                </c:pt>
                <c:pt idx="643">
                  <c:v>4.04976545934</c:v>
                </c:pt>
                <c:pt idx="644">
                  <c:v>4.05437182742</c:v>
                </c:pt>
                <c:pt idx="645">
                  <c:v>4.05437182742</c:v>
                </c:pt>
                <c:pt idx="646">
                  <c:v>4.05514122999</c:v>
                </c:pt>
                <c:pt idx="647">
                  <c:v>4.05514122999</c:v>
                </c:pt>
                <c:pt idx="648">
                  <c:v>4.06969647011</c:v>
                </c:pt>
                <c:pt idx="649">
                  <c:v>4.06969647011</c:v>
                </c:pt>
                <c:pt idx="650">
                  <c:v>4.08401072096</c:v>
                </c:pt>
                <c:pt idx="651">
                  <c:v>4.08401072096</c:v>
                </c:pt>
                <c:pt idx="652">
                  <c:v>4.08802731867</c:v>
                </c:pt>
                <c:pt idx="653">
                  <c:v>4.08802731867</c:v>
                </c:pt>
                <c:pt idx="654">
                  <c:v>4.09334942135</c:v>
                </c:pt>
                <c:pt idx="655">
                  <c:v>4.09334942135</c:v>
                </c:pt>
                <c:pt idx="656">
                  <c:v>4.09485394448</c:v>
                </c:pt>
                <c:pt idx="657">
                  <c:v>4.09485394448</c:v>
                </c:pt>
                <c:pt idx="658">
                  <c:v>4.10015335968</c:v>
                </c:pt>
                <c:pt idx="659">
                  <c:v>4.10015335968</c:v>
                </c:pt>
                <c:pt idx="660">
                  <c:v>4.10647948535</c:v>
                </c:pt>
                <c:pt idx="661">
                  <c:v>4.10647948535</c:v>
                </c:pt>
                <c:pt idx="662">
                  <c:v>4.12296469027</c:v>
                </c:pt>
                <c:pt idx="663">
                  <c:v>4.12296469027</c:v>
                </c:pt>
                <c:pt idx="664">
                  <c:v>4.13982944922</c:v>
                </c:pt>
                <c:pt idx="665">
                  <c:v>4.13982944922</c:v>
                </c:pt>
                <c:pt idx="666">
                  <c:v>4.14458857568</c:v>
                </c:pt>
                <c:pt idx="667">
                  <c:v>4.14458857568</c:v>
                </c:pt>
                <c:pt idx="668">
                  <c:v>4.15858272815</c:v>
                </c:pt>
                <c:pt idx="669">
                  <c:v>4.15858272815</c:v>
                </c:pt>
                <c:pt idx="670">
                  <c:v>4.16615851647</c:v>
                </c:pt>
                <c:pt idx="671">
                  <c:v>4.16615851647</c:v>
                </c:pt>
                <c:pt idx="672">
                  <c:v>4.16821663853</c:v>
                </c:pt>
                <c:pt idx="673">
                  <c:v>4.16821663853</c:v>
                </c:pt>
                <c:pt idx="674">
                  <c:v>4.17685909621</c:v>
                </c:pt>
                <c:pt idx="675">
                  <c:v>4.17685909621</c:v>
                </c:pt>
                <c:pt idx="676">
                  <c:v>4.176863553</c:v>
                </c:pt>
                <c:pt idx="677">
                  <c:v>4.176863553</c:v>
                </c:pt>
                <c:pt idx="678">
                  <c:v>4.17691201459</c:v>
                </c:pt>
                <c:pt idx="679">
                  <c:v>4.17691201459</c:v>
                </c:pt>
                <c:pt idx="680">
                  <c:v>4.17911624331</c:v>
                </c:pt>
                <c:pt idx="681">
                  <c:v>4.17911624331</c:v>
                </c:pt>
                <c:pt idx="682">
                  <c:v>4.18013733659</c:v>
                </c:pt>
                <c:pt idx="683">
                  <c:v>4.18013733659</c:v>
                </c:pt>
                <c:pt idx="684">
                  <c:v>4.20925598699</c:v>
                </c:pt>
                <c:pt idx="685">
                  <c:v>4.20925598699</c:v>
                </c:pt>
                <c:pt idx="686">
                  <c:v>4.21245701216</c:v>
                </c:pt>
                <c:pt idx="687">
                  <c:v>4.21245701216</c:v>
                </c:pt>
                <c:pt idx="688">
                  <c:v>4.21429835151</c:v>
                </c:pt>
                <c:pt idx="689">
                  <c:v>4.21429835151</c:v>
                </c:pt>
                <c:pt idx="690">
                  <c:v>4.21492225588</c:v>
                </c:pt>
                <c:pt idx="691">
                  <c:v>4.21492225588</c:v>
                </c:pt>
                <c:pt idx="692">
                  <c:v>4.21678191438</c:v>
                </c:pt>
                <c:pt idx="693">
                  <c:v>4.21678191438</c:v>
                </c:pt>
                <c:pt idx="694">
                  <c:v>4.2203344703</c:v>
                </c:pt>
                <c:pt idx="695">
                  <c:v>4.2203344703</c:v>
                </c:pt>
                <c:pt idx="696">
                  <c:v>4.22865991881</c:v>
                </c:pt>
                <c:pt idx="697">
                  <c:v>4.22865991881</c:v>
                </c:pt>
                <c:pt idx="698">
                  <c:v>4.22970102242</c:v>
                </c:pt>
                <c:pt idx="699">
                  <c:v>4.22970102242</c:v>
                </c:pt>
                <c:pt idx="700">
                  <c:v>4.23209189577</c:v>
                </c:pt>
                <c:pt idx="701">
                  <c:v>4.23209189577</c:v>
                </c:pt>
                <c:pt idx="702">
                  <c:v>4.23387309499</c:v>
                </c:pt>
                <c:pt idx="703">
                  <c:v>4.23387309499</c:v>
                </c:pt>
                <c:pt idx="704">
                  <c:v>4.24208121803</c:v>
                </c:pt>
                <c:pt idx="705">
                  <c:v>4.24208121803</c:v>
                </c:pt>
                <c:pt idx="706">
                  <c:v>4.24715048856</c:v>
                </c:pt>
                <c:pt idx="707">
                  <c:v>4.24715048856</c:v>
                </c:pt>
                <c:pt idx="708">
                  <c:v>4.24784886222</c:v>
                </c:pt>
                <c:pt idx="709">
                  <c:v>4.24784886222</c:v>
                </c:pt>
                <c:pt idx="710">
                  <c:v>4.25348108835</c:v>
                </c:pt>
                <c:pt idx="711">
                  <c:v>4.25348108835</c:v>
                </c:pt>
                <c:pt idx="712">
                  <c:v>4.26471940615</c:v>
                </c:pt>
                <c:pt idx="713">
                  <c:v>4.26471940615</c:v>
                </c:pt>
                <c:pt idx="714">
                  <c:v>4.27731248611</c:v>
                </c:pt>
                <c:pt idx="715">
                  <c:v>4.27731248611</c:v>
                </c:pt>
                <c:pt idx="716">
                  <c:v>4.28152976348</c:v>
                </c:pt>
                <c:pt idx="717">
                  <c:v>4.28152976348</c:v>
                </c:pt>
                <c:pt idx="718">
                  <c:v>4.28473058184</c:v>
                </c:pt>
                <c:pt idx="719">
                  <c:v>4.28473058184</c:v>
                </c:pt>
                <c:pt idx="720">
                  <c:v>4.2853856942</c:v>
                </c:pt>
                <c:pt idx="721">
                  <c:v>4.2853856942</c:v>
                </c:pt>
                <c:pt idx="722">
                  <c:v>4.28692503659</c:v>
                </c:pt>
                <c:pt idx="723">
                  <c:v>4.28692503659</c:v>
                </c:pt>
                <c:pt idx="724">
                  <c:v>4.28705284853</c:v>
                </c:pt>
                <c:pt idx="725">
                  <c:v>4.28705284853</c:v>
                </c:pt>
                <c:pt idx="726">
                  <c:v>4.28804840153</c:v>
                </c:pt>
                <c:pt idx="727">
                  <c:v>4.28804840153</c:v>
                </c:pt>
                <c:pt idx="728">
                  <c:v>4.29507652382</c:v>
                </c:pt>
                <c:pt idx="729">
                  <c:v>4.29507652382</c:v>
                </c:pt>
                <c:pt idx="730">
                  <c:v>4.3015465581</c:v>
                </c:pt>
                <c:pt idx="731">
                  <c:v>4.3015465581</c:v>
                </c:pt>
                <c:pt idx="732">
                  <c:v>4.30185783074</c:v>
                </c:pt>
                <c:pt idx="733">
                  <c:v>4.30185783074</c:v>
                </c:pt>
                <c:pt idx="734">
                  <c:v>4.30715154613</c:v>
                </c:pt>
                <c:pt idx="735">
                  <c:v>4.30715154613</c:v>
                </c:pt>
                <c:pt idx="736">
                  <c:v>4.30949370573</c:v>
                </c:pt>
                <c:pt idx="737">
                  <c:v>4.30949370573</c:v>
                </c:pt>
                <c:pt idx="738">
                  <c:v>4.3135304784</c:v>
                </c:pt>
                <c:pt idx="739">
                  <c:v>4.3135304784</c:v>
                </c:pt>
                <c:pt idx="740">
                  <c:v>4.31586921042</c:v>
                </c:pt>
                <c:pt idx="741">
                  <c:v>4.31586921042</c:v>
                </c:pt>
                <c:pt idx="742">
                  <c:v>4.32060841093</c:v>
                </c:pt>
                <c:pt idx="743">
                  <c:v>4.32060841093</c:v>
                </c:pt>
                <c:pt idx="744">
                  <c:v>4.32174938228</c:v>
                </c:pt>
                <c:pt idx="745">
                  <c:v>4.32174938228</c:v>
                </c:pt>
                <c:pt idx="746">
                  <c:v>4.32223650164</c:v>
                </c:pt>
                <c:pt idx="747">
                  <c:v>4.32223650164</c:v>
                </c:pt>
                <c:pt idx="748">
                  <c:v>4.32258737068</c:v>
                </c:pt>
                <c:pt idx="749">
                  <c:v>4.32258737068</c:v>
                </c:pt>
                <c:pt idx="750">
                  <c:v>4.32797069967</c:v>
                </c:pt>
                <c:pt idx="751">
                  <c:v>4.32797069967</c:v>
                </c:pt>
                <c:pt idx="752">
                  <c:v>4.3369546727</c:v>
                </c:pt>
                <c:pt idx="753">
                  <c:v>4.3369546727</c:v>
                </c:pt>
                <c:pt idx="754">
                  <c:v>4.34329464344</c:v>
                </c:pt>
                <c:pt idx="755">
                  <c:v>4.34329464344</c:v>
                </c:pt>
                <c:pt idx="756">
                  <c:v>4.34547089513</c:v>
                </c:pt>
                <c:pt idx="757">
                  <c:v>4.34547089513</c:v>
                </c:pt>
                <c:pt idx="758">
                  <c:v>4.35115569021</c:v>
                </c:pt>
                <c:pt idx="759">
                  <c:v>4.35115569021</c:v>
                </c:pt>
                <c:pt idx="760">
                  <c:v>4.35518380637</c:v>
                </c:pt>
                <c:pt idx="761">
                  <c:v>4.35518380637</c:v>
                </c:pt>
                <c:pt idx="762">
                  <c:v>4.35970062619</c:v>
                </c:pt>
                <c:pt idx="763">
                  <c:v>4.35970062619</c:v>
                </c:pt>
                <c:pt idx="764">
                  <c:v>4.36370348496</c:v>
                </c:pt>
                <c:pt idx="765">
                  <c:v>4.36370348496</c:v>
                </c:pt>
                <c:pt idx="766">
                  <c:v>4.37850098104</c:v>
                </c:pt>
                <c:pt idx="767">
                  <c:v>4.37850098104</c:v>
                </c:pt>
                <c:pt idx="768">
                  <c:v>4.38256029848</c:v>
                </c:pt>
                <c:pt idx="769">
                  <c:v>4.38256029848</c:v>
                </c:pt>
                <c:pt idx="770">
                  <c:v>4.38786236704</c:v>
                </c:pt>
                <c:pt idx="771">
                  <c:v>4.38786236704</c:v>
                </c:pt>
                <c:pt idx="772">
                  <c:v>4.39334126372</c:v>
                </c:pt>
                <c:pt idx="773">
                  <c:v>4.39334126372</c:v>
                </c:pt>
                <c:pt idx="774">
                  <c:v>4.39367888837</c:v>
                </c:pt>
                <c:pt idx="775">
                  <c:v>4.39367888837</c:v>
                </c:pt>
                <c:pt idx="776">
                  <c:v>4.39805916583</c:v>
                </c:pt>
                <c:pt idx="777">
                  <c:v>4.39805916583</c:v>
                </c:pt>
                <c:pt idx="778">
                  <c:v>4.40439489642</c:v>
                </c:pt>
                <c:pt idx="779">
                  <c:v>4.40439489642</c:v>
                </c:pt>
                <c:pt idx="780">
                  <c:v>4.40966862649</c:v>
                </c:pt>
                <c:pt idx="781">
                  <c:v>4.40966862649</c:v>
                </c:pt>
                <c:pt idx="782">
                  <c:v>4.41171832989</c:v>
                </c:pt>
                <c:pt idx="783">
                  <c:v>4.41171832989</c:v>
                </c:pt>
                <c:pt idx="784">
                  <c:v>4.42205669319</c:v>
                </c:pt>
                <c:pt idx="785">
                  <c:v>4.42205669319</c:v>
                </c:pt>
                <c:pt idx="786">
                  <c:v>4.42412564188</c:v>
                </c:pt>
                <c:pt idx="787">
                  <c:v>4.42412564188</c:v>
                </c:pt>
                <c:pt idx="788">
                  <c:v>4.42640600342</c:v>
                </c:pt>
                <c:pt idx="789">
                  <c:v>4.42640600342</c:v>
                </c:pt>
                <c:pt idx="790">
                  <c:v>4.43161414627</c:v>
                </c:pt>
                <c:pt idx="791">
                  <c:v>4.43161414627</c:v>
                </c:pt>
                <c:pt idx="792">
                  <c:v>4.4322116116</c:v>
                </c:pt>
                <c:pt idx="793">
                  <c:v>4.4322116116</c:v>
                </c:pt>
                <c:pt idx="794">
                  <c:v>4.43938175761</c:v>
                </c:pt>
                <c:pt idx="795">
                  <c:v>4.43938175761</c:v>
                </c:pt>
                <c:pt idx="796">
                  <c:v>4.45440650147</c:v>
                </c:pt>
                <c:pt idx="797">
                  <c:v>4.45440650147</c:v>
                </c:pt>
                <c:pt idx="798">
                  <c:v>4.46070944074</c:v>
                </c:pt>
                <c:pt idx="799">
                  <c:v>4.46070944074</c:v>
                </c:pt>
                <c:pt idx="800">
                  <c:v>4.46093506319</c:v>
                </c:pt>
                <c:pt idx="801">
                  <c:v>4.46093506319</c:v>
                </c:pt>
                <c:pt idx="802">
                  <c:v>4.46754784237</c:v>
                </c:pt>
                <c:pt idx="803">
                  <c:v>4.46754784237</c:v>
                </c:pt>
                <c:pt idx="804">
                  <c:v>4.47015056059</c:v>
                </c:pt>
                <c:pt idx="805">
                  <c:v>4.47015056059</c:v>
                </c:pt>
                <c:pt idx="806">
                  <c:v>4.47209910248</c:v>
                </c:pt>
                <c:pt idx="807">
                  <c:v>4.47209910248</c:v>
                </c:pt>
                <c:pt idx="808">
                  <c:v>4.47253868426</c:v>
                </c:pt>
                <c:pt idx="809">
                  <c:v>4.47253868426</c:v>
                </c:pt>
                <c:pt idx="810">
                  <c:v>4.47282366717</c:v>
                </c:pt>
                <c:pt idx="811">
                  <c:v>4.47282366717</c:v>
                </c:pt>
                <c:pt idx="812">
                  <c:v>4.47316138947</c:v>
                </c:pt>
                <c:pt idx="813">
                  <c:v>4.47316138947</c:v>
                </c:pt>
                <c:pt idx="814">
                  <c:v>4.47893041183</c:v>
                </c:pt>
                <c:pt idx="815">
                  <c:v>4.47893041183</c:v>
                </c:pt>
                <c:pt idx="816">
                  <c:v>4.47952155469</c:v>
                </c:pt>
                <c:pt idx="817">
                  <c:v>4.47952155469</c:v>
                </c:pt>
                <c:pt idx="818">
                  <c:v>4.48473829216</c:v>
                </c:pt>
                <c:pt idx="819">
                  <c:v>4.48473829216</c:v>
                </c:pt>
                <c:pt idx="820">
                  <c:v>4.48615050631</c:v>
                </c:pt>
                <c:pt idx="821">
                  <c:v>4.48615050631</c:v>
                </c:pt>
                <c:pt idx="822">
                  <c:v>4.48748804395</c:v>
                </c:pt>
                <c:pt idx="823">
                  <c:v>4.48748804395</c:v>
                </c:pt>
                <c:pt idx="824">
                  <c:v>4.49973439758</c:v>
                </c:pt>
                <c:pt idx="825">
                  <c:v>4.49973439758</c:v>
                </c:pt>
                <c:pt idx="826">
                  <c:v>4.50551219686</c:v>
                </c:pt>
                <c:pt idx="827">
                  <c:v>4.50551219686</c:v>
                </c:pt>
                <c:pt idx="828">
                  <c:v>4.51062193434</c:v>
                </c:pt>
                <c:pt idx="829">
                  <c:v>4.51062193434</c:v>
                </c:pt>
                <c:pt idx="830">
                  <c:v>4.51099351541</c:v>
                </c:pt>
                <c:pt idx="831">
                  <c:v>4.51099351541</c:v>
                </c:pt>
                <c:pt idx="832">
                  <c:v>4.51101346695</c:v>
                </c:pt>
                <c:pt idx="833">
                  <c:v>4.51101346695</c:v>
                </c:pt>
                <c:pt idx="834">
                  <c:v>4.51940462682</c:v>
                </c:pt>
                <c:pt idx="835">
                  <c:v>4.51940462682</c:v>
                </c:pt>
                <c:pt idx="836">
                  <c:v>4.52810255476</c:v>
                </c:pt>
                <c:pt idx="837">
                  <c:v>4.52810255476</c:v>
                </c:pt>
                <c:pt idx="838">
                  <c:v>4.52829797591</c:v>
                </c:pt>
                <c:pt idx="839">
                  <c:v>4.52829797591</c:v>
                </c:pt>
                <c:pt idx="840">
                  <c:v>4.53877515824</c:v>
                </c:pt>
                <c:pt idx="841">
                  <c:v>4.53877515824</c:v>
                </c:pt>
                <c:pt idx="842">
                  <c:v>4.54332780525</c:v>
                </c:pt>
                <c:pt idx="843">
                  <c:v>4.54332780525</c:v>
                </c:pt>
                <c:pt idx="844">
                  <c:v>4.5527612147</c:v>
                </c:pt>
                <c:pt idx="845">
                  <c:v>4.5527612147</c:v>
                </c:pt>
                <c:pt idx="846">
                  <c:v>4.55415824991</c:v>
                </c:pt>
                <c:pt idx="847">
                  <c:v>4.55415824991</c:v>
                </c:pt>
                <c:pt idx="848">
                  <c:v>4.55516471767</c:v>
                </c:pt>
                <c:pt idx="849">
                  <c:v>4.55516471767</c:v>
                </c:pt>
                <c:pt idx="850">
                  <c:v>4.55667557818</c:v>
                </c:pt>
                <c:pt idx="851">
                  <c:v>4.55667557818</c:v>
                </c:pt>
                <c:pt idx="852">
                  <c:v>4.55834608982</c:v>
                </c:pt>
                <c:pt idx="853">
                  <c:v>4.55834608982</c:v>
                </c:pt>
                <c:pt idx="854">
                  <c:v>4.56835218259</c:v>
                </c:pt>
                <c:pt idx="855">
                  <c:v>4.56835218259</c:v>
                </c:pt>
                <c:pt idx="856">
                  <c:v>4.57220941486</c:v>
                </c:pt>
                <c:pt idx="857">
                  <c:v>4.57220941486</c:v>
                </c:pt>
                <c:pt idx="858">
                  <c:v>4.57401843123</c:v>
                </c:pt>
                <c:pt idx="859">
                  <c:v>4.57401843123</c:v>
                </c:pt>
                <c:pt idx="860">
                  <c:v>4.57993150797</c:v>
                </c:pt>
                <c:pt idx="861">
                  <c:v>4.57993150797</c:v>
                </c:pt>
                <c:pt idx="862">
                  <c:v>4.58179726932</c:v>
                </c:pt>
                <c:pt idx="863">
                  <c:v>4.58179726932</c:v>
                </c:pt>
                <c:pt idx="864">
                  <c:v>4.5838596857</c:v>
                </c:pt>
                <c:pt idx="865">
                  <c:v>4.5838596857</c:v>
                </c:pt>
                <c:pt idx="866">
                  <c:v>4.60478443116</c:v>
                </c:pt>
                <c:pt idx="867">
                  <c:v>4.60478443116</c:v>
                </c:pt>
                <c:pt idx="868">
                  <c:v>4.61035770057</c:v>
                </c:pt>
                <c:pt idx="869">
                  <c:v>4.61035770057</c:v>
                </c:pt>
                <c:pt idx="870">
                  <c:v>4.61403386137</c:v>
                </c:pt>
                <c:pt idx="871">
                  <c:v>4.61403386137</c:v>
                </c:pt>
                <c:pt idx="872">
                  <c:v>4.61522275147</c:v>
                </c:pt>
                <c:pt idx="873">
                  <c:v>4.61522275147</c:v>
                </c:pt>
                <c:pt idx="874">
                  <c:v>4.61744357262</c:v>
                </c:pt>
                <c:pt idx="875">
                  <c:v>4.61744357262</c:v>
                </c:pt>
                <c:pt idx="876">
                  <c:v>4.61923821796</c:v>
                </c:pt>
                <c:pt idx="877">
                  <c:v>4.61923821796</c:v>
                </c:pt>
                <c:pt idx="878">
                  <c:v>4.6261468348</c:v>
                </c:pt>
                <c:pt idx="879">
                  <c:v>4.6261468348</c:v>
                </c:pt>
                <c:pt idx="880">
                  <c:v>4.64201717071</c:v>
                </c:pt>
                <c:pt idx="881">
                  <c:v>4.64201717071</c:v>
                </c:pt>
                <c:pt idx="882">
                  <c:v>4.64394649586</c:v>
                </c:pt>
                <c:pt idx="883">
                  <c:v>4.64394649586</c:v>
                </c:pt>
                <c:pt idx="884">
                  <c:v>4.6495424812</c:v>
                </c:pt>
                <c:pt idx="885">
                  <c:v>4.6495424812</c:v>
                </c:pt>
                <c:pt idx="886">
                  <c:v>4.65033822517</c:v>
                </c:pt>
                <c:pt idx="887">
                  <c:v>4.65033822517</c:v>
                </c:pt>
                <c:pt idx="888">
                  <c:v>4.65493865678</c:v>
                </c:pt>
                <c:pt idx="889">
                  <c:v>4.65493865678</c:v>
                </c:pt>
                <c:pt idx="890">
                  <c:v>4.65619788998</c:v>
                </c:pt>
                <c:pt idx="891">
                  <c:v>4.65619788998</c:v>
                </c:pt>
                <c:pt idx="892">
                  <c:v>4.67049517034</c:v>
                </c:pt>
                <c:pt idx="893">
                  <c:v>4.67049517034</c:v>
                </c:pt>
                <c:pt idx="894">
                  <c:v>4.67102401532</c:v>
                </c:pt>
                <c:pt idx="895">
                  <c:v>4.67102401532</c:v>
                </c:pt>
                <c:pt idx="896">
                  <c:v>4.67165646907</c:v>
                </c:pt>
                <c:pt idx="897">
                  <c:v>4.67165646907</c:v>
                </c:pt>
                <c:pt idx="898">
                  <c:v>4.67300816298</c:v>
                </c:pt>
                <c:pt idx="899">
                  <c:v>4.67300816298</c:v>
                </c:pt>
                <c:pt idx="900">
                  <c:v>4.67341121796</c:v>
                </c:pt>
                <c:pt idx="901">
                  <c:v>4.67341121796</c:v>
                </c:pt>
                <c:pt idx="902">
                  <c:v>4.67359800342</c:v>
                </c:pt>
                <c:pt idx="903">
                  <c:v>4.67359800342</c:v>
                </c:pt>
                <c:pt idx="904">
                  <c:v>4.67748277229</c:v>
                </c:pt>
                <c:pt idx="905">
                  <c:v>4.67748277229</c:v>
                </c:pt>
                <c:pt idx="906">
                  <c:v>4.678023997</c:v>
                </c:pt>
                <c:pt idx="907">
                  <c:v>4.678023997</c:v>
                </c:pt>
                <c:pt idx="908">
                  <c:v>4.67988882759</c:v>
                </c:pt>
                <c:pt idx="909">
                  <c:v>4.67988882759</c:v>
                </c:pt>
                <c:pt idx="910">
                  <c:v>4.68602951001</c:v>
                </c:pt>
                <c:pt idx="911">
                  <c:v>4.68602951001</c:v>
                </c:pt>
                <c:pt idx="912">
                  <c:v>4.68625416061</c:v>
                </c:pt>
                <c:pt idx="913">
                  <c:v>4.68625416061</c:v>
                </c:pt>
                <c:pt idx="914">
                  <c:v>4.69342740001</c:v>
                </c:pt>
                <c:pt idx="915">
                  <c:v>4.69342740001</c:v>
                </c:pt>
                <c:pt idx="916">
                  <c:v>4.69570370635</c:v>
                </c:pt>
                <c:pt idx="917">
                  <c:v>4.69570370635</c:v>
                </c:pt>
                <c:pt idx="918">
                  <c:v>4.6981999405</c:v>
                </c:pt>
                <c:pt idx="919">
                  <c:v>4.6981999405</c:v>
                </c:pt>
                <c:pt idx="920">
                  <c:v>4.69890577059</c:v>
                </c:pt>
                <c:pt idx="921">
                  <c:v>4.69890577059</c:v>
                </c:pt>
                <c:pt idx="922">
                  <c:v>4.70715971685</c:v>
                </c:pt>
                <c:pt idx="923">
                  <c:v>4.70715971685</c:v>
                </c:pt>
                <c:pt idx="924">
                  <c:v>4.7084245961</c:v>
                </c:pt>
                <c:pt idx="925">
                  <c:v>4.7084245961</c:v>
                </c:pt>
                <c:pt idx="926">
                  <c:v>4.71339428709</c:v>
                </c:pt>
                <c:pt idx="927">
                  <c:v>4.71339428709</c:v>
                </c:pt>
                <c:pt idx="928">
                  <c:v>4.71673046792</c:v>
                </c:pt>
                <c:pt idx="929">
                  <c:v>4.71673046792</c:v>
                </c:pt>
                <c:pt idx="930">
                  <c:v>4.71884050902</c:v>
                </c:pt>
                <c:pt idx="931">
                  <c:v>4.71884050902</c:v>
                </c:pt>
                <c:pt idx="932">
                  <c:v>4.72180191035</c:v>
                </c:pt>
                <c:pt idx="933">
                  <c:v>4.72180191035</c:v>
                </c:pt>
                <c:pt idx="934">
                  <c:v>4.72561913936</c:v>
                </c:pt>
                <c:pt idx="935">
                  <c:v>4.72561913936</c:v>
                </c:pt>
                <c:pt idx="936">
                  <c:v>4.73170983741</c:v>
                </c:pt>
                <c:pt idx="937">
                  <c:v>4.73170983741</c:v>
                </c:pt>
                <c:pt idx="938">
                  <c:v>4.74760220679</c:v>
                </c:pt>
                <c:pt idx="939">
                  <c:v>4.74760220679</c:v>
                </c:pt>
                <c:pt idx="940">
                  <c:v>4.75476326227</c:v>
                </c:pt>
                <c:pt idx="941">
                  <c:v>4.75476326227</c:v>
                </c:pt>
                <c:pt idx="942">
                  <c:v>4.75705786045</c:v>
                </c:pt>
                <c:pt idx="943">
                  <c:v>4.75705786045</c:v>
                </c:pt>
                <c:pt idx="944">
                  <c:v>4.76378179728</c:v>
                </c:pt>
                <c:pt idx="945">
                  <c:v>4.76378179728</c:v>
                </c:pt>
                <c:pt idx="946">
                  <c:v>4.76645306228</c:v>
                </c:pt>
                <c:pt idx="947">
                  <c:v>4.76645306228</c:v>
                </c:pt>
                <c:pt idx="948">
                  <c:v>4.76657077012</c:v>
                </c:pt>
                <c:pt idx="949">
                  <c:v>4.76657077012</c:v>
                </c:pt>
                <c:pt idx="950">
                  <c:v>4.77989045552</c:v>
                </c:pt>
                <c:pt idx="951">
                  <c:v>4.77989045552</c:v>
                </c:pt>
                <c:pt idx="952">
                  <c:v>4.78153031906</c:v>
                </c:pt>
                <c:pt idx="953">
                  <c:v>4.78153031906</c:v>
                </c:pt>
                <c:pt idx="954">
                  <c:v>4.78339570767</c:v>
                </c:pt>
                <c:pt idx="955">
                  <c:v>4.78339570767</c:v>
                </c:pt>
                <c:pt idx="956">
                  <c:v>4.78415449254</c:v>
                </c:pt>
                <c:pt idx="957">
                  <c:v>4.78415449254</c:v>
                </c:pt>
                <c:pt idx="958">
                  <c:v>4.78887015642</c:v>
                </c:pt>
                <c:pt idx="959">
                  <c:v>4.78887015642</c:v>
                </c:pt>
                <c:pt idx="960">
                  <c:v>4.80353854788</c:v>
                </c:pt>
                <c:pt idx="961">
                  <c:v>4.80353854788</c:v>
                </c:pt>
                <c:pt idx="962">
                  <c:v>4.80815024328</c:v>
                </c:pt>
                <c:pt idx="963">
                  <c:v>4.80815024328</c:v>
                </c:pt>
                <c:pt idx="964">
                  <c:v>4.81409432815</c:v>
                </c:pt>
                <c:pt idx="965">
                  <c:v>4.81409432815</c:v>
                </c:pt>
                <c:pt idx="966">
                  <c:v>4.81788017293</c:v>
                </c:pt>
                <c:pt idx="967">
                  <c:v>4.81788017293</c:v>
                </c:pt>
                <c:pt idx="968">
                  <c:v>4.8228232463</c:v>
                </c:pt>
                <c:pt idx="969">
                  <c:v>4.8228232463</c:v>
                </c:pt>
                <c:pt idx="970">
                  <c:v>4.82371391889</c:v>
                </c:pt>
                <c:pt idx="971">
                  <c:v>4.82371391889</c:v>
                </c:pt>
                <c:pt idx="972">
                  <c:v>4.8322286249</c:v>
                </c:pt>
                <c:pt idx="973">
                  <c:v>4.8322286249</c:v>
                </c:pt>
                <c:pt idx="974">
                  <c:v>4.84083951129</c:v>
                </c:pt>
                <c:pt idx="975">
                  <c:v>4.84083951129</c:v>
                </c:pt>
                <c:pt idx="976">
                  <c:v>4.84294688571</c:v>
                </c:pt>
                <c:pt idx="977">
                  <c:v>4.84294688571</c:v>
                </c:pt>
                <c:pt idx="978">
                  <c:v>4.84377249481</c:v>
                </c:pt>
                <c:pt idx="979">
                  <c:v>4.84377249481</c:v>
                </c:pt>
                <c:pt idx="980">
                  <c:v>4.84402659493</c:v>
                </c:pt>
                <c:pt idx="981">
                  <c:v>4.84402659493</c:v>
                </c:pt>
                <c:pt idx="982">
                  <c:v>4.84804329564</c:v>
                </c:pt>
                <c:pt idx="983">
                  <c:v>4.84804329564</c:v>
                </c:pt>
                <c:pt idx="984">
                  <c:v>4.84892816006</c:v>
                </c:pt>
                <c:pt idx="985">
                  <c:v>4.84892816006</c:v>
                </c:pt>
                <c:pt idx="986">
                  <c:v>4.85266591479</c:v>
                </c:pt>
                <c:pt idx="987">
                  <c:v>4.85266591479</c:v>
                </c:pt>
                <c:pt idx="988">
                  <c:v>4.86952051501</c:v>
                </c:pt>
                <c:pt idx="989">
                  <c:v>4.86952051501</c:v>
                </c:pt>
                <c:pt idx="990">
                  <c:v>4.8710484986</c:v>
                </c:pt>
                <c:pt idx="991">
                  <c:v>4.8710484986</c:v>
                </c:pt>
                <c:pt idx="992">
                  <c:v>4.87887663305</c:v>
                </c:pt>
                <c:pt idx="993">
                  <c:v>4.87887663305</c:v>
                </c:pt>
                <c:pt idx="994">
                  <c:v>4.88023189913</c:v>
                </c:pt>
                <c:pt idx="995">
                  <c:v>4.88023189913</c:v>
                </c:pt>
                <c:pt idx="996">
                  <c:v>4.88590537237</c:v>
                </c:pt>
                <c:pt idx="997">
                  <c:v>4.88590537237</c:v>
                </c:pt>
                <c:pt idx="998">
                  <c:v>4.8871021923</c:v>
                </c:pt>
                <c:pt idx="999">
                  <c:v>4.8871021923</c:v>
                </c:pt>
                <c:pt idx="1000">
                  <c:v>4.88989448402</c:v>
                </c:pt>
                <c:pt idx="1001">
                  <c:v>4.88989448402</c:v>
                </c:pt>
                <c:pt idx="1002">
                  <c:v>4.90181556601</c:v>
                </c:pt>
                <c:pt idx="1003">
                  <c:v>4.90181556601</c:v>
                </c:pt>
                <c:pt idx="1004">
                  <c:v>4.91162378637</c:v>
                </c:pt>
                <c:pt idx="1005">
                  <c:v>4.91162378637</c:v>
                </c:pt>
                <c:pt idx="1006">
                  <c:v>4.91251231774</c:v>
                </c:pt>
                <c:pt idx="1007">
                  <c:v>4.91251231774</c:v>
                </c:pt>
                <c:pt idx="1008">
                  <c:v>4.9126891224</c:v>
                </c:pt>
                <c:pt idx="1009">
                  <c:v>4.9126891224</c:v>
                </c:pt>
                <c:pt idx="1010">
                  <c:v>4.92223922448</c:v>
                </c:pt>
                <c:pt idx="1011">
                  <c:v>4.92223922448</c:v>
                </c:pt>
                <c:pt idx="1012">
                  <c:v>4.92681003719</c:v>
                </c:pt>
                <c:pt idx="1013">
                  <c:v>4.92681003719</c:v>
                </c:pt>
                <c:pt idx="1014">
                  <c:v>4.9300308748</c:v>
                </c:pt>
                <c:pt idx="1015">
                  <c:v>4.9300308748</c:v>
                </c:pt>
                <c:pt idx="1016">
                  <c:v>4.93119076511</c:v>
                </c:pt>
                <c:pt idx="1017">
                  <c:v>4.93119076511</c:v>
                </c:pt>
                <c:pt idx="1018">
                  <c:v>4.93528209267</c:v>
                </c:pt>
                <c:pt idx="1019">
                  <c:v>4.93528209267</c:v>
                </c:pt>
                <c:pt idx="1020">
                  <c:v>4.93813628468</c:v>
                </c:pt>
                <c:pt idx="1021">
                  <c:v>4.93813628468</c:v>
                </c:pt>
                <c:pt idx="1022">
                  <c:v>4.93887241165</c:v>
                </c:pt>
                <c:pt idx="1023">
                  <c:v>4.93887241165</c:v>
                </c:pt>
                <c:pt idx="1024">
                  <c:v>4.94178433776</c:v>
                </c:pt>
                <c:pt idx="1025">
                  <c:v>4.94178433776</c:v>
                </c:pt>
                <c:pt idx="1026">
                  <c:v>4.94245304401</c:v>
                </c:pt>
                <c:pt idx="1027">
                  <c:v>4.94245304401</c:v>
                </c:pt>
                <c:pt idx="1028">
                  <c:v>4.94408194105</c:v>
                </c:pt>
                <c:pt idx="1029">
                  <c:v>4.94408194105</c:v>
                </c:pt>
                <c:pt idx="1030">
                  <c:v>4.94966760776</c:v>
                </c:pt>
                <c:pt idx="1031">
                  <c:v>4.94966760776</c:v>
                </c:pt>
                <c:pt idx="1032">
                  <c:v>4.95092667868</c:v>
                </c:pt>
                <c:pt idx="1033">
                  <c:v>4.95092667868</c:v>
                </c:pt>
                <c:pt idx="1034">
                  <c:v>4.95138713</c:v>
                </c:pt>
                <c:pt idx="1035">
                  <c:v>4.95138713</c:v>
                </c:pt>
                <c:pt idx="1036">
                  <c:v>4.95237449802</c:v>
                </c:pt>
                <c:pt idx="1037">
                  <c:v>4.95237449802</c:v>
                </c:pt>
                <c:pt idx="1038">
                  <c:v>4.95524897166</c:v>
                </c:pt>
                <c:pt idx="1039">
                  <c:v>4.95524897166</c:v>
                </c:pt>
                <c:pt idx="1040">
                  <c:v>4.95698573739</c:v>
                </c:pt>
                <c:pt idx="1041">
                  <c:v>4.95698573739</c:v>
                </c:pt>
                <c:pt idx="1042">
                  <c:v>4.96749618591</c:v>
                </c:pt>
                <c:pt idx="1043">
                  <c:v>4.96749618591</c:v>
                </c:pt>
                <c:pt idx="1044">
                  <c:v>4.97305137612</c:v>
                </c:pt>
                <c:pt idx="1045">
                  <c:v>4.97305137612</c:v>
                </c:pt>
                <c:pt idx="1046">
                  <c:v>4.97737809879</c:v>
                </c:pt>
                <c:pt idx="1047">
                  <c:v>4.97737809879</c:v>
                </c:pt>
                <c:pt idx="1048">
                  <c:v>4.99485365244</c:v>
                </c:pt>
                <c:pt idx="1049">
                  <c:v>4.99485365244</c:v>
                </c:pt>
                <c:pt idx="1050">
                  <c:v>4.99614393029</c:v>
                </c:pt>
                <c:pt idx="1051">
                  <c:v>4.99614393029</c:v>
                </c:pt>
                <c:pt idx="1052">
                  <c:v>5.00181162409</c:v>
                </c:pt>
                <c:pt idx="1053">
                  <c:v>5.00181162409</c:v>
                </c:pt>
                <c:pt idx="1054">
                  <c:v>5.00224338885</c:v>
                </c:pt>
                <c:pt idx="1055">
                  <c:v>5.00224338885</c:v>
                </c:pt>
                <c:pt idx="1056">
                  <c:v>5.01072780265</c:v>
                </c:pt>
                <c:pt idx="1057">
                  <c:v>5.01072780265</c:v>
                </c:pt>
                <c:pt idx="1058">
                  <c:v>5.01116761383</c:v>
                </c:pt>
                <c:pt idx="1059">
                  <c:v>5.01116761383</c:v>
                </c:pt>
                <c:pt idx="1060">
                  <c:v>5.01149183525</c:v>
                </c:pt>
                <c:pt idx="1061">
                  <c:v>5.01149183525</c:v>
                </c:pt>
                <c:pt idx="1062">
                  <c:v>5.01233736047</c:v>
                </c:pt>
                <c:pt idx="1063">
                  <c:v>5.01233736047</c:v>
                </c:pt>
                <c:pt idx="1064">
                  <c:v>5.01504502611</c:v>
                </c:pt>
                <c:pt idx="1065">
                  <c:v>5.01504502611</c:v>
                </c:pt>
                <c:pt idx="1066">
                  <c:v>5.02633460739</c:v>
                </c:pt>
                <c:pt idx="1067">
                  <c:v>5.02633460739</c:v>
                </c:pt>
                <c:pt idx="1068">
                  <c:v>5.03442697364</c:v>
                </c:pt>
                <c:pt idx="1069">
                  <c:v>5.03442697364</c:v>
                </c:pt>
                <c:pt idx="1070">
                  <c:v>5.03452362433</c:v>
                </c:pt>
                <c:pt idx="1071">
                  <c:v>5.03452362433</c:v>
                </c:pt>
                <c:pt idx="1072">
                  <c:v>5.04157511517</c:v>
                </c:pt>
                <c:pt idx="1073">
                  <c:v>5.04157511517</c:v>
                </c:pt>
                <c:pt idx="1074">
                  <c:v>5.04569976637</c:v>
                </c:pt>
                <c:pt idx="1075">
                  <c:v>5.04569976637</c:v>
                </c:pt>
                <c:pt idx="1076">
                  <c:v>5.04963909823</c:v>
                </c:pt>
                <c:pt idx="1077">
                  <c:v>5.04963909823</c:v>
                </c:pt>
                <c:pt idx="1078">
                  <c:v>5.06581438159</c:v>
                </c:pt>
                <c:pt idx="1079">
                  <c:v>5.06581438159</c:v>
                </c:pt>
                <c:pt idx="1080">
                  <c:v>5.07510308936</c:v>
                </c:pt>
                <c:pt idx="1081">
                  <c:v>5.07510308936</c:v>
                </c:pt>
                <c:pt idx="1082">
                  <c:v>5.08091016411</c:v>
                </c:pt>
                <c:pt idx="1083">
                  <c:v>5.08091016411</c:v>
                </c:pt>
                <c:pt idx="1084">
                  <c:v>5.08414513775</c:v>
                </c:pt>
                <c:pt idx="1085">
                  <c:v>5.08414513775</c:v>
                </c:pt>
                <c:pt idx="1086">
                  <c:v>5.087207655</c:v>
                </c:pt>
                <c:pt idx="1087">
                  <c:v>5.087207655</c:v>
                </c:pt>
                <c:pt idx="1088">
                  <c:v>5.08870009608</c:v>
                </c:pt>
                <c:pt idx="1089">
                  <c:v>5.08870009608</c:v>
                </c:pt>
                <c:pt idx="1090">
                  <c:v>5.09714544737</c:v>
                </c:pt>
                <c:pt idx="1091">
                  <c:v>5.09714544737</c:v>
                </c:pt>
                <c:pt idx="1092">
                  <c:v>5.09965273344</c:v>
                </c:pt>
                <c:pt idx="1093">
                  <c:v>5.09965273344</c:v>
                </c:pt>
                <c:pt idx="1094">
                  <c:v>5.10069524635</c:v>
                </c:pt>
                <c:pt idx="1095">
                  <c:v>5.10069524635</c:v>
                </c:pt>
                <c:pt idx="1096">
                  <c:v>5.10309450711</c:v>
                </c:pt>
                <c:pt idx="1097">
                  <c:v>5.10309450711</c:v>
                </c:pt>
                <c:pt idx="1098">
                  <c:v>5.10578494759</c:v>
                </c:pt>
                <c:pt idx="1099">
                  <c:v>5.10578494759</c:v>
                </c:pt>
                <c:pt idx="1100">
                  <c:v>5.10865529435</c:v>
                </c:pt>
                <c:pt idx="1101">
                  <c:v>5.10865529435</c:v>
                </c:pt>
                <c:pt idx="1102">
                  <c:v>5.1124704123</c:v>
                </c:pt>
                <c:pt idx="1103">
                  <c:v>5.1124704123</c:v>
                </c:pt>
                <c:pt idx="1104">
                  <c:v>5.1130503874</c:v>
                </c:pt>
                <c:pt idx="1105">
                  <c:v>5.1130503874</c:v>
                </c:pt>
                <c:pt idx="1106">
                  <c:v>5.11431556018</c:v>
                </c:pt>
                <c:pt idx="1107">
                  <c:v>5.11431556018</c:v>
                </c:pt>
                <c:pt idx="1108">
                  <c:v>5.1166756084</c:v>
                </c:pt>
                <c:pt idx="1109">
                  <c:v>5.1166756084</c:v>
                </c:pt>
                <c:pt idx="1110">
                  <c:v>5.11760524823</c:v>
                </c:pt>
                <c:pt idx="1111">
                  <c:v>5.11760524823</c:v>
                </c:pt>
                <c:pt idx="1112">
                  <c:v>5.11990667329</c:v>
                </c:pt>
                <c:pt idx="1113">
                  <c:v>5.11990667329</c:v>
                </c:pt>
                <c:pt idx="1114">
                  <c:v>5.12709412505</c:v>
                </c:pt>
                <c:pt idx="1115">
                  <c:v>5.12709412505</c:v>
                </c:pt>
                <c:pt idx="1116">
                  <c:v>5.13763456218</c:v>
                </c:pt>
                <c:pt idx="1117">
                  <c:v>5.13763456218</c:v>
                </c:pt>
                <c:pt idx="1118">
                  <c:v>5.13777645424</c:v>
                </c:pt>
                <c:pt idx="1119">
                  <c:v>5.13777645424</c:v>
                </c:pt>
                <c:pt idx="1120">
                  <c:v>5.14133695004</c:v>
                </c:pt>
                <c:pt idx="1121">
                  <c:v>5.14133695004</c:v>
                </c:pt>
                <c:pt idx="1122">
                  <c:v>5.14152877595</c:v>
                </c:pt>
                <c:pt idx="1123">
                  <c:v>5.14152877595</c:v>
                </c:pt>
                <c:pt idx="1124">
                  <c:v>5.14288198791</c:v>
                </c:pt>
                <c:pt idx="1125">
                  <c:v>5.14288198791</c:v>
                </c:pt>
                <c:pt idx="1126">
                  <c:v>5.15533402698</c:v>
                </c:pt>
                <c:pt idx="1127">
                  <c:v>5.15533402698</c:v>
                </c:pt>
                <c:pt idx="1128">
                  <c:v>5.1667217809</c:v>
                </c:pt>
                <c:pt idx="1129">
                  <c:v>5.1667217809</c:v>
                </c:pt>
                <c:pt idx="1130">
                  <c:v>5.17336551953</c:v>
                </c:pt>
                <c:pt idx="1131">
                  <c:v>5.17336551953</c:v>
                </c:pt>
                <c:pt idx="1132">
                  <c:v>5.17706024198</c:v>
                </c:pt>
                <c:pt idx="1133">
                  <c:v>5.17706024198</c:v>
                </c:pt>
                <c:pt idx="1134">
                  <c:v>5.17780520281</c:v>
                </c:pt>
                <c:pt idx="1135">
                  <c:v>5.17780520281</c:v>
                </c:pt>
                <c:pt idx="1136">
                  <c:v>5.18262203274</c:v>
                </c:pt>
                <c:pt idx="1137">
                  <c:v>5.18262203274</c:v>
                </c:pt>
                <c:pt idx="1138">
                  <c:v>5.19226168646</c:v>
                </c:pt>
                <c:pt idx="1139">
                  <c:v>5.19226168646</c:v>
                </c:pt>
                <c:pt idx="1140">
                  <c:v>5.20592224286</c:v>
                </c:pt>
                <c:pt idx="1141">
                  <c:v>5.20592224286</c:v>
                </c:pt>
                <c:pt idx="1142">
                  <c:v>5.20634210948</c:v>
                </c:pt>
                <c:pt idx="1143">
                  <c:v>5.20634210948</c:v>
                </c:pt>
                <c:pt idx="1144">
                  <c:v>5.21554840046</c:v>
                </c:pt>
                <c:pt idx="1145">
                  <c:v>5.21554840046</c:v>
                </c:pt>
                <c:pt idx="1146">
                  <c:v>5.21723267378</c:v>
                </c:pt>
                <c:pt idx="1147">
                  <c:v>5.21723267378</c:v>
                </c:pt>
                <c:pt idx="1148">
                  <c:v>5.23007749875</c:v>
                </c:pt>
                <c:pt idx="1149">
                  <c:v>5.23007749875</c:v>
                </c:pt>
                <c:pt idx="1150">
                  <c:v>5.23438949283</c:v>
                </c:pt>
                <c:pt idx="1151">
                  <c:v>5.23438949283</c:v>
                </c:pt>
                <c:pt idx="1152">
                  <c:v>5.23926575158</c:v>
                </c:pt>
                <c:pt idx="1153">
                  <c:v>5.23926575158</c:v>
                </c:pt>
                <c:pt idx="1154">
                  <c:v>5.24041901836</c:v>
                </c:pt>
                <c:pt idx="1155">
                  <c:v>5.24041901836</c:v>
                </c:pt>
                <c:pt idx="1156">
                  <c:v>5.25385526007</c:v>
                </c:pt>
                <c:pt idx="1157">
                  <c:v>5.25385526007</c:v>
                </c:pt>
                <c:pt idx="1158">
                  <c:v>5.27226408816</c:v>
                </c:pt>
                <c:pt idx="1159">
                  <c:v>5.27226408816</c:v>
                </c:pt>
                <c:pt idx="1160">
                  <c:v>5.27375697647</c:v>
                </c:pt>
                <c:pt idx="1161">
                  <c:v>5.27375697647</c:v>
                </c:pt>
                <c:pt idx="1162">
                  <c:v>5.28021532526</c:v>
                </c:pt>
                <c:pt idx="1163">
                  <c:v>5.28021532526</c:v>
                </c:pt>
                <c:pt idx="1164">
                  <c:v>5.28205039706</c:v>
                </c:pt>
                <c:pt idx="1165">
                  <c:v>5.28205039706</c:v>
                </c:pt>
                <c:pt idx="1166">
                  <c:v>5.28598543242</c:v>
                </c:pt>
                <c:pt idx="1167">
                  <c:v>5.28598543242</c:v>
                </c:pt>
                <c:pt idx="1168">
                  <c:v>5.28969903416</c:v>
                </c:pt>
                <c:pt idx="1169">
                  <c:v>5.28969903416</c:v>
                </c:pt>
                <c:pt idx="1170">
                  <c:v>5.29256299475</c:v>
                </c:pt>
                <c:pt idx="1171">
                  <c:v>5.29256299475</c:v>
                </c:pt>
                <c:pt idx="1172">
                  <c:v>5.30195387338</c:v>
                </c:pt>
                <c:pt idx="1173">
                  <c:v>5.30195387338</c:v>
                </c:pt>
                <c:pt idx="1174">
                  <c:v>5.30576994813</c:v>
                </c:pt>
                <c:pt idx="1175">
                  <c:v>5.30576994813</c:v>
                </c:pt>
                <c:pt idx="1176">
                  <c:v>5.30905059417</c:v>
                </c:pt>
                <c:pt idx="1177">
                  <c:v>5.30905059417</c:v>
                </c:pt>
                <c:pt idx="1178">
                  <c:v>5.31170358369</c:v>
                </c:pt>
                <c:pt idx="1179">
                  <c:v>5.31170358369</c:v>
                </c:pt>
                <c:pt idx="1180">
                  <c:v>5.31290684971</c:v>
                </c:pt>
                <c:pt idx="1181">
                  <c:v>5.31290684971</c:v>
                </c:pt>
                <c:pt idx="1182">
                  <c:v>5.31772331983</c:v>
                </c:pt>
                <c:pt idx="1183">
                  <c:v>5.31772331983</c:v>
                </c:pt>
                <c:pt idx="1184">
                  <c:v>5.31938194711</c:v>
                </c:pt>
                <c:pt idx="1185">
                  <c:v>5.31938194711</c:v>
                </c:pt>
                <c:pt idx="1186">
                  <c:v>5.32753998466</c:v>
                </c:pt>
                <c:pt idx="1187">
                  <c:v>5.32753998466</c:v>
                </c:pt>
                <c:pt idx="1188">
                  <c:v>5.32854648106</c:v>
                </c:pt>
                <c:pt idx="1189">
                  <c:v>5.32854648106</c:v>
                </c:pt>
                <c:pt idx="1190">
                  <c:v>5.3293371776</c:v>
                </c:pt>
                <c:pt idx="1191">
                  <c:v>5.3293371776</c:v>
                </c:pt>
                <c:pt idx="1192">
                  <c:v>5.33759139438</c:v>
                </c:pt>
                <c:pt idx="1193">
                  <c:v>5.33759139438</c:v>
                </c:pt>
                <c:pt idx="1194">
                  <c:v>5.33955978937</c:v>
                </c:pt>
                <c:pt idx="1195">
                  <c:v>5.33955978937</c:v>
                </c:pt>
                <c:pt idx="1196">
                  <c:v>5.33991624216</c:v>
                </c:pt>
                <c:pt idx="1197">
                  <c:v>5.33991624216</c:v>
                </c:pt>
                <c:pt idx="1198">
                  <c:v>5.34422795112</c:v>
                </c:pt>
                <c:pt idx="1199">
                  <c:v>5.34422795112</c:v>
                </c:pt>
                <c:pt idx="1200">
                  <c:v>5.34528977151</c:v>
                </c:pt>
                <c:pt idx="1201">
                  <c:v>5.34528977151</c:v>
                </c:pt>
                <c:pt idx="1202">
                  <c:v>5.34576245464</c:v>
                </c:pt>
                <c:pt idx="1203">
                  <c:v>5.34576245464</c:v>
                </c:pt>
                <c:pt idx="1204">
                  <c:v>5.35257933793</c:v>
                </c:pt>
                <c:pt idx="1205">
                  <c:v>5.35257933793</c:v>
                </c:pt>
                <c:pt idx="1206">
                  <c:v>5.35354943099</c:v>
                </c:pt>
                <c:pt idx="1207">
                  <c:v>5.35354943099</c:v>
                </c:pt>
                <c:pt idx="1208">
                  <c:v>5.35769847431</c:v>
                </c:pt>
                <c:pt idx="1209">
                  <c:v>5.35769847431</c:v>
                </c:pt>
                <c:pt idx="1210">
                  <c:v>5.36697633783</c:v>
                </c:pt>
                <c:pt idx="1211">
                  <c:v>5.36697633783</c:v>
                </c:pt>
                <c:pt idx="1212">
                  <c:v>5.36777171642</c:v>
                </c:pt>
                <c:pt idx="1213">
                  <c:v>5.36777171642</c:v>
                </c:pt>
                <c:pt idx="1214">
                  <c:v>5.38648869094</c:v>
                </c:pt>
                <c:pt idx="1215">
                  <c:v>5.38648869094</c:v>
                </c:pt>
                <c:pt idx="1216">
                  <c:v>5.38730712842</c:v>
                </c:pt>
                <c:pt idx="1217">
                  <c:v>5.38730712842</c:v>
                </c:pt>
                <c:pt idx="1218">
                  <c:v>5.39560376784</c:v>
                </c:pt>
                <c:pt idx="1219">
                  <c:v>5.39560376784</c:v>
                </c:pt>
                <c:pt idx="1220">
                  <c:v>5.41185532002</c:v>
                </c:pt>
                <c:pt idx="1221">
                  <c:v>5.41185532002</c:v>
                </c:pt>
                <c:pt idx="1222">
                  <c:v>5.41661610933</c:v>
                </c:pt>
                <c:pt idx="1223">
                  <c:v>5.41661610933</c:v>
                </c:pt>
                <c:pt idx="1224">
                  <c:v>5.41685870286</c:v>
                </c:pt>
                <c:pt idx="1225">
                  <c:v>5.41685870286</c:v>
                </c:pt>
                <c:pt idx="1226">
                  <c:v>5.42103027365</c:v>
                </c:pt>
                <c:pt idx="1227">
                  <c:v>5.42103027365</c:v>
                </c:pt>
                <c:pt idx="1228">
                  <c:v>5.42713427698</c:v>
                </c:pt>
                <c:pt idx="1229">
                  <c:v>5.42713427698</c:v>
                </c:pt>
                <c:pt idx="1230">
                  <c:v>5.43046806704</c:v>
                </c:pt>
                <c:pt idx="1231">
                  <c:v>5.43046806704</c:v>
                </c:pt>
                <c:pt idx="1232">
                  <c:v>5.43200507226</c:v>
                </c:pt>
                <c:pt idx="1233">
                  <c:v>5.43200507226</c:v>
                </c:pt>
                <c:pt idx="1234">
                  <c:v>5.44161436117</c:v>
                </c:pt>
                <c:pt idx="1235">
                  <c:v>5.44161436117</c:v>
                </c:pt>
                <c:pt idx="1236">
                  <c:v>5.44922714015</c:v>
                </c:pt>
                <c:pt idx="1237">
                  <c:v>5.44922714015</c:v>
                </c:pt>
                <c:pt idx="1238">
                  <c:v>5.45159074452</c:v>
                </c:pt>
                <c:pt idx="1239">
                  <c:v>5.45159074452</c:v>
                </c:pt>
                <c:pt idx="1240">
                  <c:v>5.4549314956</c:v>
                </c:pt>
                <c:pt idx="1241">
                  <c:v>5.4549314956</c:v>
                </c:pt>
                <c:pt idx="1242">
                  <c:v>5.45532459332</c:v>
                </c:pt>
                <c:pt idx="1243">
                  <c:v>5.45532459332</c:v>
                </c:pt>
                <c:pt idx="1244">
                  <c:v>5.4690706363</c:v>
                </c:pt>
                <c:pt idx="1245">
                  <c:v>5.4690706363</c:v>
                </c:pt>
                <c:pt idx="1246">
                  <c:v>5.46921934185</c:v>
                </c:pt>
                <c:pt idx="1247">
                  <c:v>5.46921934185</c:v>
                </c:pt>
                <c:pt idx="1248">
                  <c:v>5.47456138071</c:v>
                </c:pt>
                <c:pt idx="1249">
                  <c:v>5.47456138071</c:v>
                </c:pt>
                <c:pt idx="1250">
                  <c:v>5.47734623119</c:v>
                </c:pt>
                <c:pt idx="1251">
                  <c:v>5.47734623119</c:v>
                </c:pt>
                <c:pt idx="1252">
                  <c:v>5.47957376222</c:v>
                </c:pt>
                <c:pt idx="1253">
                  <c:v>5.47957376222</c:v>
                </c:pt>
                <c:pt idx="1254">
                  <c:v>5.48468968582</c:v>
                </c:pt>
                <c:pt idx="1255">
                  <c:v>5.48468968582</c:v>
                </c:pt>
                <c:pt idx="1256">
                  <c:v>5.49475039847</c:v>
                </c:pt>
                <c:pt idx="1257">
                  <c:v>5.49475039847</c:v>
                </c:pt>
                <c:pt idx="1258">
                  <c:v>5.50066713992</c:v>
                </c:pt>
                <c:pt idx="1259">
                  <c:v>5.50066713992</c:v>
                </c:pt>
                <c:pt idx="1260">
                  <c:v>5.50138980468</c:v>
                </c:pt>
                <c:pt idx="1261">
                  <c:v>5.50138980468</c:v>
                </c:pt>
                <c:pt idx="1262">
                  <c:v>5.5159405963</c:v>
                </c:pt>
                <c:pt idx="1263">
                  <c:v>5.5159405963</c:v>
                </c:pt>
                <c:pt idx="1264">
                  <c:v>5.52764806056</c:v>
                </c:pt>
                <c:pt idx="1265">
                  <c:v>5.52764806056</c:v>
                </c:pt>
                <c:pt idx="1266">
                  <c:v>5.52834960644</c:v>
                </c:pt>
                <c:pt idx="1267">
                  <c:v>5.52834960644</c:v>
                </c:pt>
                <c:pt idx="1268">
                  <c:v>5.52903092643</c:v>
                </c:pt>
                <c:pt idx="1269">
                  <c:v>5.52903092643</c:v>
                </c:pt>
                <c:pt idx="1270">
                  <c:v>5.53124333864</c:v>
                </c:pt>
                <c:pt idx="1271">
                  <c:v>5.53124333864</c:v>
                </c:pt>
                <c:pt idx="1272">
                  <c:v>5.53149373546</c:v>
                </c:pt>
                <c:pt idx="1273">
                  <c:v>5.53149373546</c:v>
                </c:pt>
                <c:pt idx="1274">
                  <c:v>5.53317766076</c:v>
                </c:pt>
                <c:pt idx="1275">
                  <c:v>5.53317766076</c:v>
                </c:pt>
                <c:pt idx="1276">
                  <c:v>5.53412640124</c:v>
                </c:pt>
                <c:pt idx="1277">
                  <c:v>5.53412640124</c:v>
                </c:pt>
                <c:pt idx="1278">
                  <c:v>5.53642228876</c:v>
                </c:pt>
                <c:pt idx="1279">
                  <c:v>5.53642228876</c:v>
                </c:pt>
                <c:pt idx="1280">
                  <c:v>5.55581177201</c:v>
                </c:pt>
                <c:pt idx="1281">
                  <c:v>5.55581177201</c:v>
                </c:pt>
                <c:pt idx="1282">
                  <c:v>5.56257337479</c:v>
                </c:pt>
                <c:pt idx="1283">
                  <c:v>5.56257337479</c:v>
                </c:pt>
                <c:pt idx="1284">
                  <c:v>5.56278899255</c:v>
                </c:pt>
                <c:pt idx="1285">
                  <c:v>5.56278899255</c:v>
                </c:pt>
                <c:pt idx="1286">
                  <c:v>5.56491321062</c:v>
                </c:pt>
                <c:pt idx="1287">
                  <c:v>5.56491321062</c:v>
                </c:pt>
                <c:pt idx="1288">
                  <c:v>5.56587153787</c:v>
                </c:pt>
                <c:pt idx="1289">
                  <c:v>5.56587153787</c:v>
                </c:pt>
                <c:pt idx="1290">
                  <c:v>5.56720587101</c:v>
                </c:pt>
                <c:pt idx="1291">
                  <c:v>5.56720587101</c:v>
                </c:pt>
                <c:pt idx="1292">
                  <c:v>5.56834918451</c:v>
                </c:pt>
                <c:pt idx="1293">
                  <c:v>5.56834918451</c:v>
                </c:pt>
                <c:pt idx="1294">
                  <c:v>5.5767855874</c:v>
                </c:pt>
                <c:pt idx="1295">
                  <c:v>5.5767855874</c:v>
                </c:pt>
                <c:pt idx="1296">
                  <c:v>5.58421541933</c:v>
                </c:pt>
                <c:pt idx="1297">
                  <c:v>5.58421541933</c:v>
                </c:pt>
                <c:pt idx="1298">
                  <c:v>5.59798451077</c:v>
                </c:pt>
                <c:pt idx="1299">
                  <c:v>5.59798451077</c:v>
                </c:pt>
                <c:pt idx="1300">
                  <c:v>5.60539727688</c:v>
                </c:pt>
                <c:pt idx="1301">
                  <c:v>5.60539727688</c:v>
                </c:pt>
                <c:pt idx="1302">
                  <c:v>5.60912708473</c:v>
                </c:pt>
                <c:pt idx="1303">
                  <c:v>5.60912708473</c:v>
                </c:pt>
                <c:pt idx="1304">
                  <c:v>5.60921840957</c:v>
                </c:pt>
                <c:pt idx="1305">
                  <c:v>5.60921840957</c:v>
                </c:pt>
                <c:pt idx="1306">
                  <c:v>5.60928223499</c:v>
                </c:pt>
                <c:pt idx="1307">
                  <c:v>5.60928223499</c:v>
                </c:pt>
                <c:pt idx="1308">
                  <c:v>5.62015553968</c:v>
                </c:pt>
                <c:pt idx="1309">
                  <c:v>5.62015553968</c:v>
                </c:pt>
                <c:pt idx="1310">
                  <c:v>5.62142434469</c:v>
                </c:pt>
                <c:pt idx="1311">
                  <c:v>5.62142434469</c:v>
                </c:pt>
                <c:pt idx="1312">
                  <c:v>5.62532374181</c:v>
                </c:pt>
                <c:pt idx="1313">
                  <c:v>5.62532374181</c:v>
                </c:pt>
                <c:pt idx="1314">
                  <c:v>5.63394714681</c:v>
                </c:pt>
                <c:pt idx="1315">
                  <c:v>5.63394714681</c:v>
                </c:pt>
                <c:pt idx="1316">
                  <c:v>5.63915566088</c:v>
                </c:pt>
                <c:pt idx="1317">
                  <c:v>5.63915566088</c:v>
                </c:pt>
                <c:pt idx="1318">
                  <c:v>5.64223034785</c:v>
                </c:pt>
                <c:pt idx="1319">
                  <c:v>5.64223034785</c:v>
                </c:pt>
                <c:pt idx="1320">
                  <c:v>5.64527349169</c:v>
                </c:pt>
                <c:pt idx="1321">
                  <c:v>5.64527349169</c:v>
                </c:pt>
                <c:pt idx="1322">
                  <c:v>5.64614740826</c:v>
                </c:pt>
                <c:pt idx="1323">
                  <c:v>5.64614740826</c:v>
                </c:pt>
                <c:pt idx="1324">
                  <c:v>5.64638185207</c:v>
                </c:pt>
                <c:pt idx="1325">
                  <c:v>5.64638185207</c:v>
                </c:pt>
                <c:pt idx="1326">
                  <c:v>5.64689633746</c:v>
                </c:pt>
                <c:pt idx="1327">
                  <c:v>5.64689633746</c:v>
                </c:pt>
                <c:pt idx="1328">
                  <c:v>5.6475893115</c:v>
                </c:pt>
                <c:pt idx="1329">
                  <c:v>5.6475893115</c:v>
                </c:pt>
                <c:pt idx="1330">
                  <c:v>5.65688061093</c:v>
                </c:pt>
                <c:pt idx="1331">
                  <c:v>5.65688061093</c:v>
                </c:pt>
                <c:pt idx="1332">
                  <c:v>5.65766284451</c:v>
                </c:pt>
                <c:pt idx="1333">
                  <c:v>5.65766284451</c:v>
                </c:pt>
                <c:pt idx="1334">
                  <c:v>5.65934456305</c:v>
                </c:pt>
                <c:pt idx="1335">
                  <c:v>5.65934456305</c:v>
                </c:pt>
                <c:pt idx="1336">
                  <c:v>5.65941146162</c:v>
                </c:pt>
                <c:pt idx="1337">
                  <c:v>5.65941146162</c:v>
                </c:pt>
                <c:pt idx="1338">
                  <c:v>5.66243028567</c:v>
                </c:pt>
                <c:pt idx="1339">
                  <c:v>5.66243028567</c:v>
                </c:pt>
                <c:pt idx="1340">
                  <c:v>5.66614656681</c:v>
                </c:pt>
                <c:pt idx="1341">
                  <c:v>5.66614656681</c:v>
                </c:pt>
                <c:pt idx="1342">
                  <c:v>5.67071810635</c:v>
                </c:pt>
                <c:pt idx="1343">
                  <c:v>5.67071810635</c:v>
                </c:pt>
                <c:pt idx="1344">
                  <c:v>5.67090114452</c:v>
                </c:pt>
                <c:pt idx="1345">
                  <c:v>5.67090114452</c:v>
                </c:pt>
                <c:pt idx="1346">
                  <c:v>5.67188980028</c:v>
                </c:pt>
                <c:pt idx="1347">
                  <c:v>5.67188980028</c:v>
                </c:pt>
                <c:pt idx="1348">
                  <c:v>5.68461780607</c:v>
                </c:pt>
                <c:pt idx="1349">
                  <c:v>5.68461780607</c:v>
                </c:pt>
                <c:pt idx="1350">
                  <c:v>5.69273245439</c:v>
                </c:pt>
                <c:pt idx="1351">
                  <c:v>5.69273245439</c:v>
                </c:pt>
                <c:pt idx="1352">
                  <c:v>5.69939490625</c:v>
                </c:pt>
                <c:pt idx="1353">
                  <c:v>5.69939490625</c:v>
                </c:pt>
                <c:pt idx="1354">
                  <c:v>5.71206151396</c:v>
                </c:pt>
                <c:pt idx="1355">
                  <c:v>5.71206151396</c:v>
                </c:pt>
                <c:pt idx="1356">
                  <c:v>5.7190097849</c:v>
                </c:pt>
                <c:pt idx="1357">
                  <c:v>5.7190097849</c:v>
                </c:pt>
                <c:pt idx="1358">
                  <c:v>5.72273727174</c:v>
                </c:pt>
                <c:pt idx="1359">
                  <c:v>5.72273727174</c:v>
                </c:pt>
                <c:pt idx="1360">
                  <c:v>5.72540929933</c:v>
                </c:pt>
                <c:pt idx="1361">
                  <c:v>5.72540929933</c:v>
                </c:pt>
                <c:pt idx="1362">
                  <c:v>5.72740537927</c:v>
                </c:pt>
                <c:pt idx="1363">
                  <c:v>5.72740537927</c:v>
                </c:pt>
                <c:pt idx="1364">
                  <c:v>5.74207663469</c:v>
                </c:pt>
                <c:pt idx="1365">
                  <c:v>5.74207663469</c:v>
                </c:pt>
                <c:pt idx="1366">
                  <c:v>5.74330802771</c:v>
                </c:pt>
                <c:pt idx="1367">
                  <c:v>5.74330802771</c:v>
                </c:pt>
                <c:pt idx="1368">
                  <c:v>5.74964067609</c:v>
                </c:pt>
                <c:pt idx="1369">
                  <c:v>5.74964067609</c:v>
                </c:pt>
                <c:pt idx="1370">
                  <c:v>5.75644508013</c:v>
                </c:pt>
                <c:pt idx="1371">
                  <c:v>5.75644508013</c:v>
                </c:pt>
                <c:pt idx="1372">
                  <c:v>5.76260067537</c:v>
                </c:pt>
                <c:pt idx="1373">
                  <c:v>5.76260067537</c:v>
                </c:pt>
                <c:pt idx="1374">
                  <c:v>5.76349445647</c:v>
                </c:pt>
                <c:pt idx="1375">
                  <c:v>5.76349445647</c:v>
                </c:pt>
                <c:pt idx="1376">
                  <c:v>5.76548696031</c:v>
                </c:pt>
                <c:pt idx="1377">
                  <c:v>5.76548696031</c:v>
                </c:pt>
                <c:pt idx="1378">
                  <c:v>5.77094129332</c:v>
                </c:pt>
                <c:pt idx="1379">
                  <c:v>5.77094129332</c:v>
                </c:pt>
                <c:pt idx="1380">
                  <c:v>5.77845914476</c:v>
                </c:pt>
                <c:pt idx="1381">
                  <c:v>5.77845914476</c:v>
                </c:pt>
                <c:pt idx="1382">
                  <c:v>5.78102511061</c:v>
                </c:pt>
                <c:pt idx="1383">
                  <c:v>5.78102511061</c:v>
                </c:pt>
                <c:pt idx="1384">
                  <c:v>5.78362286268</c:v>
                </c:pt>
                <c:pt idx="1385">
                  <c:v>5.78362286268</c:v>
                </c:pt>
                <c:pt idx="1386">
                  <c:v>5.78457559768</c:v>
                </c:pt>
                <c:pt idx="1387">
                  <c:v>5.78457559768</c:v>
                </c:pt>
                <c:pt idx="1388">
                  <c:v>5.7853083751</c:v>
                </c:pt>
                <c:pt idx="1389">
                  <c:v>5.7853083751</c:v>
                </c:pt>
                <c:pt idx="1390">
                  <c:v>5.78631205607</c:v>
                </c:pt>
                <c:pt idx="1391">
                  <c:v>5.78631205607</c:v>
                </c:pt>
                <c:pt idx="1392">
                  <c:v>5.79183613425</c:v>
                </c:pt>
                <c:pt idx="1393">
                  <c:v>5.79183613425</c:v>
                </c:pt>
                <c:pt idx="1394">
                  <c:v>5.79437702352</c:v>
                </c:pt>
                <c:pt idx="1395">
                  <c:v>5.79437702352</c:v>
                </c:pt>
                <c:pt idx="1396">
                  <c:v>5.80366991906</c:v>
                </c:pt>
                <c:pt idx="1397">
                  <c:v>5.80366991906</c:v>
                </c:pt>
                <c:pt idx="1398">
                  <c:v>5.80982858427</c:v>
                </c:pt>
                <c:pt idx="1399">
                  <c:v>5.80982858427</c:v>
                </c:pt>
                <c:pt idx="1400">
                  <c:v>5.81116743869</c:v>
                </c:pt>
                <c:pt idx="1401">
                  <c:v>5.81116743869</c:v>
                </c:pt>
                <c:pt idx="1402">
                  <c:v>5.81997947172</c:v>
                </c:pt>
                <c:pt idx="1403">
                  <c:v>5.81997947172</c:v>
                </c:pt>
                <c:pt idx="1404">
                  <c:v>5.8235758669</c:v>
                </c:pt>
                <c:pt idx="1405">
                  <c:v>5.8235758669</c:v>
                </c:pt>
                <c:pt idx="1406">
                  <c:v>5.82785193516</c:v>
                </c:pt>
                <c:pt idx="1407">
                  <c:v>5.82785193516</c:v>
                </c:pt>
                <c:pt idx="1408">
                  <c:v>5.83048924772</c:v>
                </c:pt>
                <c:pt idx="1409">
                  <c:v>5.83048924772</c:v>
                </c:pt>
                <c:pt idx="1410">
                  <c:v>5.83801535595</c:v>
                </c:pt>
                <c:pt idx="1411">
                  <c:v>5.83801535595</c:v>
                </c:pt>
                <c:pt idx="1412">
                  <c:v>5.84363824296</c:v>
                </c:pt>
                <c:pt idx="1413">
                  <c:v>5.84363824296</c:v>
                </c:pt>
                <c:pt idx="1414">
                  <c:v>5.84737643713</c:v>
                </c:pt>
                <c:pt idx="1415">
                  <c:v>5.84737643713</c:v>
                </c:pt>
                <c:pt idx="1416">
                  <c:v>5.86153413211</c:v>
                </c:pt>
                <c:pt idx="1417">
                  <c:v>5.86153413211</c:v>
                </c:pt>
                <c:pt idx="1418">
                  <c:v>5.87720184336</c:v>
                </c:pt>
                <c:pt idx="1419">
                  <c:v>5.87720184336</c:v>
                </c:pt>
                <c:pt idx="1420">
                  <c:v>5.88834691214</c:v>
                </c:pt>
                <c:pt idx="1421">
                  <c:v>5.88834691214</c:v>
                </c:pt>
                <c:pt idx="1422">
                  <c:v>5.88964227452</c:v>
                </c:pt>
                <c:pt idx="1423">
                  <c:v>5.88964227452</c:v>
                </c:pt>
                <c:pt idx="1424">
                  <c:v>5.89218924554</c:v>
                </c:pt>
                <c:pt idx="1425">
                  <c:v>5.89218924554</c:v>
                </c:pt>
                <c:pt idx="1426">
                  <c:v>5.89601977405</c:v>
                </c:pt>
                <c:pt idx="1427">
                  <c:v>5.89601977405</c:v>
                </c:pt>
                <c:pt idx="1428">
                  <c:v>5.89796248219</c:v>
                </c:pt>
                <c:pt idx="1429">
                  <c:v>5.89796248219</c:v>
                </c:pt>
                <c:pt idx="1430">
                  <c:v>5.90191551397</c:v>
                </c:pt>
                <c:pt idx="1431">
                  <c:v>5.90191551397</c:v>
                </c:pt>
                <c:pt idx="1432">
                  <c:v>5.90487124645</c:v>
                </c:pt>
                <c:pt idx="1433">
                  <c:v>5.90487124645</c:v>
                </c:pt>
                <c:pt idx="1434">
                  <c:v>5.90718208696</c:v>
                </c:pt>
                <c:pt idx="1435">
                  <c:v>5.90718208696</c:v>
                </c:pt>
                <c:pt idx="1436">
                  <c:v>5.91257421651</c:v>
                </c:pt>
                <c:pt idx="1437">
                  <c:v>5.91257421651</c:v>
                </c:pt>
                <c:pt idx="1438">
                  <c:v>5.91320170258</c:v>
                </c:pt>
                <c:pt idx="1439">
                  <c:v>5.91320170258</c:v>
                </c:pt>
                <c:pt idx="1440">
                  <c:v>5.91431679551</c:v>
                </c:pt>
                <c:pt idx="1441">
                  <c:v>5.91431679551</c:v>
                </c:pt>
                <c:pt idx="1442">
                  <c:v>5.91482279315</c:v>
                </c:pt>
                <c:pt idx="1443">
                  <c:v>5.91482279315</c:v>
                </c:pt>
                <c:pt idx="1444">
                  <c:v>5.92307144403</c:v>
                </c:pt>
                <c:pt idx="1445">
                  <c:v>5.92307144403</c:v>
                </c:pt>
                <c:pt idx="1446">
                  <c:v>5.92388579412</c:v>
                </c:pt>
                <c:pt idx="1447">
                  <c:v>5.92388579412</c:v>
                </c:pt>
                <c:pt idx="1448">
                  <c:v>5.92425501462</c:v>
                </c:pt>
                <c:pt idx="1449">
                  <c:v>5.92425501462</c:v>
                </c:pt>
                <c:pt idx="1450">
                  <c:v>5.92916950852</c:v>
                </c:pt>
                <c:pt idx="1451">
                  <c:v>5.92916950852</c:v>
                </c:pt>
                <c:pt idx="1452">
                  <c:v>5.92966374377</c:v>
                </c:pt>
                <c:pt idx="1453">
                  <c:v>5.92966374377</c:v>
                </c:pt>
                <c:pt idx="1454">
                  <c:v>5.94338461851</c:v>
                </c:pt>
                <c:pt idx="1455">
                  <c:v>5.94338461851</c:v>
                </c:pt>
                <c:pt idx="1456">
                  <c:v>5.94866628658</c:v>
                </c:pt>
                <c:pt idx="1457">
                  <c:v>5.94866628658</c:v>
                </c:pt>
                <c:pt idx="1458">
                  <c:v>5.95293626089</c:v>
                </c:pt>
                <c:pt idx="1459">
                  <c:v>5.95293626089</c:v>
                </c:pt>
                <c:pt idx="1460">
                  <c:v>5.9557325766</c:v>
                </c:pt>
                <c:pt idx="1461">
                  <c:v>5.9557325766</c:v>
                </c:pt>
                <c:pt idx="1462">
                  <c:v>5.96340518704</c:v>
                </c:pt>
                <c:pt idx="1463">
                  <c:v>5.96340518704</c:v>
                </c:pt>
                <c:pt idx="1464">
                  <c:v>5.97060892958</c:v>
                </c:pt>
                <c:pt idx="1465">
                  <c:v>5.97060892958</c:v>
                </c:pt>
                <c:pt idx="1466">
                  <c:v>5.97266468706</c:v>
                </c:pt>
                <c:pt idx="1467">
                  <c:v>5.97266468706</c:v>
                </c:pt>
                <c:pt idx="1468">
                  <c:v>5.97347205002</c:v>
                </c:pt>
                <c:pt idx="1469">
                  <c:v>5.97347205002</c:v>
                </c:pt>
                <c:pt idx="1470">
                  <c:v>5.97465563724</c:v>
                </c:pt>
                <c:pt idx="1471">
                  <c:v>5.97465563724</c:v>
                </c:pt>
                <c:pt idx="1472">
                  <c:v>5.98091531231</c:v>
                </c:pt>
                <c:pt idx="1473">
                  <c:v>5.98091531231</c:v>
                </c:pt>
                <c:pt idx="1474">
                  <c:v>5.9913678908</c:v>
                </c:pt>
                <c:pt idx="1475">
                  <c:v>5.9913678908</c:v>
                </c:pt>
                <c:pt idx="1476">
                  <c:v>6.00678100338</c:v>
                </c:pt>
                <c:pt idx="1477">
                  <c:v>6.00678100338</c:v>
                </c:pt>
                <c:pt idx="1478">
                  <c:v>6.00798106058</c:v>
                </c:pt>
                <c:pt idx="1479">
                  <c:v>6.00798106058</c:v>
                </c:pt>
                <c:pt idx="1480">
                  <c:v>6.00924461677</c:v>
                </c:pt>
                <c:pt idx="1481">
                  <c:v>6.00924461677</c:v>
                </c:pt>
                <c:pt idx="1482">
                  <c:v>6.01500252699</c:v>
                </c:pt>
                <c:pt idx="1483">
                  <c:v>6.01500252699</c:v>
                </c:pt>
                <c:pt idx="1484">
                  <c:v>6.02334989192</c:v>
                </c:pt>
                <c:pt idx="1485">
                  <c:v>6.02334989192</c:v>
                </c:pt>
                <c:pt idx="1486">
                  <c:v>6.0314411358</c:v>
                </c:pt>
                <c:pt idx="1487">
                  <c:v>6.0314411358</c:v>
                </c:pt>
                <c:pt idx="1488">
                  <c:v>6.03838706529</c:v>
                </c:pt>
                <c:pt idx="1489">
                  <c:v>6.03838706529</c:v>
                </c:pt>
                <c:pt idx="1490">
                  <c:v>6.04662540663</c:v>
                </c:pt>
                <c:pt idx="1491">
                  <c:v>6.04662540663</c:v>
                </c:pt>
                <c:pt idx="1492">
                  <c:v>6.0489023118</c:v>
                </c:pt>
                <c:pt idx="1493">
                  <c:v>6.0489023118</c:v>
                </c:pt>
                <c:pt idx="1494">
                  <c:v>6.05410392446</c:v>
                </c:pt>
                <c:pt idx="1495">
                  <c:v>6.05410392446</c:v>
                </c:pt>
                <c:pt idx="1496">
                  <c:v>6.05543239972</c:v>
                </c:pt>
                <c:pt idx="1497">
                  <c:v>6.05543239972</c:v>
                </c:pt>
                <c:pt idx="1498">
                  <c:v>6.05620270421</c:v>
                </c:pt>
                <c:pt idx="1499">
                  <c:v>6.05620270421</c:v>
                </c:pt>
                <c:pt idx="1500">
                  <c:v>6.05950505986</c:v>
                </c:pt>
                <c:pt idx="1501">
                  <c:v>6.05950505986</c:v>
                </c:pt>
                <c:pt idx="1502">
                  <c:v>6.06446834579</c:v>
                </c:pt>
                <c:pt idx="1503">
                  <c:v>6.06446834579</c:v>
                </c:pt>
                <c:pt idx="1504">
                  <c:v>6.06460397632</c:v>
                </c:pt>
                <c:pt idx="1505">
                  <c:v>6.06460397632</c:v>
                </c:pt>
                <c:pt idx="1506">
                  <c:v>6.06816828563</c:v>
                </c:pt>
                <c:pt idx="1507">
                  <c:v>6.06816828563</c:v>
                </c:pt>
                <c:pt idx="1508">
                  <c:v>6.0820827332</c:v>
                </c:pt>
                <c:pt idx="1509">
                  <c:v>6.0820827332</c:v>
                </c:pt>
                <c:pt idx="1510">
                  <c:v>6.0876866992</c:v>
                </c:pt>
                <c:pt idx="1511">
                  <c:v>6.0876866992</c:v>
                </c:pt>
                <c:pt idx="1512">
                  <c:v>6.08861052274</c:v>
                </c:pt>
                <c:pt idx="1513">
                  <c:v>6.08861052274</c:v>
                </c:pt>
                <c:pt idx="1514">
                  <c:v>6.09230175769</c:v>
                </c:pt>
                <c:pt idx="1515">
                  <c:v>6.09230175769</c:v>
                </c:pt>
                <c:pt idx="1516">
                  <c:v>6.09272856733</c:v>
                </c:pt>
                <c:pt idx="1517">
                  <c:v>6.09272856733</c:v>
                </c:pt>
                <c:pt idx="1518">
                  <c:v>6.11959900774</c:v>
                </c:pt>
                <c:pt idx="1519">
                  <c:v>6.11959900774</c:v>
                </c:pt>
                <c:pt idx="1520">
                  <c:v>6.12255232529</c:v>
                </c:pt>
                <c:pt idx="1521">
                  <c:v>6.12255232529</c:v>
                </c:pt>
                <c:pt idx="1522">
                  <c:v>6.13247825665</c:v>
                </c:pt>
                <c:pt idx="1523">
                  <c:v>6.13247825665</c:v>
                </c:pt>
                <c:pt idx="1524">
                  <c:v>6.13264223902</c:v>
                </c:pt>
                <c:pt idx="1525">
                  <c:v>6.13264223902</c:v>
                </c:pt>
                <c:pt idx="1526">
                  <c:v>6.138999506</c:v>
                </c:pt>
                <c:pt idx="1527">
                  <c:v>6.138999506</c:v>
                </c:pt>
                <c:pt idx="1528">
                  <c:v>6.14001326747</c:v>
                </c:pt>
                <c:pt idx="1529">
                  <c:v>6.14001326747</c:v>
                </c:pt>
                <c:pt idx="1530">
                  <c:v>6.1439747008</c:v>
                </c:pt>
                <c:pt idx="1531">
                  <c:v>6.1439747008</c:v>
                </c:pt>
                <c:pt idx="1532">
                  <c:v>6.15276271703</c:v>
                </c:pt>
                <c:pt idx="1533">
                  <c:v>6.15276271703</c:v>
                </c:pt>
                <c:pt idx="1534">
                  <c:v>6.15656464441</c:v>
                </c:pt>
                <c:pt idx="1535">
                  <c:v>6.15656464441</c:v>
                </c:pt>
                <c:pt idx="1536">
                  <c:v>6.16701887632</c:v>
                </c:pt>
                <c:pt idx="1537">
                  <c:v>6.16701887632</c:v>
                </c:pt>
                <c:pt idx="1538">
                  <c:v>6.1681099801</c:v>
                </c:pt>
                <c:pt idx="1539">
                  <c:v>6.1681099801</c:v>
                </c:pt>
                <c:pt idx="1540">
                  <c:v>6.17138048226</c:v>
                </c:pt>
                <c:pt idx="1541">
                  <c:v>6.17138048226</c:v>
                </c:pt>
                <c:pt idx="1542">
                  <c:v>6.1714828759</c:v>
                </c:pt>
                <c:pt idx="1543">
                  <c:v>6.1714828759</c:v>
                </c:pt>
                <c:pt idx="1544">
                  <c:v>6.17250384383</c:v>
                </c:pt>
                <c:pt idx="1545">
                  <c:v>6.17250384383</c:v>
                </c:pt>
                <c:pt idx="1546">
                  <c:v>6.17321016714</c:v>
                </c:pt>
                <c:pt idx="1547">
                  <c:v>6.17321016714</c:v>
                </c:pt>
                <c:pt idx="1548">
                  <c:v>6.18042904069</c:v>
                </c:pt>
                <c:pt idx="1549">
                  <c:v>6.18042904069</c:v>
                </c:pt>
                <c:pt idx="1550">
                  <c:v>6.1835527618</c:v>
                </c:pt>
                <c:pt idx="1551">
                  <c:v>6.1835527618</c:v>
                </c:pt>
                <c:pt idx="1552">
                  <c:v>6.2000518676</c:v>
                </c:pt>
                <c:pt idx="1553">
                  <c:v>6.2000518676</c:v>
                </c:pt>
                <c:pt idx="1554">
                  <c:v>6.20282937824</c:v>
                </c:pt>
                <c:pt idx="1555">
                  <c:v>6.20282937824</c:v>
                </c:pt>
                <c:pt idx="1556">
                  <c:v>6.20676287429</c:v>
                </c:pt>
                <c:pt idx="1557">
                  <c:v>6.20676287429</c:v>
                </c:pt>
                <c:pt idx="1558">
                  <c:v>6.20892615418</c:v>
                </c:pt>
                <c:pt idx="1559">
                  <c:v>6.20892615418</c:v>
                </c:pt>
                <c:pt idx="1560">
                  <c:v>6.20985263387</c:v>
                </c:pt>
                <c:pt idx="1561">
                  <c:v>6.20985263387</c:v>
                </c:pt>
                <c:pt idx="1562">
                  <c:v>6.21000119891</c:v>
                </c:pt>
                <c:pt idx="1563">
                  <c:v>6.21000119891</c:v>
                </c:pt>
                <c:pt idx="1564">
                  <c:v>6.21438979484</c:v>
                </c:pt>
                <c:pt idx="1565">
                  <c:v>6.21438979484</c:v>
                </c:pt>
                <c:pt idx="1566">
                  <c:v>6.21534850559</c:v>
                </c:pt>
                <c:pt idx="1567">
                  <c:v>6.21534850559</c:v>
                </c:pt>
                <c:pt idx="1568">
                  <c:v>6.21924278162</c:v>
                </c:pt>
                <c:pt idx="1569">
                  <c:v>6.21924278162</c:v>
                </c:pt>
                <c:pt idx="1570">
                  <c:v>6.22445248419</c:v>
                </c:pt>
                <c:pt idx="1571">
                  <c:v>6.22445248419</c:v>
                </c:pt>
                <c:pt idx="1572">
                  <c:v>6.22750497915</c:v>
                </c:pt>
                <c:pt idx="1573">
                  <c:v>6.22750497915</c:v>
                </c:pt>
                <c:pt idx="1574">
                  <c:v>6.24619488159</c:v>
                </c:pt>
                <c:pt idx="1575">
                  <c:v>6.24619488159</c:v>
                </c:pt>
                <c:pt idx="1576">
                  <c:v>6.25646311213</c:v>
                </c:pt>
                <c:pt idx="1577">
                  <c:v>6.25646311213</c:v>
                </c:pt>
                <c:pt idx="1578">
                  <c:v>6.25782646841</c:v>
                </c:pt>
                <c:pt idx="1579">
                  <c:v>6.25782646841</c:v>
                </c:pt>
                <c:pt idx="1580">
                  <c:v>6.25826198402</c:v>
                </c:pt>
                <c:pt idx="1581">
                  <c:v>6.25826198402</c:v>
                </c:pt>
                <c:pt idx="1582">
                  <c:v>6.25896014797</c:v>
                </c:pt>
                <c:pt idx="1583">
                  <c:v>6.25896014797</c:v>
                </c:pt>
                <c:pt idx="1584">
                  <c:v>6.26705504089</c:v>
                </c:pt>
                <c:pt idx="1585">
                  <c:v>6.26705504089</c:v>
                </c:pt>
                <c:pt idx="1586">
                  <c:v>6.2673633959</c:v>
                </c:pt>
                <c:pt idx="1587">
                  <c:v>6.2673633959</c:v>
                </c:pt>
                <c:pt idx="1588">
                  <c:v>6.27102503006</c:v>
                </c:pt>
                <c:pt idx="1589">
                  <c:v>6.27102503006</c:v>
                </c:pt>
                <c:pt idx="1590">
                  <c:v>6.29187538195</c:v>
                </c:pt>
                <c:pt idx="1591">
                  <c:v>6.29187538195</c:v>
                </c:pt>
                <c:pt idx="1592">
                  <c:v>6.29515440966</c:v>
                </c:pt>
                <c:pt idx="1593">
                  <c:v>6.29515440966</c:v>
                </c:pt>
                <c:pt idx="1594">
                  <c:v>6.3004358821</c:v>
                </c:pt>
                <c:pt idx="1595">
                  <c:v>6.3004358821</c:v>
                </c:pt>
                <c:pt idx="1596">
                  <c:v>6.30388857424</c:v>
                </c:pt>
                <c:pt idx="1597">
                  <c:v>6.30388857424</c:v>
                </c:pt>
                <c:pt idx="1598">
                  <c:v>6.31084520933</c:v>
                </c:pt>
                <c:pt idx="1599">
                  <c:v>6.31084520933</c:v>
                </c:pt>
                <c:pt idx="1600">
                  <c:v>6.31360795264</c:v>
                </c:pt>
                <c:pt idx="1601">
                  <c:v>6.31360795264</c:v>
                </c:pt>
                <c:pt idx="1602">
                  <c:v>6.32057181056</c:v>
                </c:pt>
                <c:pt idx="1603">
                  <c:v>6.32057181056</c:v>
                </c:pt>
                <c:pt idx="1604">
                  <c:v>6.32370190926</c:v>
                </c:pt>
                <c:pt idx="1605">
                  <c:v>6.32370190926</c:v>
                </c:pt>
                <c:pt idx="1606">
                  <c:v>6.33358413244</c:v>
                </c:pt>
                <c:pt idx="1607">
                  <c:v>6.33358413244</c:v>
                </c:pt>
                <c:pt idx="1608">
                  <c:v>6.33843456901</c:v>
                </c:pt>
                <c:pt idx="1609">
                  <c:v>6.33843456901</c:v>
                </c:pt>
                <c:pt idx="1610">
                  <c:v>6.33943344936</c:v>
                </c:pt>
                <c:pt idx="1611">
                  <c:v>6.33943344936</c:v>
                </c:pt>
                <c:pt idx="1612">
                  <c:v>6.34068199768</c:v>
                </c:pt>
                <c:pt idx="1613">
                  <c:v>6.34068199768</c:v>
                </c:pt>
                <c:pt idx="1614">
                  <c:v>6.34875595711</c:v>
                </c:pt>
                <c:pt idx="1615">
                  <c:v>6.34875595711</c:v>
                </c:pt>
                <c:pt idx="1616">
                  <c:v>6.35367427605</c:v>
                </c:pt>
                <c:pt idx="1617">
                  <c:v>6.35367427605</c:v>
                </c:pt>
                <c:pt idx="1618">
                  <c:v>6.35499559038</c:v>
                </c:pt>
                <c:pt idx="1619">
                  <c:v>6.35499559038</c:v>
                </c:pt>
                <c:pt idx="1620">
                  <c:v>6.35513612594</c:v>
                </c:pt>
                <c:pt idx="1621">
                  <c:v>6.35513612594</c:v>
                </c:pt>
                <c:pt idx="1622">
                  <c:v>6.35602525084</c:v>
                </c:pt>
                <c:pt idx="1623">
                  <c:v>6.35602525084</c:v>
                </c:pt>
                <c:pt idx="1624">
                  <c:v>6.35864712701</c:v>
                </c:pt>
                <c:pt idx="1625">
                  <c:v>6.35864712701</c:v>
                </c:pt>
                <c:pt idx="1626">
                  <c:v>6.36708862538</c:v>
                </c:pt>
                <c:pt idx="1627">
                  <c:v>6.36708862538</c:v>
                </c:pt>
                <c:pt idx="1628">
                  <c:v>6.37111811486</c:v>
                </c:pt>
                <c:pt idx="1629">
                  <c:v>6.37111811486</c:v>
                </c:pt>
                <c:pt idx="1630">
                  <c:v>6.37764617858</c:v>
                </c:pt>
                <c:pt idx="1631">
                  <c:v>6.37764617858</c:v>
                </c:pt>
                <c:pt idx="1632">
                  <c:v>6.38630815893</c:v>
                </c:pt>
                <c:pt idx="1633">
                  <c:v>6.38630815893</c:v>
                </c:pt>
                <c:pt idx="1634">
                  <c:v>6.38830840292</c:v>
                </c:pt>
                <c:pt idx="1635">
                  <c:v>6.38830840292</c:v>
                </c:pt>
                <c:pt idx="1636">
                  <c:v>6.38977922626</c:v>
                </c:pt>
                <c:pt idx="1637">
                  <c:v>6.38977922626</c:v>
                </c:pt>
                <c:pt idx="1638">
                  <c:v>6.39134955252</c:v>
                </c:pt>
                <c:pt idx="1639">
                  <c:v>6.39134955252</c:v>
                </c:pt>
                <c:pt idx="1640">
                  <c:v>6.39148580336</c:v>
                </c:pt>
                <c:pt idx="1641">
                  <c:v>6.39148580336</c:v>
                </c:pt>
                <c:pt idx="1642">
                  <c:v>6.39410183018</c:v>
                </c:pt>
                <c:pt idx="1643">
                  <c:v>6.39410183018</c:v>
                </c:pt>
                <c:pt idx="1644">
                  <c:v>6.39562745359</c:v>
                </c:pt>
                <c:pt idx="1645">
                  <c:v>6.39562745359</c:v>
                </c:pt>
                <c:pt idx="1646">
                  <c:v>6.4148751164</c:v>
                </c:pt>
                <c:pt idx="1647">
                  <c:v>6.4148751164</c:v>
                </c:pt>
                <c:pt idx="1648">
                  <c:v>6.41571833019</c:v>
                </c:pt>
                <c:pt idx="1649">
                  <c:v>6.41571833019</c:v>
                </c:pt>
                <c:pt idx="1650">
                  <c:v>6.41966896197</c:v>
                </c:pt>
                <c:pt idx="1651">
                  <c:v>6.41966896197</c:v>
                </c:pt>
                <c:pt idx="1652">
                  <c:v>6.42788516662</c:v>
                </c:pt>
                <c:pt idx="1653">
                  <c:v>6.42788516662</c:v>
                </c:pt>
                <c:pt idx="1654">
                  <c:v>6.43418312005</c:v>
                </c:pt>
                <c:pt idx="1655">
                  <c:v>6.43418312005</c:v>
                </c:pt>
                <c:pt idx="1656">
                  <c:v>6.43958550169</c:v>
                </c:pt>
                <c:pt idx="1657">
                  <c:v>6.43958550169</c:v>
                </c:pt>
                <c:pt idx="1658">
                  <c:v>6.44937153126</c:v>
                </c:pt>
                <c:pt idx="1659">
                  <c:v>6.44937153126</c:v>
                </c:pt>
                <c:pt idx="1660">
                  <c:v>6.45045419657</c:v>
                </c:pt>
                <c:pt idx="1661">
                  <c:v>6.45045419657</c:v>
                </c:pt>
                <c:pt idx="1662">
                  <c:v>6.45155614718</c:v>
                </c:pt>
                <c:pt idx="1663">
                  <c:v>6.45155614718</c:v>
                </c:pt>
                <c:pt idx="1664">
                  <c:v>6.45213362379</c:v>
                </c:pt>
                <c:pt idx="1665">
                  <c:v>6.45213362379</c:v>
                </c:pt>
                <c:pt idx="1666">
                  <c:v>6.45231653411</c:v>
                </c:pt>
                <c:pt idx="1667">
                  <c:v>6.45231653411</c:v>
                </c:pt>
                <c:pt idx="1668">
                  <c:v>6.45237253083</c:v>
                </c:pt>
                <c:pt idx="1669">
                  <c:v>6.45237253083</c:v>
                </c:pt>
                <c:pt idx="1670">
                  <c:v>6.46455564031</c:v>
                </c:pt>
                <c:pt idx="1671">
                  <c:v>6.46455564031</c:v>
                </c:pt>
                <c:pt idx="1672">
                  <c:v>6.46768536555</c:v>
                </c:pt>
                <c:pt idx="1673">
                  <c:v>6.46768536555</c:v>
                </c:pt>
                <c:pt idx="1674">
                  <c:v>6.47442151402</c:v>
                </c:pt>
                <c:pt idx="1675">
                  <c:v>6.47442151402</c:v>
                </c:pt>
                <c:pt idx="1676">
                  <c:v>6.47628804018</c:v>
                </c:pt>
                <c:pt idx="1677">
                  <c:v>6.47628804018</c:v>
                </c:pt>
                <c:pt idx="1678">
                  <c:v>6.47876036723</c:v>
                </c:pt>
                <c:pt idx="1679">
                  <c:v>6.47876036723</c:v>
                </c:pt>
                <c:pt idx="1680">
                  <c:v>6.48199962538</c:v>
                </c:pt>
                <c:pt idx="1681">
                  <c:v>6.48199962538</c:v>
                </c:pt>
                <c:pt idx="1682">
                  <c:v>6.48270638892</c:v>
                </c:pt>
                <c:pt idx="1683">
                  <c:v>6.48270638892</c:v>
                </c:pt>
                <c:pt idx="1684">
                  <c:v>6.48507885761</c:v>
                </c:pt>
                <c:pt idx="1685">
                  <c:v>6.48507885761</c:v>
                </c:pt>
                <c:pt idx="1686">
                  <c:v>6.49260185613</c:v>
                </c:pt>
                <c:pt idx="1687">
                  <c:v>6.49260185613</c:v>
                </c:pt>
                <c:pt idx="1688">
                  <c:v>6.4926048281</c:v>
                </c:pt>
                <c:pt idx="1689">
                  <c:v>6.4926048281</c:v>
                </c:pt>
                <c:pt idx="1690">
                  <c:v>6.49768584037</c:v>
                </c:pt>
                <c:pt idx="1691">
                  <c:v>6.49768584037</c:v>
                </c:pt>
                <c:pt idx="1692">
                  <c:v>6.49913083926</c:v>
                </c:pt>
                <c:pt idx="1693">
                  <c:v>6.49913083926</c:v>
                </c:pt>
                <c:pt idx="1694">
                  <c:v>6.50878791014</c:v>
                </c:pt>
                <c:pt idx="1695">
                  <c:v>6.50878791014</c:v>
                </c:pt>
                <c:pt idx="1696">
                  <c:v>6.51426188217</c:v>
                </c:pt>
                <c:pt idx="1697">
                  <c:v>6.51426188217</c:v>
                </c:pt>
                <c:pt idx="1698">
                  <c:v>6.5146229995</c:v>
                </c:pt>
                <c:pt idx="1699">
                  <c:v>6.5146229995</c:v>
                </c:pt>
                <c:pt idx="1700">
                  <c:v>6.53997511591</c:v>
                </c:pt>
                <c:pt idx="1701">
                  <c:v>6.53997511591</c:v>
                </c:pt>
                <c:pt idx="1702">
                  <c:v>6.55417492076</c:v>
                </c:pt>
                <c:pt idx="1703">
                  <c:v>6.55417492076</c:v>
                </c:pt>
                <c:pt idx="1704">
                  <c:v>6.55616231847</c:v>
                </c:pt>
                <c:pt idx="1705">
                  <c:v>6.55616231847</c:v>
                </c:pt>
                <c:pt idx="1706">
                  <c:v>6.56898959029</c:v>
                </c:pt>
                <c:pt idx="1707">
                  <c:v>6.56898959029</c:v>
                </c:pt>
                <c:pt idx="1708">
                  <c:v>6.57133737274</c:v>
                </c:pt>
                <c:pt idx="1709">
                  <c:v>6.57133737274</c:v>
                </c:pt>
                <c:pt idx="1710">
                  <c:v>6.57650632032</c:v>
                </c:pt>
                <c:pt idx="1711">
                  <c:v>6.57650632032</c:v>
                </c:pt>
                <c:pt idx="1712">
                  <c:v>6.58168912868</c:v>
                </c:pt>
                <c:pt idx="1713">
                  <c:v>6.58168912868</c:v>
                </c:pt>
                <c:pt idx="1714">
                  <c:v>6.60853196385</c:v>
                </c:pt>
                <c:pt idx="1715">
                  <c:v>6.60853196385</c:v>
                </c:pt>
                <c:pt idx="1716">
                  <c:v>6.62036997414</c:v>
                </c:pt>
                <c:pt idx="1717">
                  <c:v>6.62036997414</c:v>
                </c:pt>
                <c:pt idx="1718">
                  <c:v>6.62448280073</c:v>
                </c:pt>
                <c:pt idx="1719">
                  <c:v>6.62448280073</c:v>
                </c:pt>
                <c:pt idx="1720">
                  <c:v>6.63147902895</c:v>
                </c:pt>
                <c:pt idx="1721">
                  <c:v>6.63147902895</c:v>
                </c:pt>
                <c:pt idx="1722">
                  <c:v>6.63892147532</c:v>
                </c:pt>
                <c:pt idx="1723">
                  <c:v>6.63892147532</c:v>
                </c:pt>
                <c:pt idx="1724">
                  <c:v>6.6445993062</c:v>
                </c:pt>
                <c:pt idx="1725">
                  <c:v>6.6445993062</c:v>
                </c:pt>
                <c:pt idx="1726">
                  <c:v>6.65051581086</c:v>
                </c:pt>
                <c:pt idx="1727">
                  <c:v>6.65051581086</c:v>
                </c:pt>
                <c:pt idx="1728">
                  <c:v>6.65970717389</c:v>
                </c:pt>
                <c:pt idx="1729">
                  <c:v>6.65970717389</c:v>
                </c:pt>
                <c:pt idx="1730">
                  <c:v>6.67143726761</c:v>
                </c:pt>
                <c:pt idx="1731">
                  <c:v>6.67143726761</c:v>
                </c:pt>
                <c:pt idx="1732">
                  <c:v>6.67161821742</c:v>
                </c:pt>
                <c:pt idx="1733">
                  <c:v>6.67161821742</c:v>
                </c:pt>
                <c:pt idx="1734">
                  <c:v>6.67257079548</c:v>
                </c:pt>
                <c:pt idx="1735">
                  <c:v>6.67257079548</c:v>
                </c:pt>
                <c:pt idx="1736">
                  <c:v>6.68102107194</c:v>
                </c:pt>
                <c:pt idx="1737">
                  <c:v>6.68102107194</c:v>
                </c:pt>
                <c:pt idx="1738">
                  <c:v>6.68909403143</c:v>
                </c:pt>
                <c:pt idx="1739">
                  <c:v>6.68909403143</c:v>
                </c:pt>
                <c:pt idx="1740">
                  <c:v>6.69431362059</c:v>
                </c:pt>
                <c:pt idx="1741">
                  <c:v>6.69431362059</c:v>
                </c:pt>
                <c:pt idx="1742">
                  <c:v>6.69451395202</c:v>
                </c:pt>
                <c:pt idx="1743">
                  <c:v>6.69451395202</c:v>
                </c:pt>
                <c:pt idx="1744">
                  <c:v>6.69822852487</c:v>
                </c:pt>
                <c:pt idx="1745">
                  <c:v>6.69822852487</c:v>
                </c:pt>
                <c:pt idx="1746">
                  <c:v>6.69960561563</c:v>
                </c:pt>
                <c:pt idx="1747">
                  <c:v>6.69960561563</c:v>
                </c:pt>
                <c:pt idx="1748">
                  <c:v>6.70009902486</c:v>
                </c:pt>
                <c:pt idx="1749">
                  <c:v>6.70009902486</c:v>
                </c:pt>
                <c:pt idx="1750">
                  <c:v>6.70378545799</c:v>
                </c:pt>
                <c:pt idx="1751">
                  <c:v>6.70378545799</c:v>
                </c:pt>
                <c:pt idx="1752">
                  <c:v>6.70502645958</c:v>
                </c:pt>
                <c:pt idx="1753">
                  <c:v>6.70502645958</c:v>
                </c:pt>
                <c:pt idx="1754">
                  <c:v>6.70634816613</c:v>
                </c:pt>
                <c:pt idx="1755">
                  <c:v>6.70634816613</c:v>
                </c:pt>
                <c:pt idx="1756">
                  <c:v>6.70955194972</c:v>
                </c:pt>
                <c:pt idx="1757">
                  <c:v>6.70955194972</c:v>
                </c:pt>
                <c:pt idx="1758">
                  <c:v>6.72268873657</c:v>
                </c:pt>
                <c:pt idx="1759">
                  <c:v>6.72268873657</c:v>
                </c:pt>
                <c:pt idx="1760">
                  <c:v>6.73112227281</c:v>
                </c:pt>
                <c:pt idx="1761">
                  <c:v>6.73112227281</c:v>
                </c:pt>
                <c:pt idx="1762">
                  <c:v>6.73506372439</c:v>
                </c:pt>
                <c:pt idx="1763">
                  <c:v>6.73506372439</c:v>
                </c:pt>
                <c:pt idx="1764">
                  <c:v>6.74053189171</c:v>
                </c:pt>
                <c:pt idx="1765">
                  <c:v>6.74053189171</c:v>
                </c:pt>
                <c:pt idx="1766">
                  <c:v>6.75454600398</c:v>
                </c:pt>
                <c:pt idx="1767">
                  <c:v>6.75454600398</c:v>
                </c:pt>
                <c:pt idx="1768">
                  <c:v>6.75507471746</c:v>
                </c:pt>
                <c:pt idx="1769">
                  <c:v>6.75507471746</c:v>
                </c:pt>
                <c:pt idx="1770">
                  <c:v>6.75738893302</c:v>
                </c:pt>
                <c:pt idx="1771">
                  <c:v>6.75738893302</c:v>
                </c:pt>
                <c:pt idx="1772">
                  <c:v>6.76163671199</c:v>
                </c:pt>
                <c:pt idx="1773">
                  <c:v>6.76163671199</c:v>
                </c:pt>
                <c:pt idx="1774">
                  <c:v>6.77031129805</c:v>
                </c:pt>
                <c:pt idx="1775">
                  <c:v>6.77031129805</c:v>
                </c:pt>
                <c:pt idx="1776">
                  <c:v>6.77712254456</c:v>
                </c:pt>
                <c:pt idx="1777">
                  <c:v>6.77712254456</c:v>
                </c:pt>
                <c:pt idx="1778">
                  <c:v>6.78098546418</c:v>
                </c:pt>
                <c:pt idx="1779">
                  <c:v>6.78098546418</c:v>
                </c:pt>
                <c:pt idx="1780">
                  <c:v>6.78161701122</c:v>
                </c:pt>
                <c:pt idx="1781">
                  <c:v>6.78161701122</c:v>
                </c:pt>
                <c:pt idx="1782">
                  <c:v>6.78490736609</c:v>
                </c:pt>
                <c:pt idx="1783">
                  <c:v>6.78490736609</c:v>
                </c:pt>
                <c:pt idx="1784">
                  <c:v>6.78573160502</c:v>
                </c:pt>
                <c:pt idx="1785">
                  <c:v>6.78573160502</c:v>
                </c:pt>
                <c:pt idx="1786">
                  <c:v>6.79706402876</c:v>
                </c:pt>
                <c:pt idx="1787">
                  <c:v>6.79706402876</c:v>
                </c:pt>
                <c:pt idx="1788">
                  <c:v>6.80146816021</c:v>
                </c:pt>
                <c:pt idx="1789">
                  <c:v>6.80146816021</c:v>
                </c:pt>
                <c:pt idx="1790">
                  <c:v>6.80717249105</c:v>
                </c:pt>
                <c:pt idx="1791">
                  <c:v>6.80717249105</c:v>
                </c:pt>
                <c:pt idx="1792">
                  <c:v>6.80898071049</c:v>
                </c:pt>
                <c:pt idx="1793">
                  <c:v>6.80898071049</c:v>
                </c:pt>
                <c:pt idx="1794">
                  <c:v>6.80930316214</c:v>
                </c:pt>
                <c:pt idx="1795">
                  <c:v>6.80930316214</c:v>
                </c:pt>
                <c:pt idx="1796">
                  <c:v>6.81436336761</c:v>
                </c:pt>
                <c:pt idx="1797">
                  <c:v>6.81436336761</c:v>
                </c:pt>
                <c:pt idx="1798">
                  <c:v>6.82113047429</c:v>
                </c:pt>
                <c:pt idx="1799">
                  <c:v>6.82113047429</c:v>
                </c:pt>
                <c:pt idx="1800">
                  <c:v>6.82701623673</c:v>
                </c:pt>
                <c:pt idx="1801">
                  <c:v>6.82701623673</c:v>
                </c:pt>
                <c:pt idx="1802">
                  <c:v>6.82755239155</c:v>
                </c:pt>
                <c:pt idx="1803">
                  <c:v>6.82755239155</c:v>
                </c:pt>
                <c:pt idx="1804">
                  <c:v>6.82766086437</c:v>
                </c:pt>
                <c:pt idx="1805">
                  <c:v>6.82766086437</c:v>
                </c:pt>
                <c:pt idx="1806">
                  <c:v>6.82863656984</c:v>
                </c:pt>
                <c:pt idx="1807">
                  <c:v>6.82863656984</c:v>
                </c:pt>
                <c:pt idx="1808">
                  <c:v>6.83693504295</c:v>
                </c:pt>
                <c:pt idx="1809">
                  <c:v>6.83693504295</c:v>
                </c:pt>
                <c:pt idx="1810">
                  <c:v>6.84485438999</c:v>
                </c:pt>
                <c:pt idx="1811">
                  <c:v>6.84485438999</c:v>
                </c:pt>
                <c:pt idx="1812">
                  <c:v>6.85895153338</c:v>
                </c:pt>
                <c:pt idx="1813">
                  <c:v>6.85895153338</c:v>
                </c:pt>
                <c:pt idx="1814">
                  <c:v>6.85919962999</c:v>
                </c:pt>
                <c:pt idx="1815">
                  <c:v>6.85919962999</c:v>
                </c:pt>
                <c:pt idx="1816">
                  <c:v>6.8654528979</c:v>
                </c:pt>
                <c:pt idx="1817">
                  <c:v>6.8654528979</c:v>
                </c:pt>
                <c:pt idx="1818">
                  <c:v>6.87404665677</c:v>
                </c:pt>
                <c:pt idx="1819">
                  <c:v>6.87404665677</c:v>
                </c:pt>
                <c:pt idx="1820">
                  <c:v>6.87806268624</c:v>
                </c:pt>
                <c:pt idx="1821">
                  <c:v>6.87806268624</c:v>
                </c:pt>
                <c:pt idx="1822">
                  <c:v>6.87944364041</c:v>
                </c:pt>
                <c:pt idx="1823">
                  <c:v>6.87944364041</c:v>
                </c:pt>
                <c:pt idx="1824">
                  <c:v>6.88993815913</c:v>
                </c:pt>
                <c:pt idx="1825">
                  <c:v>6.88993815913</c:v>
                </c:pt>
                <c:pt idx="1826">
                  <c:v>6.89264134056</c:v>
                </c:pt>
                <c:pt idx="1827">
                  <c:v>6.89264134056</c:v>
                </c:pt>
                <c:pt idx="1828">
                  <c:v>6.89385690687</c:v>
                </c:pt>
                <c:pt idx="1829">
                  <c:v>6.89385690687</c:v>
                </c:pt>
                <c:pt idx="1830">
                  <c:v>6.89446512282</c:v>
                </c:pt>
                <c:pt idx="1831">
                  <c:v>6.89446512282</c:v>
                </c:pt>
                <c:pt idx="1832">
                  <c:v>6.89541034152</c:v>
                </c:pt>
                <c:pt idx="1833">
                  <c:v>6.89541034152</c:v>
                </c:pt>
                <c:pt idx="1834">
                  <c:v>6.8963674877</c:v>
                </c:pt>
                <c:pt idx="1835">
                  <c:v>6.8963674877</c:v>
                </c:pt>
                <c:pt idx="1836">
                  <c:v>6.90314084232</c:v>
                </c:pt>
                <c:pt idx="1837">
                  <c:v>6.90314084232</c:v>
                </c:pt>
                <c:pt idx="1838">
                  <c:v>6.90319909313</c:v>
                </c:pt>
                <c:pt idx="1839">
                  <c:v>6.90319909313</c:v>
                </c:pt>
                <c:pt idx="1840">
                  <c:v>6.9093803069</c:v>
                </c:pt>
                <c:pt idx="1841">
                  <c:v>6.9093803069</c:v>
                </c:pt>
                <c:pt idx="1842">
                  <c:v>6.91618580073</c:v>
                </c:pt>
                <c:pt idx="1843">
                  <c:v>6.91618580073</c:v>
                </c:pt>
                <c:pt idx="1844">
                  <c:v>6.92048208421</c:v>
                </c:pt>
                <c:pt idx="1845">
                  <c:v>6.92048208421</c:v>
                </c:pt>
                <c:pt idx="1846">
                  <c:v>6.92300811556</c:v>
                </c:pt>
                <c:pt idx="1847">
                  <c:v>6.92300811556</c:v>
                </c:pt>
                <c:pt idx="1848">
                  <c:v>6.92387027535</c:v>
                </c:pt>
                <c:pt idx="1849">
                  <c:v>6.92387027535</c:v>
                </c:pt>
                <c:pt idx="1850">
                  <c:v>6.93035061969</c:v>
                </c:pt>
                <c:pt idx="1851">
                  <c:v>6.93035061969</c:v>
                </c:pt>
                <c:pt idx="1852">
                  <c:v>6.93253843739</c:v>
                </c:pt>
                <c:pt idx="1853">
                  <c:v>6.93253843739</c:v>
                </c:pt>
                <c:pt idx="1854">
                  <c:v>6.93998686035</c:v>
                </c:pt>
                <c:pt idx="1855">
                  <c:v>6.93998686035</c:v>
                </c:pt>
                <c:pt idx="1856">
                  <c:v>6.96856783523</c:v>
                </c:pt>
                <c:pt idx="1857">
                  <c:v>6.96856783523</c:v>
                </c:pt>
                <c:pt idx="1858">
                  <c:v>6.97190129029</c:v>
                </c:pt>
                <c:pt idx="1859">
                  <c:v>6.97190129029</c:v>
                </c:pt>
                <c:pt idx="1860">
                  <c:v>6.97992416285</c:v>
                </c:pt>
                <c:pt idx="1861">
                  <c:v>6.97992416285</c:v>
                </c:pt>
                <c:pt idx="1862">
                  <c:v>6.98067627842</c:v>
                </c:pt>
                <c:pt idx="1863">
                  <c:v>6.98067627842</c:v>
                </c:pt>
                <c:pt idx="1864">
                  <c:v>6.98194908069</c:v>
                </c:pt>
                <c:pt idx="1865">
                  <c:v>6.98194908069</c:v>
                </c:pt>
                <c:pt idx="1866">
                  <c:v>6.98398591882</c:v>
                </c:pt>
                <c:pt idx="1867">
                  <c:v>6.98398591882</c:v>
                </c:pt>
                <c:pt idx="1868">
                  <c:v>6.98686146391</c:v>
                </c:pt>
                <c:pt idx="1869">
                  <c:v>6.98686146391</c:v>
                </c:pt>
                <c:pt idx="1870">
                  <c:v>6.99543268053</c:v>
                </c:pt>
                <c:pt idx="1871">
                  <c:v>6.99543268053</c:v>
                </c:pt>
                <c:pt idx="1872">
                  <c:v>6.99724083914</c:v>
                </c:pt>
                <c:pt idx="1873">
                  <c:v>6.99724083914</c:v>
                </c:pt>
                <c:pt idx="1874">
                  <c:v>7.00204003558</c:v>
                </c:pt>
                <c:pt idx="1875">
                  <c:v>7.00204003558</c:v>
                </c:pt>
                <c:pt idx="1876">
                  <c:v>7.00374488492</c:v>
                </c:pt>
                <c:pt idx="1877">
                  <c:v>7.00374488492</c:v>
                </c:pt>
                <c:pt idx="1878">
                  <c:v>7.01153057824</c:v>
                </c:pt>
                <c:pt idx="1879">
                  <c:v>7.01153057824</c:v>
                </c:pt>
                <c:pt idx="1880">
                  <c:v>7.01335566262</c:v>
                </c:pt>
                <c:pt idx="1881">
                  <c:v>7.01335566262</c:v>
                </c:pt>
                <c:pt idx="1882">
                  <c:v>7.0216228212</c:v>
                </c:pt>
                <c:pt idx="1883">
                  <c:v>7.0216228212</c:v>
                </c:pt>
                <c:pt idx="1884">
                  <c:v>7.02432547177</c:v>
                </c:pt>
                <c:pt idx="1885">
                  <c:v>7.02432547177</c:v>
                </c:pt>
                <c:pt idx="1886">
                  <c:v>7.02574680717</c:v>
                </c:pt>
                <c:pt idx="1887">
                  <c:v>7.02574680717</c:v>
                </c:pt>
                <c:pt idx="1888">
                  <c:v>7.04037662713</c:v>
                </c:pt>
                <c:pt idx="1889">
                  <c:v>7.04037662713</c:v>
                </c:pt>
                <c:pt idx="1890">
                  <c:v>7.04229162453</c:v>
                </c:pt>
                <c:pt idx="1891">
                  <c:v>7.04229162453</c:v>
                </c:pt>
                <c:pt idx="1892">
                  <c:v>7.04236031312</c:v>
                </c:pt>
                <c:pt idx="1893">
                  <c:v>7.04236031312</c:v>
                </c:pt>
                <c:pt idx="1894">
                  <c:v>7.04671564512</c:v>
                </c:pt>
                <c:pt idx="1895">
                  <c:v>7.04671564512</c:v>
                </c:pt>
                <c:pt idx="1896">
                  <c:v>7.05592873017</c:v>
                </c:pt>
                <c:pt idx="1897">
                  <c:v>7.05592873017</c:v>
                </c:pt>
                <c:pt idx="1898">
                  <c:v>7.06138380349</c:v>
                </c:pt>
                <c:pt idx="1899">
                  <c:v>7.06138380349</c:v>
                </c:pt>
                <c:pt idx="1900">
                  <c:v>7.06306595586</c:v>
                </c:pt>
                <c:pt idx="1901">
                  <c:v>7.06306595586</c:v>
                </c:pt>
                <c:pt idx="1902">
                  <c:v>7.0661630967</c:v>
                </c:pt>
                <c:pt idx="1903">
                  <c:v>7.0661630967</c:v>
                </c:pt>
                <c:pt idx="1904">
                  <c:v>7.07128355795</c:v>
                </c:pt>
                <c:pt idx="1905">
                  <c:v>7.07128355795</c:v>
                </c:pt>
                <c:pt idx="1906">
                  <c:v>7.08466544847</c:v>
                </c:pt>
                <c:pt idx="1907">
                  <c:v>7.08466544847</c:v>
                </c:pt>
                <c:pt idx="1908">
                  <c:v>7.08545080541</c:v>
                </c:pt>
                <c:pt idx="1909">
                  <c:v>7.08545080541</c:v>
                </c:pt>
                <c:pt idx="1910">
                  <c:v>7.09051916563</c:v>
                </c:pt>
                <c:pt idx="1911">
                  <c:v>7.09051916563</c:v>
                </c:pt>
                <c:pt idx="1912">
                  <c:v>7.09096219885</c:v>
                </c:pt>
                <c:pt idx="1913">
                  <c:v>7.09096219885</c:v>
                </c:pt>
                <c:pt idx="1914">
                  <c:v>7.1040742497</c:v>
                </c:pt>
                <c:pt idx="1915">
                  <c:v>7.1040742497</c:v>
                </c:pt>
                <c:pt idx="1916">
                  <c:v>7.10925472099</c:v>
                </c:pt>
                <c:pt idx="1917">
                  <c:v>7.10925472099</c:v>
                </c:pt>
                <c:pt idx="1918">
                  <c:v>7.11376004383</c:v>
                </c:pt>
                <c:pt idx="1919">
                  <c:v>7.11376004383</c:v>
                </c:pt>
                <c:pt idx="1920">
                  <c:v>7.11692050865</c:v>
                </c:pt>
                <c:pt idx="1921">
                  <c:v>7.11692050865</c:v>
                </c:pt>
                <c:pt idx="1922">
                  <c:v>7.12718888712</c:v>
                </c:pt>
                <c:pt idx="1923">
                  <c:v>7.12718888712</c:v>
                </c:pt>
                <c:pt idx="1924">
                  <c:v>7.13360517795</c:v>
                </c:pt>
                <c:pt idx="1925">
                  <c:v>7.13360517795</c:v>
                </c:pt>
                <c:pt idx="1926">
                  <c:v>7.1413847146</c:v>
                </c:pt>
                <c:pt idx="1927">
                  <c:v>7.1413847146</c:v>
                </c:pt>
                <c:pt idx="1928">
                  <c:v>7.15724345616</c:v>
                </c:pt>
                <c:pt idx="1929">
                  <c:v>7.15724345616</c:v>
                </c:pt>
                <c:pt idx="1930">
                  <c:v>7.16273852296</c:v>
                </c:pt>
                <c:pt idx="1931">
                  <c:v>7.16273852296</c:v>
                </c:pt>
                <c:pt idx="1932">
                  <c:v>7.17213532326</c:v>
                </c:pt>
                <c:pt idx="1933">
                  <c:v>7.17213532326</c:v>
                </c:pt>
                <c:pt idx="1934">
                  <c:v>7.17376703603</c:v>
                </c:pt>
                <c:pt idx="1935">
                  <c:v>7.17376703603</c:v>
                </c:pt>
                <c:pt idx="1936">
                  <c:v>7.17469590519</c:v>
                </c:pt>
                <c:pt idx="1937">
                  <c:v>7.17469590519</c:v>
                </c:pt>
                <c:pt idx="1938">
                  <c:v>7.18059759737</c:v>
                </c:pt>
                <c:pt idx="1939">
                  <c:v>7.18059759737</c:v>
                </c:pt>
                <c:pt idx="1940">
                  <c:v>7.18115922754</c:v>
                </c:pt>
                <c:pt idx="1941">
                  <c:v>7.18115922754</c:v>
                </c:pt>
                <c:pt idx="1942">
                  <c:v>7.18152561067</c:v>
                </c:pt>
                <c:pt idx="1943">
                  <c:v>7.18152561067</c:v>
                </c:pt>
                <c:pt idx="1944">
                  <c:v>7.18357847332</c:v>
                </c:pt>
                <c:pt idx="1945">
                  <c:v>7.18357847332</c:v>
                </c:pt>
                <c:pt idx="1946">
                  <c:v>7.19296390135</c:v>
                </c:pt>
                <c:pt idx="1947">
                  <c:v>7.19296390135</c:v>
                </c:pt>
                <c:pt idx="1948">
                  <c:v>7.19302817395</c:v>
                </c:pt>
                <c:pt idx="1949">
                  <c:v>7.19302817395</c:v>
                </c:pt>
                <c:pt idx="1950">
                  <c:v>7.2006348551</c:v>
                </c:pt>
                <c:pt idx="1951">
                  <c:v>7.2006348551</c:v>
                </c:pt>
                <c:pt idx="1952">
                  <c:v>7.20337836379</c:v>
                </c:pt>
                <c:pt idx="1953">
                  <c:v>7.20337836379</c:v>
                </c:pt>
                <c:pt idx="1954">
                  <c:v>7.21008501338</c:v>
                </c:pt>
                <c:pt idx="1955">
                  <c:v>7.21008501338</c:v>
                </c:pt>
                <c:pt idx="1956">
                  <c:v>7.2185822905</c:v>
                </c:pt>
                <c:pt idx="1957">
                  <c:v>7.2185822905</c:v>
                </c:pt>
                <c:pt idx="1958">
                  <c:v>7.23720036954</c:v>
                </c:pt>
                <c:pt idx="1959">
                  <c:v>7.23720036954</c:v>
                </c:pt>
                <c:pt idx="1960">
                  <c:v>7.24741974997</c:v>
                </c:pt>
                <c:pt idx="1961">
                  <c:v>7.24741974997</c:v>
                </c:pt>
                <c:pt idx="1962">
                  <c:v>7.24929757362</c:v>
                </c:pt>
                <c:pt idx="1963">
                  <c:v>7.24929757362</c:v>
                </c:pt>
                <c:pt idx="1964">
                  <c:v>7.25259947516</c:v>
                </c:pt>
                <c:pt idx="1965">
                  <c:v>7.25259947516</c:v>
                </c:pt>
                <c:pt idx="1966">
                  <c:v>7.25750069658</c:v>
                </c:pt>
                <c:pt idx="1967">
                  <c:v>7.25750069658</c:v>
                </c:pt>
                <c:pt idx="1968">
                  <c:v>7.26467741918</c:v>
                </c:pt>
                <c:pt idx="1969">
                  <c:v>7.26467741918</c:v>
                </c:pt>
                <c:pt idx="1970">
                  <c:v>7.27720230372</c:v>
                </c:pt>
                <c:pt idx="1971">
                  <c:v>7.27720230372</c:v>
                </c:pt>
                <c:pt idx="1972">
                  <c:v>7.29567008997</c:v>
                </c:pt>
                <c:pt idx="1973">
                  <c:v>7.29567008997</c:v>
                </c:pt>
                <c:pt idx="1974">
                  <c:v>7.29678834758</c:v>
                </c:pt>
                <c:pt idx="1975">
                  <c:v>7.29678834758</c:v>
                </c:pt>
                <c:pt idx="1976">
                  <c:v>7.29722740467</c:v>
                </c:pt>
                <c:pt idx="1977">
                  <c:v>7.29722740467</c:v>
                </c:pt>
                <c:pt idx="1978">
                  <c:v>7.29781831716</c:v>
                </c:pt>
                <c:pt idx="1979">
                  <c:v>7.29781831716</c:v>
                </c:pt>
                <c:pt idx="1980">
                  <c:v>7.30118124662</c:v>
                </c:pt>
                <c:pt idx="1981">
                  <c:v>7.30118124662</c:v>
                </c:pt>
                <c:pt idx="1982">
                  <c:v>7.30141818845</c:v>
                </c:pt>
                <c:pt idx="1983">
                  <c:v>7.30141818845</c:v>
                </c:pt>
                <c:pt idx="1984">
                  <c:v>7.30472534174</c:v>
                </c:pt>
                <c:pt idx="1985">
                  <c:v>7.30472534174</c:v>
                </c:pt>
                <c:pt idx="1986">
                  <c:v>7.30863783338</c:v>
                </c:pt>
                <c:pt idx="1987">
                  <c:v>7.30863783338</c:v>
                </c:pt>
                <c:pt idx="1988">
                  <c:v>7.31741948018</c:v>
                </c:pt>
                <c:pt idx="1989">
                  <c:v>7.31741948018</c:v>
                </c:pt>
                <c:pt idx="1990">
                  <c:v>7.3225940433</c:v>
                </c:pt>
                <c:pt idx="1991">
                  <c:v>7.3225940433</c:v>
                </c:pt>
                <c:pt idx="1992">
                  <c:v>7.32570422427</c:v>
                </c:pt>
                <c:pt idx="1993">
                  <c:v>7.32570422427</c:v>
                </c:pt>
                <c:pt idx="1994">
                  <c:v>7.32763116168</c:v>
                </c:pt>
                <c:pt idx="1995">
                  <c:v>7.32763116168</c:v>
                </c:pt>
                <c:pt idx="1996">
                  <c:v>7.33274044465</c:v>
                </c:pt>
                <c:pt idx="1997">
                  <c:v>7.33274044465</c:v>
                </c:pt>
                <c:pt idx="1998">
                  <c:v>7.34396605086</c:v>
                </c:pt>
                <c:pt idx="1999">
                  <c:v>7.34396605086</c:v>
                </c:pt>
                <c:pt idx="2000">
                  <c:v>7.35172188645</c:v>
                </c:pt>
                <c:pt idx="2001">
                  <c:v>7.35172188645</c:v>
                </c:pt>
                <c:pt idx="2002">
                  <c:v>7.35907128957</c:v>
                </c:pt>
                <c:pt idx="2003">
                  <c:v>7.35907128957</c:v>
                </c:pt>
                <c:pt idx="2004">
                  <c:v>7.36964159015</c:v>
                </c:pt>
                <c:pt idx="2005">
                  <c:v>7.36964159015</c:v>
                </c:pt>
                <c:pt idx="2006">
                  <c:v>7.37392352331</c:v>
                </c:pt>
                <c:pt idx="2007">
                  <c:v>7.37392352331</c:v>
                </c:pt>
                <c:pt idx="2008">
                  <c:v>7.37606124853</c:v>
                </c:pt>
                <c:pt idx="2009">
                  <c:v>7.37606124853</c:v>
                </c:pt>
                <c:pt idx="2010">
                  <c:v>7.38294855816</c:v>
                </c:pt>
                <c:pt idx="2011">
                  <c:v>7.38294855816</c:v>
                </c:pt>
                <c:pt idx="2012">
                  <c:v>7.39310856112</c:v>
                </c:pt>
                <c:pt idx="2013">
                  <c:v>7.39310856112</c:v>
                </c:pt>
                <c:pt idx="2014">
                  <c:v>7.3990894611</c:v>
                </c:pt>
                <c:pt idx="2015">
                  <c:v>7.3990894611</c:v>
                </c:pt>
                <c:pt idx="2016">
                  <c:v>7.40710572153</c:v>
                </c:pt>
                <c:pt idx="2017">
                  <c:v>7.40710572153</c:v>
                </c:pt>
                <c:pt idx="2018">
                  <c:v>7.44347771255</c:v>
                </c:pt>
                <c:pt idx="2019">
                  <c:v>7.44347771255</c:v>
                </c:pt>
                <c:pt idx="2020">
                  <c:v>7.45235290748</c:v>
                </c:pt>
                <c:pt idx="2021">
                  <c:v>7.45235290748</c:v>
                </c:pt>
                <c:pt idx="2022">
                  <c:v>7.4609945471</c:v>
                </c:pt>
                <c:pt idx="2023">
                  <c:v>7.4609945471</c:v>
                </c:pt>
                <c:pt idx="2024">
                  <c:v>7.46725275503</c:v>
                </c:pt>
                <c:pt idx="2025">
                  <c:v>7.46725275503</c:v>
                </c:pt>
                <c:pt idx="2026">
                  <c:v>7.46832449705</c:v>
                </c:pt>
                <c:pt idx="2027">
                  <c:v>7.46832449705</c:v>
                </c:pt>
                <c:pt idx="2028">
                  <c:v>7.47215148635</c:v>
                </c:pt>
                <c:pt idx="2029">
                  <c:v>7.47215148635</c:v>
                </c:pt>
                <c:pt idx="2030">
                  <c:v>7.47394022075</c:v>
                </c:pt>
                <c:pt idx="2031">
                  <c:v>7.47394022075</c:v>
                </c:pt>
                <c:pt idx="2032">
                  <c:v>7.47888008087</c:v>
                </c:pt>
                <c:pt idx="2033">
                  <c:v>7.47888008087</c:v>
                </c:pt>
                <c:pt idx="2034">
                  <c:v>7.47917660044</c:v>
                </c:pt>
                <c:pt idx="2035">
                  <c:v>7.47917660044</c:v>
                </c:pt>
                <c:pt idx="2036">
                  <c:v>7.48178857083</c:v>
                </c:pt>
                <c:pt idx="2037">
                  <c:v>7.48178857083</c:v>
                </c:pt>
                <c:pt idx="2038">
                  <c:v>7.48496030477</c:v>
                </c:pt>
                <c:pt idx="2039">
                  <c:v>7.48496030477</c:v>
                </c:pt>
                <c:pt idx="2040">
                  <c:v>7.48530092812</c:v>
                </c:pt>
                <c:pt idx="2041">
                  <c:v>7.48530092812</c:v>
                </c:pt>
                <c:pt idx="2042">
                  <c:v>7.48644492815</c:v>
                </c:pt>
                <c:pt idx="2043">
                  <c:v>7.48644492815</c:v>
                </c:pt>
                <c:pt idx="2044">
                  <c:v>7.48713279296</c:v>
                </c:pt>
                <c:pt idx="2045">
                  <c:v>7.48713279296</c:v>
                </c:pt>
                <c:pt idx="2046">
                  <c:v>7.49653678895</c:v>
                </c:pt>
                <c:pt idx="2047">
                  <c:v>7.49653678895</c:v>
                </c:pt>
                <c:pt idx="2048">
                  <c:v>7.50125983916</c:v>
                </c:pt>
                <c:pt idx="2049">
                  <c:v>7.50125983916</c:v>
                </c:pt>
                <c:pt idx="2050">
                  <c:v>7.50341780966</c:v>
                </c:pt>
                <c:pt idx="2051">
                  <c:v>7.50341780966</c:v>
                </c:pt>
                <c:pt idx="2052">
                  <c:v>7.50364216388</c:v>
                </c:pt>
                <c:pt idx="2053">
                  <c:v>7.50364216388</c:v>
                </c:pt>
                <c:pt idx="2054">
                  <c:v>7.52048184605</c:v>
                </c:pt>
                <c:pt idx="2055">
                  <c:v>7.52048184605</c:v>
                </c:pt>
                <c:pt idx="2056">
                  <c:v>7.53058786255</c:v>
                </c:pt>
                <c:pt idx="2057">
                  <c:v>7.53058786255</c:v>
                </c:pt>
                <c:pt idx="2058">
                  <c:v>7.53445210135</c:v>
                </c:pt>
                <c:pt idx="2059">
                  <c:v>7.53445210135</c:v>
                </c:pt>
                <c:pt idx="2060">
                  <c:v>7.54358235402</c:v>
                </c:pt>
                <c:pt idx="2061">
                  <c:v>7.54358235402</c:v>
                </c:pt>
                <c:pt idx="2062">
                  <c:v>7.5475098135</c:v>
                </c:pt>
                <c:pt idx="2063">
                  <c:v>7.5475098135</c:v>
                </c:pt>
                <c:pt idx="2064">
                  <c:v>7.54889856584</c:v>
                </c:pt>
                <c:pt idx="2065">
                  <c:v>7.54889856584</c:v>
                </c:pt>
                <c:pt idx="2066">
                  <c:v>7.54904164608</c:v>
                </c:pt>
                <c:pt idx="2067">
                  <c:v>7.54904164608</c:v>
                </c:pt>
                <c:pt idx="2068">
                  <c:v>7.54993223327</c:v>
                </c:pt>
                <c:pt idx="2069">
                  <c:v>7.54993223327</c:v>
                </c:pt>
                <c:pt idx="2070">
                  <c:v>7.56313472493</c:v>
                </c:pt>
                <c:pt idx="2071">
                  <c:v>7.56313472493</c:v>
                </c:pt>
                <c:pt idx="2072">
                  <c:v>7.56500769269</c:v>
                </c:pt>
                <c:pt idx="2073">
                  <c:v>7.56500769269</c:v>
                </c:pt>
                <c:pt idx="2074">
                  <c:v>7.57157427684</c:v>
                </c:pt>
                <c:pt idx="2075">
                  <c:v>7.57157427684</c:v>
                </c:pt>
                <c:pt idx="2076">
                  <c:v>7.58452238251</c:v>
                </c:pt>
                <c:pt idx="2077">
                  <c:v>7.58452238251</c:v>
                </c:pt>
                <c:pt idx="2078">
                  <c:v>7.59723862911</c:v>
                </c:pt>
                <c:pt idx="2079">
                  <c:v>7.59723862911</c:v>
                </c:pt>
                <c:pt idx="2080">
                  <c:v>7.6068936123</c:v>
                </c:pt>
                <c:pt idx="2081">
                  <c:v>7.6068936123</c:v>
                </c:pt>
                <c:pt idx="2082">
                  <c:v>7.61205774943</c:v>
                </c:pt>
                <c:pt idx="2083">
                  <c:v>7.61205774943</c:v>
                </c:pt>
                <c:pt idx="2084">
                  <c:v>7.61547353271</c:v>
                </c:pt>
                <c:pt idx="2085">
                  <c:v>7.61547353271</c:v>
                </c:pt>
                <c:pt idx="2086">
                  <c:v>7.61648050917</c:v>
                </c:pt>
                <c:pt idx="2087">
                  <c:v>7.61648050917</c:v>
                </c:pt>
                <c:pt idx="2088">
                  <c:v>7.62071950693</c:v>
                </c:pt>
                <c:pt idx="2089">
                  <c:v>7.62071950693</c:v>
                </c:pt>
                <c:pt idx="2090">
                  <c:v>7.64799184856</c:v>
                </c:pt>
                <c:pt idx="2091">
                  <c:v>7.64799184856</c:v>
                </c:pt>
                <c:pt idx="2092">
                  <c:v>7.65261038504</c:v>
                </c:pt>
                <c:pt idx="2093">
                  <c:v>7.65261038504</c:v>
                </c:pt>
                <c:pt idx="2094">
                  <c:v>7.66132214836</c:v>
                </c:pt>
                <c:pt idx="2095">
                  <c:v>7.66132214836</c:v>
                </c:pt>
                <c:pt idx="2096">
                  <c:v>7.66435727985</c:v>
                </c:pt>
                <c:pt idx="2097">
                  <c:v>7.66435727985</c:v>
                </c:pt>
                <c:pt idx="2098">
                  <c:v>7.67394274152</c:v>
                </c:pt>
                <c:pt idx="2099">
                  <c:v>7.67394274152</c:v>
                </c:pt>
                <c:pt idx="2100">
                  <c:v>7.67740173224</c:v>
                </c:pt>
                <c:pt idx="2101">
                  <c:v>7.67740173224</c:v>
                </c:pt>
                <c:pt idx="2102">
                  <c:v>7.68445934506</c:v>
                </c:pt>
                <c:pt idx="2103">
                  <c:v>7.68445934506</c:v>
                </c:pt>
                <c:pt idx="2104">
                  <c:v>7.69473852657</c:v>
                </c:pt>
                <c:pt idx="2105">
                  <c:v>7.69473852657</c:v>
                </c:pt>
                <c:pt idx="2106">
                  <c:v>7.69510697574</c:v>
                </c:pt>
                <c:pt idx="2107">
                  <c:v>7.69510697574</c:v>
                </c:pt>
                <c:pt idx="2108">
                  <c:v>7.69965407382</c:v>
                </c:pt>
                <c:pt idx="2109">
                  <c:v>7.69965407382</c:v>
                </c:pt>
                <c:pt idx="2110">
                  <c:v>7.70117929831</c:v>
                </c:pt>
                <c:pt idx="2111">
                  <c:v>7.70117929831</c:v>
                </c:pt>
                <c:pt idx="2112">
                  <c:v>7.70373998852</c:v>
                </c:pt>
                <c:pt idx="2113">
                  <c:v>7.70373998852</c:v>
                </c:pt>
                <c:pt idx="2114">
                  <c:v>7.72012107255</c:v>
                </c:pt>
                <c:pt idx="2115">
                  <c:v>7.72012107255</c:v>
                </c:pt>
                <c:pt idx="2116">
                  <c:v>7.72908168232</c:v>
                </c:pt>
                <c:pt idx="2117">
                  <c:v>7.72908168232</c:v>
                </c:pt>
                <c:pt idx="2118">
                  <c:v>7.73900352539</c:v>
                </c:pt>
                <c:pt idx="2119">
                  <c:v>7.73900352539</c:v>
                </c:pt>
                <c:pt idx="2120">
                  <c:v>7.74209642489</c:v>
                </c:pt>
                <c:pt idx="2121">
                  <c:v>7.74209642489</c:v>
                </c:pt>
                <c:pt idx="2122">
                  <c:v>7.75981080968</c:v>
                </c:pt>
                <c:pt idx="2123">
                  <c:v>7.75981080968</c:v>
                </c:pt>
                <c:pt idx="2124">
                  <c:v>7.76339031279</c:v>
                </c:pt>
                <c:pt idx="2125">
                  <c:v>7.76339031279</c:v>
                </c:pt>
                <c:pt idx="2126">
                  <c:v>7.76802069057</c:v>
                </c:pt>
                <c:pt idx="2127">
                  <c:v>7.76802069057</c:v>
                </c:pt>
                <c:pt idx="2128">
                  <c:v>7.76881975705</c:v>
                </c:pt>
                <c:pt idx="2129">
                  <c:v>7.76881975705</c:v>
                </c:pt>
                <c:pt idx="2130">
                  <c:v>7.7865453518</c:v>
                </c:pt>
                <c:pt idx="2131">
                  <c:v>7.7865453518</c:v>
                </c:pt>
                <c:pt idx="2132">
                  <c:v>7.78702018569</c:v>
                </c:pt>
                <c:pt idx="2133">
                  <c:v>7.78702018569</c:v>
                </c:pt>
                <c:pt idx="2134">
                  <c:v>7.78801383334</c:v>
                </c:pt>
                <c:pt idx="2135">
                  <c:v>7.78801383334</c:v>
                </c:pt>
                <c:pt idx="2136">
                  <c:v>7.79262562653</c:v>
                </c:pt>
                <c:pt idx="2137">
                  <c:v>7.79262562653</c:v>
                </c:pt>
                <c:pt idx="2138">
                  <c:v>7.80035557922</c:v>
                </c:pt>
                <c:pt idx="2139">
                  <c:v>7.80035557922</c:v>
                </c:pt>
                <c:pt idx="2140">
                  <c:v>7.80172510932</c:v>
                </c:pt>
                <c:pt idx="2141">
                  <c:v>7.80172510932</c:v>
                </c:pt>
                <c:pt idx="2142">
                  <c:v>7.80254729247</c:v>
                </c:pt>
                <c:pt idx="2143">
                  <c:v>7.80254729247</c:v>
                </c:pt>
                <c:pt idx="2144">
                  <c:v>7.803012648</c:v>
                </c:pt>
                <c:pt idx="2145">
                  <c:v>7.803012648</c:v>
                </c:pt>
                <c:pt idx="2146">
                  <c:v>7.80347773916</c:v>
                </c:pt>
                <c:pt idx="2147">
                  <c:v>7.80347773916</c:v>
                </c:pt>
                <c:pt idx="2148">
                  <c:v>7.80934487056</c:v>
                </c:pt>
                <c:pt idx="2149">
                  <c:v>7.80934487056</c:v>
                </c:pt>
                <c:pt idx="2150">
                  <c:v>7.81475715045</c:v>
                </c:pt>
                <c:pt idx="2151">
                  <c:v>7.81475715045</c:v>
                </c:pt>
                <c:pt idx="2152">
                  <c:v>7.8155403948</c:v>
                </c:pt>
                <c:pt idx="2153">
                  <c:v>7.8155403948</c:v>
                </c:pt>
                <c:pt idx="2154">
                  <c:v>7.81616039708</c:v>
                </c:pt>
                <c:pt idx="2155">
                  <c:v>7.81616039708</c:v>
                </c:pt>
                <c:pt idx="2156">
                  <c:v>7.81832926753</c:v>
                </c:pt>
                <c:pt idx="2157">
                  <c:v>7.81832926753</c:v>
                </c:pt>
                <c:pt idx="2158">
                  <c:v>7.82206986142</c:v>
                </c:pt>
                <c:pt idx="2159">
                  <c:v>7.82206986142</c:v>
                </c:pt>
                <c:pt idx="2160">
                  <c:v>7.82909149827</c:v>
                </c:pt>
                <c:pt idx="2161">
                  <c:v>7.82909149827</c:v>
                </c:pt>
                <c:pt idx="2162">
                  <c:v>7.83363269352</c:v>
                </c:pt>
                <c:pt idx="2163">
                  <c:v>7.83363269352</c:v>
                </c:pt>
                <c:pt idx="2164">
                  <c:v>7.84321053479</c:v>
                </c:pt>
                <c:pt idx="2165">
                  <c:v>7.84321053479</c:v>
                </c:pt>
                <c:pt idx="2166">
                  <c:v>7.84745297152</c:v>
                </c:pt>
                <c:pt idx="2167">
                  <c:v>7.84745297152</c:v>
                </c:pt>
                <c:pt idx="2168">
                  <c:v>7.86669251361</c:v>
                </c:pt>
                <c:pt idx="2169">
                  <c:v>7.86669251361</c:v>
                </c:pt>
                <c:pt idx="2170">
                  <c:v>7.87013705882</c:v>
                </c:pt>
                <c:pt idx="2171">
                  <c:v>7.87013705882</c:v>
                </c:pt>
                <c:pt idx="2172">
                  <c:v>7.87285527216</c:v>
                </c:pt>
                <c:pt idx="2173">
                  <c:v>7.87285527216</c:v>
                </c:pt>
                <c:pt idx="2174">
                  <c:v>7.88006574941</c:v>
                </c:pt>
                <c:pt idx="2175">
                  <c:v>7.88006574941</c:v>
                </c:pt>
                <c:pt idx="2176">
                  <c:v>7.88376829004</c:v>
                </c:pt>
                <c:pt idx="2177">
                  <c:v>7.88376829004</c:v>
                </c:pt>
                <c:pt idx="2178">
                  <c:v>7.88940913079</c:v>
                </c:pt>
                <c:pt idx="2179">
                  <c:v>7.88940913079</c:v>
                </c:pt>
                <c:pt idx="2180">
                  <c:v>7.89241781655</c:v>
                </c:pt>
                <c:pt idx="2181">
                  <c:v>7.89241781655</c:v>
                </c:pt>
                <c:pt idx="2182">
                  <c:v>7.89654150704</c:v>
                </c:pt>
                <c:pt idx="2183">
                  <c:v>7.89654150704</c:v>
                </c:pt>
                <c:pt idx="2184">
                  <c:v>7.89841490745</c:v>
                </c:pt>
                <c:pt idx="2185">
                  <c:v>7.89841490745</c:v>
                </c:pt>
                <c:pt idx="2186">
                  <c:v>7.89956554949</c:v>
                </c:pt>
                <c:pt idx="2187">
                  <c:v>7.89956554949</c:v>
                </c:pt>
                <c:pt idx="2188">
                  <c:v>7.90688627954</c:v>
                </c:pt>
                <c:pt idx="2189">
                  <c:v>7.90688627954</c:v>
                </c:pt>
                <c:pt idx="2190">
                  <c:v>7.91751695861</c:v>
                </c:pt>
                <c:pt idx="2191">
                  <c:v>7.91751695861</c:v>
                </c:pt>
                <c:pt idx="2192">
                  <c:v>7.91867089346</c:v>
                </c:pt>
                <c:pt idx="2193">
                  <c:v>7.91867089346</c:v>
                </c:pt>
                <c:pt idx="2194">
                  <c:v>7.92555888794</c:v>
                </c:pt>
                <c:pt idx="2195">
                  <c:v>7.92555888794</c:v>
                </c:pt>
                <c:pt idx="2196">
                  <c:v>7.93568395596</c:v>
                </c:pt>
                <c:pt idx="2197">
                  <c:v>7.93568395596</c:v>
                </c:pt>
                <c:pt idx="2198">
                  <c:v>7.9374074096</c:v>
                </c:pt>
                <c:pt idx="2199">
                  <c:v>7.9374074096</c:v>
                </c:pt>
                <c:pt idx="2200">
                  <c:v>7.94633319502</c:v>
                </c:pt>
                <c:pt idx="2201">
                  <c:v>7.94633319502</c:v>
                </c:pt>
                <c:pt idx="2202">
                  <c:v>7.94925157664</c:v>
                </c:pt>
                <c:pt idx="2203">
                  <c:v>7.94925157664</c:v>
                </c:pt>
                <c:pt idx="2204">
                  <c:v>7.94991189243</c:v>
                </c:pt>
                <c:pt idx="2205">
                  <c:v>7.94991189243</c:v>
                </c:pt>
                <c:pt idx="2206">
                  <c:v>7.95927472052</c:v>
                </c:pt>
                <c:pt idx="2207">
                  <c:v>7.95927472052</c:v>
                </c:pt>
                <c:pt idx="2208">
                  <c:v>7.96132465445</c:v>
                </c:pt>
                <c:pt idx="2209">
                  <c:v>7.96132465445</c:v>
                </c:pt>
                <c:pt idx="2210">
                  <c:v>7.97091604668</c:v>
                </c:pt>
                <c:pt idx="2211">
                  <c:v>7.97091604668</c:v>
                </c:pt>
                <c:pt idx="2212">
                  <c:v>7.97483558344</c:v>
                </c:pt>
                <c:pt idx="2213">
                  <c:v>7.97483558344</c:v>
                </c:pt>
                <c:pt idx="2214">
                  <c:v>7.9778789302</c:v>
                </c:pt>
                <c:pt idx="2215">
                  <c:v>7.9778789302</c:v>
                </c:pt>
                <c:pt idx="2216">
                  <c:v>7.97927360783</c:v>
                </c:pt>
                <c:pt idx="2217">
                  <c:v>7.97927360783</c:v>
                </c:pt>
                <c:pt idx="2218">
                  <c:v>7.98043544569</c:v>
                </c:pt>
                <c:pt idx="2219">
                  <c:v>7.98043544569</c:v>
                </c:pt>
                <c:pt idx="2220">
                  <c:v>7.98341663082</c:v>
                </c:pt>
                <c:pt idx="2221">
                  <c:v>7.98341663082</c:v>
                </c:pt>
                <c:pt idx="2222">
                  <c:v>7.98344716803</c:v>
                </c:pt>
                <c:pt idx="2223">
                  <c:v>7.98344716803</c:v>
                </c:pt>
                <c:pt idx="2224">
                  <c:v>7.99471333619</c:v>
                </c:pt>
                <c:pt idx="2225">
                  <c:v>7.99471333619</c:v>
                </c:pt>
                <c:pt idx="2226">
                  <c:v>7.99580020551</c:v>
                </c:pt>
                <c:pt idx="2227">
                  <c:v>7.99580020551</c:v>
                </c:pt>
                <c:pt idx="2228">
                  <c:v>8.00042700114</c:v>
                </c:pt>
                <c:pt idx="2229">
                  <c:v>8.00042700114</c:v>
                </c:pt>
                <c:pt idx="2230">
                  <c:v>8.00417744382</c:v>
                </c:pt>
                <c:pt idx="2231">
                  <c:v>8.00417744382</c:v>
                </c:pt>
                <c:pt idx="2232">
                  <c:v>8.00908489004</c:v>
                </c:pt>
                <c:pt idx="2233">
                  <c:v>8.00908489004</c:v>
                </c:pt>
                <c:pt idx="2234">
                  <c:v>8.00971034141</c:v>
                </c:pt>
                <c:pt idx="2235">
                  <c:v>8.00971034141</c:v>
                </c:pt>
                <c:pt idx="2236">
                  <c:v>8.01005956995</c:v>
                </c:pt>
                <c:pt idx="2237">
                  <c:v>8.01005956995</c:v>
                </c:pt>
                <c:pt idx="2238">
                  <c:v>8.01180567749</c:v>
                </c:pt>
                <c:pt idx="2239">
                  <c:v>8.01180567749</c:v>
                </c:pt>
                <c:pt idx="2240">
                  <c:v>8.01379384598</c:v>
                </c:pt>
                <c:pt idx="2241">
                  <c:v>8.01379384598</c:v>
                </c:pt>
                <c:pt idx="2242">
                  <c:v>8.01566390297</c:v>
                </c:pt>
                <c:pt idx="2243">
                  <c:v>8.01566390297</c:v>
                </c:pt>
                <c:pt idx="2244">
                  <c:v>8.01988540442</c:v>
                </c:pt>
                <c:pt idx="2245">
                  <c:v>8.01988540442</c:v>
                </c:pt>
                <c:pt idx="2246">
                  <c:v>8.02676848819</c:v>
                </c:pt>
                <c:pt idx="2247">
                  <c:v>8.02676848819</c:v>
                </c:pt>
                <c:pt idx="2248">
                  <c:v>8.03454055578</c:v>
                </c:pt>
                <c:pt idx="2249">
                  <c:v>8.03454055578</c:v>
                </c:pt>
                <c:pt idx="2250">
                  <c:v>8.0374495803</c:v>
                </c:pt>
                <c:pt idx="2251">
                  <c:v>8.0374495803</c:v>
                </c:pt>
                <c:pt idx="2252">
                  <c:v>8.03759381707</c:v>
                </c:pt>
                <c:pt idx="2253">
                  <c:v>8.03759381707</c:v>
                </c:pt>
                <c:pt idx="2254">
                  <c:v>8.04797505961</c:v>
                </c:pt>
                <c:pt idx="2255">
                  <c:v>8.04797505961</c:v>
                </c:pt>
                <c:pt idx="2256">
                  <c:v>8.06555044958</c:v>
                </c:pt>
                <c:pt idx="2257">
                  <c:v>8.06555044958</c:v>
                </c:pt>
                <c:pt idx="2258">
                  <c:v>8.06685385444</c:v>
                </c:pt>
                <c:pt idx="2259">
                  <c:v>8.06685385444</c:v>
                </c:pt>
                <c:pt idx="2260">
                  <c:v>8.08142156192</c:v>
                </c:pt>
                <c:pt idx="2261">
                  <c:v>8.08142156192</c:v>
                </c:pt>
                <c:pt idx="2262">
                  <c:v>8.08471149228</c:v>
                </c:pt>
                <c:pt idx="2263">
                  <c:v>8.08471149228</c:v>
                </c:pt>
                <c:pt idx="2264">
                  <c:v>8.09061426053</c:v>
                </c:pt>
                <c:pt idx="2265">
                  <c:v>8.09061426053</c:v>
                </c:pt>
                <c:pt idx="2266">
                  <c:v>8.09245799312</c:v>
                </c:pt>
                <c:pt idx="2267">
                  <c:v>8.09245799312</c:v>
                </c:pt>
                <c:pt idx="2268">
                  <c:v>8.09265492527</c:v>
                </c:pt>
                <c:pt idx="2269">
                  <c:v>8.09265492527</c:v>
                </c:pt>
                <c:pt idx="2270">
                  <c:v>8.10023171489</c:v>
                </c:pt>
                <c:pt idx="2271">
                  <c:v>8.10023171489</c:v>
                </c:pt>
                <c:pt idx="2272">
                  <c:v>8.10292374594</c:v>
                </c:pt>
                <c:pt idx="2273">
                  <c:v>8.10292374594</c:v>
                </c:pt>
                <c:pt idx="2274">
                  <c:v>8.11171187453</c:v>
                </c:pt>
                <c:pt idx="2275">
                  <c:v>8.11171187453</c:v>
                </c:pt>
                <c:pt idx="2276">
                  <c:v>8.11959860723</c:v>
                </c:pt>
                <c:pt idx="2277">
                  <c:v>8.11959860723</c:v>
                </c:pt>
                <c:pt idx="2278">
                  <c:v>8.13572209953</c:v>
                </c:pt>
                <c:pt idx="2279">
                  <c:v>8.13572209953</c:v>
                </c:pt>
                <c:pt idx="2280">
                  <c:v>8.1390414506</c:v>
                </c:pt>
                <c:pt idx="2281">
                  <c:v>8.1390414506</c:v>
                </c:pt>
                <c:pt idx="2282">
                  <c:v>8.14148572016</c:v>
                </c:pt>
                <c:pt idx="2283">
                  <c:v>8.14148572016</c:v>
                </c:pt>
                <c:pt idx="2284">
                  <c:v>8.14453298024</c:v>
                </c:pt>
                <c:pt idx="2285">
                  <c:v>8.14453298024</c:v>
                </c:pt>
                <c:pt idx="2286">
                  <c:v>8.14566304104</c:v>
                </c:pt>
                <c:pt idx="2287">
                  <c:v>8.14566304104</c:v>
                </c:pt>
                <c:pt idx="2288">
                  <c:v>8.14781253494</c:v>
                </c:pt>
                <c:pt idx="2289">
                  <c:v>8.14781253494</c:v>
                </c:pt>
                <c:pt idx="2290">
                  <c:v>8.16211728792</c:v>
                </c:pt>
                <c:pt idx="2291">
                  <c:v>8.16211728792</c:v>
                </c:pt>
                <c:pt idx="2292">
                  <c:v>8.17431317978</c:v>
                </c:pt>
                <c:pt idx="2293">
                  <c:v>8.17431317978</c:v>
                </c:pt>
                <c:pt idx="2294">
                  <c:v>8.17798700083</c:v>
                </c:pt>
                <c:pt idx="2295">
                  <c:v>8.17798700083</c:v>
                </c:pt>
                <c:pt idx="2296">
                  <c:v>8.1807836377</c:v>
                </c:pt>
                <c:pt idx="2297">
                  <c:v>8.1807836377</c:v>
                </c:pt>
                <c:pt idx="2298">
                  <c:v>8.19094037455</c:v>
                </c:pt>
                <c:pt idx="2299">
                  <c:v>8.19094037455</c:v>
                </c:pt>
                <c:pt idx="2300">
                  <c:v>8.19341167074</c:v>
                </c:pt>
                <c:pt idx="2301">
                  <c:v>8.19341167074</c:v>
                </c:pt>
                <c:pt idx="2302">
                  <c:v>8.20169531451</c:v>
                </c:pt>
                <c:pt idx="2303">
                  <c:v>8.20169531451</c:v>
                </c:pt>
                <c:pt idx="2304">
                  <c:v>8.2061853013</c:v>
                </c:pt>
                <c:pt idx="2305">
                  <c:v>8.2061853013</c:v>
                </c:pt>
                <c:pt idx="2306">
                  <c:v>8.21019730714</c:v>
                </c:pt>
                <c:pt idx="2307">
                  <c:v>8.21019730714</c:v>
                </c:pt>
                <c:pt idx="2308">
                  <c:v>8.21272541</c:v>
                </c:pt>
                <c:pt idx="2309">
                  <c:v>8.21272541</c:v>
                </c:pt>
                <c:pt idx="2310">
                  <c:v>8.22794008388</c:v>
                </c:pt>
                <c:pt idx="2311">
                  <c:v>8.22794008388</c:v>
                </c:pt>
                <c:pt idx="2312">
                  <c:v>8.24067462322</c:v>
                </c:pt>
                <c:pt idx="2313">
                  <c:v>8.24067462322</c:v>
                </c:pt>
                <c:pt idx="2314">
                  <c:v>8.26136169888</c:v>
                </c:pt>
                <c:pt idx="2315">
                  <c:v>8.26136169888</c:v>
                </c:pt>
                <c:pt idx="2316">
                  <c:v>8.26876090184</c:v>
                </c:pt>
                <c:pt idx="2317">
                  <c:v>8.26876090184</c:v>
                </c:pt>
                <c:pt idx="2318">
                  <c:v>8.26884367959</c:v>
                </c:pt>
                <c:pt idx="2319">
                  <c:v>8.26884367959</c:v>
                </c:pt>
                <c:pt idx="2320">
                  <c:v>8.27158548136</c:v>
                </c:pt>
                <c:pt idx="2321">
                  <c:v>8.27158548136</c:v>
                </c:pt>
                <c:pt idx="2322">
                  <c:v>8.28210373023</c:v>
                </c:pt>
                <c:pt idx="2323">
                  <c:v>8.28210373023</c:v>
                </c:pt>
                <c:pt idx="2324">
                  <c:v>8.28876552444</c:v>
                </c:pt>
                <c:pt idx="2325">
                  <c:v>8.28876552444</c:v>
                </c:pt>
                <c:pt idx="2326">
                  <c:v>8.29521742545</c:v>
                </c:pt>
                <c:pt idx="2327">
                  <c:v>8.29521742545</c:v>
                </c:pt>
                <c:pt idx="2328">
                  <c:v>8.29783765553</c:v>
                </c:pt>
                <c:pt idx="2329">
                  <c:v>8.29783765553</c:v>
                </c:pt>
                <c:pt idx="2330">
                  <c:v>8.29867756794</c:v>
                </c:pt>
                <c:pt idx="2331">
                  <c:v>8.29867756794</c:v>
                </c:pt>
                <c:pt idx="2332">
                  <c:v>8.30069984972</c:v>
                </c:pt>
                <c:pt idx="2333">
                  <c:v>8.30069984972</c:v>
                </c:pt>
                <c:pt idx="2334">
                  <c:v>8.31418681713</c:v>
                </c:pt>
                <c:pt idx="2335">
                  <c:v>8.31418681713</c:v>
                </c:pt>
                <c:pt idx="2336">
                  <c:v>8.31770531971</c:v>
                </c:pt>
                <c:pt idx="2337">
                  <c:v>8.31770531971</c:v>
                </c:pt>
                <c:pt idx="2338">
                  <c:v>8.32210819888</c:v>
                </c:pt>
                <c:pt idx="2339">
                  <c:v>8.32210819888</c:v>
                </c:pt>
                <c:pt idx="2340">
                  <c:v>8.32419479481</c:v>
                </c:pt>
                <c:pt idx="2341">
                  <c:v>8.32419479481</c:v>
                </c:pt>
                <c:pt idx="2342">
                  <c:v>8.3320464243</c:v>
                </c:pt>
                <c:pt idx="2343">
                  <c:v>8.3320464243</c:v>
                </c:pt>
                <c:pt idx="2344">
                  <c:v>8.33253752032</c:v>
                </c:pt>
                <c:pt idx="2345">
                  <c:v>8.33253752032</c:v>
                </c:pt>
                <c:pt idx="2346">
                  <c:v>8.34009378048</c:v>
                </c:pt>
                <c:pt idx="2347">
                  <c:v>8.34009378048</c:v>
                </c:pt>
                <c:pt idx="2348">
                  <c:v>8.34125376563</c:v>
                </c:pt>
                <c:pt idx="2349">
                  <c:v>8.34125376563</c:v>
                </c:pt>
                <c:pt idx="2350">
                  <c:v>8.34243241051</c:v>
                </c:pt>
                <c:pt idx="2351">
                  <c:v>8.34243241051</c:v>
                </c:pt>
                <c:pt idx="2352">
                  <c:v>8.34318883686</c:v>
                </c:pt>
                <c:pt idx="2353">
                  <c:v>8.34318883686</c:v>
                </c:pt>
                <c:pt idx="2354">
                  <c:v>8.35674110821</c:v>
                </c:pt>
                <c:pt idx="2355">
                  <c:v>8.35674110821</c:v>
                </c:pt>
                <c:pt idx="2356">
                  <c:v>8.36340195757</c:v>
                </c:pt>
                <c:pt idx="2357">
                  <c:v>8.36340195757</c:v>
                </c:pt>
                <c:pt idx="2358">
                  <c:v>8.3647828899</c:v>
                </c:pt>
                <c:pt idx="2359">
                  <c:v>8.3647828899</c:v>
                </c:pt>
                <c:pt idx="2360">
                  <c:v>8.36919828675</c:v>
                </c:pt>
                <c:pt idx="2361">
                  <c:v>8.36919828675</c:v>
                </c:pt>
                <c:pt idx="2362">
                  <c:v>8.37861795971</c:v>
                </c:pt>
                <c:pt idx="2363">
                  <c:v>8.37861795971</c:v>
                </c:pt>
                <c:pt idx="2364">
                  <c:v>8.37947701787</c:v>
                </c:pt>
                <c:pt idx="2365">
                  <c:v>8.37947701787</c:v>
                </c:pt>
                <c:pt idx="2366">
                  <c:v>8.38668978045</c:v>
                </c:pt>
                <c:pt idx="2367">
                  <c:v>8.38668978045</c:v>
                </c:pt>
                <c:pt idx="2368">
                  <c:v>8.3883749984</c:v>
                </c:pt>
                <c:pt idx="2369">
                  <c:v>8.3883749984</c:v>
                </c:pt>
                <c:pt idx="2370">
                  <c:v>8.40300708696</c:v>
                </c:pt>
                <c:pt idx="2371">
                  <c:v>8.40300708696</c:v>
                </c:pt>
                <c:pt idx="2372">
                  <c:v>8.4257830699</c:v>
                </c:pt>
                <c:pt idx="2373">
                  <c:v>8.4257830699</c:v>
                </c:pt>
                <c:pt idx="2374">
                  <c:v>8.42662471966</c:v>
                </c:pt>
                <c:pt idx="2375">
                  <c:v>8.42662471966</c:v>
                </c:pt>
                <c:pt idx="2376">
                  <c:v>8.43356197276</c:v>
                </c:pt>
                <c:pt idx="2377">
                  <c:v>8.43356197276</c:v>
                </c:pt>
                <c:pt idx="2378">
                  <c:v>8.44251452363</c:v>
                </c:pt>
                <c:pt idx="2379">
                  <c:v>8.44251452363</c:v>
                </c:pt>
                <c:pt idx="2380">
                  <c:v>8.45400945897</c:v>
                </c:pt>
                <c:pt idx="2381">
                  <c:v>8.45400945897</c:v>
                </c:pt>
                <c:pt idx="2382">
                  <c:v>8.45650521283</c:v>
                </c:pt>
                <c:pt idx="2383">
                  <c:v>8.45650521283</c:v>
                </c:pt>
                <c:pt idx="2384">
                  <c:v>8.48119227065</c:v>
                </c:pt>
                <c:pt idx="2385">
                  <c:v>8.48119227065</c:v>
                </c:pt>
                <c:pt idx="2386">
                  <c:v>8.4818617957</c:v>
                </c:pt>
                <c:pt idx="2387">
                  <c:v>8.4818617957</c:v>
                </c:pt>
                <c:pt idx="2388">
                  <c:v>8.48767049122</c:v>
                </c:pt>
                <c:pt idx="2389">
                  <c:v>8.48767049122</c:v>
                </c:pt>
                <c:pt idx="2390">
                  <c:v>8.49412972839</c:v>
                </c:pt>
                <c:pt idx="2391">
                  <c:v>8.49412972839</c:v>
                </c:pt>
                <c:pt idx="2392">
                  <c:v>8.4970367514</c:v>
                </c:pt>
                <c:pt idx="2393">
                  <c:v>8.4970367514</c:v>
                </c:pt>
                <c:pt idx="2394">
                  <c:v>8.50192695832</c:v>
                </c:pt>
                <c:pt idx="2395">
                  <c:v>8.50192695832</c:v>
                </c:pt>
                <c:pt idx="2396">
                  <c:v>8.52339105417</c:v>
                </c:pt>
                <c:pt idx="2397">
                  <c:v>8.52339105417</c:v>
                </c:pt>
                <c:pt idx="2398">
                  <c:v>8.54082503135</c:v>
                </c:pt>
                <c:pt idx="2399">
                  <c:v>8.54082503135</c:v>
                </c:pt>
                <c:pt idx="2400">
                  <c:v>8.54413641098</c:v>
                </c:pt>
                <c:pt idx="2401">
                  <c:v>8.54413641098</c:v>
                </c:pt>
                <c:pt idx="2402">
                  <c:v>8.55015732581</c:v>
                </c:pt>
                <c:pt idx="2403">
                  <c:v>8.55015732581</c:v>
                </c:pt>
                <c:pt idx="2404">
                  <c:v>8.55058411994</c:v>
                </c:pt>
                <c:pt idx="2405">
                  <c:v>8.55058411994</c:v>
                </c:pt>
                <c:pt idx="2406">
                  <c:v>8.55168361962</c:v>
                </c:pt>
                <c:pt idx="2407">
                  <c:v>8.55168361962</c:v>
                </c:pt>
                <c:pt idx="2408">
                  <c:v>8.55562601927</c:v>
                </c:pt>
                <c:pt idx="2409">
                  <c:v>8.55562601927</c:v>
                </c:pt>
                <c:pt idx="2410">
                  <c:v>8.55734532304</c:v>
                </c:pt>
                <c:pt idx="2411">
                  <c:v>8.55734532304</c:v>
                </c:pt>
                <c:pt idx="2412">
                  <c:v>8.55821848007</c:v>
                </c:pt>
                <c:pt idx="2413">
                  <c:v>8.55821848007</c:v>
                </c:pt>
                <c:pt idx="2414">
                  <c:v>8.55893404991</c:v>
                </c:pt>
                <c:pt idx="2415">
                  <c:v>8.55893404991</c:v>
                </c:pt>
                <c:pt idx="2416">
                  <c:v>8.56898102585</c:v>
                </c:pt>
                <c:pt idx="2417">
                  <c:v>8.56898102585</c:v>
                </c:pt>
                <c:pt idx="2418">
                  <c:v>8.5760031531</c:v>
                </c:pt>
                <c:pt idx="2419">
                  <c:v>8.5760031531</c:v>
                </c:pt>
                <c:pt idx="2420">
                  <c:v>8.57642888692</c:v>
                </c:pt>
                <c:pt idx="2421">
                  <c:v>8.57642888692</c:v>
                </c:pt>
                <c:pt idx="2422">
                  <c:v>8.58777025979</c:v>
                </c:pt>
                <c:pt idx="2423">
                  <c:v>8.58777025979</c:v>
                </c:pt>
                <c:pt idx="2424">
                  <c:v>8.58937314669</c:v>
                </c:pt>
                <c:pt idx="2425">
                  <c:v>8.58937314669</c:v>
                </c:pt>
                <c:pt idx="2426">
                  <c:v>8.59776059877</c:v>
                </c:pt>
                <c:pt idx="2427">
                  <c:v>8.59776059877</c:v>
                </c:pt>
                <c:pt idx="2428">
                  <c:v>8.60499266712</c:v>
                </c:pt>
                <c:pt idx="2429">
                  <c:v>8.60499266712</c:v>
                </c:pt>
                <c:pt idx="2430">
                  <c:v>8.62270092179</c:v>
                </c:pt>
                <c:pt idx="2431">
                  <c:v>8.62270092179</c:v>
                </c:pt>
                <c:pt idx="2432">
                  <c:v>8.62763084513</c:v>
                </c:pt>
                <c:pt idx="2433">
                  <c:v>8.62763084513</c:v>
                </c:pt>
                <c:pt idx="2434">
                  <c:v>8.63057365372</c:v>
                </c:pt>
                <c:pt idx="2435">
                  <c:v>8.63057365372</c:v>
                </c:pt>
                <c:pt idx="2436">
                  <c:v>8.63109008769</c:v>
                </c:pt>
                <c:pt idx="2437">
                  <c:v>8.63109008769</c:v>
                </c:pt>
                <c:pt idx="2438">
                  <c:v>8.65798702438</c:v>
                </c:pt>
                <c:pt idx="2439">
                  <c:v>8.65798702438</c:v>
                </c:pt>
                <c:pt idx="2440">
                  <c:v>8.66137474859</c:v>
                </c:pt>
                <c:pt idx="2441">
                  <c:v>8.66137474859</c:v>
                </c:pt>
                <c:pt idx="2442">
                  <c:v>8.66763273268</c:v>
                </c:pt>
                <c:pt idx="2443">
                  <c:v>8.66763273268</c:v>
                </c:pt>
                <c:pt idx="2444">
                  <c:v>8.67300955225</c:v>
                </c:pt>
                <c:pt idx="2445">
                  <c:v>8.67300955225</c:v>
                </c:pt>
                <c:pt idx="2446">
                  <c:v>8.67487125918</c:v>
                </c:pt>
                <c:pt idx="2447">
                  <c:v>8.67487125918</c:v>
                </c:pt>
                <c:pt idx="2448">
                  <c:v>8.68223383892</c:v>
                </c:pt>
                <c:pt idx="2449">
                  <c:v>8.68223383892</c:v>
                </c:pt>
                <c:pt idx="2450">
                  <c:v>8.68842499377</c:v>
                </c:pt>
                <c:pt idx="2451">
                  <c:v>8.68842499377</c:v>
                </c:pt>
                <c:pt idx="2452">
                  <c:v>8.69320135131</c:v>
                </c:pt>
                <c:pt idx="2453">
                  <c:v>8.69320135131</c:v>
                </c:pt>
                <c:pt idx="2454">
                  <c:v>8.69535043435</c:v>
                </c:pt>
                <c:pt idx="2455">
                  <c:v>8.69535043435</c:v>
                </c:pt>
                <c:pt idx="2456">
                  <c:v>8.72579215917</c:v>
                </c:pt>
                <c:pt idx="2457">
                  <c:v>8.72579215917</c:v>
                </c:pt>
                <c:pt idx="2458">
                  <c:v>8.73479796615</c:v>
                </c:pt>
                <c:pt idx="2459">
                  <c:v>8.73479796615</c:v>
                </c:pt>
                <c:pt idx="2460">
                  <c:v>8.74216988843</c:v>
                </c:pt>
                <c:pt idx="2461">
                  <c:v>8.74216988843</c:v>
                </c:pt>
                <c:pt idx="2462">
                  <c:v>8.7730194386</c:v>
                </c:pt>
                <c:pt idx="2463">
                  <c:v>8.7730194386</c:v>
                </c:pt>
                <c:pt idx="2464">
                  <c:v>8.78663224865</c:v>
                </c:pt>
                <c:pt idx="2465">
                  <c:v>8.78663224865</c:v>
                </c:pt>
                <c:pt idx="2466">
                  <c:v>8.79462556914</c:v>
                </c:pt>
                <c:pt idx="2467">
                  <c:v>8.79462556914</c:v>
                </c:pt>
                <c:pt idx="2468">
                  <c:v>8.79716467376</c:v>
                </c:pt>
                <c:pt idx="2469">
                  <c:v>8.79716467376</c:v>
                </c:pt>
                <c:pt idx="2470">
                  <c:v>8.79854279045</c:v>
                </c:pt>
                <c:pt idx="2471">
                  <c:v>8.79854279045</c:v>
                </c:pt>
                <c:pt idx="2472">
                  <c:v>8.80505164168</c:v>
                </c:pt>
                <c:pt idx="2473">
                  <c:v>8.80505164168</c:v>
                </c:pt>
                <c:pt idx="2474">
                  <c:v>8.80806611411</c:v>
                </c:pt>
                <c:pt idx="2475">
                  <c:v>8.80806611411</c:v>
                </c:pt>
                <c:pt idx="2476">
                  <c:v>8.81592317525</c:v>
                </c:pt>
                <c:pt idx="2477">
                  <c:v>8.81592317525</c:v>
                </c:pt>
                <c:pt idx="2478">
                  <c:v>8.81973224755</c:v>
                </c:pt>
                <c:pt idx="2479">
                  <c:v>8.81973224755</c:v>
                </c:pt>
                <c:pt idx="2480">
                  <c:v>8.83204740445</c:v>
                </c:pt>
                <c:pt idx="2481">
                  <c:v>8.83204740445</c:v>
                </c:pt>
                <c:pt idx="2482">
                  <c:v>8.83988342298</c:v>
                </c:pt>
                <c:pt idx="2483">
                  <c:v>8.83988342298</c:v>
                </c:pt>
                <c:pt idx="2484">
                  <c:v>8.84859819694</c:v>
                </c:pt>
                <c:pt idx="2485">
                  <c:v>8.84859819694</c:v>
                </c:pt>
                <c:pt idx="2486">
                  <c:v>8.87876023054</c:v>
                </c:pt>
                <c:pt idx="2487">
                  <c:v>8.87876023054</c:v>
                </c:pt>
                <c:pt idx="2488">
                  <c:v>8.87925336421</c:v>
                </c:pt>
                <c:pt idx="2489">
                  <c:v>8.87925336421</c:v>
                </c:pt>
                <c:pt idx="2490">
                  <c:v>8.87998635238</c:v>
                </c:pt>
                <c:pt idx="2491">
                  <c:v>8.87998635238</c:v>
                </c:pt>
                <c:pt idx="2492">
                  <c:v>8.89192413737</c:v>
                </c:pt>
                <c:pt idx="2493">
                  <c:v>8.89192413737</c:v>
                </c:pt>
                <c:pt idx="2494">
                  <c:v>8.894316246</c:v>
                </c:pt>
                <c:pt idx="2495">
                  <c:v>8.894316246</c:v>
                </c:pt>
                <c:pt idx="2496">
                  <c:v>8.90096526462</c:v>
                </c:pt>
                <c:pt idx="2497">
                  <c:v>8.90096526462</c:v>
                </c:pt>
                <c:pt idx="2498">
                  <c:v>8.90866380715</c:v>
                </c:pt>
                <c:pt idx="2499">
                  <c:v>8.90866380715</c:v>
                </c:pt>
                <c:pt idx="2500">
                  <c:v>8.91664292823</c:v>
                </c:pt>
                <c:pt idx="2501">
                  <c:v>8.91664292823</c:v>
                </c:pt>
                <c:pt idx="2502">
                  <c:v>8.92156397341</c:v>
                </c:pt>
                <c:pt idx="2503">
                  <c:v>8.92156397341</c:v>
                </c:pt>
                <c:pt idx="2504">
                  <c:v>8.93568484027</c:v>
                </c:pt>
                <c:pt idx="2505">
                  <c:v>8.93568484027</c:v>
                </c:pt>
                <c:pt idx="2506">
                  <c:v>8.93573661292</c:v>
                </c:pt>
                <c:pt idx="2507">
                  <c:v>8.93573661292</c:v>
                </c:pt>
                <c:pt idx="2508">
                  <c:v>8.93661356583</c:v>
                </c:pt>
                <c:pt idx="2509">
                  <c:v>8.93661356583</c:v>
                </c:pt>
                <c:pt idx="2510">
                  <c:v>8.93760166342</c:v>
                </c:pt>
                <c:pt idx="2511">
                  <c:v>8.93760166342</c:v>
                </c:pt>
                <c:pt idx="2512">
                  <c:v>8.9419161275</c:v>
                </c:pt>
                <c:pt idx="2513">
                  <c:v>8.9419161275</c:v>
                </c:pt>
                <c:pt idx="2514">
                  <c:v>8.94672052179</c:v>
                </c:pt>
                <c:pt idx="2515">
                  <c:v>8.94672052179</c:v>
                </c:pt>
                <c:pt idx="2516">
                  <c:v>8.95036152501</c:v>
                </c:pt>
                <c:pt idx="2517">
                  <c:v>8.95036152501</c:v>
                </c:pt>
                <c:pt idx="2518">
                  <c:v>8.98011493379</c:v>
                </c:pt>
                <c:pt idx="2519">
                  <c:v>8.98011493379</c:v>
                </c:pt>
                <c:pt idx="2520">
                  <c:v>8.98047341883</c:v>
                </c:pt>
                <c:pt idx="2521">
                  <c:v>8.98047341883</c:v>
                </c:pt>
                <c:pt idx="2522">
                  <c:v>8.99213762979</c:v>
                </c:pt>
                <c:pt idx="2523">
                  <c:v>8.99213762979</c:v>
                </c:pt>
                <c:pt idx="2524">
                  <c:v>9.00475878085</c:v>
                </c:pt>
                <c:pt idx="2525">
                  <c:v>9.00475878085</c:v>
                </c:pt>
                <c:pt idx="2526">
                  <c:v>9.0086283334</c:v>
                </c:pt>
                <c:pt idx="2527">
                  <c:v>9.0086283334</c:v>
                </c:pt>
                <c:pt idx="2528">
                  <c:v>9.01609231701</c:v>
                </c:pt>
                <c:pt idx="2529">
                  <c:v>9.01609231701</c:v>
                </c:pt>
                <c:pt idx="2530">
                  <c:v>9.01741140695</c:v>
                </c:pt>
                <c:pt idx="2531">
                  <c:v>9.01741140695</c:v>
                </c:pt>
                <c:pt idx="2532">
                  <c:v>9.02667122149</c:v>
                </c:pt>
                <c:pt idx="2533">
                  <c:v>9.02667122149</c:v>
                </c:pt>
                <c:pt idx="2534">
                  <c:v>9.02690882174</c:v>
                </c:pt>
                <c:pt idx="2535">
                  <c:v>9.02690882174</c:v>
                </c:pt>
                <c:pt idx="2536">
                  <c:v>9.0399037102</c:v>
                </c:pt>
                <c:pt idx="2537">
                  <c:v>9.0399037102</c:v>
                </c:pt>
                <c:pt idx="2538">
                  <c:v>9.04626850836</c:v>
                </c:pt>
                <c:pt idx="2539">
                  <c:v>9.04626850836</c:v>
                </c:pt>
                <c:pt idx="2540">
                  <c:v>9.05266116608</c:v>
                </c:pt>
                <c:pt idx="2541">
                  <c:v>9.05266116608</c:v>
                </c:pt>
                <c:pt idx="2542">
                  <c:v>9.06423683033</c:v>
                </c:pt>
                <c:pt idx="2543">
                  <c:v>9.06423683033</c:v>
                </c:pt>
                <c:pt idx="2544">
                  <c:v>9.07874739739</c:v>
                </c:pt>
                <c:pt idx="2545">
                  <c:v>9.07874739739</c:v>
                </c:pt>
                <c:pt idx="2546">
                  <c:v>9.07996289221</c:v>
                </c:pt>
                <c:pt idx="2547">
                  <c:v>9.07996289221</c:v>
                </c:pt>
                <c:pt idx="2548">
                  <c:v>9.08031461267</c:v>
                </c:pt>
                <c:pt idx="2549">
                  <c:v>9.08031461267</c:v>
                </c:pt>
                <c:pt idx="2550">
                  <c:v>9.08062172634</c:v>
                </c:pt>
                <c:pt idx="2551">
                  <c:v>9.08062172634</c:v>
                </c:pt>
                <c:pt idx="2552">
                  <c:v>9.08098596528</c:v>
                </c:pt>
                <c:pt idx="2553">
                  <c:v>9.08098596528</c:v>
                </c:pt>
                <c:pt idx="2554">
                  <c:v>9.09432317973</c:v>
                </c:pt>
                <c:pt idx="2555">
                  <c:v>9.09432317973</c:v>
                </c:pt>
                <c:pt idx="2556">
                  <c:v>9.094474372</c:v>
                </c:pt>
                <c:pt idx="2557">
                  <c:v>9.094474372</c:v>
                </c:pt>
                <c:pt idx="2558">
                  <c:v>9.09517347167</c:v>
                </c:pt>
                <c:pt idx="2559">
                  <c:v>9.09517347167</c:v>
                </c:pt>
                <c:pt idx="2560">
                  <c:v>9.13113042115</c:v>
                </c:pt>
                <c:pt idx="2561">
                  <c:v>9.13113042115</c:v>
                </c:pt>
                <c:pt idx="2562">
                  <c:v>9.15534250482</c:v>
                </c:pt>
                <c:pt idx="2563">
                  <c:v>9.15534250482</c:v>
                </c:pt>
                <c:pt idx="2564">
                  <c:v>9.15913373121</c:v>
                </c:pt>
                <c:pt idx="2565">
                  <c:v>9.15913373121</c:v>
                </c:pt>
                <c:pt idx="2566">
                  <c:v>9.15948163131</c:v>
                </c:pt>
                <c:pt idx="2567">
                  <c:v>9.15948163131</c:v>
                </c:pt>
                <c:pt idx="2568">
                  <c:v>9.16163553943</c:v>
                </c:pt>
                <c:pt idx="2569">
                  <c:v>9.16163553943</c:v>
                </c:pt>
                <c:pt idx="2570">
                  <c:v>9.17879579767</c:v>
                </c:pt>
                <c:pt idx="2571">
                  <c:v>9.17879579767</c:v>
                </c:pt>
                <c:pt idx="2572">
                  <c:v>9.17964961968</c:v>
                </c:pt>
                <c:pt idx="2573">
                  <c:v>9.17964961968</c:v>
                </c:pt>
                <c:pt idx="2574">
                  <c:v>9.19114771741</c:v>
                </c:pt>
                <c:pt idx="2575">
                  <c:v>9.19114771741</c:v>
                </c:pt>
                <c:pt idx="2576">
                  <c:v>9.20641747922</c:v>
                </c:pt>
                <c:pt idx="2577">
                  <c:v>9.20641747922</c:v>
                </c:pt>
                <c:pt idx="2578">
                  <c:v>9.21366888588</c:v>
                </c:pt>
                <c:pt idx="2579">
                  <c:v>9.21366888588</c:v>
                </c:pt>
                <c:pt idx="2580">
                  <c:v>9.21711007767</c:v>
                </c:pt>
                <c:pt idx="2581">
                  <c:v>9.21711007767</c:v>
                </c:pt>
                <c:pt idx="2582">
                  <c:v>9.23437648823</c:v>
                </c:pt>
                <c:pt idx="2583">
                  <c:v>9.23437648823</c:v>
                </c:pt>
                <c:pt idx="2584">
                  <c:v>9.25377746256</c:v>
                </c:pt>
                <c:pt idx="2585">
                  <c:v>9.25377746256</c:v>
                </c:pt>
                <c:pt idx="2586">
                  <c:v>9.25489806149</c:v>
                </c:pt>
                <c:pt idx="2587">
                  <c:v>9.25489806149</c:v>
                </c:pt>
                <c:pt idx="2588">
                  <c:v>9.25542247043</c:v>
                </c:pt>
                <c:pt idx="2589">
                  <c:v>9.25542247043</c:v>
                </c:pt>
                <c:pt idx="2590">
                  <c:v>9.25892423554</c:v>
                </c:pt>
                <c:pt idx="2591">
                  <c:v>9.25892423554</c:v>
                </c:pt>
                <c:pt idx="2592">
                  <c:v>9.27260278259</c:v>
                </c:pt>
                <c:pt idx="2593">
                  <c:v>9.27260278259</c:v>
                </c:pt>
                <c:pt idx="2594">
                  <c:v>9.28369255357</c:v>
                </c:pt>
                <c:pt idx="2595">
                  <c:v>9.28369255357</c:v>
                </c:pt>
                <c:pt idx="2596">
                  <c:v>9.30367755286</c:v>
                </c:pt>
                <c:pt idx="2597">
                  <c:v>9.30367755286</c:v>
                </c:pt>
                <c:pt idx="2598">
                  <c:v>9.30550309223</c:v>
                </c:pt>
                <c:pt idx="2599">
                  <c:v>9.30550309223</c:v>
                </c:pt>
                <c:pt idx="2600">
                  <c:v>9.34052247957</c:v>
                </c:pt>
                <c:pt idx="2601">
                  <c:v>9.34052247957</c:v>
                </c:pt>
                <c:pt idx="2602">
                  <c:v>9.34131922068</c:v>
                </c:pt>
                <c:pt idx="2603">
                  <c:v>9.34131922068</c:v>
                </c:pt>
                <c:pt idx="2604">
                  <c:v>9.35109942223</c:v>
                </c:pt>
                <c:pt idx="2605">
                  <c:v>9.35109942223</c:v>
                </c:pt>
                <c:pt idx="2606">
                  <c:v>9.35160175098</c:v>
                </c:pt>
                <c:pt idx="2607">
                  <c:v>9.35160175098</c:v>
                </c:pt>
                <c:pt idx="2608">
                  <c:v>9.35184966831</c:v>
                </c:pt>
                <c:pt idx="2609">
                  <c:v>9.35184966831</c:v>
                </c:pt>
                <c:pt idx="2610">
                  <c:v>9.3553672097</c:v>
                </c:pt>
                <c:pt idx="2611">
                  <c:v>9.3553672097</c:v>
                </c:pt>
                <c:pt idx="2612">
                  <c:v>9.36931902547</c:v>
                </c:pt>
                <c:pt idx="2613">
                  <c:v>9.36931902547</c:v>
                </c:pt>
                <c:pt idx="2614">
                  <c:v>9.37342806445</c:v>
                </c:pt>
                <c:pt idx="2615">
                  <c:v>9.37342806445</c:v>
                </c:pt>
                <c:pt idx="2616">
                  <c:v>9.37698070082</c:v>
                </c:pt>
                <c:pt idx="2617">
                  <c:v>9.37698070082</c:v>
                </c:pt>
                <c:pt idx="2618">
                  <c:v>9.38907168704</c:v>
                </c:pt>
                <c:pt idx="2619">
                  <c:v>9.38907168704</c:v>
                </c:pt>
                <c:pt idx="2620">
                  <c:v>9.39194111824</c:v>
                </c:pt>
                <c:pt idx="2621">
                  <c:v>9.39194111824</c:v>
                </c:pt>
                <c:pt idx="2622">
                  <c:v>9.3960590241</c:v>
                </c:pt>
                <c:pt idx="2623">
                  <c:v>9.3960590241</c:v>
                </c:pt>
                <c:pt idx="2624">
                  <c:v>9.41163541068</c:v>
                </c:pt>
                <c:pt idx="2625">
                  <c:v>9.41163541068</c:v>
                </c:pt>
                <c:pt idx="2626">
                  <c:v>9.41677508733</c:v>
                </c:pt>
                <c:pt idx="2627">
                  <c:v>9.41677508733</c:v>
                </c:pt>
                <c:pt idx="2628">
                  <c:v>9.41756592854</c:v>
                </c:pt>
                <c:pt idx="2629">
                  <c:v>9.41756592854</c:v>
                </c:pt>
                <c:pt idx="2630">
                  <c:v>9.42270378494</c:v>
                </c:pt>
                <c:pt idx="2631">
                  <c:v>9.42270378494</c:v>
                </c:pt>
                <c:pt idx="2632">
                  <c:v>9.45012060643</c:v>
                </c:pt>
                <c:pt idx="2633">
                  <c:v>9.45012060643</c:v>
                </c:pt>
                <c:pt idx="2634">
                  <c:v>9.45896437153</c:v>
                </c:pt>
                <c:pt idx="2635">
                  <c:v>9.45896437153</c:v>
                </c:pt>
                <c:pt idx="2636">
                  <c:v>9.46054522832</c:v>
                </c:pt>
                <c:pt idx="2637">
                  <c:v>9.46054522832</c:v>
                </c:pt>
                <c:pt idx="2638">
                  <c:v>9.46164380441</c:v>
                </c:pt>
                <c:pt idx="2639">
                  <c:v>9.46164380441</c:v>
                </c:pt>
                <c:pt idx="2640">
                  <c:v>9.4616972539</c:v>
                </c:pt>
                <c:pt idx="2641">
                  <c:v>9.4616972539</c:v>
                </c:pt>
                <c:pt idx="2642">
                  <c:v>9.46460665045</c:v>
                </c:pt>
                <c:pt idx="2643">
                  <c:v>9.46460665045</c:v>
                </c:pt>
                <c:pt idx="2644">
                  <c:v>9.47194348939</c:v>
                </c:pt>
                <c:pt idx="2645">
                  <c:v>9.47194348939</c:v>
                </c:pt>
                <c:pt idx="2646">
                  <c:v>9.47554993634</c:v>
                </c:pt>
                <c:pt idx="2647">
                  <c:v>9.47554993634</c:v>
                </c:pt>
                <c:pt idx="2648">
                  <c:v>9.48402485518</c:v>
                </c:pt>
                <c:pt idx="2649">
                  <c:v>9.48402485518</c:v>
                </c:pt>
                <c:pt idx="2650">
                  <c:v>9.4951524256</c:v>
                </c:pt>
                <c:pt idx="2651">
                  <c:v>9.4951524256</c:v>
                </c:pt>
                <c:pt idx="2652">
                  <c:v>9.4961550632</c:v>
                </c:pt>
                <c:pt idx="2653">
                  <c:v>9.4961550632</c:v>
                </c:pt>
                <c:pt idx="2654">
                  <c:v>9.50638877884</c:v>
                </c:pt>
                <c:pt idx="2655">
                  <c:v>9.50638877884</c:v>
                </c:pt>
                <c:pt idx="2656">
                  <c:v>9.50872654676</c:v>
                </c:pt>
                <c:pt idx="2657">
                  <c:v>9.50872654676</c:v>
                </c:pt>
                <c:pt idx="2658">
                  <c:v>9.51400788011</c:v>
                </c:pt>
                <c:pt idx="2659">
                  <c:v>9.51400788011</c:v>
                </c:pt>
                <c:pt idx="2660">
                  <c:v>9.51808951091</c:v>
                </c:pt>
                <c:pt idx="2661">
                  <c:v>9.51808951091</c:v>
                </c:pt>
                <c:pt idx="2662">
                  <c:v>9.52783003755</c:v>
                </c:pt>
                <c:pt idx="2663">
                  <c:v>9.52783003755</c:v>
                </c:pt>
                <c:pt idx="2664">
                  <c:v>9.53912797416</c:v>
                </c:pt>
                <c:pt idx="2665">
                  <c:v>9.53912797416</c:v>
                </c:pt>
                <c:pt idx="2666">
                  <c:v>9.54935181134</c:v>
                </c:pt>
                <c:pt idx="2667">
                  <c:v>9.54935181134</c:v>
                </c:pt>
                <c:pt idx="2668">
                  <c:v>9.55372243095</c:v>
                </c:pt>
                <c:pt idx="2669">
                  <c:v>9.55372243095</c:v>
                </c:pt>
                <c:pt idx="2670">
                  <c:v>9.57472240922</c:v>
                </c:pt>
                <c:pt idx="2671">
                  <c:v>9.57472240922</c:v>
                </c:pt>
                <c:pt idx="2672">
                  <c:v>9.57961912848</c:v>
                </c:pt>
                <c:pt idx="2673">
                  <c:v>9.57961912848</c:v>
                </c:pt>
                <c:pt idx="2674">
                  <c:v>9.58289113017</c:v>
                </c:pt>
                <c:pt idx="2675">
                  <c:v>9.58289113017</c:v>
                </c:pt>
                <c:pt idx="2676">
                  <c:v>9.59804223595</c:v>
                </c:pt>
                <c:pt idx="2677">
                  <c:v>9.59804223595</c:v>
                </c:pt>
                <c:pt idx="2678">
                  <c:v>9.60800241708</c:v>
                </c:pt>
                <c:pt idx="2679">
                  <c:v>9.60800241708</c:v>
                </c:pt>
                <c:pt idx="2680">
                  <c:v>9.61014157488</c:v>
                </c:pt>
                <c:pt idx="2681">
                  <c:v>9.61014157488</c:v>
                </c:pt>
                <c:pt idx="2682">
                  <c:v>9.6110992588</c:v>
                </c:pt>
                <c:pt idx="2683">
                  <c:v>9.6110992588</c:v>
                </c:pt>
                <c:pt idx="2684">
                  <c:v>9.61144388209</c:v>
                </c:pt>
                <c:pt idx="2685">
                  <c:v>9.61144388209</c:v>
                </c:pt>
                <c:pt idx="2686">
                  <c:v>9.61573568266</c:v>
                </c:pt>
                <c:pt idx="2687">
                  <c:v>9.61573568266</c:v>
                </c:pt>
                <c:pt idx="2688">
                  <c:v>9.62121196841</c:v>
                </c:pt>
                <c:pt idx="2689">
                  <c:v>9.62121196841</c:v>
                </c:pt>
                <c:pt idx="2690">
                  <c:v>9.62264083237</c:v>
                </c:pt>
                <c:pt idx="2691">
                  <c:v>9.62264083237</c:v>
                </c:pt>
                <c:pt idx="2692">
                  <c:v>9.62269452343</c:v>
                </c:pt>
                <c:pt idx="2693">
                  <c:v>9.62269452343</c:v>
                </c:pt>
                <c:pt idx="2694">
                  <c:v>9.62467629644</c:v>
                </c:pt>
                <c:pt idx="2695">
                  <c:v>9.62467629644</c:v>
                </c:pt>
                <c:pt idx="2696">
                  <c:v>9.63600949169</c:v>
                </c:pt>
                <c:pt idx="2697">
                  <c:v>9.63600949169</c:v>
                </c:pt>
                <c:pt idx="2698">
                  <c:v>9.6371496031</c:v>
                </c:pt>
                <c:pt idx="2699">
                  <c:v>9.6371496031</c:v>
                </c:pt>
                <c:pt idx="2700">
                  <c:v>9.64651534746</c:v>
                </c:pt>
                <c:pt idx="2701">
                  <c:v>9.64651534746</c:v>
                </c:pt>
                <c:pt idx="2702">
                  <c:v>9.65785479854</c:v>
                </c:pt>
                <c:pt idx="2703">
                  <c:v>9.65785479854</c:v>
                </c:pt>
                <c:pt idx="2704">
                  <c:v>9.65877432297</c:v>
                </c:pt>
                <c:pt idx="2705">
                  <c:v>9.65877432297</c:v>
                </c:pt>
                <c:pt idx="2706">
                  <c:v>9.66486266261</c:v>
                </c:pt>
                <c:pt idx="2707">
                  <c:v>9.66486266261</c:v>
                </c:pt>
                <c:pt idx="2708">
                  <c:v>9.66870168422</c:v>
                </c:pt>
                <c:pt idx="2709">
                  <c:v>9.66870168422</c:v>
                </c:pt>
                <c:pt idx="2710">
                  <c:v>9.67349387443</c:v>
                </c:pt>
                <c:pt idx="2711">
                  <c:v>9.67349387443</c:v>
                </c:pt>
                <c:pt idx="2712">
                  <c:v>9.68079868611</c:v>
                </c:pt>
                <c:pt idx="2713">
                  <c:v>9.68079868611</c:v>
                </c:pt>
                <c:pt idx="2714">
                  <c:v>9.68975521265</c:v>
                </c:pt>
                <c:pt idx="2715">
                  <c:v>9.68975521265</c:v>
                </c:pt>
                <c:pt idx="2716">
                  <c:v>9.6978002795</c:v>
                </c:pt>
                <c:pt idx="2717">
                  <c:v>9.6978002795</c:v>
                </c:pt>
                <c:pt idx="2718">
                  <c:v>9.70058772538</c:v>
                </c:pt>
                <c:pt idx="2719">
                  <c:v>9.70058772538</c:v>
                </c:pt>
                <c:pt idx="2720">
                  <c:v>9.70099592445</c:v>
                </c:pt>
                <c:pt idx="2721">
                  <c:v>9.70099592445</c:v>
                </c:pt>
                <c:pt idx="2722">
                  <c:v>9.70301503543</c:v>
                </c:pt>
                <c:pt idx="2723">
                  <c:v>9.70301503543</c:v>
                </c:pt>
                <c:pt idx="2724">
                  <c:v>9.71563971084</c:v>
                </c:pt>
                <c:pt idx="2725">
                  <c:v>9.71563971084</c:v>
                </c:pt>
                <c:pt idx="2726">
                  <c:v>9.72079084863</c:v>
                </c:pt>
                <c:pt idx="2727">
                  <c:v>9.72079084863</c:v>
                </c:pt>
                <c:pt idx="2728">
                  <c:v>9.72940750411</c:v>
                </c:pt>
                <c:pt idx="2729">
                  <c:v>9.72940750411</c:v>
                </c:pt>
                <c:pt idx="2730">
                  <c:v>9.73839357046</c:v>
                </c:pt>
                <c:pt idx="2731">
                  <c:v>9.73839357046</c:v>
                </c:pt>
                <c:pt idx="2732">
                  <c:v>9.73972461331</c:v>
                </c:pt>
                <c:pt idx="2733">
                  <c:v>9.73972461331</c:v>
                </c:pt>
                <c:pt idx="2734">
                  <c:v>9.74713392607</c:v>
                </c:pt>
                <c:pt idx="2735">
                  <c:v>9.74713392607</c:v>
                </c:pt>
                <c:pt idx="2736">
                  <c:v>9.75132761839</c:v>
                </c:pt>
                <c:pt idx="2737">
                  <c:v>9.75132761839</c:v>
                </c:pt>
                <c:pt idx="2738">
                  <c:v>9.7519045394</c:v>
                </c:pt>
                <c:pt idx="2739">
                  <c:v>9.7519045394</c:v>
                </c:pt>
                <c:pt idx="2740">
                  <c:v>9.75349382179</c:v>
                </c:pt>
                <c:pt idx="2741">
                  <c:v>9.75349382179</c:v>
                </c:pt>
                <c:pt idx="2742">
                  <c:v>9.76952584222</c:v>
                </c:pt>
                <c:pt idx="2743">
                  <c:v>9.76952584222</c:v>
                </c:pt>
                <c:pt idx="2744">
                  <c:v>9.77221366704</c:v>
                </c:pt>
                <c:pt idx="2745">
                  <c:v>9.77221366704</c:v>
                </c:pt>
                <c:pt idx="2746">
                  <c:v>9.77568297763</c:v>
                </c:pt>
                <c:pt idx="2747">
                  <c:v>9.77568297763</c:v>
                </c:pt>
                <c:pt idx="2748">
                  <c:v>9.77603840634</c:v>
                </c:pt>
                <c:pt idx="2749">
                  <c:v>9.77603840634</c:v>
                </c:pt>
                <c:pt idx="2750">
                  <c:v>9.77789147535</c:v>
                </c:pt>
                <c:pt idx="2751">
                  <c:v>9.77789147535</c:v>
                </c:pt>
                <c:pt idx="2752">
                  <c:v>9.77901840899</c:v>
                </c:pt>
                <c:pt idx="2753">
                  <c:v>9.77901840899</c:v>
                </c:pt>
                <c:pt idx="2754">
                  <c:v>9.78044166966</c:v>
                </c:pt>
                <c:pt idx="2755">
                  <c:v>9.78044166966</c:v>
                </c:pt>
                <c:pt idx="2756">
                  <c:v>9.78258676679</c:v>
                </c:pt>
                <c:pt idx="2757">
                  <c:v>9.78258676679</c:v>
                </c:pt>
                <c:pt idx="2758">
                  <c:v>9.78858652152</c:v>
                </c:pt>
                <c:pt idx="2759">
                  <c:v>9.78858652152</c:v>
                </c:pt>
                <c:pt idx="2760">
                  <c:v>9.79268921413</c:v>
                </c:pt>
                <c:pt idx="2761">
                  <c:v>9.79268921413</c:v>
                </c:pt>
                <c:pt idx="2762">
                  <c:v>9.80096444958</c:v>
                </c:pt>
                <c:pt idx="2763">
                  <c:v>9.80096444958</c:v>
                </c:pt>
                <c:pt idx="2764">
                  <c:v>9.81199864923</c:v>
                </c:pt>
                <c:pt idx="2765">
                  <c:v>9.81199864923</c:v>
                </c:pt>
                <c:pt idx="2766">
                  <c:v>9.82015065167</c:v>
                </c:pt>
                <c:pt idx="2767">
                  <c:v>9.82015065167</c:v>
                </c:pt>
                <c:pt idx="2768">
                  <c:v>9.82763277413</c:v>
                </c:pt>
                <c:pt idx="2769">
                  <c:v>9.82763277413</c:v>
                </c:pt>
                <c:pt idx="2770">
                  <c:v>9.83350770691</c:v>
                </c:pt>
                <c:pt idx="2771">
                  <c:v>9.83350770691</c:v>
                </c:pt>
                <c:pt idx="2772">
                  <c:v>9.83947149</c:v>
                </c:pt>
                <c:pt idx="2773">
                  <c:v>9.83947149</c:v>
                </c:pt>
                <c:pt idx="2774">
                  <c:v>9.84101681213</c:v>
                </c:pt>
                <c:pt idx="2775">
                  <c:v>9.84101681213</c:v>
                </c:pt>
                <c:pt idx="2776">
                  <c:v>9.84691952484</c:v>
                </c:pt>
                <c:pt idx="2777">
                  <c:v>9.84691952484</c:v>
                </c:pt>
                <c:pt idx="2778">
                  <c:v>9.86547167769</c:v>
                </c:pt>
                <c:pt idx="2779">
                  <c:v>9.86547167769</c:v>
                </c:pt>
                <c:pt idx="2780">
                  <c:v>9.86917744277</c:v>
                </c:pt>
                <c:pt idx="2781">
                  <c:v>9.86917744277</c:v>
                </c:pt>
                <c:pt idx="2782">
                  <c:v>9.89500664606</c:v>
                </c:pt>
                <c:pt idx="2783">
                  <c:v>9.89500664606</c:v>
                </c:pt>
                <c:pt idx="2784">
                  <c:v>9.90730907267</c:v>
                </c:pt>
                <c:pt idx="2785">
                  <c:v>9.90730907267</c:v>
                </c:pt>
                <c:pt idx="2786">
                  <c:v>9.9095068668</c:v>
                </c:pt>
                <c:pt idx="2787">
                  <c:v>9.9095068668</c:v>
                </c:pt>
                <c:pt idx="2788">
                  <c:v>9.91190265427</c:v>
                </c:pt>
                <c:pt idx="2789">
                  <c:v>9.91190265427</c:v>
                </c:pt>
                <c:pt idx="2790">
                  <c:v>9.91724216901</c:v>
                </c:pt>
                <c:pt idx="2791">
                  <c:v>9.91724216901</c:v>
                </c:pt>
                <c:pt idx="2792">
                  <c:v>9.92316146875</c:v>
                </c:pt>
                <c:pt idx="2793">
                  <c:v>9.92316146875</c:v>
                </c:pt>
                <c:pt idx="2794">
                  <c:v>9.94123189176</c:v>
                </c:pt>
                <c:pt idx="2795">
                  <c:v>9.94123189176</c:v>
                </c:pt>
                <c:pt idx="2796">
                  <c:v>9.95048016792</c:v>
                </c:pt>
                <c:pt idx="2797">
                  <c:v>9.95048016792</c:v>
                </c:pt>
                <c:pt idx="2798">
                  <c:v>9.95867221191</c:v>
                </c:pt>
                <c:pt idx="2799">
                  <c:v>9.95867221191</c:v>
                </c:pt>
                <c:pt idx="2800">
                  <c:v>9.96701579333</c:v>
                </c:pt>
                <c:pt idx="2801">
                  <c:v>9.96701579333</c:v>
                </c:pt>
                <c:pt idx="2802">
                  <c:v>9.96853242429</c:v>
                </c:pt>
                <c:pt idx="2803">
                  <c:v>9.96853242429</c:v>
                </c:pt>
                <c:pt idx="2804">
                  <c:v>9.97430255959</c:v>
                </c:pt>
                <c:pt idx="2805">
                  <c:v>9.97430255959</c:v>
                </c:pt>
                <c:pt idx="2806">
                  <c:v>9.98034603574</c:v>
                </c:pt>
                <c:pt idx="2807">
                  <c:v>9.98034603574</c:v>
                </c:pt>
                <c:pt idx="2808">
                  <c:v>9.98521269896</c:v>
                </c:pt>
                <c:pt idx="2809">
                  <c:v>9.98521269896</c:v>
                </c:pt>
                <c:pt idx="2810">
                  <c:v>9.98929837524</c:v>
                </c:pt>
                <c:pt idx="2811">
                  <c:v>9.98929837524</c:v>
                </c:pt>
                <c:pt idx="2812">
                  <c:v>9.99102273265</c:v>
                </c:pt>
                <c:pt idx="2813">
                  <c:v>9.99102273265</c:v>
                </c:pt>
                <c:pt idx="2814">
                  <c:v>9.99402975869</c:v>
                </c:pt>
                <c:pt idx="2815">
                  <c:v>9.99402975869</c:v>
                </c:pt>
                <c:pt idx="2816">
                  <c:v>9.99607104301</c:v>
                </c:pt>
                <c:pt idx="2817">
                  <c:v>9.99607104301</c:v>
                </c:pt>
                <c:pt idx="2818">
                  <c:v>9.99735840844</c:v>
                </c:pt>
                <c:pt idx="2819">
                  <c:v>9.99735840844</c:v>
                </c:pt>
                <c:pt idx="2820">
                  <c:v>10.0034767791</c:v>
                </c:pt>
                <c:pt idx="2821">
                  <c:v>10.0034767791</c:v>
                </c:pt>
                <c:pt idx="2822">
                  <c:v>10.0118777788</c:v>
                </c:pt>
                <c:pt idx="2823">
                  <c:v>10.0118777788</c:v>
                </c:pt>
                <c:pt idx="2824">
                  <c:v>10.0156733812</c:v>
                </c:pt>
                <c:pt idx="2825">
                  <c:v>10.0156733812</c:v>
                </c:pt>
                <c:pt idx="2826">
                  <c:v>10.019675585</c:v>
                </c:pt>
                <c:pt idx="2827">
                  <c:v>10.019675585</c:v>
                </c:pt>
                <c:pt idx="2828">
                  <c:v>10.0212953579</c:v>
                </c:pt>
                <c:pt idx="2829">
                  <c:v>10.0212953579</c:v>
                </c:pt>
                <c:pt idx="2830">
                  <c:v>10.0341762183</c:v>
                </c:pt>
                <c:pt idx="2831">
                  <c:v>10.0341762183</c:v>
                </c:pt>
                <c:pt idx="2832">
                  <c:v>10.0388043345</c:v>
                </c:pt>
                <c:pt idx="2833">
                  <c:v>10.0388043345</c:v>
                </c:pt>
                <c:pt idx="2834">
                  <c:v>10.0396457276</c:v>
                </c:pt>
                <c:pt idx="2835">
                  <c:v>10.0396457276</c:v>
                </c:pt>
                <c:pt idx="2836">
                  <c:v>10.0613653789</c:v>
                </c:pt>
                <c:pt idx="2837">
                  <c:v>10.0613653789</c:v>
                </c:pt>
                <c:pt idx="2838">
                  <c:v>10.069569389</c:v>
                </c:pt>
                <c:pt idx="2839">
                  <c:v>10.069569389</c:v>
                </c:pt>
                <c:pt idx="2840">
                  <c:v>10.0895073289</c:v>
                </c:pt>
                <c:pt idx="2841">
                  <c:v>10.0895073289</c:v>
                </c:pt>
                <c:pt idx="2842">
                  <c:v>10.1010591272</c:v>
                </c:pt>
                <c:pt idx="2843">
                  <c:v>10.1010591272</c:v>
                </c:pt>
                <c:pt idx="2844">
                  <c:v>10.1152194401</c:v>
                </c:pt>
                <c:pt idx="2845">
                  <c:v>10.1152194401</c:v>
                </c:pt>
                <c:pt idx="2846">
                  <c:v>10.1282738921</c:v>
                </c:pt>
                <c:pt idx="2847">
                  <c:v>10.1282738921</c:v>
                </c:pt>
                <c:pt idx="2848">
                  <c:v>10.1333600493</c:v>
                </c:pt>
                <c:pt idx="2849">
                  <c:v>10.1333600493</c:v>
                </c:pt>
                <c:pt idx="2850">
                  <c:v>10.1334086728</c:v>
                </c:pt>
                <c:pt idx="2851">
                  <c:v>10.1334086728</c:v>
                </c:pt>
                <c:pt idx="2852">
                  <c:v>10.1429103906</c:v>
                </c:pt>
                <c:pt idx="2853">
                  <c:v>10.1429103906</c:v>
                </c:pt>
                <c:pt idx="2854">
                  <c:v>10.1450407524</c:v>
                </c:pt>
                <c:pt idx="2855">
                  <c:v>10.1450407524</c:v>
                </c:pt>
                <c:pt idx="2856">
                  <c:v>10.1563761443</c:v>
                </c:pt>
                <c:pt idx="2857">
                  <c:v>10.1563761443</c:v>
                </c:pt>
                <c:pt idx="2858">
                  <c:v>10.1665268008</c:v>
                </c:pt>
                <c:pt idx="2859">
                  <c:v>10.1665268008</c:v>
                </c:pt>
                <c:pt idx="2860">
                  <c:v>10.1844044797</c:v>
                </c:pt>
                <c:pt idx="2861">
                  <c:v>10.1844044797</c:v>
                </c:pt>
                <c:pt idx="2862">
                  <c:v>10.1896023731</c:v>
                </c:pt>
                <c:pt idx="2863">
                  <c:v>10.1896023731</c:v>
                </c:pt>
                <c:pt idx="2864">
                  <c:v>10.2022321966</c:v>
                </c:pt>
                <c:pt idx="2865">
                  <c:v>10.2022321966</c:v>
                </c:pt>
                <c:pt idx="2866">
                  <c:v>10.2135196919</c:v>
                </c:pt>
                <c:pt idx="2867">
                  <c:v>10.2135196919</c:v>
                </c:pt>
                <c:pt idx="2868">
                  <c:v>10.2297282419</c:v>
                </c:pt>
                <c:pt idx="2869">
                  <c:v>10.2297282419</c:v>
                </c:pt>
                <c:pt idx="2870">
                  <c:v>10.2489774839</c:v>
                </c:pt>
                <c:pt idx="2871">
                  <c:v>10.2489774839</c:v>
                </c:pt>
                <c:pt idx="2872">
                  <c:v>10.2537399191</c:v>
                </c:pt>
                <c:pt idx="2873">
                  <c:v>10.2537399191</c:v>
                </c:pt>
                <c:pt idx="2874">
                  <c:v>10.265867717</c:v>
                </c:pt>
                <c:pt idx="2875">
                  <c:v>10.265867717</c:v>
                </c:pt>
                <c:pt idx="2876">
                  <c:v>10.2670609108</c:v>
                </c:pt>
                <c:pt idx="2877">
                  <c:v>10.2670609108</c:v>
                </c:pt>
                <c:pt idx="2878">
                  <c:v>10.2741150073</c:v>
                </c:pt>
                <c:pt idx="2879">
                  <c:v>10.2741150073</c:v>
                </c:pt>
                <c:pt idx="2880">
                  <c:v>10.2903323408</c:v>
                </c:pt>
                <c:pt idx="2881">
                  <c:v>10.2903323408</c:v>
                </c:pt>
                <c:pt idx="2882">
                  <c:v>10.306294297</c:v>
                </c:pt>
                <c:pt idx="2883">
                  <c:v>10.306294297</c:v>
                </c:pt>
                <c:pt idx="2884">
                  <c:v>10.3187795836</c:v>
                </c:pt>
                <c:pt idx="2885">
                  <c:v>10.3187795836</c:v>
                </c:pt>
                <c:pt idx="2886">
                  <c:v>10.3265614923</c:v>
                </c:pt>
                <c:pt idx="2887">
                  <c:v>10.3265614923</c:v>
                </c:pt>
                <c:pt idx="2888">
                  <c:v>10.3395338683</c:v>
                </c:pt>
                <c:pt idx="2889">
                  <c:v>10.3395338683</c:v>
                </c:pt>
                <c:pt idx="2890">
                  <c:v>10.3473956099</c:v>
                </c:pt>
                <c:pt idx="2891">
                  <c:v>10.3473956099</c:v>
                </c:pt>
                <c:pt idx="2892">
                  <c:v>10.3631871147</c:v>
                </c:pt>
                <c:pt idx="2893">
                  <c:v>10.3631871147</c:v>
                </c:pt>
                <c:pt idx="2894">
                  <c:v>10.3699348976</c:v>
                </c:pt>
                <c:pt idx="2895">
                  <c:v>10.3699348976</c:v>
                </c:pt>
                <c:pt idx="2896">
                  <c:v>10.3805570028</c:v>
                </c:pt>
                <c:pt idx="2897">
                  <c:v>10.3805570028</c:v>
                </c:pt>
                <c:pt idx="2898">
                  <c:v>10.3814712376</c:v>
                </c:pt>
                <c:pt idx="2899">
                  <c:v>10.3814712376</c:v>
                </c:pt>
                <c:pt idx="2900">
                  <c:v>10.3835734604</c:v>
                </c:pt>
                <c:pt idx="2901">
                  <c:v>10.3835734604</c:v>
                </c:pt>
                <c:pt idx="2902">
                  <c:v>10.3843796105</c:v>
                </c:pt>
                <c:pt idx="2903">
                  <c:v>10.3843796105</c:v>
                </c:pt>
                <c:pt idx="2904">
                  <c:v>10.3902028254</c:v>
                </c:pt>
                <c:pt idx="2905">
                  <c:v>10.3902028254</c:v>
                </c:pt>
                <c:pt idx="2906">
                  <c:v>10.3995717027</c:v>
                </c:pt>
                <c:pt idx="2907">
                  <c:v>10.3995717027</c:v>
                </c:pt>
                <c:pt idx="2908">
                  <c:v>10.4199933755</c:v>
                </c:pt>
                <c:pt idx="2909">
                  <c:v>10.4199933755</c:v>
                </c:pt>
                <c:pt idx="2910">
                  <c:v>10.4246462831</c:v>
                </c:pt>
                <c:pt idx="2911">
                  <c:v>10.4246462831</c:v>
                </c:pt>
                <c:pt idx="2912">
                  <c:v>10.4469383704</c:v>
                </c:pt>
                <c:pt idx="2913">
                  <c:v>10.4469383704</c:v>
                </c:pt>
                <c:pt idx="2914">
                  <c:v>10.4582905417</c:v>
                </c:pt>
                <c:pt idx="2915">
                  <c:v>10.4582905417</c:v>
                </c:pt>
                <c:pt idx="2916">
                  <c:v>10.4789537538</c:v>
                </c:pt>
                <c:pt idx="2917">
                  <c:v>10.4789537538</c:v>
                </c:pt>
                <c:pt idx="2918">
                  <c:v>10.505440811</c:v>
                </c:pt>
                <c:pt idx="2919">
                  <c:v>10.505440811</c:v>
                </c:pt>
                <c:pt idx="2920">
                  <c:v>10.5117857983</c:v>
                </c:pt>
                <c:pt idx="2921">
                  <c:v>10.5117857983</c:v>
                </c:pt>
                <c:pt idx="2922">
                  <c:v>10.5307814591</c:v>
                </c:pt>
                <c:pt idx="2923">
                  <c:v>10.5307814591</c:v>
                </c:pt>
                <c:pt idx="2924">
                  <c:v>10.5311851215</c:v>
                </c:pt>
                <c:pt idx="2925">
                  <c:v>10.5311851215</c:v>
                </c:pt>
                <c:pt idx="2926">
                  <c:v>10.5395721955</c:v>
                </c:pt>
                <c:pt idx="2927">
                  <c:v>10.5395721955</c:v>
                </c:pt>
                <c:pt idx="2928">
                  <c:v>10.5779691763</c:v>
                </c:pt>
                <c:pt idx="2929">
                  <c:v>10.5779691763</c:v>
                </c:pt>
                <c:pt idx="2930">
                  <c:v>10.5783644129</c:v>
                </c:pt>
                <c:pt idx="2931">
                  <c:v>10.5783644129</c:v>
                </c:pt>
                <c:pt idx="2932">
                  <c:v>10.5822722752</c:v>
                </c:pt>
                <c:pt idx="2933">
                  <c:v>10.5822722752</c:v>
                </c:pt>
                <c:pt idx="2934">
                  <c:v>10.5909989904</c:v>
                </c:pt>
                <c:pt idx="2935">
                  <c:v>10.5909989904</c:v>
                </c:pt>
                <c:pt idx="2936">
                  <c:v>10.5946241751</c:v>
                </c:pt>
                <c:pt idx="2937">
                  <c:v>10.5946241751</c:v>
                </c:pt>
                <c:pt idx="2938">
                  <c:v>10.6488139013</c:v>
                </c:pt>
                <c:pt idx="2939">
                  <c:v>10.6488139013</c:v>
                </c:pt>
                <c:pt idx="2940">
                  <c:v>10.6521673188</c:v>
                </c:pt>
                <c:pt idx="2941">
                  <c:v>10.6521673188</c:v>
                </c:pt>
                <c:pt idx="2942">
                  <c:v>10.6636373723</c:v>
                </c:pt>
                <c:pt idx="2943">
                  <c:v>10.6636373723</c:v>
                </c:pt>
                <c:pt idx="2944">
                  <c:v>10.6638155728</c:v>
                </c:pt>
                <c:pt idx="2945">
                  <c:v>10.6638155728</c:v>
                </c:pt>
                <c:pt idx="2946">
                  <c:v>10.6702861882</c:v>
                </c:pt>
                <c:pt idx="2947">
                  <c:v>10.6702861882</c:v>
                </c:pt>
                <c:pt idx="2948">
                  <c:v>10.6738232486</c:v>
                </c:pt>
                <c:pt idx="2949">
                  <c:v>10.6738232486</c:v>
                </c:pt>
                <c:pt idx="2950">
                  <c:v>10.7007263868</c:v>
                </c:pt>
                <c:pt idx="2951">
                  <c:v>10.7007263868</c:v>
                </c:pt>
                <c:pt idx="2952">
                  <c:v>10.7070419069</c:v>
                </c:pt>
                <c:pt idx="2953">
                  <c:v>10.7070419069</c:v>
                </c:pt>
                <c:pt idx="2954">
                  <c:v>10.7107094716</c:v>
                </c:pt>
                <c:pt idx="2955">
                  <c:v>10.7107094716</c:v>
                </c:pt>
                <c:pt idx="2956">
                  <c:v>10.7196445897</c:v>
                </c:pt>
                <c:pt idx="2957">
                  <c:v>10.7196445897</c:v>
                </c:pt>
                <c:pt idx="2958">
                  <c:v>10.7308116974</c:v>
                </c:pt>
                <c:pt idx="2959">
                  <c:v>10.7308116974</c:v>
                </c:pt>
                <c:pt idx="2960">
                  <c:v>10.7392813108</c:v>
                </c:pt>
                <c:pt idx="2961">
                  <c:v>10.7392813108</c:v>
                </c:pt>
                <c:pt idx="2962">
                  <c:v>10.7410723934</c:v>
                </c:pt>
                <c:pt idx="2963">
                  <c:v>10.7410723934</c:v>
                </c:pt>
                <c:pt idx="2964">
                  <c:v>10.7424869539</c:v>
                </c:pt>
                <c:pt idx="2965">
                  <c:v>10.7424869539</c:v>
                </c:pt>
                <c:pt idx="2966">
                  <c:v>10.7505054471</c:v>
                </c:pt>
                <c:pt idx="2967">
                  <c:v>10.7505054471</c:v>
                </c:pt>
                <c:pt idx="2968">
                  <c:v>10.7507488684</c:v>
                </c:pt>
                <c:pt idx="2969">
                  <c:v>10.7507488684</c:v>
                </c:pt>
                <c:pt idx="2970">
                  <c:v>10.7595658194</c:v>
                </c:pt>
                <c:pt idx="2971">
                  <c:v>10.7595658194</c:v>
                </c:pt>
                <c:pt idx="2972">
                  <c:v>10.760678746</c:v>
                </c:pt>
                <c:pt idx="2973">
                  <c:v>10.760678746</c:v>
                </c:pt>
                <c:pt idx="2974">
                  <c:v>10.7623707355</c:v>
                </c:pt>
                <c:pt idx="2975">
                  <c:v>10.7623707355</c:v>
                </c:pt>
                <c:pt idx="2976">
                  <c:v>10.764571126</c:v>
                </c:pt>
                <c:pt idx="2977">
                  <c:v>10.764571126</c:v>
                </c:pt>
                <c:pt idx="2978">
                  <c:v>10.7672503882</c:v>
                </c:pt>
                <c:pt idx="2979">
                  <c:v>10.7672503882</c:v>
                </c:pt>
                <c:pt idx="2980">
                  <c:v>10.7733107744</c:v>
                </c:pt>
                <c:pt idx="2981">
                  <c:v>10.7733107744</c:v>
                </c:pt>
                <c:pt idx="2982">
                  <c:v>10.7767901491</c:v>
                </c:pt>
                <c:pt idx="2983">
                  <c:v>10.7767901491</c:v>
                </c:pt>
                <c:pt idx="2984">
                  <c:v>10.8045394828</c:v>
                </c:pt>
                <c:pt idx="2985">
                  <c:v>10.8045394828</c:v>
                </c:pt>
                <c:pt idx="2986">
                  <c:v>10.8108601375</c:v>
                </c:pt>
                <c:pt idx="2987">
                  <c:v>10.8108601375</c:v>
                </c:pt>
                <c:pt idx="2988">
                  <c:v>10.8183664188</c:v>
                </c:pt>
                <c:pt idx="2989">
                  <c:v>10.8183664188</c:v>
                </c:pt>
                <c:pt idx="2990">
                  <c:v>10.8216448372</c:v>
                </c:pt>
                <c:pt idx="2991">
                  <c:v>10.8216448372</c:v>
                </c:pt>
                <c:pt idx="2992">
                  <c:v>10.8536023369</c:v>
                </c:pt>
                <c:pt idx="2993">
                  <c:v>10.8536023369</c:v>
                </c:pt>
                <c:pt idx="2994">
                  <c:v>10.8574139596</c:v>
                </c:pt>
                <c:pt idx="2995">
                  <c:v>10.8574139596</c:v>
                </c:pt>
                <c:pt idx="2996">
                  <c:v>10.8591040229</c:v>
                </c:pt>
                <c:pt idx="2997">
                  <c:v>10.8591040229</c:v>
                </c:pt>
                <c:pt idx="2998">
                  <c:v>10.8719066381</c:v>
                </c:pt>
                <c:pt idx="2999">
                  <c:v>10.8719066381</c:v>
                </c:pt>
              </c:numCache>
            </c:numRef>
          </c:xVal>
          <c:yVal>
            <c:numRef>
              <c:f>'Chart Data'!$F$2:$F$3001</c:f>
              <c:numCache>
                <c:formatCode>0.##</c:formatCode>
                <c:ptCount val="3000"/>
                <c:pt idx="0">
                  <c:v>0</c:v>
                </c:pt>
                <c:pt idx="1">
                  <c:v>0.000666666666667</c:v>
                </c:pt>
                <c:pt idx="2">
                  <c:v>0.000666666666667</c:v>
                </c:pt>
                <c:pt idx="3">
                  <c:v>0.00133333333333</c:v>
                </c:pt>
                <c:pt idx="4">
                  <c:v>0.00133333333333</c:v>
                </c:pt>
                <c:pt idx="5">
                  <c:v>0.002</c:v>
                </c:pt>
                <c:pt idx="6">
                  <c:v>0.002</c:v>
                </c:pt>
                <c:pt idx="7">
                  <c:v>0.00266666666667</c:v>
                </c:pt>
                <c:pt idx="8">
                  <c:v>0.00266666666667</c:v>
                </c:pt>
                <c:pt idx="9">
                  <c:v>0.00333333333333</c:v>
                </c:pt>
                <c:pt idx="10">
                  <c:v>0.00333333333333</c:v>
                </c:pt>
                <c:pt idx="11">
                  <c:v>0.004</c:v>
                </c:pt>
                <c:pt idx="12">
                  <c:v>0.004</c:v>
                </c:pt>
                <c:pt idx="13">
                  <c:v>0.00466666666667</c:v>
                </c:pt>
                <c:pt idx="14">
                  <c:v>0.00466666666667</c:v>
                </c:pt>
                <c:pt idx="15">
                  <c:v>0.00533333333333</c:v>
                </c:pt>
                <c:pt idx="16">
                  <c:v>0.00533333333333</c:v>
                </c:pt>
                <c:pt idx="17">
                  <c:v>0.006</c:v>
                </c:pt>
                <c:pt idx="18">
                  <c:v>0.006</c:v>
                </c:pt>
                <c:pt idx="19">
                  <c:v>0.00666666666667</c:v>
                </c:pt>
                <c:pt idx="20">
                  <c:v>0.00666666666667</c:v>
                </c:pt>
                <c:pt idx="21">
                  <c:v>0.00733333333333</c:v>
                </c:pt>
                <c:pt idx="22">
                  <c:v>0.00733333333333</c:v>
                </c:pt>
                <c:pt idx="23">
                  <c:v>0.008</c:v>
                </c:pt>
                <c:pt idx="24">
                  <c:v>0.008</c:v>
                </c:pt>
                <c:pt idx="25">
                  <c:v>0.00866666666667</c:v>
                </c:pt>
                <c:pt idx="26">
                  <c:v>0.00866666666667</c:v>
                </c:pt>
                <c:pt idx="27">
                  <c:v>0.00933333333333</c:v>
                </c:pt>
                <c:pt idx="28">
                  <c:v>0.00933333333333</c:v>
                </c:pt>
                <c:pt idx="29">
                  <c:v>0.01</c:v>
                </c:pt>
                <c:pt idx="30">
                  <c:v>0.01</c:v>
                </c:pt>
                <c:pt idx="31">
                  <c:v>0.0106666666667</c:v>
                </c:pt>
                <c:pt idx="32">
                  <c:v>0.0106666666667</c:v>
                </c:pt>
                <c:pt idx="33">
                  <c:v>0.0113333333333</c:v>
                </c:pt>
                <c:pt idx="34">
                  <c:v>0.0113333333333</c:v>
                </c:pt>
                <c:pt idx="35">
                  <c:v>0.012</c:v>
                </c:pt>
                <c:pt idx="36">
                  <c:v>0.012</c:v>
                </c:pt>
                <c:pt idx="37">
                  <c:v>0.0126666666667</c:v>
                </c:pt>
                <c:pt idx="38">
                  <c:v>0.0126666666667</c:v>
                </c:pt>
                <c:pt idx="39">
                  <c:v>0.0133333333333</c:v>
                </c:pt>
                <c:pt idx="40">
                  <c:v>0.0133333333333</c:v>
                </c:pt>
                <c:pt idx="41">
                  <c:v>0.014</c:v>
                </c:pt>
                <c:pt idx="42">
                  <c:v>0.014</c:v>
                </c:pt>
                <c:pt idx="43">
                  <c:v>0.0146666666667</c:v>
                </c:pt>
                <c:pt idx="44">
                  <c:v>0.0146666666667</c:v>
                </c:pt>
                <c:pt idx="45">
                  <c:v>0.0153333333333</c:v>
                </c:pt>
                <c:pt idx="46">
                  <c:v>0.0153333333333</c:v>
                </c:pt>
                <c:pt idx="47">
                  <c:v>0.016</c:v>
                </c:pt>
                <c:pt idx="48">
                  <c:v>0.016</c:v>
                </c:pt>
                <c:pt idx="49">
                  <c:v>0.0166666666667</c:v>
                </c:pt>
                <c:pt idx="50">
                  <c:v>0.0166666666667</c:v>
                </c:pt>
                <c:pt idx="51">
                  <c:v>0.0173333333333</c:v>
                </c:pt>
                <c:pt idx="52">
                  <c:v>0.0173333333333</c:v>
                </c:pt>
                <c:pt idx="53">
                  <c:v>0.018</c:v>
                </c:pt>
                <c:pt idx="54">
                  <c:v>0.018</c:v>
                </c:pt>
                <c:pt idx="55">
                  <c:v>0.0186666666667</c:v>
                </c:pt>
                <c:pt idx="56">
                  <c:v>0.0186666666667</c:v>
                </c:pt>
                <c:pt idx="57">
                  <c:v>0.0193333333333</c:v>
                </c:pt>
                <c:pt idx="58">
                  <c:v>0.0193333333333</c:v>
                </c:pt>
                <c:pt idx="59">
                  <c:v>0.02</c:v>
                </c:pt>
                <c:pt idx="60">
                  <c:v>0.02</c:v>
                </c:pt>
                <c:pt idx="61">
                  <c:v>0.0206666666667</c:v>
                </c:pt>
                <c:pt idx="62">
                  <c:v>0.0206666666667</c:v>
                </c:pt>
                <c:pt idx="63">
                  <c:v>0.0213333333333</c:v>
                </c:pt>
                <c:pt idx="64">
                  <c:v>0.0213333333333</c:v>
                </c:pt>
                <c:pt idx="65">
                  <c:v>0.022</c:v>
                </c:pt>
                <c:pt idx="66">
                  <c:v>0.022</c:v>
                </c:pt>
                <c:pt idx="67">
                  <c:v>0.0226666666667</c:v>
                </c:pt>
                <c:pt idx="68">
                  <c:v>0.0226666666667</c:v>
                </c:pt>
                <c:pt idx="69">
                  <c:v>0.0233333333333</c:v>
                </c:pt>
                <c:pt idx="70">
                  <c:v>0.0233333333333</c:v>
                </c:pt>
                <c:pt idx="71">
                  <c:v>0.024</c:v>
                </c:pt>
                <c:pt idx="72">
                  <c:v>0.024</c:v>
                </c:pt>
                <c:pt idx="73">
                  <c:v>0.0246666666667</c:v>
                </c:pt>
                <c:pt idx="74">
                  <c:v>0.0246666666667</c:v>
                </c:pt>
                <c:pt idx="75">
                  <c:v>0.0253333333333</c:v>
                </c:pt>
                <c:pt idx="76">
                  <c:v>0.0253333333333</c:v>
                </c:pt>
                <c:pt idx="77">
                  <c:v>0.026</c:v>
                </c:pt>
                <c:pt idx="78">
                  <c:v>0.026</c:v>
                </c:pt>
                <c:pt idx="79">
                  <c:v>0.0266666666667</c:v>
                </c:pt>
                <c:pt idx="80">
                  <c:v>0.0266666666667</c:v>
                </c:pt>
                <c:pt idx="81">
                  <c:v>0.0273333333333</c:v>
                </c:pt>
                <c:pt idx="82">
                  <c:v>0.0273333333333</c:v>
                </c:pt>
                <c:pt idx="83">
                  <c:v>0.028</c:v>
                </c:pt>
                <c:pt idx="84">
                  <c:v>0.028</c:v>
                </c:pt>
                <c:pt idx="85">
                  <c:v>0.0286666666667</c:v>
                </c:pt>
                <c:pt idx="86">
                  <c:v>0.0286666666667</c:v>
                </c:pt>
                <c:pt idx="87">
                  <c:v>0.0293333333333</c:v>
                </c:pt>
                <c:pt idx="88">
                  <c:v>0.0293333333333</c:v>
                </c:pt>
                <c:pt idx="89">
                  <c:v>0.03</c:v>
                </c:pt>
                <c:pt idx="90">
                  <c:v>0.03</c:v>
                </c:pt>
                <c:pt idx="91">
                  <c:v>0.0306666666667</c:v>
                </c:pt>
                <c:pt idx="92">
                  <c:v>0.0306666666667</c:v>
                </c:pt>
                <c:pt idx="93">
                  <c:v>0.0313333333333</c:v>
                </c:pt>
                <c:pt idx="94">
                  <c:v>0.0313333333333</c:v>
                </c:pt>
                <c:pt idx="95">
                  <c:v>0.032</c:v>
                </c:pt>
                <c:pt idx="96">
                  <c:v>0.032</c:v>
                </c:pt>
                <c:pt idx="97">
                  <c:v>0.0326666666667</c:v>
                </c:pt>
                <c:pt idx="98">
                  <c:v>0.0326666666667</c:v>
                </c:pt>
                <c:pt idx="99">
                  <c:v>0.0333333333333</c:v>
                </c:pt>
                <c:pt idx="100">
                  <c:v>0.0333333333333</c:v>
                </c:pt>
                <c:pt idx="101">
                  <c:v>0.034</c:v>
                </c:pt>
                <c:pt idx="102">
                  <c:v>0.034</c:v>
                </c:pt>
                <c:pt idx="103">
                  <c:v>0.0346666666667</c:v>
                </c:pt>
                <c:pt idx="104">
                  <c:v>0.0346666666667</c:v>
                </c:pt>
                <c:pt idx="105">
                  <c:v>0.0353333333333</c:v>
                </c:pt>
                <c:pt idx="106">
                  <c:v>0.0353333333333</c:v>
                </c:pt>
                <c:pt idx="107">
                  <c:v>0.036</c:v>
                </c:pt>
                <c:pt idx="108">
                  <c:v>0.036</c:v>
                </c:pt>
                <c:pt idx="109">
                  <c:v>0.0366666666667</c:v>
                </c:pt>
                <c:pt idx="110">
                  <c:v>0.0366666666667</c:v>
                </c:pt>
                <c:pt idx="111">
                  <c:v>0.0373333333333</c:v>
                </c:pt>
                <c:pt idx="112">
                  <c:v>0.0373333333333</c:v>
                </c:pt>
                <c:pt idx="113">
                  <c:v>0.038</c:v>
                </c:pt>
                <c:pt idx="114">
                  <c:v>0.038</c:v>
                </c:pt>
                <c:pt idx="115">
                  <c:v>0.0386666666667</c:v>
                </c:pt>
                <c:pt idx="116">
                  <c:v>0.0386666666667</c:v>
                </c:pt>
                <c:pt idx="117">
                  <c:v>0.0393333333333</c:v>
                </c:pt>
                <c:pt idx="118">
                  <c:v>0.0393333333333</c:v>
                </c:pt>
                <c:pt idx="119">
                  <c:v>0.04</c:v>
                </c:pt>
                <c:pt idx="120">
                  <c:v>0.04</c:v>
                </c:pt>
                <c:pt idx="121">
                  <c:v>0.0406666666667</c:v>
                </c:pt>
                <c:pt idx="122">
                  <c:v>0.0406666666667</c:v>
                </c:pt>
                <c:pt idx="123">
                  <c:v>0.0413333333333</c:v>
                </c:pt>
                <c:pt idx="124">
                  <c:v>0.0413333333333</c:v>
                </c:pt>
                <c:pt idx="125">
                  <c:v>0.042</c:v>
                </c:pt>
                <c:pt idx="126">
                  <c:v>0.042</c:v>
                </c:pt>
                <c:pt idx="127">
                  <c:v>0.0426666666667</c:v>
                </c:pt>
                <c:pt idx="128">
                  <c:v>0.0426666666667</c:v>
                </c:pt>
                <c:pt idx="129">
                  <c:v>0.0433333333333</c:v>
                </c:pt>
                <c:pt idx="130">
                  <c:v>0.0433333333333</c:v>
                </c:pt>
                <c:pt idx="131">
                  <c:v>0.044</c:v>
                </c:pt>
                <c:pt idx="132">
                  <c:v>0.044</c:v>
                </c:pt>
                <c:pt idx="133">
                  <c:v>0.0446666666667</c:v>
                </c:pt>
                <c:pt idx="134">
                  <c:v>0.0446666666667</c:v>
                </c:pt>
                <c:pt idx="135">
                  <c:v>0.0453333333333</c:v>
                </c:pt>
                <c:pt idx="136">
                  <c:v>0.0453333333333</c:v>
                </c:pt>
                <c:pt idx="137">
                  <c:v>0.046</c:v>
                </c:pt>
                <c:pt idx="138">
                  <c:v>0.046</c:v>
                </c:pt>
                <c:pt idx="139">
                  <c:v>0.0466666666667</c:v>
                </c:pt>
                <c:pt idx="140">
                  <c:v>0.0466666666667</c:v>
                </c:pt>
                <c:pt idx="141">
                  <c:v>0.0473333333333</c:v>
                </c:pt>
                <c:pt idx="142">
                  <c:v>0.0473333333333</c:v>
                </c:pt>
                <c:pt idx="143">
                  <c:v>0.048</c:v>
                </c:pt>
                <c:pt idx="144">
                  <c:v>0.048</c:v>
                </c:pt>
                <c:pt idx="145">
                  <c:v>0.0486666666667</c:v>
                </c:pt>
                <c:pt idx="146">
                  <c:v>0.0486666666667</c:v>
                </c:pt>
                <c:pt idx="147">
                  <c:v>0.0493333333333</c:v>
                </c:pt>
                <c:pt idx="148">
                  <c:v>0.0493333333333</c:v>
                </c:pt>
                <c:pt idx="149">
                  <c:v>0.05</c:v>
                </c:pt>
                <c:pt idx="150">
                  <c:v>0.05</c:v>
                </c:pt>
                <c:pt idx="151">
                  <c:v>0.0506666666667</c:v>
                </c:pt>
                <c:pt idx="152">
                  <c:v>0.0506666666667</c:v>
                </c:pt>
                <c:pt idx="153">
                  <c:v>0.0513333333333</c:v>
                </c:pt>
                <c:pt idx="154">
                  <c:v>0.0513333333333</c:v>
                </c:pt>
                <c:pt idx="155">
                  <c:v>0.052</c:v>
                </c:pt>
                <c:pt idx="156">
                  <c:v>0.052</c:v>
                </c:pt>
                <c:pt idx="157">
                  <c:v>0.0526666666667</c:v>
                </c:pt>
                <c:pt idx="158">
                  <c:v>0.0526666666667</c:v>
                </c:pt>
                <c:pt idx="159">
                  <c:v>0.0533333333333</c:v>
                </c:pt>
                <c:pt idx="160">
                  <c:v>0.0533333333333</c:v>
                </c:pt>
                <c:pt idx="161">
                  <c:v>0.054</c:v>
                </c:pt>
                <c:pt idx="162">
                  <c:v>0.054</c:v>
                </c:pt>
                <c:pt idx="163">
                  <c:v>0.0546666666667</c:v>
                </c:pt>
                <c:pt idx="164">
                  <c:v>0.0546666666667</c:v>
                </c:pt>
                <c:pt idx="165">
                  <c:v>0.0553333333333</c:v>
                </c:pt>
                <c:pt idx="166">
                  <c:v>0.0553333333333</c:v>
                </c:pt>
                <c:pt idx="167">
                  <c:v>0.056</c:v>
                </c:pt>
                <c:pt idx="168">
                  <c:v>0.056</c:v>
                </c:pt>
                <c:pt idx="169">
                  <c:v>0.0566666666667</c:v>
                </c:pt>
                <c:pt idx="170">
                  <c:v>0.0566666666667</c:v>
                </c:pt>
                <c:pt idx="171">
                  <c:v>0.0573333333333</c:v>
                </c:pt>
                <c:pt idx="172">
                  <c:v>0.0573333333333</c:v>
                </c:pt>
                <c:pt idx="173">
                  <c:v>0.058</c:v>
                </c:pt>
                <c:pt idx="174">
                  <c:v>0.058</c:v>
                </c:pt>
                <c:pt idx="175">
                  <c:v>0.0586666666667</c:v>
                </c:pt>
                <c:pt idx="176">
                  <c:v>0.0586666666667</c:v>
                </c:pt>
                <c:pt idx="177">
                  <c:v>0.0593333333333</c:v>
                </c:pt>
                <c:pt idx="178">
                  <c:v>0.0593333333333</c:v>
                </c:pt>
                <c:pt idx="179">
                  <c:v>0.06</c:v>
                </c:pt>
                <c:pt idx="180">
                  <c:v>0.06</c:v>
                </c:pt>
                <c:pt idx="181">
                  <c:v>0.0606666666667</c:v>
                </c:pt>
                <c:pt idx="182">
                  <c:v>0.0606666666667</c:v>
                </c:pt>
                <c:pt idx="183">
                  <c:v>0.0613333333333</c:v>
                </c:pt>
                <c:pt idx="184">
                  <c:v>0.0613333333333</c:v>
                </c:pt>
                <c:pt idx="185">
                  <c:v>0.062</c:v>
                </c:pt>
                <c:pt idx="186">
                  <c:v>0.062</c:v>
                </c:pt>
                <c:pt idx="187">
                  <c:v>0.0626666666667</c:v>
                </c:pt>
                <c:pt idx="188">
                  <c:v>0.0626666666667</c:v>
                </c:pt>
                <c:pt idx="189">
                  <c:v>0.0633333333333</c:v>
                </c:pt>
                <c:pt idx="190">
                  <c:v>0.0633333333333</c:v>
                </c:pt>
                <c:pt idx="191">
                  <c:v>0.064</c:v>
                </c:pt>
                <c:pt idx="192">
                  <c:v>0.064</c:v>
                </c:pt>
                <c:pt idx="193">
                  <c:v>0.0646666666667</c:v>
                </c:pt>
                <c:pt idx="194">
                  <c:v>0.0646666666667</c:v>
                </c:pt>
                <c:pt idx="195">
                  <c:v>0.0653333333333</c:v>
                </c:pt>
                <c:pt idx="196">
                  <c:v>0.0653333333333</c:v>
                </c:pt>
                <c:pt idx="197">
                  <c:v>0.066</c:v>
                </c:pt>
                <c:pt idx="198">
                  <c:v>0.066</c:v>
                </c:pt>
                <c:pt idx="199">
                  <c:v>0.0666666666667</c:v>
                </c:pt>
                <c:pt idx="200">
                  <c:v>0.0666666666667</c:v>
                </c:pt>
                <c:pt idx="201">
                  <c:v>0.0673333333333</c:v>
                </c:pt>
                <c:pt idx="202">
                  <c:v>0.0673333333333</c:v>
                </c:pt>
                <c:pt idx="203">
                  <c:v>0.068</c:v>
                </c:pt>
                <c:pt idx="204">
                  <c:v>0.068</c:v>
                </c:pt>
                <c:pt idx="205">
                  <c:v>0.0686666666667</c:v>
                </c:pt>
                <c:pt idx="206">
                  <c:v>0.0686666666667</c:v>
                </c:pt>
                <c:pt idx="207">
                  <c:v>0.0693333333333</c:v>
                </c:pt>
                <c:pt idx="208">
                  <c:v>0.0693333333333</c:v>
                </c:pt>
                <c:pt idx="209">
                  <c:v>0.07</c:v>
                </c:pt>
                <c:pt idx="210">
                  <c:v>0.07</c:v>
                </c:pt>
                <c:pt idx="211">
                  <c:v>0.0706666666667</c:v>
                </c:pt>
                <c:pt idx="212">
                  <c:v>0.0706666666667</c:v>
                </c:pt>
                <c:pt idx="213">
                  <c:v>0.0713333333333</c:v>
                </c:pt>
                <c:pt idx="214">
                  <c:v>0.0713333333333</c:v>
                </c:pt>
                <c:pt idx="215">
                  <c:v>0.072</c:v>
                </c:pt>
                <c:pt idx="216">
                  <c:v>0.072</c:v>
                </c:pt>
                <c:pt idx="217">
                  <c:v>0.0726666666667</c:v>
                </c:pt>
                <c:pt idx="218">
                  <c:v>0.0726666666667</c:v>
                </c:pt>
                <c:pt idx="219">
                  <c:v>0.0733333333333</c:v>
                </c:pt>
                <c:pt idx="220">
                  <c:v>0.0733333333333</c:v>
                </c:pt>
                <c:pt idx="221">
                  <c:v>0.074</c:v>
                </c:pt>
                <c:pt idx="222">
                  <c:v>0.074</c:v>
                </c:pt>
                <c:pt idx="223">
                  <c:v>0.0746666666667</c:v>
                </c:pt>
                <c:pt idx="224">
                  <c:v>0.0746666666667</c:v>
                </c:pt>
                <c:pt idx="225">
                  <c:v>0.0753333333333</c:v>
                </c:pt>
                <c:pt idx="226">
                  <c:v>0.0753333333333</c:v>
                </c:pt>
                <c:pt idx="227">
                  <c:v>0.076</c:v>
                </c:pt>
                <c:pt idx="228">
                  <c:v>0.076</c:v>
                </c:pt>
                <c:pt idx="229">
                  <c:v>0.0766666666667</c:v>
                </c:pt>
                <c:pt idx="230">
                  <c:v>0.0766666666667</c:v>
                </c:pt>
                <c:pt idx="231">
                  <c:v>0.0773333333333</c:v>
                </c:pt>
                <c:pt idx="232">
                  <c:v>0.0773333333333</c:v>
                </c:pt>
                <c:pt idx="233">
                  <c:v>0.078</c:v>
                </c:pt>
                <c:pt idx="234">
                  <c:v>0.078</c:v>
                </c:pt>
                <c:pt idx="235">
                  <c:v>0.0786666666667</c:v>
                </c:pt>
                <c:pt idx="236">
                  <c:v>0.0786666666667</c:v>
                </c:pt>
                <c:pt idx="237">
                  <c:v>0.0793333333333</c:v>
                </c:pt>
                <c:pt idx="238">
                  <c:v>0.0793333333333</c:v>
                </c:pt>
                <c:pt idx="239">
                  <c:v>0.08</c:v>
                </c:pt>
                <c:pt idx="240">
                  <c:v>0.08</c:v>
                </c:pt>
                <c:pt idx="241">
                  <c:v>0.0806666666667</c:v>
                </c:pt>
                <c:pt idx="242">
                  <c:v>0.0806666666667</c:v>
                </c:pt>
                <c:pt idx="243">
                  <c:v>0.0813333333333</c:v>
                </c:pt>
                <c:pt idx="244">
                  <c:v>0.0813333333333</c:v>
                </c:pt>
                <c:pt idx="245">
                  <c:v>0.082</c:v>
                </c:pt>
                <c:pt idx="246">
                  <c:v>0.082</c:v>
                </c:pt>
                <c:pt idx="247">
                  <c:v>0.0826666666667</c:v>
                </c:pt>
                <c:pt idx="248">
                  <c:v>0.0826666666667</c:v>
                </c:pt>
                <c:pt idx="249">
                  <c:v>0.0833333333333</c:v>
                </c:pt>
                <c:pt idx="250">
                  <c:v>0.0833333333333</c:v>
                </c:pt>
                <c:pt idx="251">
                  <c:v>0.084</c:v>
                </c:pt>
                <c:pt idx="252">
                  <c:v>0.084</c:v>
                </c:pt>
                <c:pt idx="253">
                  <c:v>0.0846666666667</c:v>
                </c:pt>
                <c:pt idx="254">
                  <c:v>0.0846666666667</c:v>
                </c:pt>
                <c:pt idx="255">
                  <c:v>0.0853333333333</c:v>
                </c:pt>
                <c:pt idx="256">
                  <c:v>0.0853333333333</c:v>
                </c:pt>
                <c:pt idx="257">
                  <c:v>0.086</c:v>
                </c:pt>
                <c:pt idx="258">
                  <c:v>0.086</c:v>
                </c:pt>
                <c:pt idx="259">
                  <c:v>0.0866666666667</c:v>
                </c:pt>
                <c:pt idx="260">
                  <c:v>0.0866666666667</c:v>
                </c:pt>
                <c:pt idx="261">
                  <c:v>0.0873333333333</c:v>
                </c:pt>
                <c:pt idx="262">
                  <c:v>0.0873333333333</c:v>
                </c:pt>
                <c:pt idx="263">
                  <c:v>0.088</c:v>
                </c:pt>
                <c:pt idx="264">
                  <c:v>0.088</c:v>
                </c:pt>
                <c:pt idx="265">
                  <c:v>0.0886666666667</c:v>
                </c:pt>
                <c:pt idx="266">
                  <c:v>0.0886666666667</c:v>
                </c:pt>
                <c:pt idx="267">
                  <c:v>0.0893333333333</c:v>
                </c:pt>
                <c:pt idx="268">
                  <c:v>0.0893333333333</c:v>
                </c:pt>
                <c:pt idx="269">
                  <c:v>0.09</c:v>
                </c:pt>
                <c:pt idx="270">
                  <c:v>0.09</c:v>
                </c:pt>
                <c:pt idx="271">
                  <c:v>0.0906666666667</c:v>
                </c:pt>
                <c:pt idx="272">
                  <c:v>0.0906666666667</c:v>
                </c:pt>
                <c:pt idx="273">
                  <c:v>0.0913333333333</c:v>
                </c:pt>
                <c:pt idx="274">
                  <c:v>0.0913333333333</c:v>
                </c:pt>
                <c:pt idx="275">
                  <c:v>0.092</c:v>
                </c:pt>
                <c:pt idx="276">
                  <c:v>0.092</c:v>
                </c:pt>
                <c:pt idx="277">
                  <c:v>0.0926666666667</c:v>
                </c:pt>
                <c:pt idx="278">
                  <c:v>0.0926666666667</c:v>
                </c:pt>
                <c:pt idx="279">
                  <c:v>0.0933333333333</c:v>
                </c:pt>
                <c:pt idx="280">
                  <c:v>0.0933333333333</c:v>
                </c:pt>
                <c:pt idx="281">
                  <c:v>0.094</c:v>
                </c:pt>
                <c:pt idx="282">
                  <c:v>0.094</c:v>
                </c:pt>
                <c:pt idx="283">
                  <c:v>0.0946666666667</c:v>
                </c:pt>
                <c:pt idx="284">
                  <c:v>0.0946666666667</c:v>
                </c:pt>
                <c:pt idx="285">
                  <c:v>0.0953333333333</c:v>
                </c:pt>
                <c:pt idx="286">
                  <c:v>0.0953333333333</c:v>
                </c:pt>
                <c:pt idx="287">
                  <c:v>0.096</c:v>
                </c:pt>
                <c:pt idx="288">
                  <c:v>0.096</c:v>
                </c:pt>
                <c:pt idx="289">
                  <c:v>0.0966666666667</c:v>
                </c:pt>
                <c:pt idx="290">
                  <c:v>0.0966666666667</c:v>
                </c:pt>
                <c:pt idx="291">
                  <c:v>0.0973333333333</c:v>
                </c:pt>
                <c:pt idx="292">
                  <c:v>0.0973333333333</c:v>
                </c:pt>
                <c:pt idx="293">
                  <c:v>0.098</c:v>
                </c:pt>
                <c:pt idx="294">
                  <c:v>0.098</c:v>
                </c:pt>
                <c:pt idx="295">
                  <c:v>0.0986666666667</c:v>
                </c:pt>
                <c:pt idx="296">
                  <c:v>0.0986666666667</c:v>
                </c:pt>
                <c:pt idx="297">
                  <c:v>0.0993333333333</c:v>
                </c:pt>
                <c:pt idx="298">
                  <c:v>0.0993333333333</c:v>
                </c:pt>
                <c:pt idx="299">
                  <c:v>0.1</c:v>
                </c:pt>
                <c:pt idx="300">
                  <c:v>0.1</c:v>
                </c:pt>
                <c:pt idx="301">
                  <c:v>0.100666666667</c:v>
                </c:pt>
                <c:pt idx="302">
                  <c:v>0.100666666667</c:v>
                </c:pt>
                <c:pt idx="303">
                  <c:v>0.101333333333</c:v>
                </c:pt>
                <c:pt idx="304">
                  <c:v>0.101333333333</c:v>
                </c:pt>
                <c:pt idx="305">
                  <c:v>0.102</c:v>
                </c:pt>
                <c:pt idx="306">
                  <c:v>0.102</c:v>
                </c:pt>
                <c:pt idx="307">
                  <c:v>0.102666666667</c:v>
                </c:pt>
                <c:pt idx="308">
                  <c:v>0.102666666667</c:v>
                </c:pt>
                <c:pt idx="309">
                  <c:v>0.103333333333</c:v>
                </c:pt>
                <c:pt idx="310">
                  <c:v>0.103333333333</c:v>
                </c:pt>
                <c:pt idx="311">
                  <c:v>0.104</c:v>
                </c:pt>
                <c:pt idx="312">
                  <c:v>0.104</c:v>
                </c:pt>
                <c:pt idx="313">
                  <c:v>0.104666666667</c:v>
                </c:pt>
                <c:pt idx="314">
                  <c:v>0.104666666667</c:v>
                </c:pt>
                <c:pt idx="315">
                  <c:v>0.105333333333</c:v>
                </c:pt>
                <c:pt idx="316">
                  <c:v>0.105333333333</c:v>
                </c:pt>
                <c:pt idx="317">
                  <c:v>0.106</c:v>
                </c:pt>
                <c:pt idx="318">
                  <c:v>0.106</c:v>
                </c:pt>
                <c:pt idx="319">
                  <c:v>0.106666666667</c:v>
                </c:pt>
                <c:pt idx="320">
                  <c:v>0.106666666667</c:v>
                </c:pt>
                <c:pt idx="321">
                  <c:v>0.107333333333</c:v>
                </c:pt>
                <c:pt idx="322">
                  <c:v>0.107333333333</c:v>
                </c:pt>
                <c:pt idx="323">
                  <c:v>0.108</c:v>
                </c:pt>
                <c:pt idx="324">
                  <c:v>0.108</c:v>
                </c:pt>
                <c:pt idx="325">
                  <c:v>0.108666666667</c:v>
                </c:pt>
                <c:pt idx="326">
                  <c:v>0.108666666667</c:v>
                </c:pt>
                <c:pt idx="327">
                  <c:v>0.109333333333</c:v>
                </c:pt>
                <c:pt idx="328">
                  <c:v>0.109333333333</c:v>
                </c:pt>
                <c:pt idx="329">
                  <c:v>0.11</c:v>
                </c:pt>
                <c:pt idx="330">
                  <c:v>0.11</c:v>
                </c:pt>
                <c:pt idx="331">
                  <c:v>0.110666666667</c:v>
                </c:pt>
                <c:pt idx="332">
                  <c:v>0.110666666667</c:v>
                </c:pt>
                <c:pt idx="333">
                  <c:v>0.111333333333</c:v>
                </c:pt>
                <c:pt idx="334">
                  <c:v>0.111333333333</c:v>
                </c:pt>
                <c:pt idx="335">
                  <c:v>0.112</c:v>
                </c:pt>
                <c:pt idx="336">
                  <c:v>0.112</c:v>
                </c:pt>
                <c:pt idx="337">
                  <c:v>0.112666666667</c:v>
                </c:pt>
                <c:pt idx="338">
                  <c:v>0.112666666667</c:v>
                </c:pt>
                <c:pt idx="339">
                  <c:v>0.113333333333</c:v>
                </c:pt>
                <c:pt idx="340">
                  <c:v>0.113333333333</c:v>
                </c:pt>
                <c:pt idx="341">
                  <c:v>0.114</c:v>
                </c:pt>
                <c:pt idx="342">
                  <c:v>0.114</c:v>
                </c:pt>
                <c:pt idx="343">
                  <c:v>0.114666666667</c:v>
                </c:pt>
                <c:pt idx="344">
                  <c:v>0.114666666667</c:v>
                </c:pt>
                <c:pt idx="345">
                  <c:v>0.115333333333</c:v>
                </c:pt>
                <c:pt idx="346">
                  <c:v>0.115333333333</c:v>
                </c:pt>
                <c:pt idx="347">
                  <c:v>0.116</c:v>
                </c:pt>
                <c:pt idx="348">
                  <c:v>0.116</c:v>
                </c:pt>
                <c:pt idx="349">
                  <c:v>0.116666666667</c:v>
                </c:pt>
                <c:pt idx="350">
                  <c:v>0.116666666667</c:v>
                </c:pt>
                <c:pt idx="351">
                  <c:v>0.117333333333</c:v>
                </c:pt>
                <c:pt idx="352">
                  <c:v>0.117333333333</c:v>
                </c:pt>
                <c:pt idx="353">
                  <c:v>0.118</c:v>
                </c:pt>
                <c:pt idx="354">
                  <c:v>0.118</c:v>
                </c:pt>
                <c:pt idx="355">
                  <c:v>0.118666666667</c:v>
                </c:pt>
                <c:pt idx="356">
                  <c:v>0.118666666667</c:v>
                </c:pt>
                <c:pt idx="357">
                  <c:v>0.119333333333</c:v>
                </c:pt>
                <c:pt idx="358">
                  <c:v>0.119333333333</c:v>
                </c:pt>
                <c:pt idx="359">
                  <c:v>0.12</c:v>
                </c:pt>
                <c:pt idx="360">
                  <c:v>0.12</c:v>
                </c:pt>
                <c:pt idx="361">
                  <c:v>0.120666666667</c:v>
                </c:pt>
                <c:pt idx="362">
                  <c:v>0.120666666667</c:v>
                </c:pt>
                <c:pt idx="363">
                  <c:v>0.121333333333</c:v>
                </c:pt>
                <c:pt idx="364">
                  <c:v>0.121333333333</c:v>
                </c:pt>
                <c:pt idx="365">
                  <c:v>0.122</c:v>
                </c:pt>
                <c:pt idx="366">
                  <c:v>0.122</c:v>
                </c:pt>
                <c:pt idx="367">
                  <c:v>0.122666666667</c:v>
                </c:pt>
                <c:pt idx="368">
                  <c:v>0.122666666667</c:v>
                </c:pt>
                <c:pt idx="369">
                  <c:v>0.123333333333</c:v>
                </c:pt>
                <c:pt idx="370">
                  <c:v>0.123333333333</c:v>
                </c:pt>
                <c:pt idx="371">
                  <c:v>0.124</c:v>
                </c:pt>
                <c:pt idx="372">
                  <c:v>0.124</c:v>
                </c:pt>
                <c:pt idx="373">
                  <c:v>0.124666666667</c:v>
                </c:pt>
                <c:pt idx="374">
                  <c:v>0.124666666667</c:v>
                </c:pt>
                <c:pt idx="375">
                  <c:v>0.125333333333</c:v>
                </c:pt>
                <c:pt idx="376">
                  <c:v>0.125333333333</c:v>
                </c:pt>
                <c:pt idx="377">
                  <c:v>0.126</c:v>
                </c:pt>
                <c:pt idx="378">
                  <c:v>0.126</c:v>
                </c:pt>
                <c:pt idx="379">
                  <c:v>0.126666666667</c:v>
                </c:pt>
                <c:pt idx="380">
                  <c:v>0.126666666667</c:v>
                </c:pt>
                <c:pt idx="381">
                  <c:v>0.127333333333</c:v>
                </c:pt>
                <c:pt idx="382">
                  <c:v>0.127333333333</c:v>
                </c:pt>
                <c:pt idx="383">
                  <c:v>0.128</c:v>
                </c:pt>
                <c:pt idx="384">
                  <c:v>0.128</c:v>
                </c:pt>
                <c:pt idx="385">
                  <c:v>0.128666666667</c:v>
                </c:pt>
                <c:pt idx="386">
                  <c:v>0.128666666667</c:v>
                </c:pt>
                <c:pt idx="387">
                  <c:v>0.129333333333</c:v>
                </c:pt>
                <c:pt idx="388">
                  <c:v>0.129333333333</c:v>
                </c:pt>
                <c:pt idx="389">
                  <c:v>0.13</c:v>
                </c:pt>
                <c:pt idx="390">
                  <c:v>0.13</c:v>
                </c:pt>
                <c:pt idx="391">
                  <c:v>0.130666666667</c:v>
                </c:pt>
                <c:pt idx="392">
                  <c:v>0.130666666667</c:v>
                </c:pt>
                <c:pt idx="393">
                  <c:v>0.131333333333</c:v>
                </c:pt>
                <c:pt idx="394">
                  <c:v>0.131333333333</c:v>
                </c:pt>
                <c:pt idx="395">
                  <c:v>0.132</c:v>
                </c:pt>
                <c:pt idx="396">
                  <c:v>0.132</c:v>
                </c:pt>
                <c:pt idx="397">
                  <c:v>0.132666666667</c:v>
                </c:pt>
                <c:pt idx="398">
                  <c:v>0.132666666667</c:v>
                </c:pt>
                <c:pt idx="399">
                  <c:v>0.133333333333</c:v>
                </c:pt>
                <c:pt idx="400">
                  <c:v>0.133333333333</c:v>
                </c:pt>
                <c:pt idx="401">
                  <c:v>0.134</c:v>
                </c:pt>
                <c:pt idx="402">
                  <c:v>0.134</c:v>
                </c:pt>
                <c:pt idx="403">
                  <c:v>0.134666666667</c:v>
                </c:pt>
                <c:pt idx="404">
                  <c:v>0.134666666667</c:v>
                </c:pt>
                <c:pt idx="405">
                  <c:v>0.135333333333</c:v>
                </c:pt>
                <c:pt idx="406">
                  <c:v>0.135333333333</c:v>
                </c:pt>
                <c:pt idx="407">
                  <c:v>0.136</c:v>
                </c:pt>
                <c:pt idx="408">
                  <c:v>0.136</c:v>
                </c:pt>
                <c:pt idx="409">
                  <c:v>0.136666666667</c:v>
                </c:pt>
                <c:pt idx="410">
                  <c:v>0.136666666667</c:v>
                </c:pt>
                <c:pt idx="411">
                  <c:v>0.137333333333</c:v>
                </c:pt>
                <c:pt idx="412">
                  <c:v>0.137333333333</c:v>
                </c:pt>
                <c:pt idx="413">
                  <c:v>0.138</c:v>
                </c:pt>
                <c:pt idx="414">
                  <c:v>0.138</c:v>
                </c:pt>
                <c:pt idx="415">
                  <c:v>0.138666666667</c:v>
                </c:pt>
                <c:pt idx="416">
                  <c:v>0.138666666667</c:v>
                </c:pt>
                <c:pt idx="417">
                  <c:v>0.139333333333</c:v>
                </c:pt>
                <c:pt idx="418">
                  <c:v>0.139333333333</c:v>
                </c:pt>
                <c:pt idx="419">
                  <c:v>0.14</c:v>
                </c:pt>
                <c:pt idx="420">
                  <c:v>0.14</c:v>
                </c:pt>
                <c:pt idx="421">
                  <c:v>0.140666666667</c:v>
                </c:pt>
                <c:pt idx="422">
                  <c:v>0.140666666667</c:v>
                </c:pt>
                <c:pt idx="423">
                  <c:v>0.141333333333</c:v>
                </c:pt>
                <c:pt idx="424">
                  <c:v>0.141333333333</c:v>
                </c:pt>
                <c:pt idx="425">
                  <c:v>0.142</c:v>
                </c:pt>
                <c:pt idx="426">
                  <c:v>0.142</c:v>
                </c:pt>
                <c:pt idx="427">
                  <c:v>0.142666666667</c:v>
                </c:pt>
                <c:pt idx="428">
                  <c:v>0.142666666667</c:v>
                </c:pt>
                <c:pt idx="429">
                  <c:v>0.143333333333</c:v>
                </c:pt>
                <c:pt idx="430">
                  <c:v>0.143333333333</c:v>
                </c:pt>
                <c:pt idx="431">
                  <c:v>0.144</c:v>
                </c:pt>
                <c:pt idx="432">
                  <c:v>0.144</c:v>
                </c:pt>
                <c:pt idx="433">
                  <c:v>0.144666666667</c:v>
                </c:pt>
                <c:pt idx="434">
                  <c:v>0.144666666667</c:v>
                </c:pt>
                <c:pt idx="435">
                  <c:v>0.145333333333</c:v>
                </c:pt>
                <c:pt idx="436">
                  <c:v>0.145333333333</c:v>
                </c:pt>
                <c:pt idx="437">
                  <c:v>0.146</c:v>
                </c:pt>
                <c:pt idx="438">
                  <c:v>0.146</c:v>
                </c:pt>
                <c:pt idx="439">
                  <c:v>0.146666666667</c:v>
                </c:pt>
                <c:pt idx="440">
                  <c:v>0.146666666667</c:v>
                </c:pt>
                <c:pt idx="441">
                  <c:v>0.147333333333</c:v>
                </c:pt>
                <c:pt idx="442">
                  <c:v>0.147333333333</c:v>
                </c:pt>
                <c:pt idx="443">
                  <c:v>0.148</c:v>
                </c:pt>
                <c:pt idx="444">
                  <c:v>0.148</c:v>
                </c:pt>
                <c:pt idx="445">
                  <c:v>0.148666666667</c:v>
                </c:pt>
                <c:pt idx="446">
                  <c:v>0.148666666667</c:v>
                </c:pt>
                <c:pt idx="447">
                  <c:v>0.149333333333</c:v>
                </c:pt>
                <c:pt idx="448">
                  <c:v>0.149333333333</c:v>
                </c:pt>
                <c:pt idx="449">
                  <c:v>0.15</c:v>
                </c:pt>
                <c:pt idx="450">
                  <c:v>0.15</c:v>
                </c:pt>
                <c:pt idx="451">
                  <c:v>0.150666666667</c:v>
                </c:pt>
                <c:pt idx="452">
                  <c:v>0.150666666667</c:v>
                </c:pt>
                <c:pt idx="453">
                  <c:v>0.151333333333</c:v>
                </c:pt>
                <c:pt idx="454">
                  <c:v>0.151333333333</c:v>
                </c:pt>
                <c:pt idx="455">
                  <c:v>0.152</c:v>
                </c:pt>
                <c:pt idx="456">
                  <c:v>0.152</c:v>
                </c:pt>
                <c:pt idx="457">
                  <c:v>0.152666666667</c:v>
                </c:pt>
                <c:pt idx="458">
                  <c:v>0.152666666667</c:v>
                </c:pt>
                <c:pt idx="459">
                  <c:v>0.153333333333</c:v>
                </c:pt>
                <c:pt idx="460">
                  <c:v>0.153333333333</c:v>
                </c:pt>
                <c:pt idx="461">
                  <c:v>0.154</c:v>
                </c:pt>
                <c:pt idx="462">
                  <c:v>0.154</c:v>
                </c:pt>
                <c:pt idx="463">
                  <c:v>0.154666666667</c:v>
                </c:pt>
                <c:pt idx="464">
                  <c:v>0.154666666667</c:v>
                </c:pt>
                <c:pt idx="465">
                  <c:v>0.155333333333</c:v>
                </c:pt>
                <c:pt idx="466">
                  <c:v>0.155333333333</c:v>
                </c:pt>
                <c:pt idx="467">
                  <c:v>0.156</c:v>
                </c:pt>
                <c:pt idx="468">
                  <c:v>0.156</c:v>
                </c:pt>
                <c:pt idx="469">
                  <c:v>0.156666666667</c:v>
                </c:pt>
                <c:pt idx="470">
                  <c:v>0.156666666667</c:v>
                </c:pt>
                <c:pt idx="471">
                  <c:v>0.157333333333</c:v>
                </c:pt>
                <c:pt idx="472">
                  <c:v>0.157333333333</c:v>
                </c:pt>
                <c:pt idx="473">
                  <c:v>0.158</c:v>
                </c:pt>
                <c:pt idx="474">
                  <c:v>0.158</c:v>
                </c:pt>
                <c:pt idx="475">
                  <c:v>0.158666666667</c:v>
                </c:pt>
                <c:pt idx="476">
                  <c:v>0.158666666667</c:v>
                </c:pt>
                <c:pt idx="477">
                  <c:v>0.159333333333</c:v>
                </c:pt>
                <c:pt idx="478">
                  <c:v>0.159333333333</c:v>
                </c:pt>
                <c:pt idx="479">
                  <c:v>0.16</c:v>
                </c:pt>
                <c:pt idx="480">
                  <c:v>0.16</c:v>
                </c:pt>
                <c:pt idx="481">
                  <c:v>0.160666666667</c:v>
                </c:pt>
                <c:pt idx="482">
                  <c:v>0.160666666667</c:v>
                </c:pt>
                <c:pt idx="483">
                  <c:v>0.161333333333</c:v>
                </c:pt>
                <c:pt idx="484">
                  <c:v>0.161333333333</c:v>
                </c:pt>
                <c:pt idx="485">
                  <c:v>0.162</c:v>
                </c:pt>
                <c:pt idx="486">
                  <c:v>0.162</c:v>
                </c:pt>
                <c:pt idx="487">
                  <c:v>0.162666666667</c:v>
                </c:pt>
                <c:pt idx="488">
                  <c:v>0.162666666667</c:v>
                </c:pt>
                <c:pt idx="489">
                  <c:v>0.163333333333</c:v>
                </c:pt>
                <c:pt idx="490">
                  <c:v>0.163333333333</c:v>
                </c:pt>
                <c:pt idx="491">
                  <c:v>0.164</c:v>
                </c:pt>
                <c:pt idx="492">
                  <c:v>0.164</c:v>
                </c:pt>
                <c:pt idx="493">
                  <c:v>0.164666666667</c:v>
                </c:pt>
                <c:pt idx="494">
                  <c:v>0.164666666667</c:v>
                </c:pt>
                <c:pt idx="495">
                  <c:v>0.165333333333</c:v>
                </c:pt>
                <c:pt idx="496">
                  <c:v>0.165333333333</c:v>
                </c:pt>
                <c:pt idx="497">
                  <c:v>0.166</c:v>
                </c:pt>
                <c:pt idx="498">
                  <c:v>0.166</c:v>
                </c:pt>
                <c:pt idx="499">
                  <c:v>0.166666666667</c:v>
                </c:pt>
                <c:pt idx="500">
                  <c:v>0.166666666667</c:v>
                </c:pt>
                <c:pt idx="501">
                  <c:v>0.167333333333</c:v>
                </c:pt>
                <c:pt idx="502">
                  <c:v>0.167333333333</c:v>
                </c:pt>
                <c:pt idx="503">
                  <c:v>0.168</c:v>
                </c:pt>
                <c:pt idx="504">
                  <c:v>0.168</c:v>
                </c:pt>
                <c:pt idx="505">
                  <c:v>0.168666666667</c:v>
                </c:pt>
                <c:pt idx="506">
                  <c:v>0.168666666667</c:v>
                </c:pt>
                <c:pt idx="507">
                  <c:v>0.169333333333</c:v>
                </c:pt>
                <c:pt idx="508">
                  <c:v>0.169333333333</c:v>
                </c:pt>
                <c:pt idx="509">
                  <c:v>0.17</c:v>
                </c:pt>
                <c:pt idx="510">
                  <c:v>0.17</c:v>
                </c:pt>
                <c:pt idx="511">
                  <c:v>0.170666666667</c:v>
                </c:pt>
                <c:pt idx="512">
                  <c:v>0.170666666667</c:v>
                </c:pt>
                <c:pt idx="513">
                  <c:v>0.171333333333</c:v>
                </c:pt>
                <c:pt idx="514">
                  <c:v>0.171333333333</c:v>
                </c:pt>
                <c:pt idx="515">
                  <c:v>0.172</c:v>
                </c:pt>
                <c:pt idx="516">
                  <c:v>0.172</c:v>
                </c:pt>
                <c:pt idx="517">
                  <c:v>0.172666666667</c:v>
                </c:pt>
                <c:pt idx="518">
                  <c:v>0.172666666667</c:v>
                </c:pt>
                <c:pt idx="519">
                  <c:v>0.173333333333</c:v>
                </c:pt>
                <c:pt idx="520">
                  <c:v>0.173333333333</c:v>
                </c:pt>
                <c:pt idx="521">
                  <c:v>0.174</c:v>
                </c:pt>
                <c:pt idx="522">
                  <c:v>0.174</c:v>
                </c:pt>
                <c:pt idx="523">
                  <c:v>0.174666666667</c:v>
                </c:pt>
                <c:pt idx="524">
                  <c:v>0.174666666667</c:v>
                </c:pt>
                <c:pt idx="525">
                  <c:v>0.175333333333</c:v>
                </c:pt>
                <c:pt idx="526">
                  <c:v>0.175333333333</c:v>
                </c:pt>
                <c:pt idx="527">
                  <c:v>0.176</c:v>
                </c:pt>
                <c:pt idx="528">
                  <c:v>0.176</c:v>
                </c:pt>
                <c:pt idx="529">
                  <c:v>0.176666666667</c:v>
                </c:pt>
                <c:pt idx="530">
                  <c:v>0.176666666667</c:v>
                </c:pt>
                <c:pt idx="531">
                  <c:v>0.177333333333</c:v>
                </c:pt>
                <c:pt idx="532">
                  <c:v>0.177333333333</c:v>
                </c:pt>
                <c:pt idx="533">
                  <c:v>0.178</c:v>
                </c:pt>
                <c:pt idx="534">
                  <c:v>0.178</c:v>
                </c:pt>
                <c:pt idx="535">
                  <c:v>0.178666666667</c:v>
                </c:pt>
                <c:pt idx="536">
                  <c:v>0.178666666667</c:v>
                </c:pt>
                <c:pt idx="537">
                  <c:v>0.179333333333</c:v>
                </c:pt>
                <c:pt idx="538">
                  <c:v>0.179333333333</c:v>
                </c:pt>
                <c:pt idx="539">
                  <c:v>0.18</c:v>
                </c:pt>
                <c:pt idx="540">
                  <c:v>0.18</c:v>
                </c:pt>
                <c:pt idx="541">
                  <c:v>0.180666666667</c:v>
                </c:pt>
                <c:pt idx="542">
                  <c:v>0.180666666667</c:v>
                </c:pt>
                <c:pt idx="543">
                  <c:v>0.181333333333</c:v>
                </c:pt>
                <c:pt idx="544">
                  <c:v>0.181333333333</c:v>
                </c:pt>
                <c:pt idx="545">
                  <c:v>0.182</c:v>
                </c:pt>
                <c:pt idx="546">
                  <c:v>0.182</c:v>
                </c:pt>
                <c:pt idx="547">
                  <c:v>0.182666666667</c:v>
                </c:pt>
                <c:pt idx="548">
                  <c:v>0.182666666667</c:v>
                </c:pt>
                <c:pt idx="549">
                  <c:v>0.183333333333</c:v>
                </c:pt>
                <c:pt idx="550">
                  <c:v>0.183333333333</c:v>
                </c:pt>
                <c:pt idx="551">
                  <c:v>0.184</c:v>
                </c:pt>
                <c:pt idx="552">
                  <c:v>0.184</c:v>
                </c:pt>
                <c:pt idx="553">
                  <c:v>0.184666666667</c:v>
                </c:pt>
                <c:pt idx="554">
                  <c:v>0.184666666667</c:v>
                </c:pt>
                <c:pt idx="555">
                  <c:v>0.185333333333</c:v>
                </c:pt>
                <c:pt idx="556">
                  <c:v>0.185333333333</c:v>
                </c:pt>
                <c:pt idx="557">
                  <c:v>0.186</c:v>
                </c:pt>
                <c:pt idx="558">
                  <c:v>0.186</c:v>
                </c:pt>
                <c:pt idx="559">
                  <c:v>0.186666666667</c:v>
                </c:pt>
                <c:pt idx="560">
                  <c:v>0.186666666667</c:v>
                </c:pt>
                <c:pt idx="561">
                  <c:v>0.187333333333</c:v>
                </c:pt>
                <c:pt idx="562">
                  <c:v>0.187333333333</c:v>
                </c:pt>
                <c:pt idx="563">
                  <c:v>0.188</c:v>
                </c:pt>
                <c:pt idx="564">
                  <c:v>0.188</c:v>
                </c:pt>
                <c:pt idx="565">
                  <c:v>0.188666666667</c:v>
                </c:pt>
                <c:pt idx="566">
                  <c:v>0.188666666667</c:v>
                </c:pt>
                <c:pt idx="567">
                  <c:v>0.189333333333</c:v>
                </c:pt>
                <c:pt idx="568">
                  <c:v>0.189333333333</c:v>
                </c:pt>
                <c:pt idx="569">
                  <c:v>0.19</c:v>
                </c:pt>
                <c:pt idx="570">
                  <c:v>0.19</c:v>
                </c:pt>
                <c:pt idx="571">
                  <c:v>0.190666666667</c:v>
                </c:pt>
                <c:pt idx="572">
                  <c:v>0.190666666667</c:v>
                </c:pt>
                <c:pt idx="573">
                  <c:v>0.191333333333</c:v>
                </c:pt>
                <c:pt idx="574">
                  <c:v>0.191333333333</c:v>
                </c:pt>
                <c:pt idx="575">
                  <c:v>0.192</c:v>
                </c:pt>
                <c:pt idx="576">
                  <c:v>0.192</c:v>
                </c:pt>
                <c:pt idx="577">
                  <c:v>0.192666666667</c:v>
                </c:pt>
                <c:pt idx="578">
                  <c:v>0.192666666667</c:v>
                </c:pt>
                <c:pt idx="579">
                  <c:v>0.193333333333</c:v>
                </c:pt>
                <c:pt idx="580">
                  <c:v>0.193333333333</c:v>
                </c:pt>
                <c:pt idx="581">
                  <c:v>0.194</c:v>
                </c:pt>
                <c:pt idx="582">
                  <c:v>0.194</c:v>
                </c:pt>
                <c:pt idx="583">
                  <c:v>0.194666666667</c:v>
                </c:pt>
                <c:pt idx="584">
                  <c:v>0.194666666667</c:v>
                </c:pt>
                <c:pt idx="585">
                  <c:v>0.195333333333</c:v>
                </c:pt>
                <c:pt idx="586">
                  <c:v>0.195333333333</c:v>
                </c:pt>
                <c:pt idx="587">
                  <c:v>0.196</c:v>
                </c:pt>
                <c:pt idx="588">
                  <c:v>0.196</c:v>
                </c:pt>
                <c:pt idx="589">
                  <c:v>0.196666666667</c:v>
                </c:pt>
                <c:pt idx="590">
                  <c:v>0.196666666667</c:v>
                </c:pt>
                <c:pt idx="591">
                  <c:v>0.197333333333</c:v>
                </c:pt>
                <c:pt idx="592">
                  <c:v>0.197333333333</c:v>
                </c:pt>
                <c:pt idx="593">
                  <c:v>0.198</c:v>
                </c:pt>
                <c:pt idx="594">
                  <c:v>0.198</c:v>
                </c:pt>
                <c:pt idx="595">
                  <c:v>0.198666666667</c:v>
                </c:pt>
                <c:pt idx="596">
                  <c:v>0.198666666667</c:v>
                </c:pt>
                <c:pt idx="597">
                  <c:v>0.199333333333</c:v>
                </c:pt>
                <c:pt idx="598">
                  <c:v>0.199333333333</c:v>
                </c:pt>
                <c:pt idx="599">
                  <c:v>0.2</c:v>
                </c:pt>
                <c:pt idx="600">
                  <c:v>0.2</c:v>
                </c:pt>
                <c:pt idx="601">
                  <c:v>0.200666666667</c:v>
                </c:pt>
                <c:pt idx="602">
                  <c:v>0.200666666667</c:v>
                </c:pt>
                <c:pt idx="603">
                  <c:v>0.201333333333</c:v>
                </c:pt>
                <c:pt idx="604">
                  <c:v>0.201333333333</c:v>
                </c:pt>
                <c:pt idx="605">
                  <c:v>0.202</c:v>
                </c:pt>
                <c:pt idx="606">
                  <c:v>0.202</c:v>
                </c:pt>
                <c:pt idx="607">
                  <c:v>0.202666666667</c:v>
                </c:pt>
                <c:pt idx="608">
                  <c:v>0.202666666667</c:v>
                </c:pt>
                <c:pt idx="609">
                  <c:v>0.203333333333</c:v>
                </c:pt>
                <c:pt idx="610">
                  <c:v>0.203333333333</c:v>
                </c:pt>
                <c:pt idx="611">
                  <c:v>0.204</c:v>
                </c:pt>
                <c:pt idx="612">
                  <c:v>0.204</c:v>
                </c:pt>
                <c:pt idx="613">
                  <c:v>0.204666666667</c:v>
                </c:pt>
                <c:pt idx="614">
                  <c:v>0.204666666667</c:v>
                </c:pt>
                <c:pt idx="615">
                  <c:v>0.205333333333</c:v>
                </c:pt>
                <c:pt idx="616">
                  <c:v>0.205333333333</c:v>
                </c:pt>
                <c:pt idx="617">
                  <c:v>0.206</c:v>
                </c:pt>
                <c:pt idx="618">
                  <c:v>0.206</c:v>
                </c:pt>
                <c:pt idx="619">
                  <c:v>0.206666666667</c:v>
                </c:pt>
                <c:pt idx="620">
                  <c:v>0.206666666667</c:v>
                </c:pt>
                <c:pt idx="621">
                  <c:v>0.207333333333</c:v>
                </c:pt>
                <c:pt idx="622">
                  <c:v>0.207333333333</c:v>
                </c:pt>
                <c:pt idx="623">
                  <c:v>0.208</c:v>
                </c:pt>
                <c:pt idx="624">
                  <c:v>0.208</c:v>
                </c:pt>
                <c:pt idx="625">
                  <c:v>0.208666666667</c:v>
                </c:pt>
                <c:pt idx="626">
                  <c:v>0.208666666667</c:v>
                </c:pt>
                <c:pt idx="627">
                  <c:v>0.209333333333</c:v>
                </c:pt>
                <c:pt idx="628">
                  <c:v>0.209333333333</c:v>
                </c:pt>
                <c:pt idx="629">
                  <c:v>0.21</c:v>
                </c:pt>
                <c:pt idx="630">
                  <c:v>0.21</c:v>
                </c:pt>
                <c:pt idx="631">
                  <c:v>0.210666666667</c:v>
                </c:pt>
                <c:pt idx="632">
                  <c:v>0.210666666667</c:v>
                </c:pt>
                <c:pt idx="633">
                  <c:v>0.211333333333</c:v>
                </c:pt>
                <c:pt idx="634">
                  <c:v>0.211333333333</c:v>
                </c:pt>
                <c:pt idx="635">
                  <c:v>0.212</c:v>
                </c:pt>
                <c:pt idx="636">
                  <c:v>0.212</c:v>
                </c:pt>
                <c:pt idx="637">
                  <c:v>0.212666666667</c:v>
                </c:pt>
                <c:pt idx="638">
                  <c:v>0.212666666667</c:v>
                </c:pt>
                <c:pt idx="639">
                  <c:v>0.213333333333</c:v>
                </c:pt>
                <c:pt idx="640">
                  <c:v>0.213333333333</c:v>
                </c:pt>
                <c:pt idx="641">
                  <c:v>0.214</c:v>
                </c:pt>
                <c:pt idx="642">
                  <c:v>0.214</c:v>
                </c:pt>
                <c:pt idx="643">
                  <c:v>0.214666666667</c:v>
                </c:pt>
                <c:pt idx="644">
                  <c:v>0.214666666667</c:v>
                </c:pt>
                <c:pt idx="645">
                  <c:v>0.215333333333</c:v>
                </c:pt>
                <c:pt idx="646">
                  <c:v>0.215333333333</c:v>
                </c:pt>
                <c:pt idx="647">
                  <c:v>0.216</c:v>
                </c:pt>
                <c:pt idx="648">
                  <c:v>0.216</c:v>
                </c:pt>
                <c:pt idx="649">
                  <c:v>0.216666666667</c:v>
                </c:pt>
                <c:pt idx="650">
                  <c:v>0.216666666667</c:v>
                </c:pt>
                <c:pt idx="651">
                  <c:v>0.217333333333</c:v>
                </c:pt>
                <c:pt idx="652">
                  <c:v>0.217333333333</c:v>
                </c:pt>
                <c:pt idx="653">
                  <c:v>0.218</c:v>
                </c:pt>
                <c:pt idx="654">
                  <c:v>0.218</c:v>
                </c:pt>
                <c:pt idx="655">
                  <c:v>0.218666666667</c:v>
                </c:pt>
                <c:pt idx="656">
                  <c:v>0.218666666667</c:v>
                </c:pt>
                <c:pt idx="657">
                  <c:v>0.219333333333</c:v>
                </c:pt>
                <c:pt idx="658">
                  <c:v>0.219333333333</c:v>
                </c:pt>
                <c:pt idx="659">
                  <c:v>0.22</c:v>
                </c:pt>
                <c:pt idx="660">
                  <c:v>0.22</c:v>
                </c:pt>
                <c:pt idx="661">
                  <c:v>0.220666666667</c:v>
                </c:pt>
                <c:pt idx="662">
                  <c:v>0.220666666667</c:v>
                </c:pt>
                <c:pt idx="663">
                  <c:v>0.221333333333</c:v>
                </c:pt>
                <c:pt idx="664">
                  <c:v>0.221333333333</c:v>
                </c:pt>
                <c:pt idx="665">
                  <c:v>0.222</c:v>
                </c:pt>
                <c:pt idx="666">
                  <c:v>0.222</c:v>
                </c:pt>
                <c:pt idx="667">
                  <c:v>0.222666666667</c:v>
                </c:pt>
                <c:pt idx="668">
                  <c:v>0.222666666667</c:v>
                </c:pt>
                <c:pt idx="669">
                  <c:v>0.223333333333</c:v>
                </c:pt>
                <c:pt idx="670">
                  <c:v>0.223333333333</c:v>
                </c:pt>
                <c:pt idx="671">
                  <c:v>0.224</c:v>
                </c:pt>
                <c:pt idx="672">
                  <c:v>0.224</c:v>
                </c:pt>
                <c:pt idx="673">
                  <c:v>0.224666666667</c:v>
                </c:pt>
                <c:pt idx="674">
                  <c:v>0.224666666667</c:v>
                </c:pt>
                <c:pt idx="675">
                  <c:v>0.225333333333</c:v>
                </c:pt>
                <c:pt idx="676">
                  <c:v>0.225333333333</c:v>
                </c:pt>
                <c:pt idx="677">
                  <c:v>0.226</c:v>
                </c:pt>
                <c:pt idx="678">
                  <c:v>0.226</c:v>
                </c:pt>
                <c:pt idx="679">
                  <c:v>0.226666666667</c:v>
                </c:pt>
                <c:pt idx="680">
                  <c:v>0.226666666667</c:v>
                </c:pt>
                <c:pt idx="681">
                  <c:v>0.227333333333</c:v>
                </c:pt>
                <c:pt idx="682">
                  <c:v>0.227333333333</c:v>
                </c:pt>
                <c:pt idx="683">
                  <c:v>0.228</c:v>
                </c:pt>
                <c:pt idx="684">
                  <c:v>0.228</c:v>
                </c:pt>
                <c:pt idx="685">
                  <c:v>0.228666666667</c:v>
                </c:pt>
                <c:pt idx="686">
                  <c:v>0.228666666667</c:v>
                </c:pt>
                <c:pt idx="687">
                  <c:v>0.229333333333</c:v>
                </c:pt>
                <c:pt idx="688">
                  <c:v>0.229333333333</c:v>
                </c:pt>
                <c:pt idx="689">
                  <c:v>0.23</c:v>
                </c:pt>
                <c:pt idx="690">
                  <c:v>0.23</c:v>
                </c:pt>
                <c:pt idx="691">
                  <c:v>0.230666666667</c:v>
                </c:pt>
                <c:pt idx="692">
                  <c:v>0.230666666667</c:v>
                </c:pt>
                <c:pt idx="693">
                  <c:v>0.231333333333</c:v>
                </c:pt>
                <c:pt idx="694">
                  <c:v>0.231333333333</c:v>
                </c:pt>
                <c:pt idx="695">
                  <c:v>0.232</c:v>
                </c:pt>
                <c:pt idx="696">
                  <c:v>0.232</c:v>
                </c:pt>
                <c:pt idx="697">
                  <c:v>0.232666666667</c:v>
                </c:pt>
                <c:pt idx="698">
                  <c:v>0.232666666667</c:v>
                </c:pt>
                <c:pt idx="699">
                  <c:v>0.233333333333</c:v>
                </c:pt>
                <c:pt idx="700">
                  <c:v>0.233333333333</c:v>
                </c:pt>
                <c:pt idx="701">
                  <c:v>0.234</c:v>
                </c:pt>
                <c:pt idx="702">
                  <c:v>0.234</c:v>
                </c:pt>
                <c:pt idx="703">
                  <c:v>0.234666666667</c:v>
                </c:pt>
                <c:pt idx="704">
                  <c:v>0.234666666667</c:v>
                </c:pt>
                <c:pt idx="705">
                  <c:v>0.235333333333</c:v>
                </c:pt>
                <c:pt idx="706">
                  <c:v>0.235333333333</c:v>
                </c:pt>
                <c:pt idx="707">
                  <c:v>0.236</c:v>
                </c:pt>
                <c:pt idx="708">
                  <c:v>0.236</c:v>
                </c:pt>
                <c:pt idx="709">
                  <c:v>0.236666666667</c:v>
                </c:pt>
                <c:pt idx="710">
                  <c:v>0.236666666667</c:v>
                </c:pt>
                <c:pt idx="711">
                  <c:v>0.237333333333</c:v>
                </c:pt>
                <c:pt idx="712">
                  <c:v>0.237333333333</c:v>
                </c:pt>
                <c:pt idx="713">
                  <c:v>0.238</c:v>
                </c:pt>
                <c:pt idx="714">
                  <c:v>0.238</c:v>
                </c:pt>
                <c:pt idx="715">
                  <c:v>0.238666666667</c:v>
                </c:pt>
                <c:pt idx="716">
                  <c:v>0.238666666667</c:v>
                </c:pt>
                <c:pt idx="717">
                  <c:v>0.239333333333</c:v>
                </c:pt>
                <c:pt idx="718">
                  <c:v>0.239333333333</c:v>
                </c:pt>
                <c:pt idx="719">
                  <c:v>0.24</c:v>
                </c:pt>
                <c:pt idx="720">
                  <c:v>0.24</c:v>
                </c:pt>
                <c:pt idx="721">
                  <c:v>0.240666666667</c:v>
                </c:pt>
                <c:pt idx="722">
                  <c:v>0.240666666667</c:v>
                </c:pt>
                <c:pt idx="723">
                  <c:v>0.241333333333</c:v>
                </c:pt>
                <c:pt idx="724">
                  <c:v>0.241333333333</c:v>
                </c:pt>
                <c:pt idx="725">
                  <c:v>0.242</c:v>
                </c:pt>
                <c:pt idx="726">
                  <c:v>0.242</c:v>
                </c:pt>
                <c:pt idx="727">
                  <c:v>0.242666666667</c:v>
                </c:pt>
                <c:pt idx="728">
                  <c:v>0.242666666667</c:v>
                </c:pt>
                <c:pt idx="729">
                  <c:v>0.243333333333</c:v>
                </c:pt>
                <c:pt idx="730">
                  <c:v>0.243333333333</c:v>
                </c:pt>
                <c:pt idx="731">
                  <c:v>0.244</c:v>
                </c:pt>
                <c:pt idx="732">
                  <c:v>0.244</c:v>
                </c:pt>
                <c:pt idx="733">
                  <c:v>0.244666666667</c:v>
                </c:pt>
                <c:pt idx="734">
                  <c:v>0.244666666667</c:v>
                </c:pt>
                <c:pt idx="735">
                  <c:v>0.245333333333</c:v>
                </c:pt>
                <c:pt idx="736">
                  <c:v>0.245333333333</c:v>
                </c:pt>
                <c:pt idx="737">
                  <c:v>0.246</c:v>
                </c:pt>
                <c:pt idx="738">
                  <c:v>0.246</c:v>
                </c:pt>
                <c:pt idx="739">
                  <c:v>0.246666666667</c:v>
                </c:pt>
                <c:pt idx="740">
                  <c:v>0.246666666667</c:v>
                </c:pt>
                <c:pt idx="741">
                  <c:v>0.247333333333</c:v>
                </c:pt>
                <c:pt idx="742">
                  <c:v>0.247333333333</c:v>
                </c:pt>
                <c:pt idx="743">
                  <c:v>0.248</c:v>
                </c:pt>
                <c:pt idx="744">
                  <c:v>0.248</c:v>
                </c:pt>
                <c:pt idx="745">
                  <c:v>0.248666666667</c:v>
                </c:pt>
                <c:pt idx="746">
                  <c:v>0.248666666667</c:v>
                </c:pt>
                <c:pt idx="747">
                  <c:v>0.249333333333</c:v>
                </c:pt>
                <c:pt idx="748">
                  <c:v>0.249333333333</c:v>
                </c:pt>
                <c:pt idx="749">
                  <c:v>0.25</c:v>
                </c:pt>
                <c:pt idx="750">
                  <c:v>0.25</c:v>
                </c:pt>
                <c:pt idx="751">
                  <c:v>0.250666666667</c:v>
                </c:pt>
                <c:pt idx="752">
                  <c:v>0.250666666667</c:v>
                </c:pt>
                <c:pt idx="753">
                  <c:v>0.251333333333</c:v>
                </c:pt>
                <c:pt idx="754">
                  <c:v>0.251333333333</c:v>
                </c:pt>
                <c:pt idx="755">
                  <c:v>0.252</c:v>
                </c:pt>
                <c:pt idx="756">
                  <c:v>0.252</c:v>
                </c:pt>
                <c:pt idx="757">
                  <c:v>0.252666666667</c:v>
                </c:pt>
                <c:pt idx="758">
                  <c:v>0.252666666667</c:v>
                </c:pt>
                <c:pt idx="759">
                  <c:v>0.253333333333</c:v>
                </c:pt>
                <c:pt idx="760">
                  <c:v>0.253333333333</c:v>
                </c:pt>
                <c:pt idx="761">
                  <c:v>0.254</c:v>
                </c:pt>
                <c:pt idx="762">
                  <c:v>0.254</c:v>
                </c:pt>
                <c:pt idx="763">
                  <c:v>0.254666666667</c:v>
                </c:pt>
                <c:pt idx="764">
                  <c:v>0.254666666667</c:v>
                </c:pt>
                <c:pt idx="765">
                  <c:v>0.255333333333</c:v>
                </c:pt>
                <c:pt idx="766">
                  <c:v>0.255333333333</c:v>
                </c:pt>
                <c:pt idx="767">
                  <c:v>0.256</c:v>
                </c:pt>
                <c:pt idx="768">
                  <c:v>0.256</c:v>
                </c:pt>
                <c:pt idx="769">
                  <c:v>0.256666666667</c:v>
                </c:pt>
                <c:pt idx="770">
                  <c:v>0.256666666667</c:v>
                </c:pt>
                <c:pt idx="771">
                  <c:v>0.257333333333</c:v>
                </c:pt>
                <c:pt idx="772">
                  <c:v>0.257333333333</c:v>
                </c:pt>
                <c:pt idx="773">
                  <c:v>0.258</c:v>
                </c:pt>
                <c:pt idx="774">
                  <c:v>0.258</c:v>
                </c:pt>
                <c:pt idx="775">
                  <c:v>0.258666666667</c:v>
                </c:pt>
                <c:pt idx="776">
                  <c:v>0.258666666667</c:v>
                </c:pt>
                <c:pt idx="777">
                  <c:v>0.259333333333</c:v>
                </c:pt>
                <c:pt idx="778">
                  <c:v>0.259333333333</c:v>
                </c:pt>
                <c:pt idx="779">
                  <c:v>0.26</c:v>
                </c:pt>
                <c:pt idx="780">
                  <c:v>0.26</c:v>
                </c:pt>
                <c:pt idx="781">
                  <c:v>0.260666666667</c:v>
                </c:pt>
                <c:pt idx="782">
                  <c:v>0.260666666667</c:v>
                </c:pt>
                <c:pt idx="783">
                  <c:v>0.261333333333</c:v>
                </c:pt>
                <c:pt idx="784">
                  <c:v>0.261333333333</c:v>
                </c:pt>
                <c:pt idx="785">
                  <c:v>0.262</c:v>
                </c:pt>
                <c:pt idx="786">
                  <c:v>0.262</c:v>
                </c:pt>
                <c:pt idx="787">
                  <c:v>0.262666666667</c:v>
                </c:pt>
                <c:pt idx="788">
                  <c:v>0.262666666667</c:v>
                </c:pt>
                <c:pt idx="789">
                  <c:v>0.263333333333</c:v>
                </c:pt>
                <c:pt idx="790">
                  <c:v>0.263333333333</c:v>
                </c:pt>
                <c:pt idx="791">
                  <c:v>0.264</c:v>
                </c:pt>
                <c:pt idx="792">
                  <c:v>0.264</c:v>
                </c:pt>
                <c:pt idx="793">
                  <c:v>0.264666666667</c:v>
                </c:pt>
                <c:pt idx="794">
                  <c:v>0.264666666667</c:v>
                </c:pt>
                <c:pt idx="795">
                  <c:v>0.265333333333</c:v>
                </c:pt>
                <c:pt idx="796">
                  <c:v>0.265333333333</c:v>
                </c:pt>
                <c:pt idx="797">
                  <c:v>0.266</c:v>
                </c:pt>
                <c:pt idx="798">
                  <c:v>0.266</c:v>
                </c:pt>
                <c:pt idx="799">
                  <c:v>0.266666666667</c:v>
                </c:pt>
                <c:pt idx="800">
                  <c:v>0.266666666667</c:v>
                </c:pt>
                <c:pt idx="801">
                  <c:v>0.267333333333</c:v>
                </c:pt>
                <c:pt idx="802">
                  <c:v>0.267333333333</c:v>
                </c:pt>
                <c:pt idx="803">
                  <c:v>0.268</c:v>
                </c:pt>
                <c:pt idx="804">
                  <c:v>0.268</c:v>
                </c:pt>
                <c:pt idx="805">
                  <c:v>0.268666666667</c:v>
                </c:pt>
                <c:pt idx="806">
                  <c:v>0.268666666667</c:v>
                </c:pt>
                <c:pt idx="807">
                  <c:v>0.269333333333</c:v>
                </c:pt>
                <c:pt idx="808">
                  <c:v>0.269333333333</c:v>
                </c:pt>
                <c:pt idx="809">
                  <c:v>0.27</c:v>
                </c:pt>
                <c:pt idx="810">
                  <c:v>0.27</c:v>
                </c:pt>
                <c:pt idx="811">
                  <c:v>0.270666666667</c:v>
                </c:pt>
                <c:pt idx="812">
                  <c:v>0.270666666667</c:v>
                </c:pt>
                <c:pt idx="813">
                  <c:v>0.271333333333</c:v>
                </c:pt>
                <c:pt idx="814">
                  <c:v>0.271333333333</c:v>
                </c:pt>
                <c:pt idx="815">
                  <c:v>0.272</c:v>
                </c:pt>
                <c:pt idx="816">
                  <c:v>0.272</c:v>
                </c:pt>
                <c:pt idx="817">
                  <c:v>0.272666666667</c:v>
                </c:pt>
                <c:pt idx="818">
                  <c:v>0.272666666667</c:v>
                </c:pt>
                <c:pt idx="819">
                  <c:v>0.273333333333</c:v>
                </c:pt>
                <c:pt idx="820">
                  <c:v>0.273333333333</c:v>
                </c:pt>
                <c:pt idx="821">
                  <c:v>0.274</c:v>
                </c:pt>
                <c:pt idx="822">
                  <c:v>0.274</c:v>
                </c:pt>
                <c:pt idx="823">
                  <c:v>0.274666666667</c:v>
                </c:pt>
                <c:pt idx="824">
                  <c:v>0.274666666667</c:v>
                </c:pt>
                <c:pt idx="825">
                  <c:v>0.275333333333</c:v>
                </c:pt>
                <c:pt idx="826">
                  <c:v>0.275333333333</c:v>
                </c:pt>
                <c:pt idx="827">
                  <c:v>0.276</c:v>
                </c:pt>
                <c:pt idx="828">
                  <c:v>0.276</c:v>
                </c:pt>
                <c:pt idx="829">
                  <c:v>0.276666666667</c:v>
                </c:pt>
                <c:pt idx="830">
                  <c:v>0.276666666667</c:v>
                </c:pt>
                <c:pt idx="831">
                  <c:v>0.277333333333</c:v>
                </c:pt>
                <c:pt idx="832">
                  <c:v>0.277333333333</c:v>
                </c:pt>
                <c:pt idx="833">
                  <c:v>0.278</c:v>
                </c:pt>
                <c:pt idx="834">
                  <c:v>0.278</c:v>
                </c:pt>
                <c:pt idx="835">
                  <c:v>0.278666666667</c:v>
                </c:pt>
                <c:pt idx="836">
                  <c:v>0.278666666667</c:v>
                </c:pt>
                <c:pt idx="837">
                  <c:v>0.279333333333</c:v>
                </c:pt>
                <c:pt idx="838">
                  <c:v>0.279333333333</c:v>
                </c:pt>
                <c:pt idx="839">
                  <c:v>0.28</c:v>
                </c:pt>
                <c:pt idx="840">
                  <c:v>0.28</c:v>
                </c:pt>
                <c:pt idx="841">
                  <c:v>0.280666666667</c:v>
                </c:pt>
                <c:pt idx="842">
                  <c:v>0.280666666667</c:v>
                </c:pt>
                <c:pt idx="843">
                  <c:v>0.281333333333</c:v>
                </c:pt>
                <c:pt idx="844">
                  <c:v>0.281333333333</c:v>
                </c:pt>
                <c:pt idx="845">
                  <c:v>0.282</c:v>
                </c:pt>
                <c:pt idx="846">
                  <c:v>0.282</c:v>
                </c:pt>
                <c:pt idx="847">
                  <c:v>0.282666666667</c:v>
                </c:pt>
                <c:pt idx="848">
                  <c:v>0.282666666667</c:v>
                </c:pt>
                <c:pt idx="849">
                  <c:v>0.283333333333</c:v>
                </c:pt>
                <c:pt idx="850">
                  <c:v>0.283333333333</c:v>
                </c:pt>
                <c:pt idx="851">
                  <c:v>0.284</c:v>
                </c:pt>
                <c:pt idx="852">
                  <c:v>0.284</c:v>
                </c:pt>
                <c:pt idx="853">
                  <c:v>0.284666666667</c:v>
                </c:pt>
                <c:pt idx="854">
                  <c:v>0.284666666667</c:v>
                </c:pt>
                <c:pt idx="855">
                  <c:v>0.285333333333</c:v>
                </c:pt>
                <c:pt idx="856">
                  <c:v>0.285333333333</c:v>
                </c:pt>
                <c:pt idx="857">
                  <c:v>0.286</c:v>
                </c:pt>
                <c:pt idx="858">
                  <c:v>0.286</c:v>
                </c:pt>
                <c:pt idx="859">
                  <c:v>0.286666666667</c:v>
                </c:pt>
                <c:pt idx="860">
                  <c:v>0.286666666667</c:v>
                </c:pt>
                <c:pt idx="861">
                  <c:v>0.287333333333</c:v>
                </c:pt>
                <c:pt idx="862">
                  <c:v>0.287333333333</c:v>
                </c:pt>
                <c:pt idx="863">
                  <c:v>0.288</c:v>
                </c:pt>
                <c:pt idx="864">
                  <c:v>0.288</c:v>
                </c:pt>
                <c:pt idx="865">
                  <c:v>0.288666666667</c:v>
                </c:pt>
                <c:pt idx="866">
                  <c:v>0.288666666667</c:v>
                </c:pt>
                <c:pt idx="867">
                  <c:v>0.289333333333</c:v>
                </c:pt>
                <c:pt idx="868">
                  <c:v>0.289333333333</c:v>
                </c:pt>
                <c:pt idx="869">
                  <c:v>0.29</c:v>
                </c:pt>
                <c:pt idx="870">
                  <c:v>0.29</c:v>
                </c:pt>
                <c:pt idx="871">
                  <c:v>0.290666666667</c:v>
                </c:pt>
                <c:pt idx="872">
                  <c:v>0.290666666667</c:v>
                </c:pt>
                <c:pt idx="873">
                  <c:v>0.291333333333</c:v>
                </c:pt>
                <c:pt idx="874">
                  <c:v>0.291333333333</c:v>
                </c:pt>
                <c:pt idx="875">
                  <c:v>0.292</c:v>
                </c:pt>
                <c:pt idx="876">
                  <c:v>0.292</c:v>
                </c:pt>
                <c:pt idx="877">
                  <c:v>0.292666666667</c:v>
                </c:pt>
                <c:pt idx="878">
                  <c:v>0.292666666667</c:v>
                </c:pt>
                <c:pt idx="879">
                  <c:v>0.293333333333</c:v>
                </c:pt>
                <c:pt idx="880">
                  <c:v>0.293333333333</c:v>
                </c:pt>
                <c:pt idx="881">
                  <c:v>0.294</c:v>
                </c:pt>
                <c:pt idx="882">
                  <c:v>0.294</c:v>
                </c:pt>
                <c:pt idx="883">
                  <c:v>0.294666666667</c:v>
                </c:pt>
                <c:pt idx="884">
                  <c:v>0.294666666667</c:v>
                </c:pt>
                <c:pt idx="885">
                  <c:v>0.295333333333</c:v>
                </c:pt>
                <c:pt idx="886">
                  <c:v>0.295333333333</c:v>
                </c:pt>
                <c:pt idx="887">
                  <c:v>0.296</c:v>
                </c:pt>
                <c:pt idx="888">
                  <c:v>0.296</c:v>
                </c:pt>
                <c:pt idx="889">
                  <c:v>0.296666666667</c:v>
                </c:pt>
                <c:pt idx="890">
                  <c:v>0.296666666667</c:v>
                </c:pt>
                <c:pt idx="891">
                  <c:v>0.297333333333</c:v>
                </c:pt>
                <c:pt idx="892">
                  <c:v>0.297333333333</c:v>
                </c:pt>
                <c:pt idx="893">
                  <c:v>0.298</c:v>
                </c:pt>
                <c:pt idx="894">
                  <c:v>0.298</c:v>
                </c:pt>
                <c:pt idx="895">
                  <c:v>0.298666666667</c:v>
                </c:pt>
                <c:pt idx="896">
                  <c:v>0.298666666667</c:v>
                </c:pt>
                <c:pt idx="897">
                  <c:v>0.299333333333</c:v>
                </c:pt>
                <c:pt idx="898">
                  <c:v>0.299333333333</c:v>
                </c:pt>
                <c:pt idx="899">
                  <c:v>0.3</c:v>
                </c:pt>
                <c:pt idx="900">
                  <c:v>0.3</c:v>
                </c:pt>
                <c:pt idx="901">
                  <c:v>0.300666666667</c:v>
                </c:pt>
                <c:pt idx="902">
                  <c:v>0.300666666667</c:v>
                </c:pt>
                <c:pt idx="903">
                  <c:v>0.301333333333</c:v>
                </c:pt>
                <c:pt idx="904">
                  <c:v>0.301333333333</c:v>
                </c:pt>
                <c:pt idx="905">
                  <c:v>0.302</c:v>
                </c:pt>
                <c:pt idx="906">
                  <c:v>0.302</c:v>
                </c:pt>
                <c:pt idx="907">
                  <c:v>0.302666666667</c:v>
                </c:pt>
                <c:pt idx="908">
                  <c:v>0.302666666667</c:v>
                </c:pt>
                <c:pt idx="909">
                  <c:v>0.303333333333</c:v>
                </c:pt>
                <c:pt idx="910">
                  <c:v>0.303333333333</c:v>
                </c:pt>
                <c:pt idx="911">
                  <c:v>0.304</c:v>
                </c:pt>
                <c:pt idx="912">
                  <c:v>0.304</c:v>
                </c:pt>
                <c:pt idx="913">
                  <c:v>0.304666666667</c:v>
                </c:pt>
                <c:pt idx="914">
                  <c:v>0.304666666667</c:v>
                </c:pt>
                <c:pt idx="915">
                  <c:v>0.305333333333</c:v>
                </c:pt>
                <c:pt idx="916">
                  <c:v>0.305333333333</c:v>
                </c:pt>
                <c:pt idx="917">
                  <c:v>0.306</c:v>
                </c:pt>
                <c:pt idx="918">
                  <c:v>0.306</c:v>
                </c:pt>
                <c:pt idx="919">
                  <c:v>0.306666666667</c:v>
                </c:pt>
                <c:pt idx="920">
                  <c:v>0.306666666667</c:v>
                </c:pt>
                <c:pt idx="921">
                  <c:v>0.307333333333</c:v>
                </c:pt>
                <c:pt idx="922">
                  <c:v>0.307333333333</c:v>
                </c:pt>
                <c:pt idx="923">
                  <c:v>0.308</c:v>
                </c:pt>
                <c:pt idx="924">
                  <c:v>0.308</c:v>
                </c:pt>
                <c:pt idx="925">
                  <c:v>0.308666666667</c:v>
                </c:pt>
                <c:pt idx="926">
                  <c:v>0.308666666667</c:v>
                </c:pt>
                <c:pt idx="927">
                  <c:v>0.309333333333</c:v>
                </c:pt>
                <c:pt idx="928">
                  <c:v>0.309333333333</c:v>
                </c:pt>
                <c:pt idx="929">
                  <c:v>0.31</c:v>
                </c:pt>
                <c:pt idx="930">
                  <c:v>0.31</c:v>
                </c:pt>
                <c:pt idx="931">
                  <c:v>0.310666666667</c:v>
                </c:pt>
                <c:pt idx="932">
                  <c:v>0.310666666667</c:v>
                </c:pt>
                <c:pt idx="933">
                  <c:v>0.311333333333</c:v>
                </c:pt>
                <c:pt idx="934">
                  <c:v>0.311333333333</c:v>
                </c:pt>
                <c:pt idx="935">
                  <c:v>0.312</c:v>
                </c:pt>
                <c:pt idx="936">
                  <c:v>0.312</c:v>
                </c:pt>
                <c:pt idx="937">
                  <c:v>0.312666666667</c:v>
                </c:pt>
                <c:pt idx="938">
                  <c:v>0.312666666667</c:v>
                </c:pt>
                <c:pt idx="939">
                  <c:v>0.313333333333</c:v>
                </c:pt>
                <c:pt idx="940">
                  <c:v>0.313333333333</c:v>
                </c:pt>
                <c:pt idx="941">
                  <c:v>0.314</c:v>
                </c:pt>
                <c:pt idx="942">
                  <c:v>0.314</c:v>
                </c:pt>
                <c:pt idx="943">
                  <c:v>0.314666666667</c:v>
                </c:pt>
                <c:pt idx="944">
                  <c:v>0.314666666667</c:v>
                </c:pt>
                <c:pt idx="945">
                  <c:v>0.315333333333</c:v>
                </c:pt>
                <c:pt idx="946">
                  <c:v>0.315333333333</c:v>
                </c:pt>
                <c:pt idx="947">
                  <c:v>0.316</c:v>
                </c:pt>
                <c:pt idx="948">
                  <c:v>0.316</c:v>
                </c:pt>
                <c:pt idx="949">
                  <c:v>0.316666666667</c:v>
                </c:pt>
                <c:pt idx="950">
                  <c:v>0.316666666667</c:v>
                </c:pt>
                <c:pt idx="951">
                  <c:v>0.317333333333</c:v>
                </c:pt>
                <c:pt idx="952">
                  <c:v>0.317333333333</c:v>
                </c:pt>
                <c:pt idx="953">
                  <c:v>0.318</c:v>
                </c:pt>
                <c:pt idx="954">
                  <c:v>0.318</c:v>
                </c:pt>
                <c:pt idx="955">
                  <c:v>0.318666666667</c:v>
                </c:pt>
                <c:pt idx="956">
                  <c:v>0.318666666667</c:v>
                </c:pt>
                <c:pt idx="957">
                  <c:v>0.319333333333</c:v>
                </c:pt>
                <c:pt idx="958">
                  <c:v>0.319333333333</c:v>
                </c:pt>
                <c:pt idx="959">
                  <c:v>0.32</c:v>
                </c:pt>
                <c:pt idx="960">
                  <c:v>0.32</c:v>
                </c:pt>
                <c:pt idx="961">
                  <c:v>0.320666666667</c:v>
                </c:pt>
                <c:pt idx="962">
                  <c:v>0.320666666667</c:v>
                </c:pt>
                <c:pt idx="963">
                  <c:v>0.321333333333</c:v>
                </c:pt>
                <c:pt idx="964">
                  <c:v>0.321333333333</c:v>
                </c:pt>
                <c:pt idx="965">
                  <c:v>0.322</c:v>
                </c:pt>
                <c:pt idx="966">
                  <c:v>0.322</c:v>
                </c:pt>
                <c:pt idx="967">
                  <c:v>0.322666666667</c:v>
                </c:pt>
                <c:pt idx="968">
                  <c:v>0.322666666667</c:v>
                </c:pt>
                <c:pt idx="969">
                  <c:v>0.323333333333</c:v>
                </c:pt>
                <c:pt idx="970">
                  <c:v>0.323333333333</c:v>
                </c:pt>
                <c:pt idx="971">
                  <c:v>0.324</c:v>
                </c:pt>
                <c:pt idx="972">
                  <c:v>0.324</c:v>
                </c:pt>
                <c:pt idx="973">
                  <c:v>0.324666666667</c:v>
                </c:pt>
                <c:pt idx="974">
                  <c:v>0.324666666667</c:v>
                </c:pt>
                <c:pt idx="975">
                  <c:v>0.325333333333</c:v>
                </c:pt>
                <c:pt idx="976">
                  <c:v>0.325333333333</c:v>
                </c:pt>
                <c:pt idx="977">
                  <c:v>0.326</c:v>
                </c:pt>
                <c:pt idx="978">
                  <c:v>0.326</c:v>
                </c:pt>
                <c:pt idx="979">
                  <c:v>0.326666666667</c:v>
                </c:pt>
                <c:pt idx="980">
                  <c:v>0.326666666667</c:v>
                </c:pt>
                <c:pt idx="981">
                  <c:v>0.327333333333</c:v>
                </c:pt>
                <c:pt idx="982">
                  <c:v>0.327333333333</c:v>
                </c:pt>
                <c:pt idx="983">
                  <c:v>0.328</c:v>
                </c:pt>
                <c:pt idx="984">
                  <c:v>0.328</c:v>
                </c:pt>
                <c:pt idx="985">
                  <c:v>0.328666666667</c:v>
                </c:pt>
                <c:pt idx="986">
                  <c:v>0.328666666667</c:v>
                </c:pt>
                <c:pt idx="987">
                  <c:v>0.329333333333</c:v>
                </c:pt>
                <c:pt idx="988">
                  <c:v>0.329333333333</c:v>
                </c:pt>
                <c:pt idx="989">
                  <c:v>0.33</c:v>
                </c:pt>
                <c:pt idx="990">
                  <c:v>0.33</c:v>
                </c:pt>
                <c:pt idx="991">
                  <c:v>0.330666666667</c:v>
                </c:pt>
                <c:pt idx="992">
                  <c:v>0.330666666667</c:v>
                </c:pt>
                <c:pt idx="993">
                  <c:v>0.331333333333</c:v>
                </c:pt>
                <c:pt idx="994">
                  <c:v>0.331333333333</c:v>
                </c:pt>
                <c:pt idx="995">
                  <c:v>0.332</c:v>
                </c:pt>
                <c:pt idx="996">
                  <c:v>0.332</c:v>
                </c:pt>
                <c:pt idx="997">
                  <c:v>0.332666666667</c:v>
                </c:pt>
                <c:pt idx="998">
                  <c:v>0.332666666667</c:v>
                </c:pt>
                <c:pt idx="999">
                  <c:v>0.333333333333</c:v>
                </c:pt>
                <c:pt idx="1000">
                  <c:v>0.333333333333</c:v>
                </c:pt>
                <c:pt idx="1001">
                  <c:v>0.334</c:v>
                </c:pt>
                <c:pt idx="1002">
                  <c:v>0.334</c:v>
                </c:pt>
                <c:pt idx="1003">
                  <c:v>0.334666666667</c:v>
                </c:pt>
                <c:pt idx="1004">
                  <c:v>0.334666666667</c:v>
                </c:pt>
                <c:pt idx="1005">
                  <c:v>0.335333333333</c:v>
                </c:pt>
                <c:pt idx="1006">
                  <c:v>0.335333333333</c:v>
                </c:pt>
                <c:pt idx="1007">
                  <c:v>0.336</c:v>
                </c:pt>
                <c:pt idx="1008">
                  <c:v>0.336</c:v>
                </c:pt>
                <c:pt idx="1009">
                  <c:v>0.336666666667</c:v>
                </c:pt>
                <c:pt idx="1010">
                  <c:v>0.336666666667</c:v>
                </c:pt>
                <c:pt idx="1011">
                  <c:v>0.337333333333</c:v>
                </c:pt>
                <c:pt idx="1012">
                  <c:v>0.337333333333</c:v>
                </c:pt>
                <c:pt idx="1013">
                  <c:v>0.338</c:v>
                </c:pt>
                <c:pt idx="1014">
                  <c:v>0.338</c:v>
                </c:pt>
                <c:pt idx="1015">
                  <c:v>0.338666666667</c:v>
                </c:pt>
                <c:pt idx="1016">
                  <c:v>0.338666666667</c:v>
                </c:pt>
                <c:pt idx="1017">
                  <c:v>0.339333333333</c:v>
                </c:pt>
                <c:pt idx="1018">
                  <c:v>0.339333333333</c:v>
                </c:pt>
                <c:pt idx="1019">
                  <c:v>0.34</c:v>
                </c:pt>
                <c:pt idx="1020">
                  <c:v>0.34</c:v>
                </c:pt>
                <c:pt idx="1021">
                  <c:v>0.340666666667</c:v>
                </c:pt>
                <c:pt idx="1022">
                  <c:v>0.340666666667</c:v>
                </c:pt>
                <c:pt idx="1023">
                  <c:v>0.341333333333</c:v>
                </c:pt>
                <c:pt idx="1024">
                  <c:v>0.341333333333</c:v>
                </c:pt>
                <c:pt idx="1025">
                  <c:v>0.342</c:v>
                </c:pt>
                <c:pt idx="1026">
                  <c:v>0.342</c:v>
                </c:pt>
                <c:pt idx="1027">
                  <c:v>0.342666666667</c:v>
                </c:pt>
                <c:pt idx="1028">
                  <c:v>0.342666666667</c:v>
                </c:pt>
                <c:pt idx="1029">
                  <c:v>0.343333333333</c:v>
                </c:pt>
                <c:pt idx="1030">
                  <c:v>0.343333333333</c:v>
                </c:pt>
                <c:pt idx="1031">
                  <c:v>0.344</c:v>
                </c:pt>
                <c:pt idx="1032">
                  <c:v>0.344</c:v>
                </c:pt>
                <c:pt idx="1033">
                  <c:v>0.344666666667</c:v>
                </c:pt>
                <c:pt idx="1034">
                  <c:v>0.344666666667</c:v>
                </c:pt>
                <c:pt idx="1035">
                  <c:v>0.345333333333</c:v>
                </c:pt>
                <c:pt idx="1036">
                  <c:v>0.345333333333</c:v>
                </c:pt>
                <c:pt idx="1037">
                  <c:v>0.346</c:v>
                </c:pt>
                <c:pt idx="1038">
                  <c:v>0.346</c:v>
                </c:pt>
                <c:pt idx="1039">
                  <c:v>0.346666666667</c:v>
                </c:pt>
                <c:pt idx="1040">
                  <c:v>0.346666666667</c:v>
                </c:pt>
                <c:pt idx="1041">
                  <c:v>0.347333333333</c:v>
                </c:pt>
                <c:pt idx="1042">
                  <c:v>0.347333333333</c:v>
                </c:pt>
                <c:pt idx="1043">
                  <c:v>0.348</c:v>
                </c:pt>
                <c:pt idx="1044">
                  <c:v>0.348</c:v>
                </c:pt>
                <c:pt idx="1045">
                  <c:v>0.348666666667</c:v>
                </c:pt>
                <c:pt idx="1046">
                  <c:v>0.348666666667</c:v>
                </c:pt>
                <c:pt idx="1047">
                  <c:v>0.349333333333</c:v>
                </c:pt>
                <c:pt idx="1048">
                  <c:v>0.349333333333</c:v>
                </c:pt>
                <c:pt idx="1049">
                  <c:v>0.35</c:v>
                </c:pt>
                <c:pt idx="1050">
                  <c:v>0.35</c:v>
                </c:pt>
                <c:pt idx="1051">
                  <c:v>0.350666666667</c:v>
                </c:pt>
                <c:pt idx="1052">
                  <c:v>0.350666666667</c:v>
                </c:pt>
                <c:pt idx="1053">
                  <c:v>0.351333333333</c:v>
                </c:pt>
                <c:pt idx="1054">
                  <c:v>0.351333333333</c:v>
                </c:pt>
                <c:pt idx="1055">
                  <c:v>0.352</c:v>
                </c:pt>
                <c:pt idx="1056">
                  <c:v>0.352</c:v>
                </c:pt>
                <c:pt idx="1057">
                  <c:v>0.352666666667</c:v>
                </c:pt>
                <c:pt idx="1058">
                  <c:v>0.352666666667</c:v>
                </c:pt>
                <c:pt idx="1059">
                  <c:v>0.353333333333</c:v>
                </c:pt>
                <c:pt idx="1060">
                  <c:v>0.353333333333</c:v>
                </c:pt>
                <c:pt idx="1061">
                  <c:v>0.354</c:v>
                </c:pt>
                <c:pt idx="1062">
                  <c:v>0.354</c:v>
                </c:pt>
                <c:pt idx="1063">
                  <c:v>0.354666666667</c:v>
                </c:pt>
                <c:pt idx="1064">
                  <c:v>0.354666666667</c:v>
                </c:pt>
                <c:pt idx="1065">
                  <c:v>0.355333333333</c:v>
                </c:pt>
                <c:pt idx="1066">
                  <c:v>0.355333333333</c:v>
                </c:pt>
                <c:pt idx="1067">
                  <c:v>0.356</c:v>
                </c:pt>
                <c:pt idx="1068">
                  <c:v>0.356</c:v>
                </c:pt>
                <c:pt idx="1069">
                  <c:v>0.356666666667</c:v>
                </c:pt>
                <c:pt idx="1070">
                  <c:v>0.356666666667</c:v>
                </c:pt>
                <c:pt idx="1071">
                  <c:v>0.357333333333</c:v>
                </c:pt>
                <c:pt idx="1072">
                  <c:v>0.357333333333</c:v>
                </c:pt>
                <c:pt idx="1073">
                  <c:v>0.358</c:v>
                </c:pt>
                <c:pt idx="1074">
                  <c:v>0.358</c:v>
                </c:pt>
                <c:pt idx="1075">
                  <c:v>0.358666666667</c:v>
                </c:pt>
                <c:pt idx="1076">
                  <c:v>0.358666666667</c:v>
                </c:pt>
                <c:pt idx="1077">
                  <c:v>0.359333333333</c:v>
                </c:pt>
                <c:pt idx="1078">
                  <c:v>0.359333333333</c:v>
                </c:pt>
                <c:pt idx="1079">
                  <c:v>0.36</c:v>
                </c:pt>
                <c:pt idx="1080">
                  <c:v>0.36</c:v>
                </c:pt>
                <c:pt idx="1081">
                  <c:v>0.360666666667</c:v>
                </c:pt>
                <c:pt idx="1082">
                  <c:v>0.360666666667</c:v>
                </c:pt>
                <c:pt idx="1083">
                  <c:v>0.361333333333</c:v>
                </c:pt>
                <c:pt idx="1084">
                  <c:v>0.361333333333</c:v>
                </c:pt>
                <c:pt idx="1085">
                  <c:v>0.362</c:v>
                </c:pt>
                <c:pt idx="1086">
                  <c:v>0.362</c:v>
                </c:pt>
                <c:pt idx="1087">
                  <c:v>0.362666666667</c:v>
                </c:pt>
                <c:pt idx="1088">
                  <c:v>0.362666666667</c:v>
                </c:pt>
                <c:pt idx="1089">
                  <c:v>0.363333333333</c:v>
                </c:pt>
                <c:pt idx="1090">
                  <c:v>0.363333333333</c:v>
                </c:pt>
                <c:pt idx="1091">
                  <c:v>0.364</c:v>
                </c:pt>
                <c:pt idx="1092">
                  <c:v>0.364</c:v>
                </c:pt>
                <c:pt idx="1093">
                  <c:v>0.364666666667</c:v>
                </c:pt>
                <c:pt idx="1094">
                  <c:v>0.364666666667</c:v>
                </c:pt>
                <c:pt idx="1095">
                  <c:v>0.365333333333</c:v>
                </c:pt>
                <c:pt idx="1096">
                  <c:v>0.365333333333</c:v>
                </c:pt>
                <c:pt idx="1097">
                  <c:v>0.366</c:v>
                </c:pt>
                <c:pt idx="1098">
                  <c:v>0.366</c:v>
                </c:pt>
                <c:pt idx="1099">
                  <c:v>0.366666666667</c:v>
                </c:pt>
                <c:pt idx="1100">
                  <c:v>0.366666666667</c:v>
                </c:pt>
                <c:pt idx="1101">
                  <c:v>0.367333333333</c:v>
                </c:pt>
                <c:pt idx="1102">
                  <c:v>0.367333333333</c:v>
                </c:pt>
                <c:pt idx="1103">
                  <c:v>0.368</c:v>
                </c:pt>
                <c:pt idx="1104">
                  <c:v>0.368</c:v>
                </c:pt>
                <c:pt idx="1105">
                  <c:v>0.368666666667</c:v>
                </c:pt>
                <c:pt idx="1106">
                  <c:v>0.368666666667</c:v>
                </c:pt>
                <c:pt idx="1107">
                  <c:v>0.369333333333</c:v>
                </c:pt>
                <c:pt idx="1108">
                  <c:v>0.369333333333</c:v>
                </c:pt>
                <c:pt idx="1109">
                  <c:v>0.37</c:v>
                </c:pt>
                <c:pt idx="1110">
                  <c:v>0.37</c:v>
                </c:pt>
                <c:pt idx="1111">
                  <c:v>0.370666666667</c:v>
                </c:pt>
                <c:pt idx="1112">
                  <c:v>0.370666666667</c:v>
                </c:pt>
                <c:pt idx="1113">
                  <c:v>0.371333333333</c:v>
                </c:pt>
                <c:pt idx="1114">
                  <c:v>0.371333333333</c:v>
                </c:pt>
                <c:pt idx="1115">
                  <c:v>0.372</c:v>
                </c:pt>
                <c:pt idx="1116">
                  <c:v>0.372</c:v>
                </c:pt>
                <c:pt idx="1117">
                  <c:v>0.372666666667</c:v>
                </c:pt>
                <c:pt idx="1118">
                  <c:v>0.372666666667</c:v>
                </c:pt>
                <c:pt idx="1119">
                  <c:v>0.373333333333</c:v>
                </c:pt>
                <c:pt idx="1120">
                  <c:v>0.373333333333</c:v>
                </c:pt>
                <c:pt idx="1121">
                  <c:v>0.374</c:v>
                </c:pt>
                <c:pt idx="1122">
                  <c:v>0.374</c:v>
                </c:pt>
                <c:pt idx="1123">
                  <c:v>0.374666666667</c:v>
                </c:pt>
                <c:pt idx="1124">
                  <c:v>0.374666666667</c:v>
                </c:pt>
                <c:pt idx="1125">
                  <c:v>0.375333333333</c:v>
                </c:pt>
                <c:pt idx="1126">
                  <c:v>0.375333333333</c:v>
                </c:pt>
                <c:pt idx="1127">
                  <c:v>0.376</c:v>
                </c:pt>
                <c:pt idx="1128">
                  <c:v>0.376</c:v>
                </c:pt>
                <c:pt idx="1129">
                  <c:v>0.376666666667</c:v>
                </c:pt>
                <c:pt idx="1130">
                  <c:v>0.376666666667</c:v>
                </c:pt>
                <c:pt idx="1131">
                  <c:v>0.377333333333</c:v>
                </c:pt>
                <c:pt idx="1132">
                  <c:v>0.377333333333</c:v>
                </c:pt>
                <c:pt idx="1133">
                  <c:v>0.378</c:v>
                </c:pt>
                <c:pt idx="1134">
                  <c:v>0.378</c:v>
                </c:pt>
                <c:pt idx="1135">
                  <c:v>0.378666666667</c:v>
                </c:pt>
                <c:pt idx="1136">
                  <c:v>0.378666666667</c:v>
                </c:pt>
                <c:pt idx="1137">
                  <c:v>0.379333333333</c:v>
                </c:pt>
                <c:pt idx="1138">
                  <c:v>0.379333333333</c:v>
                </c:pt>
                <c:pt idx="1139">
                  <c:v>0.38</c:v>
                </c:pt>
                <c:pt idx="1140">
                  <c:v>0.38</c:v>
                </c:pt>
                <c:pt idx="1141">
                  <c:v>0.380666666667</c:v>
                </c:pt>
                <c:pt idx="1142">
                  <c:v>0.380666666667</c:v>
                </c:pt>
                <c:pt idx="1143">
                  <c:v>0.381333333333</c:v>
                </c:pt>
                <c:pt idx="1144">
                  <c:v>0.381333333333</c:v>
                </c:pt>
                <c:pt idx="1145">
                  <c:v>0.382</c:v>
                </c:pt>
                <c:pt idx="1146">
                  <c:v>0.382</c:v>
                </c:pt>
                <c:pt idx="1147">
                  <c:v>0.382666666667</c:v>
                </c:pt>
                <c:pt idx="1148">
                  <c:v>0.382666666667</c:v>
                </c:pt>
                <c:pt idx="1149">
                  <c:v>0.383333333333</c:v>
                </c:pt>
                <c:pt idx="1150">
                  <c:v>0.383333333333</c:v>
                </c:pt>
                <c:pt idx="1151">
                  <c:v>0.384</c:v>
                </c:pt>
                <c:pt idx="1152">
                  <c:v>0.384</c:v>
                </c:pt>
                <c:pt idx="1153">
                  <c:v>0.384666666667</c:v>
                </c:pt>
                <c:pt idx="1154">
                  <c:v>0.384666666667</c:v>
                </c:pt>
                <c:pt idx="1155">
                  <c:v>0.385333333333</c:v>
                </c:pt>
                <c:pt idx="1156">
                  <c:v>0.385333333333</c:v>
                </c:pt>
                <c:pt idx="1157">
                  <c:v>0.386</c:v>
                </c:pt>
                <c:pt idx="1158">
                  <c:v>0.386</c:v>
                </c:pt>
                <c:pt idx="1159">
                  <c:v>0.386666666667</c:v>
                </c:pt>
                <c:pt idx="1160">
                  <c:v>0.386666666667</c:v>
                </c:pt>
                <c:pt idx="1161">
                  <c:v>0.387333333333</c:v>
                </c:pt>
                <c:pt idx="1162">
                  <c:v>0.387333333333</c:v>
                </c:pt>
                <c:pt idx="1163">
                  <c:v>0.388</c:v>
                </c:pt>
                <c:pt idx="1164">
                  <c:v>0.388</c:v>
                </c:pt>
                <c:pt idx="1165">
                  <c:v>0.388666666667</c:v>
                </c:pt>
                <c:pt idx="1166">
                  <c:v>0.388666666667</c:v>
                </c:pt>
                <c:pt idx="1167">
                  <c:v>0.389333333333</c:v>
                </c:pt>
                <c:pt idx="1168">
                  <c:v>0.389333333333</c:v>
                </c:pt>
                <c:pt idx="1169">
                  <c:v>0.39</c:v>
                </c:pt>
                <c:pt idx="1170">
                  <c:v>0.39</c:v>
                </c:pt>
                <c:pt idx="1171">
                  <c:v>0.390666666667</c:v>
                </c:pt>
                <c:pt idx="1172">
                  <c:v>0.390666666667</c:v>
                </c:pt>
                <c:pt idx="1173">
                  <c:v>0.391333333333</c:v>
                </c:pt>
                <c:pt idx="1174">
                  <c:v>0.391333333333</c:v>
                </c:pt>
                <c:pt idx="1175">
                  <c:v>0.392</c:v>
                </c:pt>
                <c:pt idx="1176">
                  <c:v>0.392</c:v>
                </c:pt>
                <c:pt idx="1177">
                  <c:v>0.392666666667</c:v>
                </c:pt>
                <c:pt idx="1178">
                  <c:v>0.392666666667</c:v>
                </c:pt>
                <c:pt idx="1179">
                  <c:v>0.393333333333</c:v>
                </c:pt>
                <c:pt idx="1180">
                  <c:v>0.393333333333</c:v>
                </c:pt>
                <c:pt idx="1181">
                  <c:v>0.394</c:v>
                </c:pt>
                <c:pt idx="1182">
                  <c:v>0.394</c:v>
                </c:pt>
                <c:pt idx="1183">
                  <c:v>0.394666666667</c:v>
                </c:pt>
                <c:pt idx="1184">
                  <c:v>0.394666666667</c:v>
                </c:pt>
                <c:pt idx="1185">
                  <c:v>0.395333333333</c:v>
                </c:pt>
                <c:pt idx="1186">
                  <c:v>0.395333333333</c:v>
                </c:pt>
                <c:pt idx="1187">
                  <c:v>0.396</c:v>
                </c:pt>
                <c:pt idx="1188">
                  <c:v>0.396</c:v>
                </c:pt>
                <c:pt idx="1189">
                  <c:v>0.396666666667</c:v>
                </c:pt>
                <c:pt idx="1190">
                  <c:v>0.396666666667</c:v>
                </c:pt>
                <c:pt idx="1191">
                  <c:v>0.397333333333</c:v>
                </c:pt>
                <c:pt idx="1192">
                  <c:v>0.397333333333</c:v>
                </c:pt>
                <c:pt idx="1193">
                  <c:v>0.398</c:v>
                </c:pt>
                <c:pt idx="1194">
                  <c:v>0.398</c:v>
                </c:pt>
                <c:pt idx="1195">
                  <c:v>0.398666666667</c:v>
                </c:pt>
                <c:pt idx="1196">
                  <c:v>0.398666666667</c:v>
                </c:pt>
                <c:pt idx="1197">
                  <c:v>0.399333333333</c:v>
                </c:pt>
                <c:pt idx="1198">
                  <c:v>0.399333333333</c:v>
                </c:pt>
                <c:pt idx="1199">
                  <c:v>0.4</c:v>
                </c:pt>
                <c:pt idx="1200">
                  <c:v>0.4</c:v>
                </c:pt>
                <c:pt idx="1201">
                  <c:v>0.400666666667</c:v>
                </c:pt>
                <c:pt idx="1202">
                  <c:v>0.400666666667</c:v>
                </c:pt>
                <c:pt idx="1203">
                  <c:v>0.401333333333</c:v>
                </c:pt>
                <c:pt idx="1204">
                  <c:v>0.401333333333</c:v>
                </c:pt>
                <c:pt idx="1205">
                  <c:v>0.402</c:v>
                </c:pt>
                <c:pt idx="1206">
                  <c:v>0.402</c:v>
                </c:pt>
                <c:pt idx="1207">
                  <c:v>0.402666666667</c:v>
                </c:pt>
                <c:pt idx="1208">
                  <c:v>0.402666666667</c:v>
                </c:pt>
                <c:pt idx="1209">
                  <c:v>0.403333333333</c:v>
                </c:pt>
                <c:pt idx="1210">
                  <c:v>0.403333333333</c:v>
                </c:pt>
                <c:pt idx="1211">
                  <c:v>0.404</c:v>
                </c:pt>
                <c:pt idx="1212">
                  <c:v>0.404</c:v>
                </c:pt>
                <c:pt idx="1213">
                  <c:v>0.404666666667</c:v>
                </c:pt>
                <c:pt idx="1214">
                  <c:v>0.404666666667</c:v>
                </c:pt>
                <c:pt idx="1215">
                  <c:v>0.405333333333</c:v>
                </c:pt>
                <c:pt idx="1216">
                  <c:v>0.405333333333</c:v>
                </c:pt>
                <c:pt idx="1217">
                  <c:v>0.406</c:v>
                </c:pt>
                <c:pt idx="1218">
                  <c:v>0.406</c:v>
                </c:pt>
                <c:pt idx="1219">
                  <c:v>0.406666666667</c:v>
                </c:pt>
                <c:pt idx="1220">
                  <c:v>0.406666666667</c:v>
                </c:pt>
                <c:pt idx="1221">
                  <c:v>0.407333333333</c:v>
                </c:pt>
                <c:pt idx="1222">
                  <c:v>0.407333333333</c:v>
                </c:pt>
                <c:pt idx="1223">
                  <c:v>0.408</c:v>
                </c:pt>
                <c:pt idx="1224">
                  <c:v>0.408</c:v>
                </c:pt>
                <c:pt idx="1225">
                  <c:v>0.408666666667</c:v>
                </c:pt>
                <c:pt idx="1226">
                  <c:v>0.408666666667</c:v>
                </c:pt>
                <c:pt idx="1227">
                  <c:v>0.409333333333</c:v>
                </c:pt>
                <c:pt idx="1228">
                  <c:v>0.409333333333</c:v>
                </c:pt>
                <c:pt idx="1229">
                  <c:v>0.41</c:v>
                </c:pt>
                <c:pt idx="1230">
                  <c:v>0.41</c:v>
                </c:pt>
                <c:pt idx="1231">
                  <c:v>0.410666666667</c:v>
                </c:pt>
                <c:pt idx="1232">
                  <c:v>0.410666666667</c:v>
                </c:pt>
                <c:pt idx="1233">
                  <c:v>0.411333333333</c:v>
                </c:pt>
                <c:pt idx="1234">
                  <c:v>0.411333333333</c:v>
                </c:pt>
                <c:pt idx="1235">
                  <c:v>0.412</c:v>
                </c:pt>
                <c:pt idx="1236">
                  <c:v>0.412</c:v>
                </c:pt>
                <c:pt idx="1237">
                  <c:v>0.412666666667</c:v>
                </c:pt>
                <c:pt idx="1238">
                  <c:v>0.412666666667</c:v>
                </c:pt>
                <c:pt idx="1239">
                  <c:v>0.413333333333</c:v>
                </c:pt>
                <c:pt idx="1240">
                  <c:v>0.413333333333</c:v>
                </c:pt>
                <c:pt idx="1241">
                  <c:v>0.414</c:v>
                </c:pt>
                <c:pt idx="1242">
                  <c:v>0.414</c:v>
                </c:pt>
                <c:pt idx="1243">
                  <c:v>0.414666666667</c:v>
                </c:pt>
                <c:pt idx="1244">
                  <c:v>0.414666666667</c:v>
                </c:pt>
                <c:pt idx="1245">
                  <c:v>0.415333333333</c:v>
                </c:pt>
                <c:pt idx="1246">
                  <c:v>0.415333333333</c:v>
                </c:pt>
                <c:pt idx="1247">
                  <c:v>0.416</c:v>
                </c:pt>
                <c:pt idx="1248">
                  <c:v>0.416</c:v>
                </c:pt>
                <c:pt idx="1249">
                  <c:v>0.416666666667</c:v>
                </c:pt>
                <c:pt idx="1250">
                  <c:v>0.416666666667</c:v>
                </c:pt>
                <c:pt idx="1251">
                  <c:v>0.417333333333</c:v>
                </c:pt>
                <c:pt idx="1252">
                  <c:v>0.417333333333</c:v>
                </c:pt>
                <c:pt idx="1253">
                  <c:v>0.418</c:v>
                </c:pt>
                <c:pt idx="1254">
                  <c:v>0.418</c:v>
                </c:pt>
                <c:pt idx="1255">
                  <c:v>0.418666666667</c:v>
                </c:pt>
                <c:pt idx="1256">
                  <c:v>0.418666666667</c:v>
                </c:pt>
                <c:pt idx="1257">
                  <c:v>0.419333333333</c:v>
                </c:pt>
                <c:pt idx="1258">
                  <c:v>0.419333333333</c:v>
                </c:pt>
                <c:pt idx="1259">
                  <c:v>0.42</c:v>
                </c:pt>
                <c:pt idx="1260">
                  <c:v>0.42</c:v>
                </c:pt>
                <c:pt idx="1261">
                  <c:v>0.420666666667</c:v>
                </c:pt>
                <c:pt idx="1262">
                  <c:v>0.420666666667</c:v>
                </c:pt>
                <c:pt idx="1263">
                  <c:v>0.421333333333</c:v>
                </c:pt>
                <c:pt idx="1264">
                  <c:v>0.421333333333</c:v>
                </c:pt>
                <c:pt idx="1265">
                  <c:v>0.422</c:v>
                </c:pt>
                <c:pt idx="1266">
                  <c:v>0.422</c:v>
                </c:pt>
                <c:pt idx="1267">
                  <c:v>0.422666666667</c:v>
                </c:pt>
                <c:pt idx="1268">
                  <c:v>0.422666666667</c:v>
                </c:pt>
                <c:pt idx="1269">
                  <c:v>0.423333333333</c:v>
                </c:pt>
                <c:pt idx="1270">
                  <c:v>0.423333333333</c:v>
                </c:pt>
                <c:pt idx="1271">
                  <c:v>0.424</c:v>
                </c:pt>
                <c:pt idx="1272">
                  <c:v>0.424</c:v>
                </c:pt>
                <c:pt idx="1273">
                  <c:v>0.424666666667</c:v>
                </c:pt>
                <c:pt idx="1274">
                  <c:v>0.424666666667</c:v>
                </c:pt>
                <c:pt idx="1275">
                  <c:v>0.425333333333</c:v>
                </c:pt>
                <c:pt idx="1276">
                  <c:v>0.425333333333</c:v>
                </c:pt>
                <c:pt idx="1277">
                  <c:v>0.426</c:v>
                </c:pt>
                <c:pt idx="1278">
                  <c:v>0.426</c:v>
                </c:pt>
                <c:pt idx="1279">
                  <c:v>0.426666666667</c:v>
                </c:pt>
                <c:pt idx="1280">
                  <c:v>0.426666666667</c:v>
                </c:pt>
                <c:pt idx="1281">
                  <c:v>0.427333333333</c:v>
                </c:pt>
                <c:pt idx="1282">
                  <c:v>0.427333333333</c:v>
                </c:pt>
                <c:pt idx="1283">
                  <c:v>0.428</c:v>
                </c:pt>
                <c:pt idx="1284">
                  <c:v>0.428</c:v>
                </c:pt>
                <c:pt idx="1285">
                  <c:v>0.428666666667</c:v>
                </c:pt>
                <c:pt idx="1286">
                  <c:v>0.428666666667</c:v>
                </c:pt>
                <c:pt idx="1287">
                  <c:v>0.429333333333</c:v>
                </c:pt>
                <c:pt idx="1288">
                  <c:v>0.429333333333</c:v>
                </c:pt>
                <c:pt idx="1289">
                  <c:v>0.43</c:v>
                </c:pt>
                <c:pt idx="1290">
                  <c:v>0.43</c:v>
                </c:pt>
                <c:pt idx="1291">
                  <c:v>0.430666666667</c:v>
                </c:pt>
                <c:pt idx="1292">
                  <c:v>0.430666666667</c:v>
                </c:pt>
                <c:pt idx="1293">
                  <c:v>0.431333333333</c:v>
                </c:pt>
                <c:pt idx="1294">
                  <c:v>0.431333333333</c:v>
                </c:pt>
                <c:pt idx="1295">
                  <c:v>0.432</c:v>
                </c:pt>
                <c:pt idx="1296">
                  <c:v>0.432</c:v>
                </c:pt>
                <c:pt idx="1297">
                  <c:v>0.432666666667</c:v>
                </c:pt>
                <c:pt idx="1298">
                  <c:v>0.432666666667</c:v>
                </c:pt>
                <c:pt idx="1299">
                  <c:v>0.433333333333</c:v>
                </c:pt>
                <c:pt idx="1300">
                  <c:v>0.433333333333</c:v>
                </c:pt>
                <c:pt idx="1301">
                  <c:v>0.434</c:v>
                </c:pt>
                <c:pt idx="1302">
                  <c:v>0.434</c:v>
                </c:pt>
                <c:pt idx="1303">
                  <c:v>0.434666666667</c:v>
                </c:pt>
                <c:pt idx="1304">
                  <c:v>0.434666666667</c:v>
                </c:pt>
                <c:pt idx="1305">
                  <c:v>0.435333333333</c:v>
                </c:pt>
                <c:pt idx="1306">
                  <c:v>0.435333333333</c:v>
                </c:pt>
                <c:pt idx="1307">
                  <c:v>0.436</c:v>
                </c:pt>
                <c:pt idx="1308">
                  <c:v>0.436</c:v>
                </c:pt>
                <c:pt idx="1309">
                  <c:v>0.436666666667</c:v>
                </c:pt>
                <c:pt idx="1310">
                  <c:v>0.436666666667</c:v>
                </c:pt>
                <c:pt idx="1311">
                  <c:v>0.437333333333</c:v>
                </c:pt>
                <c:pt idx="1312">
                  <c:v>0.437333333333</c:v>
                </c:pt>
                <c:pt idx="1313">
                  <c:v>0.438</c:v>
                </c:pt>
                <c:pt idx="1314">
                  <c:v>0.438</c:v>
                </c:pt>
                <c:pt idx="1315">
                  <c:v>0.438666666667</c:v>
                </c:pt>
                <c:pt idx="1316">
                  <c:v>0.438666666667</c:v>
                </c:pt>
                <c:pt idx="1317">
                  <c:v>0.439333333333</c:v>
                </c:pt>
                <c:pt idx="1318">
                  <c:v>0.439333333333</c:v>
                </c:pt>
                <c:pt idx="1319">
                  <c:v>0.44</c:v>
                </c:pt>
                <c:pt idx="1320">
                  <c:v>0.44</c:v>
                </c:pt>
                <c:pt idx="1321">
                  <c:v>0.440666666667</c:v>
                </c:pt>
                <c:pt idx="1322">
                  <c:v>0.440666666667</c:v>
                </c:pt>
                <c:pt idx="1323">
                  <c:v>0.441333333333</c:v>
                </c:pt>
                <c:pt idx="1324">
                  <c:v>0.441333333333</c:v>
                </c:pt>
                <c:pt idx="1325">
                  <c:v>0.442</c:v>
                </c:pt>
                <c:pt idx="1326">
                  <c:v>0.442</c:v>
                </c:pt>
                <c:pt idx="1327">
                  <c:v>0.442666666667</c:v>
                </c:pt>
                <c:pt idx="1328">
                  <c:v>0.442666666667</c:v>
                </c:pt>
                <c:pt idx="1329">
                  <c:v>0.443333333333</c:v>
                </c:pt>
                <c:pt idx="1330">
                  <c:v>0.443333333333</c:v>
                </c:pt>
                <c:pt idx="1331">
                  <c:v>0.444</c:v>
                </c:pt>
                <c:pt idx="1332">
                  <c:v>0.444</c:v>
                </c:pt>
                <c:pt idx="1333">
                  <c:v>0.444666666667</c:v>
                </c:pt>
                <c:pt idx="1334">
                  <c:v>0.444666666667</c:v>
                </c:pt>
                <c:pt idx="1335">
                  <c:v>0.445333333333</c:v>
                </c:pt>
                <c:pt idx="1336">
                  <c:v>0.445333333333</c:v>
                </c:pt>
                <c:pt idx="1337">
                  <c:v>0.446</c:v>
                </c:pt>
                <c:pt idx="1338">
                  <c:v>0.446</c:v>
                </c:pt>
                <c:pt idx="1339">
                  <c:v>0.446666666667</c:v>
                </c:pt>
                <c:pt idx="1340">
                  <c:v>0.446666666667</c:v>
                </c:pt>
                <c:pt idx="1341">
                  <c:v>0.447333333333</c:v>
                </c:pt>
                <c:pt idx="1342">
                  <c:v>0.447333333333</c:v>
                </c:pt>
                <c:pt idx="1343">
                  <c:v>0.448</c:v>
                </c:pt>
                <c:pt idx="1344">
                  <c:v>0.448</c:v>
                </c:pt>
                <c:pt idx="1345">
                  <c:v>0.448666666667</c:v>
                </c:pt>
                <c:pt idx="1346">
                  <c:v>0.448666666667</c:v>
                </c:pt>
                <c:pt idx="1347">
                  <c:v>0.449333333333</c:v>
                </c:pt>
                <c:pt idx="1348">
                  <c:v>0.449333333333</c:v>
                </c:pt>
                <c:pt idx="1349">
                  <c:v>0.45</c:v>
                </c:pt>
                <c:pt idx="1350">
                  <c:v>0.45</c:v>
                </c:pt>
                <c:pt idx="1351">
                  <c:v>0.450666666667</c:v>
                </c:pt>
                <c:pt idx="1352">
                  <c:v>0.450666666667</c:v>
                </c:pt>
                <c:pt idx="1353">
                  <c:v>0.451333333333</c:v>
                </c:pt>
                <c:pt idx="1354">
                  <c:v>0.451333333333</c:v>
                </c:pt>
                <c:pt idx="1355">
                  <c:v>0.452</c:v>
                </c:pt>
                <c:pt idx="1356">
                  <c:v>0.452</c:v>
                </c:pt>
                <c:pt idx="1357">
                  <c:v>0.452666666667</c:v>
                </c:pt>
                <c:pt idx="1358">
                  <c:v>0.452666666667</c:v>
                </c:pt>
                <c:pt idx="1359">
                  <c:v>0.453333333333</c:v>
                </c:pt>
                <c:pt idx="1360">
                  <c:v>0.453333333333</c:v>
                </c:pt>
                <c:pt idx="1361">
                  <c:v>0.454</c:v>
                </c:pt>
                <c:pt idx="1362">
                  <c:v>0.454</c:v>
                </c:pt>
                <c:pt idx="1363">
                  <c:v>0.454666666667</c:v>
                </c:pt>
                <c:pt idx="1364">
                  <c:v>0.454666666667</c:v>
                </c:pt>
                <c:pt idx="1365">
                  <c:v>0.455333333333</c:v>
                </c:pt>
                <c:pt idx="1366">
                  <c:v>0.455333333333</c:v>
                </c:pt>
                <c:pt idx="1367">
                  <c:v>0.456</c:v>
                </c:pt>
                <c:pt idx="1368">
                  <c:v>0.456</c:v>
                </c:pt>
                <c:pt idx="1369">
                  <c:v>0.456666666667</c:v>
                </c:pt>
                <c:pt idx="1370">
                  <c:v>0.456666666667</c:v>
                </c:pt>
                <c:pt idx="1371">
                  <c:v>0.457333333333</c:v>
                </c:pt>
                <c:pt idx="1372">
                  <c:v>0.457333333333</c:v>
                </c:pt>
                <c:pt idx="1373">
                  <c:v>0.458</c:v>
                </c:pt>
                <c:pt idx="1374">
                  <c:v>0.458</c:v>
                </c:pt>
                <c:pt idx="1375">
                  <c:v>0.458666666667</c:v>
                </c:pt>
                <c:pt idx="1376">
                  <c:v>0.458666666667</c:v>
                </c:pt>
                <c:pt idx="1377">
                  <c:v>0.459333333333</c:v>
                </c:pt>
                <c:pt idx="1378">
                  <c:v>0.459333333333</c:v>
                </c:pt>
                <c:pt idx="1379">
                  <c:v>0.46</c:v>
                </c:pt>
                <c:pt idx="1380">
                  <c:v>0.46</c:v>
                </c:pt>
                <c:pt idx="1381">
                  <c:v>0.460666666667</c:v>
                </c:pt>
                <c:pt idx="1382">
                  <c:v>0.460666666667</c:v>
                </c:pt>
                <c:pt idx="1383">
                  <c:v>0.461333333333</c:v>
                </c:pt>
                <c:pt idx="1384">
                  <c:v>0.461333333333</c:v>
                </c:pt>
                <c:pt idx="1385">
                  <c:v>0.462</c:v>
                </c:pt>
                <c:pt idx="1386">
                  <c:v>0.462</c:v>
                </c:pt>
                <c:pt idx="1387">
                  <c:v>0.462666666667</c:v>
                </c:pt>
                <c:pt idx="1388">
                  <c:v>0.462666666667</c:v>
                </c:pt>
                <c:pt idx="1389">
                  <c:v>0.463333333333</c:v>
                </c:pt>
                <c:pt idx="1390">
                  <c:v>0.463333333333</c:v>
                </c:pt>
                <c:pt idx="1391">
                  <c:v>0.464</c:v>
                </c:pt>
                <c:pt idx="1392">
                  <c:v>0.464</c:v>
                </c:pt>
                <c:pt idx="1393">
                  <c:v>0.464666666667</c:v>
                </c:pt>
                <c:pt idx="1394">
                  <c:v>0.464666666667</c:v>
                </c:pt>
                <c:pt idx="1395">
                  <c:v>0.465333333333</c:v>
                </c:pt>
                <c:pt idx="1396">
                  <c:v>0.465333333333</c:v>
                </c:pt>
                <c:pt idx="1397">
                  <c:v>0.466</c:v>
                </c:pt>
                <c:pt idx="1398">
                  <c:v>0.466</c:v>
                </c:pt>
                <c:pt idx="1399">
                  <c:v>0.466666666667</c:v>
                </c:pt>
                <c:pt idx="1400">
                  <c:v>0.466666666667</c:v>
                </c:pt>
                <c:pt idx="1401">
                  <c:v>0.467333333333</c:v>
                </c:pt>
                <c:pt idx="1402">
                  <c:v>0.467333333333</c:v>
                </c:pt>
                <c:pt idx="1403">
                  <c:v>0.468</c:v>
                </c:pt>
                <c:pt idx="1404">
                  <c:v>0.468</c:v>
                </c:pt>
                <c:pt idx="1405">
                  <c:v>0.468666666667</c:v>
                </c:pt>
                <c:pt idx="1406">
                  <c:v>0.468666666667</c:v>
                </c:pt>
                <c:pt idx="1407">
                  <c:v>0.469333333333</c:v>
                </c:pt>
                <c:pt idx="1408">
                  <c:v>0.469333333333</c:v>
                </c:pt>
                <c:pt idx="1409">
                  <c:v>0.47</c:v>
                </c:pt>
                <c:pt idx="1410">
                  <c:v>0.47</c:v>
                </c:pt>
                <c:pt idx="1411">
                  <c:v>0.470666666667</c:v>
                </c:pt>
                <c:pt idx="1412">
                  <c:v>0.470666666667</c:v>
                </c:pt>
                <c:pt idx="1413">
                  <c:v>0.471333333333</c:v>
                </c:pt>
                <c:pt idx="1414">
                  <c:v>0.471333333333</c:v>
                </c:pt>
                <c:pt idx="1415">
                  <c:v>0.472</c:v>
                </c:pt>
                <c:pt idx="1416">
                  <c:v>0.472</c:v>
                </c:pt>
                <c:pt idx="1417">
                  <c:v>0.472666666667</c:v>
                </c:pt>
                <c:pt idx="1418">
                  <c:v>0.472666666667</c:v>
                </c:pt>
                <c:pt idx="1419">
                  <c:v>0.473333333333</c:v>
                </c:pt>
                <c:pt idx="1420">
                  <c:v>0.473333333333</c:v>
                </c:pt>
                <c:pt idx="1421">
                  <c:v>0.474</c:v>
                </c:pt>
                <c:pt idx="1422">
                  <c:v>0.474</c:v>
                </c:pt>
                <c:pt idx="1423">
                  <c:v>0.474666666667</c:v>
                </c:pt>
                <c:pt idx="1424">
                  <c:v>0.474666666667</c:v>
                </c:pt>
                <c:pt idx="1425">
                  <c:v>0.475333333333</c:v>
                </c:pt>
                <c:pt idx="1426">
                  <c:v>0.475333333333</c:v>
                </c:pt>
                <c:pt idx="1427">
                  <c:v>0.476</c:v>
                </c:pt>
                <c:pt idx="1428">
                  <c:v>0.476</c:v>
                </c:pt>
                <c:pt idx="1429">
                  <c:v>0.476666666667</c:v>
                </c:pt>
                <c:pt idx="1430">
                  <c:v>0.476666666667</c:v>
                </c:pt>
                <c:pt idx="1431">
                  <c:v>0.477333333333</c:v>
                </c:pt>
                <c:pt idx="1432">
                  <c:v>0.477333333333</c:v>
                </c:pt>
                <c:pt idx="1433">
                  <c:v>0.478</c:v>
                </c:pt>
                <c:pt idx="1434">
                  <c:v>0.478</c:v>
                </c:pt>
                <c:pt idx="1435">
                  <c:v>0.478666666667</c:v>
                </c:pt>
                <c:pt idx="1436">
                  <c:v>0.478666666667</c:v>
                </c:pt>
                <c:pt idx="1437">
                  <c:v>0.479333333333</c:v>
                </c:pt>
                <c:pt idx="1438">
                  <c:v>0.479333333333</c:v>
                </c:pt>
                <c:pt idx="1439">
                  <c:v>0.48</c:v>
                </c:pt>
                <c:pt idx="1440">
                  <c:v>0.48</c:v>
                </c:pt>
                <c:pt idx="1441">
                  <c:v>0.480666666667</c:v>
                </c:pt>
                <c:pt idx="1442">
                  <c:v>0.480666666667</c:v>
                </c:pt>
                <c:pt idx="1443">
                  <c:v>0.481333333333</c:v>
                </c:pt>
                <c:pt idx="1444">
                  <c:v>0.481333333333</c:v>
                </c:pt>
                <c:pt idx="1445">
                  <c:v>0.482</c:v>
                </c:pt>
                <c:pt idx="1446">
                  <c:v>0.482</c:v>
                </c:pt>
                <c:pt idx="1447">
                  <c:v>0.482666666667</c:v>
                </c:pt>
                <c:pt idx="1448">
                  <c:v>0.482666666667</c:v>
                </c:pt>
                <c:pt idx="1449">
                  <c:v>0.483333333333</c:v>
                </c:pt>
                <c:pt idx="1450">
                  <c:v>0.483333333333</c:v>
                </c:pt>
                <c:pt idx="1451">
                  <c:v>0.484</c:v>
                </c:pt>
                <c:pt idx="1452">
                  <c:v>0.484</c:v>
                </c:pt>
                <c:pt idx="1453">
                  <c:v>0.484666666667</c:v>
                </c:pt>
                <c:pt idx="1454">
                  <c:v>0.484666666667</c:v>
                </c:pt>
                <c:pt idx="1455">
                  <c:v>0.485333333333</c:v>
                </c:pt>
                <c:pt idx="1456">
                  <c:v>0.485333333333</c:v>
                </c:pt>
                <c:pt idx="1457">
                  <c:v>0.486</c:v>
                </c:pt>
                <c:pt idx="1458">
                  <c:v>0.486</c:v>
                </c:pt>
                <c:pt idx="1459">
                  <c:v>0.486666666667</c:v>
                </c:pt>
                <c:pt idx="1460">
                  <c:v>0.486666666667</c:v>
                </c:pt>
                <c:pt idx="1461">
                  <c:v>0.487333333333</c:v>
                </c:pt>
                <c:pt idx="1462">
                  <c:v>0.487333333333</c:v>
                </c:pt>
                <c:pt idx="1463">
                  <c:v>0.488</c:v>
                </c:pt>
                <c:pt idx="1464">
                  <c:v>0.488</c:v>
                </c:pt>
                <c:pt idx="1465">
                  <c:v>0.488666666667</c:v>
                </c:pt>
                <c:pt idx="1466">
                  <c:v>0.488666666667</c:v>
                </c:pt>
                <c:pt idx="1467">
                  <c:v>0.489333333333</c:v>
                </c:pt>
                <c:pt idx="1468">
                  <c:v>0.489333333333</c:v>
                </c:pt>
                <c:pt idx="1469">
                  <c:v>0.49</c:v>
                </c:pt>
                <c:pt idx="1470">
                  <c:v>0.49</c:v>
                </c:pt>
                <c:pt idx="1471">
                  <c:v>0.490666666667</c:v>
                </c:pt>
                <c:pt idx="1472">
                  <c:v>0.490666666667</c:v>
                </c:pt>
                <c:pt idx="1473">
                  <c:v>0.491333333333</c:v>
                </c:pt>
                <c:pt idx="1474">
                  <c:v>0.491333333333</c:v>
                </c:pt>
                <c:pt idx="1475">
                  <c:v>0.492</c:v>
                </c:pt>
                <c:pt idx="1476">
                  <c:v>0.492</c:v>
                </c:pt>
                <c:pt idx="1477">
                  <c:v>0.492666666667</c:v>
                </c:pt>
                <c:pt idx="1478">
                  <c:v>0.492666666667</c:v>
                </c:pt>
                <c:pt idx="1479">
                  <c:v>0.493333333333</c:v>
                </c:pt>
                <c:pt idx="1480">
                  <c:v>0.493333333333</c:v>
                </c:pt>
                <c:pt idx="1481">
                  <c:v>0.494</c:v>
                </c:pt>
                <c:pt idx="1482">
                  <c:v>0.494</c:v>
                </c:pt>
                <c:pt idx="1483">
                  <c:v>0.494666666667</c:v>
                </c:pt>
                <c:pt idx="1484">
                  <c:v>0.494666666667</c:v>
                </c:pt>
                <c:pt idx="1485">
                  <c:v>0.495333333333</c:v>
                </c:pt>
                <c:pt idx="1486">
                  <c:v>0.495333333333</c:v>
                </c:pt>
                <c:pt idx="1487">
                  <c:v>0.496</c:v>
                </c:pt>
                <c:pt idx="1488">
                  <c:v>0.496</c:v>
                </c:pt>
                <c:pt idx="1489">
                  <c:v>0.496666666667</c:v>
                </c:pt>
                <c:pt idx="1490">
                  <c:v>0.496666666667</c:v>
                </c:pt>
                <c:pt idx="1491">
                  <c:v>0.497333333333</c:v>
                </c:pt>
                <c:pt idx="1492">
                  <c:v>0.497333333333</c:v>
                </c:pt>
                <c:pt idx="1493">
                  <c:v>0.498</c:v>
                </c:pt>
                <c:pt idx="1494">
                  <c:v>0.498</c:v>
                </c:pt>
                <c:pt idx="1495">
                  <c:v>0.498666666667</c:v>
                </c:pt>
                <c:pt idx="1496">
                  <c:v>0.498666666667</c:v>
                </c:pt>
                <c:pt idx="1497">
                  <c:v>0.499333333333</c:v>
                </c:pt>
                <c:pt idx="1498">
                  <c:v>0.499333333333</c:v>
                </c:pt>
                <c:pt idx="1499">
                  <c:v>0.5</c:v>
                </c:pt>
                <c:pt idx="1500">
                  <c:v>0.5</c:v>
                </c:pt>
                <c:pt idx="1501">
                  <c:v>0.500666666667</c:v>
                </c:pt>
                <c:pt idx="1502">
                  <c:v>0.500666666667</c:v>
                </c:pt>
                <c:pt idx="1503">
                  <c:v>0.501333333333</c:v>
                </c:pt>
                <c:pt idx="1504">
                  <c:v>0.501333333333</c:v>
                </c:pt>
                <c:pt idx="1505">
                  <c:v>0.502</c:v>
                </c:pt>
                <c:pt idx="1506">
                  <c:v>0.502</c:v>
                </c:pt>
                <c:pt idx="1507">
                  <c:v>0.502666666667</c:v>
                </c:pt>
                <c:pt idx="1508">
                  <c:v>0.502666666667</c:v>
                </c:pt>
                <c:pt idx="1509">
                  <c:v>0.503333333333</c:v>
                </c:pt>
                <c:pt idx="1510">
                  <c:v>0.503333333333</c:v>
                </c:pt>
                <c:pt idx="1511">
                  <c:v>0.504</c:v>
                </c:pt>
                <c:pt idx="1512">
                  <c:v>0.504</c:v>
                </c:pt>
                <c:pt idx="1513">
                  <c:v>0.504666666667</c:v>
                </c:pt>
                <c:pt idx="1514">
                  <c:v>0.504666666667</c:v>
                </c:pt>
                <c:pt idx="1515">
                  <c:v>0.505333333333</c:v>
                </c:pt>
                <c:pt idx="1516">
                  <c:v>0.505333333333</c:v>
                </c:pt>
                <c:pt idx="1517">
                  <c:v>0.506</c:v>
                </c:pt>
                <c:pt idx="1518">
                  <c:v>0.506</c:v>
                </c:pt>
                <c:pt idx="1519">
                  <c:v>0.506666666667</c:v>
                </c:pt>
                <c:pt idx="1520">
                  <c:v>0.506666666667</c:v>
                </c:pt>
                <c:pt idx="1521">
                  <c:v>0.507333333333</c:v>
                </c:pt>
                <c:pt idx="1522">
                  <c:v>0.507333333333</c:v>
                </c:pt>
                <c:pt idx="1523">
                  <c:v>0.508</c:v>
                </c:pt>
                <c:pt idx="1524">
                  <c:v>0.508</c:v>
                </c:pt>
                <c:pt idx="1525">
                  <c:v>0.508666666667</c:v>
                </c:pt>
                <c:pt idx="1526">
                  <c:v>0.508666666667</c:v>
                </c:pt>
                <c:pt idx="1527">
                  <c:v>0.509333333333</c:v>
                </c:pt>
                <c:pt idx="1528">
                  <c:v>0.509333333333</c:v>
                </c:pt>
                <c:pt idx="1529">
                  <c:v>0.51</c:v>
                </c:pt>
                <c:pt idx="1530">
                  <c:v>0.51</c:v>
                </c:pt>
                <c:pt idx="1531">
                  <c:v>0.510666666667</c:v>
                </c:pt>
                <c:pt idx="1532">
                  <c:v>0.510666666667</c:v>
                </c:pt>
                <c:pt idx="1533">
                  <c:v>0.511333333333</c:v>
                </c:pt>
                <c:pt idx="1534">
                  <c:v>0.511333333333</c:v>
                </c:pt>
                <c:pt idx="1535">
                  <c:v>0.512</c:v>
                </c:pt>
                <c:pt idx="1536">
                  <c:v>0.512</c:v>
                </c:pt>
                <c:pt idx="1537">
                  <c:v>0.512666666667</c:v>
                </c:pt>
                <c:pt idx="1538">
                  <c:v>0.512666666667</c:v>
                </c:pt>
                <c:pt idx="1539">
                  <c:v>0.513333333333</c:v>
                </c:pt>
                <c:pt idx="1540">
                  <c:v>0.513333333333</c:v>
                </c:pt>
                <c:pt idx="1541">
                  <c:v>0.514</c:v>
                </c:pt>
                <c:pt idx="1542">
                  <c:v>0.514</c:v>
                </c:pt>
                <c:pt idx="1543">
                  <c:v>0.514666666667</c:v>
                </c:pt>
                <c:pt idx="1544">
                  <c:v>0.514666666667</c:v>
                </c:pt>
                <c:pt idx="1545">
                  <c:v>0.515333333333</c:v>
                </c:pt>
                <c:pt idx="1546">
                  <c:v>0.515333333333</c:v>
                </c:pt>
                <c:pt idx="1547">
                  <c:v>0.516</c:v>
                </c:pt>
                <c:pt idx="1548">
                  <c:v>0.516</c:v>
                </c:pt>
                <c:pt idx="1549">
                  <c:v>0.516666666667</c:v>
                </c:pt>
                <c:pt idx="1550">
                  <c:v>0.516666666667</c:v>
                </c:pt>
                <c:pt idx="1551">
                  <c:v>0.517333333333</c:v>
                </c:pt>
                <c:pt idx="1552">
                  <c:v>0.517333333333</c:v>
                </c:pt>
                <c:pt idx="1553">
                  <c:v>0.518</c:v>
                </c:pt>
                <c:pt idx="1554">
                  <c:v>0.518</c:v>
                </c:pt>
                <c:pt idx="1555">
                  <c:v>0.518666666667</c:v>
                </c:pt>
                <c:pt idx="1556">
                  <c:v>0.518666666667</c:v>
                </c:pt>
                <c:pt idx="1557">
                  <c:v>0.519333333333</c:v>
                </c:pt>
                <c:pt idx="1558">
                  <c:v>0.519333333333</c:v>
                </c:pt>
                <c:pt idx="1559">
                  <c:v>0.52</c:v>
                </c:pt>
                <c:pt idx="1560">
                  <c:v>0.52</c:v>
                </c:pt>
                <c:pt idx="1561">
                  <c:v>0.520666666667</c:v>
                </c:pt>
                <c:pt idx="1562">
                  <c:v>0.520666666667</c:v>
                </c:pt>
                <c:pt idx="1563">
                  <c:v>0.521333333333</c:v>
                </c:pt>
                <c:pt idx="1564">
                  <c:v>0.521333333333</c:v>
                </c:pt>
                <c:pt idx="1565">
                  <c:v>0.522</c:v>
                </c:pt>
                <c:pt idx="1566">
                  <c:v>0.522</c:v>
                </c:pt>
                <c:pt idx="1567">
                  <c:v>0.522666666667</c:v>
                </c:pt>
                <c:pt idx="1568">
                  <c:v>0.522666666667</c:v>
                </c:pt>
                <c:pt idx="1569">
                  <c:v>0.523333333333</c:v>
                </c:pt>
                <c:pt idx="1570">
                  <c:v>0.523333333333</c:v>
                </c:pt>
                <c:pt idx="1571">
                  <c:v>0.524</c:v>
                </c:pt>
                <c:pt idx="1572">
                  <c:v>0.524</c:v>
                </c:pt>
                <c:pt idx="1573">
                  <c:v>0.524666666667</c:v>
                </c:pt>
                <c:pt idx="1574">
                  <c:v>0.524666666667</c:v>
                </c:pt>
                <c:pt idx="1575">
                  <c:v>0.525333333333</c:v>
                </c:pt>
                <c:pt idx="1576">
                  <c:v>0.525333333333</c:v>
                </c:pt>
                <c:pt idx="1577">
                  <c:v>0.526</c:v>
                </c:pt>
                <c:pt idx="1578">
                  <c:v>0.526</c:v>
                </c:pt>
                <c:pt idx="1579">
                  <c:v>0.526666666667</c:v>
                </c:pt>
                <c:pt idx="1580">
                  <c:v>0.526666666667</c:v>
                </c:pt>
                <c:pt idx="1581">
                  <c:v>0.527333333333</c:v>
                </c:pt>
                <c:pt idx="1582">
                  <c:v>0.527333333333</c:v>
                </c:pt>
                <c:pt idx="1583">
                  <c:v>0.528</c:v>
                </c:pt>
                <c:pt idx="1584">
                  <c:v>0.528</c:v>
                </c:pt>
                <c:pt idx="1585">
                  <c:v>0.528666666667</c:v>
                </c:pt>
                <c:pt idx="1586">
                  <c:v>0.528666666667</c:v>
                </c:pt>
                <c:pt idx="1587">
                  <c:v>0.529333333333</c:v>
                </c:pt>
                <c:pt idx="1588">
                  <c:v>0.529333333333</c:v>
                </c:pt>
                <c:pt idx="1589">
                  <c:v>0.53</c:v>
                </c:pt>
                <c:pt idx="1590">
                  <c:v>0.53</c:v>
                </c:pt>
                <c:pt idx="1591">
                  <c:v>0.530666666667</c:v>
                </c:pt>
                <c:pt idx="1592">
                  <c:v>0.530666666667</c:v>
                </c:pt>
                <c:pt idx="1593">
                  <c:v>0.531333333333</c:v>
                </c:pt>
                <c:pt idx="1594">
                  <c:v>0.531333333333</c:v>
                </c:pt>
                <c:pt idx="1595">
                  <c:v>0.532</c:v>
                </c:pt>
                <c:pt idx="1596">
                  <c:v>0.532</c:v>
                </c:pt>
                <c:pt idx="1597">
                  <c:v>0.532666666667</c:v>
                </c:pt>
                <c:pt idx="1598">
                  <c:v>0.532666666667</c:v>
                </c:pt>
                <c:pt idx="1599">
                  <c:v>0.533333333333</c:v>
                </c:pt>
                <c:pt idx="1600">
                  <c:v>0.533333333333</c:v>
                </c:pt>
                <c:pt idx="1601">
                  <c:v>0.534</c:v>
                </c:pt>
                <c:pt idx="1602">
                  <c:v>0.534</c:v>
                </c:pt>
                <c:pt idx="1603">
                  <c:v>0.534666666667</c:v>
                </c:pt>
                <c:pt idx="1604">
                  <c:v>0.534666666667</c:v>
                </c:pt>
                <c:pt idx="1605">
                  <c:v>0.535333333333</c:v>
                </c:pt>
                <c:pt idx="1606">
                  <c:v>0.535333333333</c:v>
                </c:pt>
                <c:pt idx="1607">
                  <c:v>0.536</c:v>
                </c:pt>
                <c:pt idx="1608">
                  <c:v>0.536</c:v>
                </c:pt>
                <c:pt idx="1609">
                  <c:v>0.536666666667</c:v>
                </c:pt>
                <c:pt idx="1610">
                  <c:v>0.536666666667</c:v>
                </c:pt>
                <c:pt idx="1611">
                  <c:v>0.537333333333</c:v>
                </c:pt>
                <c:pt idx="1612">
                  <c:v>0.537333333333</c:v>
                </c:pt>
                <c:pt idx="1613">
                  <c:v>0.538</c:v>
                </c:pt>
                <c:pt idx="1614">
                  <c:v>0.538</c:v>
                </c:pt>
                <c:pt idx="1615">
                  <c:v>0.538666666667</c:v>
                </c:pt>
                <c:pt idx="1616">
                  <c:v>0.538666666667</c:v>
                </c:pt>
                <c:pt idx="1617">
                  <c:v>0.539333333333</c:v>
                </c:pt>
                <c:pt idx="1618">
                  <c:v>0.539333333333</c:v>
                </c:pt>
                <c:pt idx="1619">
                  <c:v>0.54</c:v>
                </c:pt>
                <c:pt idx="1620">
                  <c:v>0.54</c:v>
                </c:pt>
                <c:pt idx="1621">
                  <c:v>0.540666666667</c:v>
                </c:pt>
                <c:pt idx="1622">
                  <c:v>0.540666666667</c:v>
                </c:pt>
                <c:pt idx="1623">
                  <c:v>0.541333333333</c:v>
                </c:pt>
                <c:pt idx="1624">
                  <c:v>0.541333333333</c:v>
                </c:pt>
                <c:pt idx="1625">
                  <c:v>0.542</c:v>
                </c:pt>
                <c:pt idx="1626">
                  <c:v>0.542</c:v>
                </c:pt>
                <c:pt idx="1627">
                  <c:v>0.542666666667</c:v>
                </c:pt>
                <c:pt idx="1628">
                  <c:v>0.542666666667</c:v>
                </c:pt>
                <c:pt idx="1629">
                  <c:v>0.543333333333</c:v>
                </c:pt>
                <c:pt idx="1630">
                  <c:v>0.543333333333</c:v>
                </c:pt>
                <c:pt idx="1631">
                  <c:v>0.544</c:v>
                </c:pt>
                <c:pt idx="1632">
                  <c:v>0.544</c:v>
                </c:pt>
                <c:pt idx="1633">
                  <c:v>0.544666666667</c:v>
                </c:pt>
                <c:pt idx="1634">
                  <c:v>0.544666666667</c:v>
                </c:pt>
                <c:pt idx="1635">
                  <c:v>0.545333333333</c:v>
                </c:pt>
                <c:pt idx="1636">
                  <c:v>0.545333333333</c:v>
                </c:pt>
                <c:pt idx="1637">
                  <c:v>0.546</c:v>
                </c:pt>
                <c:pt idx="1638">
                  <c:v>0.546</c:v>
                </c:pt>
                <c:pt idx="1639">
                  <c:v>0.546666666667</c:v>
                </c:pt>
                <c:pt idx="1640">
                  <c:v>0.546666666667</c:v>
                </c:pt>
                <c:pt idx="1641">
                  <c:v>0.547333333333</c:v>
                </c:pt>
                <c:pt idx="1642">
                  <c:v>0.547333333333</c:v>
                </c:pt>
                <c:pt idx="1643">
                  <c:v>0.548</c:v>
                </c:pt>
                <c:pt idx="1644">
                  <c:v>0.548</c:v>
                </c:pt>
                <c:pt idx="1645">
                  <c:v>0.548666666667</c:v>
                </c:pt>
                <c:pt idx="1646">
                  <c:v>0.548666666667</c:v>
                </c:pt>
                <c:pt idx="1647">
                  <c:v>0.549333333333</c:v>
                </c:pt>
                <c:pt idx="1648">
                  <c:v>0.549333333333</c:v>
                </c:pt>
                <c:pt idx="1649">
                  <c:v>0.55</c:v>
                </c:pt>
                <c:pt idx="1650">
                  <c:v>0.55</c:v>
                </c:pt>
                <c:pt idx="1651">
                  <c:v>0.550666666667</c:v>
                </c:pt>
                <c:pt idx="1652">
                  <c:v>0.550666666667</c:v>
                </c:pt>
                <c:pt idx="1653">
                  <c:v>0.551333333333</c:v>
                </c:pt>
                <c:pt idx="1654">
                  <c:v>0.551333333333</c:v>
                </c:pt>
                <c:pt idx="1655">
                  <c:v>0.552</c:v>
                </c:pt>
                <c:pt idx="1656">
                  <c:v>0.552</c:v>
                </c:pt>
                <c:pt idx="1657">
                  <c:v>0.552666666667</c:v>
                </c:pt>
                <c:pt idx="1658">
                  <c:v>0.552666666667</c:v>
                </c:pt>
                <c:pt idx="1659">
                  <c:v>0.553333333333</c:v>
                </c:pt>
                <c:pt idx="1660">
                  <c:v>0.553333333333</c:v>
                </c:pt>
                <c:pt idx="1661">
                  <c:v>0.554</c:v>
                </c:pt>
                <c:pt idx="1662">
                  <c:v>0.554</c:v>
                </c:pt>
                <c:pt idx="1663">
                  <c:v>0.554666666667</c:v>
                </c:pt>
                <c:pt idx="1664">
                  <c:v>0.554666666667</c:v>
                </c:pt>
                <c:pt idx="1665">
                  <c:v>0.555333333333</c:v>
                </c:pt>
                <c:pt idx="1666">
                  <c:v>0.555333333333</c:v>
                </c:pt>
                <c:pt idx="1667">
                  <c:v>0.556</c:v>
                </c:pt>
                <c:pt idx="1668">
                  <c:v>0.556</c:v>
                </c:pt>
                <c:pt idx="1669">
                  <c:v>0.556666666667</c:v>
                </c:pt>
                <c:pt idx="1670">
                  <c:v>0.556666666667</c:v>
                </c:pt>
                <c:pt idx="1671">
                  <c:v>0.557333333333</c:v>
                </c:pt>
                <c:pt idx="1672">
                  <c:v>0.557333333333</c:v>
                </c:pt>
                <c:pt idx="1673">
                  <c:v>0.558</c:v>
                </c:pt>
                <c:pt idx="1674">
                  <c:v>0.558</c:v>
                </c:pt>
                <c:pt idx="1675">
                  <c:v>0.558666666667</c:v>
                </c:pt>
                <c:pt idx="1676">
                  <c:v>0.558666666667</c:v>
                </c:pt>
                <c:pt idx="1677">
                  <c:v>0.559333333333</c:v>
                </c:pt>
                <c:pt idx="1678">
                  <c:v>0.559333333333</c:v>
                </c:pt>
                <c:pt idx="1679">
                  <c:v>0.56</c:v>
                </c:pt>
                <c:pt idx="1680">
                  <c:v>0.56</c:v>
                </c:pt>
                <c:pt idx="1681">
                  <c:v>0.560666666667</c:v>
                </c:pt>
                <c:pt idx="1682">
                  <c:v>0.560666666667</c:v>
                </c:pt>
                <c:pt idx="1683">
                  <c:v>0.561333333333</c:v>
                </c:pt>
                <c:pt idx="1684">
                  <c:v>0.561333333333</c:v>
                </c:pt>
                <c:pt idx="1685">
                  <c:v>0.562</c:v>
                </c:pt>
                <c:pt idx="1686">
                  <c:v>0.562</c:v>
                </c:pt>
                <c:pt idx="1687">
                  <c:v>0.562666666667</c:v>
                </c:pt>
                <c:pt idx="1688">
                  <c:v>0.562666666667</c:v>
                </c:pt>
                <c:pt idx="1689">
                  <c:v>0.563333333333</c:v>
                </c:pt>
                <c:pt idx="1690">
                  <c:v>0.563333333333</c:v>
                </c:pt>
                <c:pt idx="1691">
                  <c:v>0.564</c:v>
                </c:pt>
                <c:pt idx="1692">
                  <c:v>0.564</c:v>
                </c:pt>
                <c:pt idx="1693">
                  <c:v>0.564666666667</c:v>
                </c:pt>
                <c:pt idx="1694">
                  <c:v>0.564666666667</c:v>
                </c:pt>
                <c:pt idx="1695">
                  <c:v>0.565333333333</c:v>
                </c:pt>
                <c:pt idx="1696">
                  <c:v>0.565333333333</c:v>
                </c:pt>
                <c:pt idx="1697">
                  <c:v>0.566</c:v>
                </c:pt>
                <c:pt idx="1698">
                  <c:v>0.566</c:v>
                </c:pt>
                <c:pt idx="1699">
                  <c:v>0.566666666667</c:v>
                </c:pt>
                <c:pt idx="1700">
                  <c:v>0.566666666667</c:v>
                </c:pt>
                <c:pt idx="1701">
                  <c:v>0.567333333333</c:v>
                </c:pt>
                <c:pt idx="1702">
                  <c:v>0.567333333333</c:v>
                </c:pt>
                <c:pt idx="1703">
                  <c:v>0.568</c:v>
                </c:pt>
                <c:pt idx="1704">
                  <c:v>0.568</c:v>
                </c:pt>
                <c:pt idx="1705">
                  <c:v>0.568666666667</c:v>
                </c:pt>
                <c:pt idx="1706">
                  <c:v>0.568666666667</c:v>
                </c:pt>
                <c:pt idx="1707">
                  <c:v>0.569333333333</c:v>
                </c:pt>
                <c:pt idx="1708">
                  <c:v>0.569333333333</c:v>
                </c:pt>
                <c:pt idx="1709">
                  <c:v>0.57</c:v>
                </c:pt>
                <c:pt idx="1710">
                  <c:v>0.57</c:v>
                </c:pt>
                <c:pt idx="1711">
                  <c:v>0.570666666667</c:v>
                </c:pt>
                <c:pt idx="1712">
                  <c:v>0.570666666667</c:v>
                </c:pt>
                <c:pt idx="1713">
                  <c:v>0.571333333333</c:v>
                </c:pt>
                <c:pt idx="1714">
                  <c:v>0.571333333333</c:v>
                </c:pt>
                <c:pt idx="1715">
                  <c:v>0.572</c:v>
                </c:pt>
                <c:pt idx="1716">
                  <c:v>0.572</c:v>
                </c:pt>
                <c:pt idx="1717">
                  <c:v>0.572666666667</c:v>
                </c:pt>
                <c:pt idx="1718">
                  <c:v>0.572666666667</c:v>
                </c:pt>
                <c:pt idx="1719">
                  <c:v>0.573333333333</c:v>
                </c:pt>
                <c:pt idx="1720">
                  <c:v>0.573333333333</c:v>
                </c:pt>
                <c:pt idx="1721">
                  <c:v>0.574</c:v>
                </c:pt>
                <c:pt idx="1722">
                  <c:v>0.574</c:v>
                </c:pt>
                <c:pt idx="1723">
                  <c:v>0.574666666667</c:v>
                </c:pt>
                <c:pt idx="1724">
                  <c:v>0.574666666667</c:v>
                </c:pt>
                <c:pt idx="1725">
                  <c:v>0.575333333333</c:v>
                </c:pt>
                <c:pt idx="1726">
                  <c:v>0.575333333333</c:v>
                </c:pt>
                <c:pt idx="1727">
                  <c:v>0.576</c:v>
                </c:pt>
                <c:pt idx="1728">
                  <c:v>0.576</c:v>
                </c:pt>
                <c:pt idx="1729">
                  <c:v>0.576666666667</c:v>
                </c:pt>
                <c:pt idx="1730">
                  <c:v>0.576666666667</c:v>
                </c:pt>
                <c:pt idx="1731">
                  <c:v>0.577333333333</c:v>
                </c:pt>
                <c:pt idx="1732">
                  <c:v>0.577333333333</c:v>
                </c:pt>
                <c:pt idx="1733">
                  <c:v>0.578</c:v>
                </c:pt>
                <c:pt idx="1734">
                  <c:v>0.578</c:v>
                </c:pt>
                <c:pt idx="1735">
                  <c:v>0.578666666667</c:v>
                </c:pt>
                <c:pt idx="1736">
                  <c:v>0.578666666667</c:v>
                </c:pt>
                <c:pt idx="1737">
                  <c:v>0.579333333333</c:v>
                </c:pt>
                <c:pt idx="1738">
                  <c:v>0.579333333333</c:v>
                </c:pt>
                <c:pt idx="1739">
                  <c:v>0.58</c:v>
                </c:pt>
                <c:pt idx="1740">
                  <c:v>0.58</c:v>
                </c:pt>
                <c:pt idx="1741">
                  <c:v>0.580666666667</c:v>
                </c:pt>
                <c:pt idx="1742">
                  <c:v>0.580666666667</c:v>
                </c:pt>
                <c:pt idx="1743">
                  <c:v>0.581333333333</c:v>
                </c:pt>
                <c:pt idx="1744">
                  <c:v>0.581333333333</c:v>
                </c:pt>
                <c:pt idx="1745">
                  <c:v>0.582</c:v>
                </c:pt>
                <c:pt idx="1746">
                  <c:v>0.582</c:v>
                </c:pt>
                <c:pt idx="1747">
                  <c:v>0.582666666667</c:v>
                </c:pt>
                <c:pt idx="1748">
                  <c:v>0.582666666667</c:v>
                </c:pt>
                <c:pt idx="1749">
                  <c:v>0.583333333333</c:v>
                </c:pt>
                <c:pt idx="1750">
                  <c:v>0.583333333333</c:v>
                </c:pt>
                <c:pt idx="1751">
                  <c:v>0.584</c:v>
                </c:pt>
                <c:pt idx="1752">
                  <c:v>0.584</c:v>
                </c:pt>
                <c:pt idx="1753">
                  <c:v>0.584666666667</c:v>
                </c:pt>
                <c:pt idx="1754">
                  <c:v>0.584666666667</c:v>
                </c:pt>
                <c:pt idx="1755">
                  <c:v>0.585333333333</c:v>
                </c:pt>
                <c:pt idx="1756">
                  <c:v>0.585333333333</c:v>
                </c:pt>
                <c:pt idx="1757">
                  <c:v>0.586</c:v>
                </c:pt>
                <c:pt idx="1758">
                  <c:v>0.586</c:v>
                </c:pt>
                <c:pt idx="1759">
                  <c:v>0.586666666667</c:v>
                </c:pt>
                <c:pt idx="1760">
                  <c:v>0.586666666667</c:v>
                </c:pt>
                <c:pt idx="1761">
                  <c:v>0.587333333333</c:v>
                </c:pt>
                <c:pt idx="1762">
                  <c:v>0.587333333333</c:v>
                </c:pt>
                <c:pt idx="1763">
                  <c:v>0.588</c:v>
                </c:pt>
                <c:pt idx="1764">
                  <c:v>0.588</c:v>
                </c:pt>
                <c:pt idx="1765">
                  <c:v>0.588666666667</c:v>
                </c:pt>
                <c:pt idx="1766">
                  <c:v>0.588666666667</c:v>
                </c:pt>
                <c:pt idx="1767">
                  <c:v>0.589333333333</c:v>
                </c:pt>
                <c:pt idx="1768">
                  <c:v>0.589333333333</c:v>
                </c:pt>
                <c:pt idx="1769">
                  <c:v>0.59</c:v>
                </c:pt>
                <c:pt idx="1770">
                  <c:v>0.59</c:v>
                </c:pt>
                <c:pt idx="1771">
                  <c:v>0.590666666667</c:v>
                </c:pt>
                <c:pt idx="1772">
                  <c:v>0.590666666667</c:v>
                </c:pt>
                <c:pt idx="1773">
                  <c:v>0.591333333333</c:v>
                </c:pt>
                <c:pt idx="1774">
                  <c:v>0.591333333333</c:v>
                </c:pt>
                <c:pt idx="1775">
                  <c:v>0.592</c:v>
                </c:pt>
                <c:pt idx="1776">
                  <c:v>0.592</c:v>
                </c:pt>
                <c:pt idx="1777">
                  <c:v>0.592666666667</c:v>
                </c:pt>
                <c:pt idx="1778">
                  <c:v>0.592666666667</c:v>
                </c:pt>
                <c:pt idx="1779">
                  <c:v>0.593333333333</c:v>
                </c:pt>
                <c:pt idx="1780">
                  <c:v>0.593333333333</c:v>
                </c:pt>
                <c:pt idx="1781">
                  <c:v>0.594</c:v>
                </c:pt>
                <c:pt idx="1782">
                  <c:v>0.594</c:v>
                </c:pt>
                <c:pt idx="1783">
                  <c:v>0.594666666667</c:v>
                </c:pt>
                <c:pt idx="1784">
                  <c:v>0.594666666667</c:v>
                </c:pt>
                <c:pt idx="1785">
                  <c:v>0.595333333333</c:v>
                </c:pt>
                <c:pt idx="1786">
                  <c:v>0.595333333333</c:v>
                </c:pt>
                <c:pt idx="1787">
                  <c:v>0.596</c:v>
                </c:pt>
                <c:pt idx="1788">
                  <c:v>0.596</c:v>
                </c:pt>
                <c:pt idx="1789">
                  <c:v>0.596666666667</c:v>
                </c:pt>
                <c:pt idx="1790">
                  <c:v>0.596666666667</c:v>
                </c:pt>
                <c:pt idx="1791">
                  <c:v>0.597333333333</c:v>
                </c:pt>
                <c:pt idx="1792">
                  <c:v>0.597333333333</c:v>
                </c:pt>
                <c:pt idx="1793">
                  <c:v>0.598</c:v>
                </c:pt>
                <c:pt idx="1794">
                  <c:v>0.598</c:v>
                </c:pt>
                <c:pt idx="1795">
                  <c:v>0.598666666667</c:v>
                </c:pt>
                <c:pt idx="1796">
                  <c:v>0.598666666667</c:v>
                </c:pt>
                <c:pt idx="1797">
                  <c:v>0.599333333333</c:v>
                </c:pt>
                <c:pt idx="1798">
                  <c:v>0.599333333333</c:v>
                </c:pt>
                <c:pt idx="1799">
                  <c:v>0.6</c:v>
                </c:pt>
                <c:pt idx="1800">
                  <c:v>0.6</c:v>
                </c:pt>
                <c:pt idx="1801">
                  <c:v>0.600666666667</c:v>
                </c:pt>
                <c:pt idx="1802">
                  <c:v>0.600666666667</c:v>
                </c:pt>
                <c:pt idx="1803">
                  <c:v>0.601333333333</c:v>
                </c:pt>
                <c:pt idx="1804">
                  <c:v>0.601333333333</c:v>
                </c:pt>
                <c:pt idx="1805">
                  <c:v>0.602</c:v>
                </c:pt>
                <c:pt idx="1806">
                  <c:v>0.602</c:v>
                </c:pt>
                <c:pt idx="1807">
                  <c:v>0.602666666667</c:v>
                </c:pt>
                <c:pt idx="1808">
                  <c:v>0.602666666667</c:v>
                </c:pt>
                <c:pt idx="1809">
                  <c:v>0.603333333333</c:v>
                </c:pt>
                <c:pt idx="1810">
                  <c:v>0.603333333333</c:v>
                </c:pt>
                <c:pt idx="1811">
                  <c:v>0.604</c:v>
                </c:pt>
                <c:pt idx="1812">
                  <c:v>0.604</c:v>
                </c:pt>
                <c:pt idx="1813">
                  <c:v>0.604666666667</c:v>
                </c:pt>
                <c:pt idx="1814">
                  <c:v>0.604666666667</c:v>
                </c:pt>
                <c:pt idx="1815">
                  <c:v>0.605333333333</c:v>
                </c:pt>
                <c:pt idx="1816">
                  <c:v>0.605333333333</c:v>
                </c:pt>
                <c:pt idx="1817">
                  <c:v>0.606</c:v>
                </c:pt>
                <c:pt idx="1818">
                  <c:v>0.606</c:v>
                </c:pt>
                <c:pt idx="1819">
                  <c:v>0.606666666667</c:v>
                </c:pt>
                <c:pt idx="1820">
                  <c:v>0.606666666667</c:v>
                </c:pt>
                <c:pt idx="1821">
                  <c:v>0.607333333333</c:v>
                </c:pt>
                <c:pt idx="1822">
                  <c:v>0.607333333333</c:v>
                </c:pt>
                <c:pt idx="1823">
                  <c:v>0.608</c:v>
                </c:pt>
                <c:pt idx="1824">
                  <c:v>0.608</c:v>
                </c:pt>
                <c:pt idx="1825">
                  <c:v>0.608666666667</c:v>
                </c:pt>
                <c:pt idx="1826">
                  <c:v>0.608666666667</c:v>
                </c:pt>
                <c:pt idx="1827">
                  <c:v>0.609333333333</c:v>
                </c:pt>
                <c:pt idx="1828">
                  <c:v>0.609333333333</c:v>
                </c:pt>
                <c:pt idx="1829">
                  <c:v>0.61</c:v>
                </c:pt>
                <c:pt idx="1830">
                  <c:v>0.61</c:v>
                </c:pt>
                <c:pt idx="1831">
                  <c:v>0.610666666667</c:v>
                </c:pt>
                <c:pt idx="1832">
                  <c:v>0.610666666667</c:v>
                </c:pt>
                <c:pt idx="1833">
                  <c:v>0.611333333333</c:v>
                </c:pt>
                <c:pt idx="1834">
                  <c:v>0.611333333333</c:v>
                </c:pt>
                <c:pt idx="1835">
                  <c:v>0.612</c:v>
                </c:pt>
                <c:pt idx="1836">
                  <c:v>0.612</c:v>
                </c:pt>
                <c:pt idx="1837">
                  <c:v>0.612666666667</c:v>
                </c:pt>
                <c:pt idx="1838">
                  <c:v>0.612666666667</c:v>
                </c:pt>
                <c:pt idx="1839">
                  <c:v>0.613333333333</c:v>
                </c:pt>
                <c:pt idx="1840">
                  <c:v>0.613333333333</c:v>
                </c:pt>
                <c:pt idx="1841">
                  <c:v>0.614</c:v>
                </c:pt>
                <c:pt idx="1842">
                  <c:v>0.614</c:v>
                </c:pt>
                <c:pt idx="1843">
                  <c:v>0.614666666667</c:v>
                </c:pt>
                <c:pt idx="1844">
                  <c:v>0.614666666667</c:v>
                </c:pt>
                <c:pt idx="1845">
                  <c:v>0.615333333333</c:v>
                </c:pt>
                <c:pt idx="1846">
                  <c:v>0.615333333333</c:v>
                </c:pt>
                <c:pt idx="1847">
                  <c:v>0.616</c:v>
                </c:pt>
                <c:pt idx="1848">
                  <c:v>0.616</c:v>
                </c:pt>
                <c:pt idx="1849">
                  <c:v>0.616666666667</c:v>
                </c:pt>
                <c:pt idx="1850">
                  <c:v>0.616666666667</c:v>
                </c:pt>
                <c:pt idx="1851">
                  <c:v>0.617333333333</c:v>
                </c:pt>
                <c:pt idx="1852">
                  <c:v>0.617333333333</c:v>
                </c:pt>
                <c:pt idx="1853">
                  <c:v>0.618</c:v>
                </c:pt>
                <c:pt idx="1854">
                  <c:v>0.618</c:v>
                </c:pt>
                <c:pt idx="1855">
                  <c:v>0.618666666667</c:v>
                </c:pt>
                <c:pt idx="1856">
                  <c:v>0.618666666667</c:v>
                </c:pt>
                <c:pt idx="1857">
                  <c:v>0.619333333333</c:v>
                </c:pt>
                <c:pt idx="1858">
                  <c:v>0.619333333333</c:v>
                </c:pt>
                <c:pt idx="1859">
                  <c:v>0.62</c:v>
                </c:pt>
                <c:pt idx="1860">
                  <c:v>0.62</c:v>
                </c:pt>
                <c:pt idx="1861">
                  <c:v>0.620666666667</c:v>
                </c:pt>
                <c:pt idx="1862">
                  <c:v>0.620666666667</c:v>
                </c:pt>
                <c:pt idx="1863">
                  <c:v>0.621333333333</c:v>
                </c:pt>
                <c:pt idx="1864">
                  <c:v>0.621333333333</c:v>
                </c:pt>
                <c:pt idx="1865">
                  <c:v>0.622</c:v>
                </c:pt>
                <c:pt idx="1866">
                  <c:v>0.622</c:v>
                </c:pt>
                <c:pt idx="1867">
                  <c:v>0.622666666667</c:v>
                </c:pt>
                <c:pt idx="1868">
                  <c:v>0.622666666667</c:v>
                </c:pt>
                <c:pt idx="1869">
                  <c:v>0.623333333333</c:v>
                </c:pt>
                <c:pt idx="1870">
                  <c:v>0.623333333333</c:v>
                </c:pt>
                <c:pt idx="1871">
                  <c:v>0.624</c:v>
                </c:pt>
                <c:pt idx="1872">
                  <c:v>0.624</c:v>
                </c:pt>
                <c:pt idx="1873">
                  <c:v>0.624666666667</c:v>
                </c:pt>
                <c:pt idx="1874">
                  <c:v>0.624666666667</c:v>
                </c:pt>
                <c:pt idx="1875">
                  <c:v>0.625333333333</c:v>
                </c:pt>
                <c:pt idx="1876">
                  <c:v>0.625333333333</c:v>
                </c:pt>
                <c:pt idx="1877">
                  <c:v>0.626</c:v>
                </c:pt>
                <c:pt idx="1878">
                  <c:v>0.626</c:v>
                </c:pt>
                <c:pt idx="1879">
                  <c:v>0.626666666667</c:v>
                </c:pt>
                <c:pt idx="1880">
                  <c:v>0.626666666667</c:v>
                </c:pt>
                <c:pt idx="1881">
                  <c:v>0.627333333333</c:v>
                </c:pt>
                <c:pt idx="1882">
                  <c:v>0.627333333333</c:v>
                </c:pt>
                <c:pt idx="1883">
                  <c:v>0.628</c:v>
                </c:pt>
                <c:pt idx="1884">
                  <c:v>0.628</c:v>
                </c:pt>
                <c:pt idx="1885">
                  <c:v>0.628666666667</c:v>
                </c:pt>
                <c:pt idx="1886">
                  <c:v>0.628666666667</c:v>
                </c:pt>
                <c:pt idx="1887">
                  <c:v>0.629333333333</c:v>
                </c:pt>
                <c:pt idx="1888">
                  <c:v>0.629333333333</c:v>
                </c:pt>
                <c:pt idx="1889">
                  <c:v>0.63</c:v>
                </c:pt>
                <c:pt idx="1890">
                  <c:v>0.63</c:v>
                </c:pt>
                <c:pt idx="1891">
                  <c:v>0.630666666667</c:v>
                </c:pt>
                <c:pt idx="1892">
                  <c:v>0.630666666667</c:v>
                </c:pt>
                <c:pt idx="1893">
                  <c:v>0.631333333333</c:v>
                </c:pt>
                <c:pt idx="1894">
                  <c:v>0.631333333333</c:v>
                </c:pt>
                <c:pt idx="1895">
                  <c:v>0.632</c:v>
                </c:pt>
                <c:pt idx="1896">
                  <c:v>0.632</c:v>
                </c:pt>
                <c:pt idx="1897">
                  <c:v>0.632666666667</c:v>
                </c:pt>
                <c:pt idx="1898">
                  <c:v>0.632666666667</c:v>
                </c:pt>
                <c:pt idx="1899">
                  <c:v>0.633333333333</c:v>
                </c:pt>
                <c:pt idx="1900">
                  <c:v>0.633333333333</c:v>
                </c:pt>
                <c:pt idx="1901">
                  <c:v>0.634</c:v>
                </c:pt>
                <c:pt idx="1902">
                  <c:v>0.634</c:v>
                </c:pt>
                <c:pt idx="1903">
                  <c:v>0.634666666667</c:v>
                </c:pt>
                <c:pt idx="1904">
                  <c:v>0.634666666667</c:v>
                </c:pt>
                <c:pt idx="1905">
                  <c:v>0.635333333333</c:v>
                </c:pt>
                <c:pt idx="1906">
                  <c:v>0.635333333333</c:v>
                </c:pt>
                <c:pt idx="1907">
                  <c:v>0.636</c:v>
                </c:pt>
                <c:pt idx="1908">
                  <c:v>0.636</c:v>
                </c:pt>
                <c:pt idx="1909">
                  <c:v>0.636666666667</c:v>
                </c:pt>
                <c:pt idx="1910">
                  <c:v>0.636666666667</c:v>
                </c:pt>
                <c:pt idx="1911">
                  <c:v>0.637333333333</c:v>
                </c:pt>
                <c:pt idx="1912">
                  <c:v>0.637333333333</c:v>
                </c:pt>
                <c:pt idx="1913">
                  <c:v>0.638</c:v>
                </c:pt>
                <c:pt idx="1914">
                  <c:v>0.638</c:v>
                </c:pt>
                <c:pt idx="1915">
                  <c:v>0.638666666667</c:v>
                </c:pt>
                <c:pt idx="1916">
                  <c:v>0.638666666667</c:v>
                </c:pt>
                <c:pt idx="1917">
                  <c:v>0.639333333333</c:v>
                </c:pt>
                <c:pt idx="1918">
                  <c:v>0.639333333333</c:v>
                </c:pt>
                <c:pt idx="1919">
                  <c:v>0.64</c:v>
                </c:pt>
                <c:pt idx="1920">
                  <c:v>0.64</c:v>
                </c:pt>
                <c:pt idx="1921">
                  <c:v>0.640666666667</c:v>
                </c:pt>
                <c:pt idx="1922">
                  <c:v>0.640666666667</c:v>
                </c:pt>
                <c:pt idx="1923">
                  <c:v>0.641333333333</c:v>
                </c:pt>
                <c:pt idx="1924">
                  <c:v>0.641333333333</c:v>
                </c:pt>
                <c:pt idx="1925">
                  <c:v>0.642</c:v>
                </c:pt>
                <c:pt idx="1926">
                  <c:v>0.642</c:v>
                </c:pt>
                <c:pt idx="1927">
                  <c:v>0.642666666667</c:v>
                </c:pt>
                <c:pt idx="1928">
                  <c:v>0.642666666667</c:v>
                </c:pt>
                <c:pt idx="1929">
                  <c:v>0.643333333333</c:v>
                </c:pt>
                <c:pt idx="1930">
                  <c:v>0.643333333333</c:v>
                </c:pt>
                <c:pt idx="1931">
                  <c:v>0.644</c:v>
                </c:pt>
                <c:pt idx="1932">
                  <c:v>0.644</c:v>
                </c:pt>
                <c:pt idx="1933">
                  <c:v>0.644666666667</c:v>
                </c:pt>
                <c:pt idx="1934">
                  <c:v>0.644666666667</c:v>
                </c:pt>
                <c:pt idx="1935">
                  <c:v>0.645333333333</c:v>
                </c:pt>
                <c:pt idx="1936">
                  <c:v>0.645333333333</c:v>
                </c:pt>
                <c:pt idx="1937">
                  <c:v>0.646</c:v>
                </c:pt>
                <c:pt idx="1938">
                  <c:v>0.646</c:v>
                </c:pt>
                <c:pt idx="1939">
                  <c:v>0.646666666667</c:v>
                </c:pt>
                <c:pt idx="1940">
                  <c:v>0.646666666667</c:v>
                </c:pt>
                <c:pt idx="1941">
                  <c:v>0.647333333333</c:v>
                </c:pt>
                <c:pt idx="1942">
                  <c:v>0.647333333333</c:v>
                </c:pt>
                <c:pt idx="1943">
                  <c:v>0.648</c:v>
                </c:pt>
                <c:pt idx="1944">
                  <c:v>0.648</c:v>
                </c:pt>
                <c:pt idx="1945">
                  <c:v>0.648666666667</c:v>
                </c:pt>
                <c:pt idx="1946">
                  <c:v>0.648666666667</c:v>
                </c:pt>
                <c:pt idx="1947">
                  <c:v>0.649333333333</c:v>
                </c:pt>
                <c:pt idx="1948">
                  <c:v>0.649333333333</c:v>
                </c:pt>
                <c:pt idx="1949">
                  <c:v>0.65</c:v>
                </c:pt>
                <c:pt idx="1950">
                  <c:v>0.65</c:v>
                </c:pt>
                <c:pt idx="1951">
                  <c:v>0.650666666667</c:v>
                </c:pt>
                <c:pt idx="1952">
                  <c:v>0.650666666667</c:v>
                </c:pt>
                <c:pt idx="1953">
                  <c:v>0.651333333333</c:v>
                </c:pt>
                <c:pt idx="1954">
                  <c:v>0.651333333333</c:v>
                </c:pt>
                <c:pt idx="1955">
                  <c:v>0.652</c:v>
                </c:pt>
                <c:pt idx="1956">
                  <c:v>0.652</c:v>
                </c:pt>
                <c:pt idx="1957">
                  <c:v>0.652666666667</c:v>
                </c:pt>
                <c:pt idx="1958">
                  <c:v>0.652666666667</c:v>
                </c:pt>
                <c:pt idx="1959">
                  <c:v>0.653333333333</c:v>
                </c:pt>
                <c:pt idx="1960">
                  <c:v>0.653333333333</c:v>
                </c:pt>
                <c:pt idx="1961">
                  <c:v>0.654</c:v>
                </c:pt>
                <c:pt idx="1962">
                  <c:v>0.654</c:v>
                </c:pt>
                <c:pt idx="1963">
                  <c:v>0.654666666667</c:v>
                </c:pt>
                <c:pt idx="1964">
                  <c:v>0.654666666667</c:v>
                </c:pt>
                <c:pt idx="1965">
                  <c:v>0.655333333333</c:v>
                </c:pt>
                <c:pt idx="1966">
                  <c:v>0.655333333333</c:v>
                </c:pt>
                <c:pt idx="1967">
                  <c:v>0.656</c:v>
                </c:pt>
                <c:pt idx="1968">
                  <c:v>0.656</c:v>
                </c:pt>
                <c:pt idx="1969">
                  <c:v>0.656666666667</c:v>
                </c:pt>
                <c:pt idx="1970">
                  <c:v>0.656666666667</c:v>
                </c:pt>
                <c:pt idx="1971">
                  <c:v>0.657333333333</c:v>
                </c:pt>
                <c:pt idx="1972">
                  <c:v>0.657333333333</c:v>
                </c:pt>
                <c:pt idx="1973">
                  <c:v>0.658</c:v>
                </c:pt>
                <c:pt idx="1974">
                  <c:v>0.658</c:v>
                </c:pt>
                <c:pt idx="1975">
                  <c:v>0.658666666667</c:v>
                </c:pt>
                <c:pt idx="1976">
                  <c:v>0.658666666667</c:v>
                </c:pt>
                <c:pt idx="1977">
                  <c:v>0.659333333333</c:v>
                </c:pt>
                <c:pt idx="1978">
                  <c:v>0.659333333333</c:v>
                </c:pt>
                <c:pt idx="1979">
                  <c:v>0.66</c:v>
                </c:pt>
                <c:pt idx="1980">
                  <c:v>0.66</c:v>
                </c:pt>
                <c:pt idx="1981">
                  <c:v>0.660666666667</c:v>
                </c:pt>
                <c:pt idx="1982">
                  <c:v>0.660666666667</c:v>
                </c:pt>
                <c:pt idx="1983">
                  <c:v>0.661333333333</c:v>
                </c:pt>
                <c:pt idx="1984">
                  <c:v>0.661333333333</c:v>
                </c:pt>
                <c:pt idx="1985">
                  <c:v>0.662</c:v>
                </c:pt>
                <c:pt idx="1986">
                  <c:v>0.662</c:v>
                </c:pt>
                <c:pt idx="1987">
                  <c:v>0.662666666667</c:v>
                </c:pt>
                <c:pt idx="1988">
                  <c:v>0.662666666667</c:v>
                </c:pt>
                <c:pt idx="1989">
                  <c:v>0.663333333333</c:v>
                </c:pt>
                <c:pt idx="1990">
                  <c:v>0.663333333333</c:v>
                </c:pt>
                <c:pt idx="1991">
                  <c:v>0.664</c:v>
                </c:pt>
                <c:pt idx="1992">
                  <c:v>0.664</c:v>
                </c:pt>
                <c:pt idx="1993">
                  <c:v>0.664666666667</c:v>
                </c:pt>
                <c:pt idx="1994">
                  <c:v>0.664666666667</c:v>
                </c:pt>
                <c:pt idx="1995">
                  <c:v>0.665333333333</c:v>
                </c:pt>
                <c:pt idx="1996">
                  <c:v>0.665333333333</c:v>
                </c:pt>
                <c:pt idx="1997">
                  <c:v>0.666</c:v>
                </c:pt>
                <c:pt idx="1998">
                  <c:v>0.666</c:v>
                </c:pt>
                <c:pt idx="1999">
                  <c:v>0.666666666667</c:v>
                </c:pt>
                <c:pt idx="2000">
                  <c:v>0.666666666667</c:v>
                </c:pt>
                <c:pt idx="2001">
                  <c:v>0.667333333333</c:v>
                </c:pt>
                <c:pt idx="2002">
                  <c:v>0.667333333333</c:v>
                </c:pt>
                <c:pt idx="2003">
                  <c:v>0.668</c:v>
                </c:pt>
                <c:pt idx="2004">
                  <c:v>0.668</c:v>
                </c:pt>
                <c:pt idx="2005">
                  <c:v>0.668666666667</c:v>
                </c:pt>
                <c:pt idx="2006">
                  <c:v>0.668666666667</c:v>
                </c:pt>
                <c:pt idx="2007">
                  <c:v>0.669333333333</c:v>
                </c:pt>
                <c:pt idx="2008">
                  <c:v>0.669333333333</c:v>
                </c:pt>
                <c:pt idx="2009">
                  <c:v>0.67</c:v>
                </c:pt>
                <c:pt idx="2010">
                  <c:v>0.67</c:v>
                </c:pt>
                <c:pt idx="2011">
                  <c:v>0.670666666667</c:v>
                </c:pt>
                <c:pt idx="2012">
                  <c:v>0.670666666667</c:v>
                </c:pt>
                <c:pt idx="2013">
                  <c:v>0.671333333333</c:v>
                </c:pt>
                <c:pt idx="2014">
                  <c:v>0.671333333333</c:v>
                </c:pt>
                <c:pt idx="2015">
                  <c:v>0.672</c:v>
                </c:pt>
                <c:pt idx="2016">
                  <c:v>0.672</c:v>
                </c:pt>
                <c:pt idx="2017">
                  <c:v>0.672666666667</c:v>
                </c:pt>
                <c:pt idx="2018">
                  <c:v>0.672666666667</c:v>
                </c:pt>
                <c:pt idx="2019">
                  <c:v>0.673333333333</c:v>
                </c:pt>
                <c:pt idx="2020">
                  <c:v>0.673333333333</c:v>
                </c:pt>
                <c:pt idx="2021">
                  <c:v>0.674</c:v>
                </c:pt>
                <c:pt idx="2022">
                  <c:v>0.674</c:v>
                </c:pt>
                <c:pt idx="2023">
                  <c:v>0.674666666667</c:v>
                </c:pt>
                <c:pt idx="2024">
                  <c:v>0.674666666667</c:v>
                </c:pt>
                <c:pt idx="2025">
                  <c:v>0.675333333333</c:v>
                </c:pt>
                <c:pt idx="2026">
                  <c:v>0.675333333333</c:v>
                </c:pt>
                <c:pt idx="2027">
                  <c:v>0.676</c:v>
                </c:pt>
                <c:pt idx="2028">
                  <c:v>0.676</c:v>
                </c:pt>
                <c:pt idx="2029">
                  <c:v>0.676666666667</c:v>
                </c:pt>
                <c:pt idx="2030">
                  <c:v>0.676666666667</c:v>
                </c:pt>
                <c:pt idx="2031">
                  <c:v>0.677333333333</c:v>
                </c:pt>
                <c:pt idx="2032">
                  <c:v>0.677333333333</c:v>
                </c:pt>
                <c:pt idx="2033">
                  <c:v>0.678</c:v>
                </c:pt>
                <c:pt idx="2034">
                  <c:v>0.678</c:v>
                </c:pt>
                <c:pt idx="2035">
                  <c:v>0.678666666667</c:v>
                </c:pt>
                <c:pt idx="2036">
                  <c:v>0.678666666667</c:v>
                </c:pt>
                <c:pt idx="2037">
                  <c:v>0.679333333333</c:v>
                </c:pt>
                <c:pt idx="2038">
                  <c:v>0.679333333333</c:v>
                </c:pt>
                <c:pt idx="2039">
                  <c:v>0.68</c:v>
                </c:pt>
                <c:pt idx="2040">
                  <c:v>0.68</c:v>
                </c:pt>
                <c:pt idx="2041">
                  <c:v>0.680666666667</c:v>
                </c:pt>
                <c:pt idx="2042">
                  <c:v>0.680666666667</c:v>
                </c:pt>
                <c:pt idx="2043">
                  <c:v>0.681333333333</c:v>
                </c:pt>
                <c:pt idx="2044">
                  <c:v>0.681333333333</c:v>
                </c:pt>
                <c:pt idx="2045">
                  <c:v>0.682</c:v>
                </c:pt>
                <c:pt idx="2046">
                  <c:v>0.682</c:v>
                </c:pt>
                <c:pt idx="2047">
                  <c:v>0.682666666667</c:v>
                </c:pt>
                <c:pt idx="2048">
                  <c:v>0.682666666667</c:v>
                </c:pt>
                <c:pt idx="2049">
                  <c:v>0.683333333333</c:v>
                </c:pt>
                <c:pt idx="2050">
                  <c:v>0.683333333333</c:v>
                </c:pt>
                <c:pt idx="2051">
                  <c:v>0.684</c:v>
                </c:pt>
                <c:pt idx="2052">
                  <c:v>0.684</c:v>
                </c:pt>
                <c:pt idx="2053">
                  <c:v>0.684666666667</c:v>
                </c:pt>
                <c:pt idx="2054">
                  <c:v>0.684666666667</c:v>
                </c:pt>
                <c:pt idx="2055">
                  <c:v>0.685333333333</c:v>
                </c:pt>
                <c:pt idx="2056">
                  <c:v>0.685333333333</c:v>
                </c:pt>
                <c:pt idx="2057">
                  <c:v>0.686</c:v>
                </c:pt>
                <c:pt idx="2058">
                  <c:v>0.686</c:v>
                </c:pt>
                <c:pt idx="2059">
                  <c:v>0.686666666667</c:v>
                </c:pt>
                <c:pt idx="2060">
                  <c:v>0.686666666667</c:v>
                </c:pt>
                <c:pt idx="2061">
                  <c:v>0.687333333333</c:v>
                </c:pt>
                <c:pt idx="2062">
                  <c:v>0.687333333333</c:v>
                </c:pt>
                <c:pt idx="2063">
                  <c:v>0.688</c:v>
                </c:pt>
                <c:pt idx="2064">
                  <c:v>0.688</c:v>
                </c:pt>
                <c:pt idx="2065">
                  <c:v>0.688666666667</c:v>
                </c:pt>
                <c:pt idx="2066">
                  <c:v>0.688666666667</c:v>
                </c:pt>
                <c:pt idx="2067">
                  <c:v>0.689333333333</c:v>
                </c:pt>
                <c:pt idx="2068">
                  <c:v>0.689333333333</c:v>
                </c:pt>
                <c:pt idx="2069">
                  <c:v>0.69</c:v>
                </c:pt>
                <c:pt idx="2070">
                  <c:v>0.69</c:v>
                </c:pt>
                <c:pt idx="2071">
                  <c:v>0.690666666667</c:v>
                </c:pt>
                <c:pt idx="2072">
                  <c:v>0.690666666667</c:v>
                </c:pt>
                <c:pt idx="2073">
                  <c:v>0.691333333333</c:v>
                </c:pt>
                <c:pt idx="2074">
                  <c:v>0.691333333333</c:v>
                </c:pt>
                <c:pt idx="2075">
                  <c:v>0.692</c:v>
                </c:pt>
                <c:pt idx="2076">
                  <c:v>0.692</c:v>
                </c:pt>
                <c:pt idx="2077">
                  <c:v>0.692666666667</c:v>
                </c:pt>
                <c:pt idx="2078">
                  <c:v>0.692666666667</c:v>
                </c:pt>
                <c:pt idx="2079">
                  <c:v>0.693333333333</c:v>
                </c:pt>
                <c:pt idx="2080">
                  <c:v>0.693333333333</c:v>
                </c:pt>
                <c:pt idx="2081">
                  <c:v>0.694</c:v>
                </c:pt>
                <c:pt idx="2082">
                  <c:v>0.694</c:v>
                </c:pt>
                <c:pt idx="2083">
                  <c:v>0.694666666667</c:v>
                </c:pt>
                <c:pt idx="2084">
                  <c:v>0.694666666667</c:v>
                </c:pt>
                <c:pt idx="2085">
                  <c:v>0.695333333333</c:v>
                </c:pt>
                <c:pt idx="2086">
                  <c:v>0.695333333333</c:v>
                </c:pt>
                <c:pt idx="2087">
                  <c:v>0.696</c:v>
                </c:pt>
                <c:pt idx="2088">
                  <c:v>0.696</c:v>
                </c:pt>
                <c:pt idx="2089">
                  <c:v>0.696666666667</c:v>
                </c:pt>
                <c:pt idx="2090">
                  <c:v>0.696666666667</c:v>
                </c:pt>
                <c:pt idx="2091">
                  <c:v>0.697333333333</c:v>
                </c:pt>
                <c:pt idx="2092">
                  <c:v>0.697333333333</c:v>
                </c:pt>
                <c:pt idx="2093">
                  <c:v>0.698</c:v>
                </c:pt>
                <c:pt idx="2094">
                  <c:v>0.698</c:v>
                </c:pt>
                <c:pt idx="2095">
                  <c:v>0.698666666667</c:v>
                </c:pt>
                <c:pt idx="2096">
                  <c:v>0.698666666667</c:v>
                </c:pt>
                <c:pt idx="2097">
                  <c:v>0.699333333333</c:v>
                </c:pt>
                <c:pt idx="2098">
                  <c:v>0.699333333333</c:v>
                </c:pt>
                <c:pt idx="2099">
                  <c:v>0.7</c:v>
                </c:pt>
                <c:pt idx="2100">
                  <c:v>0.7</c:v>
                </c:pt>
                <c:pt idx="2101">
                  <c:v>0.700666666667</c:v>
                </c:pt>
                <c:pt idx="2102">
                  <c:v>0.700666666667</c:v>
                </c:pt>
                <c:pt idx="2103">
                  <c:v>0.701333333333</c:v>
                </c:pt>
                <c:pt idx="2104">
                  <c:v>0.701333333333</c:v>
                </c:pt>
                <c:pt idx="2105">
                  <c:v>0.702</c:v>
                </c:pt>
                <c:pt idx="2106">
                  <c:v>0.702</c:v>
                </c:pt>
                <c:pt idx="2107">
                  <c:v>0.702666666667</c:v>
                </c:pt>
                <c:pt idx="2108">
                  <c:v>0.702666666667</c:v>
                </c:pt>
                <c:pt idx="2109">
                  <c:v>0.703333333333</c:v>
                </c:pt>
                <c:pt idx="2110">
                  <c:v>0.703333333333</c:v>
                </c:pt>
                <c:pt idx="2111">
                  <c:v>0.704</c:v>
                </c:pt>
                <c:pt idx="2112">
                  <c:v>0.704</c:v>
                </c:pt>
                <c:pt idx="2113">
                  <c:v>0.704666666667</c:v>
                </c:pt>
                <c:pt idx="2114">
                  <c:v>0.704666666667</c:v>
                </c:pt>
                <c:pt idx="2115">
                  <c:v>0.705333333333</c:v>
                </c:pt>
                <c:pt idx="2116">
                  <c:v>0.705333333333</c:v>
                </c:pt>
                <c:pt idx="2117">
                  <c:v>0.706</c:v>
                </c:pt>
                <c:pt idx="2118">
                  <c:v>0.706</c:v>
                </c:pt>
                <c:pt idx="2119">
                  <c:v>0.706666666667</c:v>
                </c:pt>
                <c:pt idx="2120">
                  <c:v>0.706666666667</c:v>
                </c:pt>
                <c:pt idx="2121">
                  <c:v>0.707333333333</c:v>
                </c:pt>
                <c:pt idx="2122">
                  <c:v>0.707333333333</c:v>
                </c:pt>
                <c:pt idx="2123">
                  <c:v>0.708</c:v>
                </c:pt>
                <c:pt idx="2124">
                  <c:v>0.708</c:v>
                </c:pt>
                <c:pt idx="2125">
                  <c:v>0.708666666667</c:v>
                </c:pt>
                <c:pt idx="2126">
                  <c:v>0.708666666667</c:v>
                </c:pt>
                <c:pt idx="2127">
                  <c:v>0.709333333333</c:v>
                </c:pt>
                <c:pt idx="2128">
                  <c:v>0.709333333333</c:v>
                </c:pt>
                <c:pt idx="2129">
                  <c:v>0.71</c:v>
                </c:pt>
                <c:pt idx="2130">
                  <c:v>0.71</c:v>
                </c:pt>
                <c:pt idx="2131">
                  <c:v>0.710666666667</c:v>
                </c:pt>
                <c:pt idx="2132">
                  <c:v>0.710666666667</c:v>
                </c:pt>
                <c:pt idx="2133">
                  <c:v>0.711333333333</c:v>
                </c:pt>
                <c:pt idx="2134">
                  <c:v>0.711333333333</c:v>
                </c:pt>
                <c:pt idx="2135">
                  <c:v>0.712</c:v>
                </c:pt>
                <c:pt idx="2136">
                  <c:v>0.712</c:v>
                </c:pt>
                <c:pt idx="2137">
                  <c:v>0.712666666667</c:v>
                </c:pt>
                <c:pt idx="2138">
                  <c:v>0.712666666667</c:v>
                </c:pt>
                <c:pt idx="2139">
                  <c:v>0.713333333333</c:v>
                </c:pt>
                <c:pt idx="2140">
                  <c:v>0.713333333333</c:v>
                </c:pt>
                <c:pt idx="2141">
                  <c:v>0.714</c:v>
                </c:pt>
                <c:pt idx="2142">
                  <c:v>0.714</c:v>
                </c:pt>
                <c:pt idx="2143">
                  <c:v>0.714666666667</c:v>
                </c:pt>
                <c:pt idx="2144">
                  <c:v>0.714666666667</c:v>
                </c:pt>
                <c:pt idx="2145">
                  <c:v>0.715333333333</c:v>
                </c:pt>
                <c:pt idx="2146">
                  <c:v>0.715333333333</c:v>
                </c:pt>
                <c:pt idx="2147">
                  <c:v>0.716</c:v>
                </c:pt>
                <c:pt idx="2148">
                  <c:v>0.716</c:v>
                </c:pt>
                <c:pt idx="2149">
                  <c:v>0.716666666667</c:v>
                </c:pt>
                <c:pt idx="2150">
                  <c:v>0.716666666667</c:v>
                </c:pt>
                <c:pt idx="2151">
                  <c:v>0.717333333333</c:v>
                </c:pt>
                <c:pt idx="2152">
                  <c:v>0.717333333333</c:v>
                </c:pt>
                <c:pt idx="2153">
                  <c:v>0.718</c:v>
                </c:pt>
                <c:pt idx="2154">
                  <c:v>0.718</c:v>
                </c:pt>
                <c:pt idx="2155">
                  <c:v>0.718666666667</c:v>
                </c:pt>
                <c:pt idx="2156">
                  <c:v>0.718666666667</c:v>
                </c:pt>
                <c:pt idx="2157">
                  <c:v>0.719333333333</c:v>
                </c:pt>
                <c:pt idx="2158">
                  <c:v>0.719333333333</c:v>
                </c:pt>
                <c:pt idx="2159">
                  <c:v>0.72</c:v>
                </c:pt>
                <c:pt idx="2160">
                  <c:v>0.72</c:v>
                </c:pt>
                <c:pt idx="2161">
                  <c:v>0.720666666667</c:v>
                </c:pt>
                <c:pt idx="2162">
                  <c:v>0.720666666667</c:v>
                </c:pt>
                <c:pt idx="2163">
                  <c:v>0.721333333333</c:v>
                </c:pt>
                <c:pt idx="2164">
                  <c:v>0.721333333333</c:v>
                </c:pt>
                <c:pt idx="2165">
                  <c:v>0.722</c:v>
                </c:pt>
                <c:pt idx="2166">
                  <c:v>0.722</c:v>
                </c:pt>
                <c:pt idx="2167">
                  <c:v>0.722666666667</c:v>
                </c:pt>
                <c:pt idx="2168">
                  <c:v>0.722666666667</c:v>
                </c:pt>
                <c:pt idx="2169">
                  <c:v>0.723333333333</c:v>
                </c:pt>
                <c:pt idx="2170">
                  <c:v>0.723333333333</c:v>
                </c:pt>
                <c:pt idx="2171">
                  <c:v>0.724</c:v>
                </c:pt>
                <c:pt idx="2172">
                  <c:v>0.724</c:v>
                </c:pt>
                <c:pt idx="2173">
                  <c:v>0.724666666667</c:v>
                </c:pt>
                <c:pt idx="2174">
                  <c:v>0.724666666667</c:v>
                </c:pt>
                <c:pt idx="2175">
                  <c:v>0.725333333333</c:v>
                </c:pt>
                <c:pt idx="2176">
                  <c:v>0.725333333333</c:v>
                </c:pt>
                <c:pt idx="2177">
                  <c:v>0.726</c:v>
                </c:pt>
                <c:pt idx="2178">
                  <c:v>0.726</c:v>
                </c:pt>
                <c:pt idx="2179">
                  <c:v>0.726666666667</c:v>
                </c:pt>
                <c:pt idx="2180">
                  <c:v>0.726666666667</c:v>
                </c:pt>
                <c:pt idx="2181">
                  <c:v>0.727333333333</c:v>
                </c:pt>
                <c:pt idx="2182">
                  <c:v>0.727333333333</c:v>
                </c:pt>
                <c:pt idx="2183">
                  <c:v>0.728</c:v>
                </c:pt>
                <c:pt idx="2184">
                  <c:v>0.728</c:v>
                </c:pt>
                <c:pt idx="2185">
                  <c:v>0.728666666667</c:v>
                </c:pt>
                <c:pt idx="2186">
                  <c:v>0.728666666667</c:v>
                </c:pt>
                <c:pt idx="2187">
                  <c:v>0.729333333333</c:v>
                </c:pt>
                <c:pt idx="2188">
                  <c:v>0.729333333333</c:v>
                </c:pt>
                <c:pt idx="2189">
                  <c:v>0.73</c:v>
                </c:pt>
                <c:pt idx="2190">
                  <c:v>0.73</c:v>
                </c:pt>
                <c:pt idx="2191">
                  <c:v>0.730666666667</c:v>
                </c:pt>
                <c:pt idx="2192">
                  <c:v>0.730666666667</c:v>
                </c:pt>
                <c:pt idx="2193">
                  <c:v>0.731333333333</c:v>
                </c:pt>
                <c:pt idx="2194">
                  <c:v>0.731333333333</c:v>
                </c:pt>
                <c:pt idx="2195">
                  <c:v>0.732</c:v>
                </c:pt>
                <c:pt idx="2196">
                  <c:v>0.732</c:v>
                </c:pt>
                <c:pt idx="2197">
                  <c:v>0.732666666667</c:v>
                </c:pt>
                <c:pt idx="2198">
                  <c:v>0.732666666667</c:v>
                </c:pt>
                <c:pt idx="2199">
                  <c:v>0.733333333333</c:v>
                </c:pt>
                <c:pt idx="2200">
                  <c:v>0.733333333333</c:v>
                </c:pt>
                <c:pt idx="2201">
                  <c:v>0.734</c:v>
                </c:pt>
                <c:pt idx="2202">
                  <c:v>0.734</c:v>
                </c:pt>
                <c:pt idx="2203">
                  <c:v>0.734666666667</c:v>
                </c:pt>
                <c:pt idx="2204">
                  <c:v>0.734666666667</c:v>
                </c:pt>
                <c:pt idx="2205">
                  <c:v>0.735333333333</c:v>
                </c:pt>
                <c:pt idx="2206">
                  <c:v>0.735333333333</c:v>
                </c:pt>
                <c:pt idx="2207">
                  <c:v>0.736</c:v>
                </c:pt>
                <c:pt idx="2208">
                  <c:v>0.736</c:v>
                </c:pt>
                <c:pt idx="2209">
                  <c:v>0.736666666667</c:v>
                </c:pt>
                <c:pt idx="2210">
                  <c:v>0.736666666667</c:v>
                </c:pt>
                <c:pt idx="2211">
                  <c:v>0.737333333333</c:v>
                </c:pt>
                <c:pt idx="2212">
                  <c:v>0.737333333333</c:v>
                </c:pt>
                <c:pt idx="2213">
                  <c:v>0.738</c:v>
                </c:pt>
                <c:pt idx="2214">
                  <c:v>0.738</c:v>
                </c:pt>
                <c:pt idx="2215">
                  <c:v>0.738666666667</c:v>
                </c:pt>
                <c:pt idx="2216">
                  <c:v>0.738666666667</c:v>
                </c:pt>
                <c:pt idx="2217">
                  <c:v>0.739333333333</c:v>
                </c:pt>
                <c:pt idx="2218">
                  <c:v>0.739333333333</c:v>
                </c:pt>
                <c:pt idx="2219">
                  <c:v>0.74</c:v>
                </c:pt>
                <c:pt idx="2220">
                  <c:v>0.74</c:v>
                </c:pt>
                <c:pt idx="2221">
                  <c:v>0.740666666667</c:v>
                </c:pt>
                <c:pt idx="2222">
                  <c:v>0.740666666667</c:v>
                </c:pt>
                <c:pt idx="2223">
                  <c:v>0.741333333333</c:v>
                </c:pt>
                <c:pt idx="2224">
                  <c:v>0.741333333333</c:v>
                </c:pt>
                <c:pt idx="2225">
                  <c:v>0.742</c:v>
                </c:pt>
                <c:pt idx="2226">
                  <c:v>0.742</c:v>
                </c:pt>
                <c:pt idx="2227">
                  <c:v>0.742666666667</c:v>
                </c:pt>
                <c:pt idx="2228">
                  <c:v>0.742666666667</c:v>
                </c:pt>
                <c:pt idx="2229">
                  <c:v>0.743333333333</c:v>
                </c:pt>
                <c:pt idx="2230">
                  <c:v>0.743333333333</c:v>
                </c:pt>
                <c:pt idx="2231">
                  <c:v>0.744</c:v>
                </c:pt>
                <c:pt idx="2232">
                  <c:v>0.744</c:v>
                </c:pt>
                <c:pt idx="2233">
                  <c:v>0.744666666667</c:v>
                </c:pt>
                <c:pt idx="2234">
                  <c:v>0.744666666667</c:v>
                </c:pt>
                <c:pt idx="2235">
                  <c:v>0.745333333333</c:v>
                </c:pt>
                <c:pt idx="2236">
                  <c:v>0.745333333333</c:v>
                </c:pt>
                <c:pt idx="2237">
                  <c:v>0.746</c:v>
                </c:pt>
                <c:pt idx="2238">
                  <c:v>0.746</c:v>
                </c:pt>
                <c:pt idx="2239">
                  <c:v>0.746666666667</c:v>
                </c:pt>
                <c:pt idx="2240">
                  <c:v>0.746666666667</c:v>
                </c:pt>
                <c:pt idx="2241">
                  <c:v>0.747333333333</c:v>
                </c:pt>
                <c:pt idx="2242">
                  <c:v>0.747333333333</c:v>
                </c:pt>
                <c:pt idx="2243">
                  <c:v>0.748</c:v>
                </c:pt>
                <c:pt idx="2244">
                  <c:v>0.748</c:v>
                </c:pt>
                <c:pt idx="2245">
                  <c:v>0.748666666667</c:v>
                </c:pt>
                <c:pt idx="2246">
                  <c:v>0.748666666667</c:v>
                </c:pt>
                <c:pt idx="2247">
                  <c:v>0.749333333333</c:v>
                </c:pt>
                <c:pt idx="2248">
                  <c:v>0.749333333333</c:v>
                </c:pt>
                <c:pt idx="2249">
                  <c:v>0.75</c:v>
                </c:pt>
                <c:pt idx="2250">
                  <c:v>0.75</c:v>
                </c:pt>
                <c:pt idx="2251">
                  <c:v>0.750666666667</c:v>
                </c:pt>
                <c:pt idx="2252">
                  <c:v>0.750666666667</c:v>
                </c:pt>
                <c:pt idx="2253">
                  <c:v>0.751333333333</c:v>
                </c:pt>
                <c:pt idx="2254">
                  <c:v>0.751333333333</c:v>
                </c:pt>
                <c:pt idx="2255">
                  <c:v>0.752</c:v>
                </c:pt>
                <c:pt idx="2256">
                  <c:v>0.752</c:v>
                </c:pt>
                <c:pt idx="2257">
                  <c:v>0.752666666667</c:v>
                </c:pt>
                <c:pt idx="2258">
                  <c:v>0.752666666667</c:v>
                </c:pt>
                <c:pt idx="2259">
                  <c:v>0.753333333333</c:v>
                </c:pt>
                <c:pt idx="2260">
                  <c:v>0.753333333333</c:v>
                </c:pt>
                <c:pt idx="2261">
                  <c:v>0.754</c:v>
                </c:pt>
                <c:pt idx="2262">
                  <c:v>0.754</c:v>
                </c:pt>
                <c:pt idx="2263">
                  <c:v>0.754666666667</c:v>
                </c:pt>
                <c:pt idx="2264">
                  <c:v>0.754666666667</c:v>
                </c:pt>
                <c:pt idx="2265">
                  <c:v>0.755333333333</c:v>
                </c:pt>
                <c:pt idx="2266">
                  <c:v>0.755333333333</c:v>
                </c:pt>
                <c:pt idx="2267">
                  <c:v>0.756</c:v>
                </c:pt>
                <c:pt idx="2268">
                  <c:v>0.756</c:v>
                </c:pt>
                <c:pt idx="2269">
                  <c:v>0.756666666667</c:v>
                </c:pt>
                <c:pt idx="2270">
                  <c:v>0.756666666667</c:v>
                </c:pt>
                <c:pt idx="2271">
                  <c:v>0.757333333333</c:v>
                </c:pt>
                <c:pt idx="2272">
                  <c:v>0.757333333333</c:v>
                </c:pt>
                <c:pt idx="2273">
                  <c:v>0.758</c:v>
                </c:pt>
                <c:pt idx="2274">
                  <c:v>0.758</c:v>
                </c:pt>
                <c:pt idx="2275">
                  <c:v>0.758666666667</c:v>
                </c:pt>
                <c:pt idx="2276">
                  <c:v>0.758666666667</c:v>
                </c:pt>
                <c:pt idx="2277">
                  <c:v>0.759333333333</c:v>
                </c:pt>
                <c:pt idx="2278">
                  <c:v>0.759333333333</c:v>
                </c:pt>
                <c:pt idx="2279">
                  <c:v>0.76</c:v>
                </c:pt>
                <c:pt idx="2280">
                  <c:v>0.76</c:v>
                </c:pt>
                <c:pt idx="2281">
                  <c:v>0.760666666667</c:v>
                </c:pt>
                <c:pt idx="2282">
                  <c:v>0.760666666667</c:v>
                </c:pt>
                <c:pt idx="2283">
                  <c:v>0.761333333333</c:v>
                </c:pt>
                <c:pt idx="2284">
                  <c:v>0.761333333333</c:v>
                </c:pt>
                <c:pt idx="2285">
                  <c:v>0.762</c:v>
                </c:pt>
                <c:pt idx="2286">
                  <c:v>0.762</c:v>
                </c:pt>
                <c:pt idx="2287">
                  <c:v>0.762666666667</c:v>
                </c:pt>
                <c:pt idx="2288">
                  <c:v>0.762666666667</c:v>
                </c:pt>
                <c:pt idx="2289">
                  <c:v>0.763333333333</c:v>
                </c:pt>
                <c:pt idx="2290">
                  <c:v>0.763333333333</c:v>
                </c:pt>
                <c:pt idx="2291">
                  <c:v>0.764</c:v>
                </c:pt>
                <c:pt idx="2292">
                  <c:v>0.764</c:v>
                </c:pt>
                <c:pt idx="2293">
                  <c:v>0.764666666667</c:v>
                </c:pt>
                <c:pt idx="2294">
                  <c:v>0.764666666667</c:v>
                </c:pt>
                <c:pt idx="2295">
                  <c:v>0.765333333333</c:v>
                </c:pt>
                <c:pt idx="2296">
                  <c:v>0.765333333333</c:v>
                </c:pt>
                <c:pt idx="2297">
                  <c:v>0.766</c:v>
                </c:pt>
                <c:pt idx="2298">
                  <c:v>0.766</c:v>
                </c:pt>
                <c:pt idx="2299">
                  <c:v>0.766666666667</c:v>
                </c:pt>
                <c:pt idx="2300">
                  <c:v>0.766666666667</c:v>
                </c:pt>
                <c:pt idx="2301">
                  <c:v>0.767333333333</c:v>
                </c:pt>
                <c:pt idx="2302">
                  <c:v>0.767333333333</c:v>
                </c:pt>
                <c:pt idx="2303">
                  <c:v>0.768</c:v>
                </c:pt>
                <c:pt idx="2304">
                  <c:v>0.768</c:v>
                </c:pt>
                <c:pt idx="2305">
                  <c:v>0.768666666667</c:v>
                </c:pt>
                <c:pt idx="2306">
                  <c:v>0.768666666667</c:v>
                </c:pt>
                <c:pt idx="2307">
                  <c:v>0.769333333333</c:v>
                </c:pt>
                <c:pt idx="2308">
                  <c:v>0.769333333333</c:v>
                </c:pt>
                <c:pt idx="2309">
                  <c:v>0.77</c:v>
                </c:pt>
                <c:pt idx="2310">
                  <c:v>0.77</c:v>
                </c:pt>
                <c:pt idx="2311">
                  <c:v>0.770666666667</c:v>
                </c:pt>
                <c:pt idx="2312">
                  <c:v>0.770666666667</c:v>
                </c:pt>
                <c:pt idx="2313">
                  <c:v>0.771333333333</c:v>
                </c:pt>
                <c:pt idx="2314">
                  <c:v>0.771333333333</c:v>
                </c:pt>
                <c:pt idx="2315">
                  <c:v>0.772</c:v>
                </c:pt>
                <c:pt idx="2316">
                  <c:v>0.772</c:v>
                </c:pt>
                <c:pt idx="2317">
                  <c:v>0.772666666667</c:v>
                </c:pt>
                <c:pt idx="2318">
                  <c:v>0.772666666667</c:v>
                </c:pt>
                <c:pt idx="2319">
                  <c:v>0.773333333333</c:v>
                </c:pt>
                <c:pt idx="2320">
                  <c:v>0.773333333333</c:v>
                </c:pt>
                <c:pt idx="2321">
                  <c:v>0.774</c:v>
                </c:pt>
                <c:pt idx="2322">
                  <c:v>0.774</c:v>
                </c:pt>
                <c:pt idx="2323">
                  <c:v>0.774666666667</c:v>
                </c:pt>
                <c:pt idx="2324">
                  <c:v>0.774666666667</c:v>
                </c:pt>
                <c:pt idx="2325">
                  <c:v>0.775333333333</c:v>
                </c:pt>
                <c:pt idx="2326">
                  <c:v>0.775333333333</c:v>
                </c:pt>
                <c:pt idx="2327">
                  <c:v>0.776</c:v>
                </c:pt>
                <c:pt idx="2328">
                  <c:v>0.776</c:v>
                </c:pt>
                <c:pt idx="2329">
                  <c:v>0.776666666667</c:v>
                </c:pt>
                <c:pt idx="2330">
                  <c:v>0.776666666667</c:v>
                </c:pt>
                <c:pt idx="2331">
                  <c:v>0.777333333333</c:v>
                </c:pt>
                <c:pt idx="2332">
                  <c:v>0.777333333333</c:v>
                </c:pt>
                <c:pt idx="2333">
                  <c:v>0.778</c:v>
                </c:pt>
                <c:pt idx="2334">
                  <c:v>0.778</c:v>
                </c:pt>
                <c:pt idx="2335">
                  <c:v>0.778666666667</c:v>
                </c:pt>
                <c:pt idx="2336">
                  <c:v>0.778666666667</c:v>
                </c:pt>
                <c:pt idx="2337">
                  <c:v>0.779333333333</c:v>
                </c:pt>
                <c:pt idx="2338">
                  <c:v>0.779333333333</c:v>
                </c:pt>
                <c:pt idx="2339">
                  <c:v>0.78</c:v>
                </c:pt>
                <c:pt idx="2340">
                  <c:v>0.78</c:v>
                </c:pt>
                <c:pt idx="2341">
                  <c:v>0.780666666667</c:v>
                </c:pt>
                <c:pt idx="2342">
                  <c:v>0.780666666667</c:v>
                </c:pt>
                <c:pt idx="2343">
                  <c:v>0.781333333333</c:v>
                </c:pt>
                <c:pt idx="2344">
                  <c:v>0.781333333333</c:v>
                </c:pt>
                <c:pt idx="2345">
                  <c:v>0.782</c:v>
                </c:pt>
                <c:pt idx="2346">
                  <c:v>0.782</c:v>
                </c:pt>
                <c:pt idx="2347">
                  <c:v>0.782666666667</c:v>
                </c:pt>
                <c:pt idx="2348">
                  <c:v>0.782666666667</c:v>
                </c:pt>
                <c:pt idx="2349">
                  <c:v>0.783333333333</c:v>
                </c:pt>
                <c:pt idx="2350">
                  <c:v>0.783333333333</c:v>
                </c:pt>
                <c:pt idx="2351">
                  <c:v>0.784</c:v>
                </c:pt>
                <c:pt idx="2352">
                  <c:v>0.784</c:v>
                </c:pt>
                <c:pt idx="2353">
                  <c:v>0.784666666667</c:v>
                </c:pt>
                <c:pt idx="2354">
                  <c:v>0.784666666667</c:v>
                </c:pt>
                <c:pt idx="2355">
                  <c:v>0.785333333333</c:v>
                </c:pt>
                <c:pt idx="2356">
                  <c:v>0.785333333333</c:v>
                </c:pt>
                <c:pt idx="2357">
                  <c:v>0.786</c:v>
                </c:pt>
                <c:pt idx="2358">
                  <c:v>0.786</c:v>
                </c:pt>
                <c:pt idx="2359">
                  <c:v>0.786666666667</c:v>
                </c:pt>
                <c:pt idx="2360">
                  <c:v>0.786666666667</c:v>
                </c:pt>
                <c:pt idx="2361">
                  <c:v>0.787333333333</c:v>
                </c:pt>
                <c:pt idx="2362">
                  <c:v>0.787333333333</c:v>
                </c:pt>
                <c:pt idx="2363">
                  <c:v>0.788</c:v>
                </c:pt>
                <c:pt idx="2364">
                  <c:v>0.788</c:v>
                </c:pt>
                <c:pt idx="2365">
                  <c:v>0.788666666667</c:v>
                </c:pt>
                <c:pt idx="2366">
                  <c:v>0.788666666667</c:v>
                </c:pt>
                <c:pt idx="2367">
                  <c:v>0.789333333333</c:v>
                </c:pt>
                <c:pt idx="2368">
                  <c:v>0.789333333333</c:v>
                </c:pt>
                <c:pt idx="2369">
                  <c:v>0.79</c:v>
                </c:pt>
                <c:pt idx="2370">
                  <c:v>0.79</c:v>
                </c:pt>
                <c:pt idx="2371">
                  <c:v>0.790666666667</c:v>
                </c:pt>
                <c:pt idx="2372">
                  <c:v>0.790666666667</c:v>
                </c:pt>
                <c:pt idx="2373">
                  <c:v>0.791333333333</c:v>
                </c:pt>
                <c:pt idx="2374">
                  <c:v>0.791333333333</c:v>
                </c:pt>
                <c:pt idx="2375">
                  <c:v>0.792</c:v>
                </c:pt>
                <c:pt idx="2376">
                  <c:v>0.792</c:v>
                </c:pt>
                <c:pt idx="2377">
                  <c:v>0.792666666667</c:v>
                </c:pt>
                <c:pt idx="2378">
                  <c:v>0.792666666667</c:v>
                </c:pt>
                <c:pt idx="2379">
                  <c:v>0.793333333333</c:v>
                </c:pt>
                <c:pt idx="2380">
                  <c:v>0.793333333333</c:v>
                </c:pt>
                <c:pt idx="2381">
                  <c:v>0.794</c:v>
                </c:pt>
                <c:pt idx="2382">
                  <c:v>0.794</c:v>
                </c:pt>
                <c:pt idx="2383">
                  <c:v>0.794666666667</c:v>
                </c:pt>
                <c:pt idx="2384">
                  <c:v>0.794666666667</c:v>
                </c:pt>
                <c:pt idx="2385">
                  <c:v>0.795333333333</c:v>
                </c:pt>
                <c:pt idx="2386">
                  <c:v>0.795333333333</c:v>
                </c:pt>
                <c:pt idx="2387">
                  <c:v>0.796</c:v>
                </c:pt>
                <c:pt idx="2388">
                  <c:v>0.796</c:v>
                </c:pt>
                <c:pt idx="2389">
                  <c:v>0.796666666667</c:v>
                </c:pt>
                <c:pt idx="2390">
                  <c:v>0.796666666667</c:v>
                </c:pt>
                <c:pt idx="2391">
                  <c:v>0.797333333333</c:v>
                </c:pt>
                <c:pt idx="2392">
                  <c:v>0.797333333333</c:v>
                </c:pt>
                <c:pt idx="2393">
                  <c:v>0.798</c:v>
                </c:pt>
                <c:pt idx="2394">
                  <c:v>0.798</c:v>
                </c:pt>
                <c:pt idx="2395">
                  <c:v>0.798666666667</c:v>
                </c:pt>
                <c:pt idx="2396">
                  <c:v>0.798666666667</c:v>
                </c:pt>
                <c:pt idx="2397">
                  <c:v>0.799333333333</c:v>
                </c:pt>
                <c:pt idx="2398">
                  <c:v>0.799333333333</c:v>
                </c:pt>
                <c:pt idx="2399">
                  <c:v>0.8</c:v>
                </c:pt>
                <c:pt idx="2400">
                  <c:v>0.8</c:v>
                </c:pt>
                <c:pt idx="2401">
                  <c:v>0.800666666667</c:v>
                </c:pt>
                <c:pt idx="2402">
                  <c:v>0.800666666667</c:v>
                </c:pt>
                <c:pt idx="2403">
                  <c:v>0.801333333333</c:v>
                </c:pt>
                <c:pt idx="2404">
                  <c:v>0.801333333333</c:v>
                </c:pt>
                <c:pt idx="2405">
                  <c:v>0.802</c:v>
                </c:pt>
                <c:pt idx="2406">
                  <c:v>0.802</c:v>
                </c:pt>
                <c:pt idx="2407">
                  <c:v>0.802666666667</c:v>
                </c:pt>
                <c:pt idx="2408">
                  <c:v>0.802666666667</c:v>
                </c:pt>
                <c:pt idx="2409">
                  <c:v>0.803333333333</c:v>
                </c:pt>
                <c:pt idx="2410">
                  <c:v>0.803333333333</c:v>
                </c:pt>
                <c:pt idx="2411">
                  <c:v>0.804</c:v>
                </c:pt>
                <c:pt idx="2412">
                  <c:v>0.804</c:v>
                </c:pt>
                <c:pt idx="2413">
                  <c:v>0.804666666667</c:v>
                </c:pt>
                <c:pt idx="2414">
                  <c:v>0.804666666667</c:v>
                </c:pt>
                <c:pt idx="2415">
                  <c:v>0.805333333333</c:v>
                </c:pt>
                <c:pt idx="2416">
                  <c:v>0.805333333333</c:v>
                </c:pt>
                <c:pt idx="2417">
                  <c:v>0.806</c:v>
                </c:pt>
                <c:pt idx="2418">
                  <c:v>0.806</c:v>
                </c:pt>
                <c:pt idx="2419">
                  <c:v>0.806666666667</c:v>
                </c:pt>
                <c:pt idx="2420">
                  <c:v>0.806666666667</c:v>
                </c:pt>
                <c:pt idx="2421">
                  <c:v>0.807333333333</c:v>
                </c:pt>
                <c:pt idx="2422">
                  <c:v>0.807333333333</c:v>
                </c:pt>
                <c:pt idx="2423">
                  <c:v>0.808</c:v>
                </c:pt>
                <c:pt idx="2424">
                  <c:v>0.808</c:v>
                </c:pt>
                <c:pt idx="2425">
                  <c:v>0.808666666667</c:v>
                </c:pt>
                <c:pt idx="2426">
                  <c:v>0.808666666667</c:v>
                </c:pt>
                <c:pt idx="2427">
                  <c:v>0.809333333333</c:v>
                </c:pt>
                <c:pt idx="2428">
                  <c:v>0.809333333333</c:v>
                </c:pt>
                <c:pt idx="2429">
                  <c:v>0.81</c:v>
                </c:pt>
                <c:pt idx="2430">
                  <c:v>0.81</c:v>
                </c:pt>
                <c:pt idx="2431">
                  <c:v>0.810666666667</c:v>
                </c:pt>
                <c:pt idx="2432">
                  <c:v>0.810666666667</c:v>
                </c:pt>
                <c:pt idx="2433">
                  <c:v>0.811333333333</c:v>
                </c:pt>
                <c:pt idx="2434">
                  <c:v>0.811333333333</c:v>
                </c:pt>
                <c:pt idx="2435">
                  <c:v>0.812</c:v>
                </c:pt>
                <c:pt idx="2436">
                  <c:v>0.812</c:v>
                </c:pt>
                <c:pt idx="2437">
                  <c:v>0.812666666667</c:v>
                </c:pt>
                <c:pt idx="2438">
                  <c:v>0.812666666667</c:v>
                </c:pt>
                <c:pt idx="2439">
                  <c:v>0.813333333333</c:v>
                </c:pt>
                <c:pt idx="2440">
                  <c:v>0.813333333333</c:v>
                </c:pt>
                <c:pt idx="2441">
                  <c:v>0.814</c:v>
                </c:pt>
                <c:pt idx="2442">
                  <c:v>0.814</c:v>
                </c:pt>
                <c:pt idx="2443">
                  <c:v>0.814666666667</c:v>
                </c:pt>
                <c:pt idx="2444">
                  <c:v>0.814666666667</c:v>
                </c:pt>
                <c:pt idx="2445">
                  <c:v>0.815333333333</c:v>
                </c:pt>
                <c:pt idx="2446">
                  <c:v>0.815333333333</c:v>
                </c:pt>
                <c:pt idx="2447">
                  <c:v>0.816</c:v>
                </c:pt>
                <c:pt idx="2448">
                  <c:v>0.816</c:v>
                </c:pt>
                <c:pt idx="2449">
                  <c:v>0.816666666667</c:v>
                </c:pt>
                <c:pt idx="2450">
                  <c:v>0.816666666667</c:v>
                </c:pt>
                <c:pt idx="2451">
                  <c:v>0.817333333333</c:v>
                </c:pt>
                <c:pt idx="2452">
                  <c:v>0.817333333333</c:v>
                </c:pt>
                <c:pt idx="2453">
                  <c:v>0.818</c:v>
                </c:pt>
                <c:pt idx="2454">
                  <c:v>0.818</c:v>
                </c:pt>
                <c:pt idx="2455">
                  <c:v>0.818666666667</c:v>
                </c:pt>
                <c:pt idx="2456">
                  <c:v>0.818666666667</c:v>
                </c:pt>
                <c:pt idx="2457">
                  <c:v>0.819333333333</c:v>
                </c:pt>
                <c:pt idx="2458">
                  <c:v>0.819333333333</c:v>
                </c:pt>
                <c:pt idx="2459">
                  <c:v>0.82</c:v>
                </c:pt>
                <c:pt idx="2460">
                  <c:v>0.82</c:v>
                </c:pt>
                <c:pt idx="2461">
                  <c:v>0.820666666667</c:v>
                </c:pt>
                <c:pt idx="2462">
                  <c:v>0.820666666667</c:v>
                </c:pt>
                <c:pt idx="2463">
                  <c:v>0.821333333333</c:v>
                </c:pt>
                <c:pt idx="2464">
                  <c:v>0.821333333333</c:v>
                </c:pt>
                <c:pt idx="2465">
                  <c:v>0.822</c:v>
                </c:pt>
                <c:pt idx="2466">
                  <c:v>0.822</c:v>
                </c:pt>
                <c:pt idx="2467">
                  <c:v>0.822666666667</c:v>
                </c:pt>
                <c:pt idx="2468">
                  <c:v>0.822666666667</c:v>
                </c:pt>
                <c:pt idx="2469">
                  <c:v>0.823333333333</c:v>
                </c:pt>
                <c:pt idx="2470">
                  <c:v>0.823333333333</c:v>
                </c:pt>
                <c:pt idx="2471">
                  <c:v>0.824</c:v>
                </c:pt>
                <c:pt idx="2472">
                  <c:v>0.824</c:v>
                </c:pt>
                <c:pt idx="2473">
                  <c:v>0.824666666667</c:v>
                </c:pt>
                <c:pt idx="2474">
                  <c:v>0.824666666667</c:v>
                </c:pt>
                <c:pt idx="2475">
                  <c:v>0.825333333333</c:v>
                </c:pt>
                <c:pt idx="2476">
                  <c:v>0.825333333333</c:v>
                </c:pt>
                <c:pt idx="2477">
                  <c:v>0.826</c:v>
                </c:pt>
                <c:pt idx="2478">
                  <c:v>0.826</c:v>
                </c:pt>
                <c:pt idx="2479">
                  <c:v>0.826666666667</c:v>
                </c:pt>
                <c:pt idx="2480">
                  <c:v>0.826666666667</c:v>
                </c:pt>
                <c:pt idx="2481">
                  <c:v>0.827333333333</c:v>
                </c:pt>
                <c:pt idx="2482">
                  <c:v>0.827333333333</c:v>
                </c:pt>
                <c:pt idx="2483">
                  <c:v>0.828</c:v>
                </c:pt>
                <c:pt idx="2484">
                  <c:v>0.828</c:v>
                </c:pt>
                <c:pt idx="2485">
                  <c:v>0.828666666667</c:v>
                </c:pt>
                <c:pt idx="2486">
                  <c:v>0.828666666667</c:v>
                </c:pt>
                <c:pt idx="2487">
                  <c:v>0.829333333333</c:v>
                </c:pt>
                <c:pt idx="2488">
                  <c:v>0.829333333333</c:v>
                </c:pt>
                <c:pt idx="2489">
                  <c:v>0.83</c:v>
                </c:pt>
                <c:pt idx="2490">
                  <c:v>0.83</c:v>
                </c:pt>
                <c:pt idx="2491">
                  <c:v>0.830666666667</c:v>
                </c:pt>
                <c:pt idx="2492">
                  <c:v>0.830666666667</c:v>
                </c:pt>
                <c:pt idx="2493">
                  <c:v>0.831333333333</c:v>
                </c:pt>
                <c:pt idx="2494">
                  <c:v>0.831333333333</c:v>
                </c:pt>
                <c:pt idx="2495">
                  <c:v>0.832</c:v>
                </c:pt>
                <c:pt idx="2496">
                  <c:v>0.832</c:v>
                </c:pt>
                <c:pt idx="2497">
                  <c:v>0.832666666667</c:v>
                </c:pt>
                <c:pt idx="2498">
                  <c:v>0.832666666667</c:v>
                </c:pt>
                <c:pt idx="2499">
                  <c:v>0.833333333333</c:v>
                </c:pt>
                <c:pt idx="2500">
                  <c:v>0.833333333333</c:v>
                </c:pt>
                <c:pt idx="2501">
                  <c:v>0.834</c:v>
                </c:pt>
                <c:pt idx="2502">
                  <c:v>0.834</c:v>
                </c:pt>
                <c:pt idx="2503">
                  <c:v>0.834666666667</c:v>
                </c:pt>
                <c:pt idx="2504">
                  <c:v>0.834666666667</c:v>
                </c:pt>
                <c:pt idx="2505">
                  <c:v>0.835333333333</c:v>
                </c:pt>
                <c:pt idx="2506">
                  <c:v>0.835333333333</c:v>
                </c:pt>
                <c:pt idx="2507">
                  <c:v>0.836</c:v>
                </c:pt>
                <c:pt idx="2508">
                  <c:v>0.836</c:v>
                </c:pt>
                <c:pt idx="2509">
                  <c:v>0.836666666667</c:v>
                </c:pt>
                <c:pt idx="2510">
                  <c:v>0.836666666667</c:v>
                </c:pt>
                <c:pt idx="2511">
                  <c:v>0.837333333333</c:v>
                </c:pt>
                <c:pt idx="2512">
                  <c:v>0.837333333333</c:v>
                </c:pt>
                <c:pt idx="2513">
                  <c:v>0.838</c:v>
                </c:pt>
                <c:pt idx="2514">
                  <c:v>0.838</c:v>
                </c:pt>
                <c:pt idx="2515">
                  <c:v>0.838666666667</c:v>
                </c:pt>
                <c:pt idx="2516">
                  <c:v>0.838666666667</c:v>
                </c:pt>
                <c:pt idx="2517">
                  <c:v>0.839333333333</c:v>
                </c:pt>
                <c:pt idx="2518">
                  <c:v>0.839333333333</c:v>
                </c:pt>
                <c:pt idx="2519">
                  <c:v>0.84</c:v>
                </c:pt>
                <c:pt idx="2520">
                  <c:v>0.84</c:v>
                </c:pt>
                <c:pt idx="2521">
                  <c:v>0.840666666667</c:v>
                </c:pt>
                <c:pt idx="2522">
                  <c:v>0.840666666667</c:v>
                </c:pt>
                <c:pt idx="2523">
                  <c:v>0.841333333333</c:v>
                </c:pt>
                <c:pt idx="2524">
                  <c:v>0.841333333333</c:v>
                </c:pt>
                <c:pt idx="2525">
                  <c:v>0.842</c:v>
                </c:pt>
                <c:pt idx="2526">
                  <c:v>0.842</c:v>
                </c:pt>
                <c:pt idx="2527">
                  <c:v>0.842666666667</c:v>
                </c:pt>
                <c:pt idx="2528">
                  <c:v>0.842666666667</c:v>
                </c:pt>
                <c:pt idx="2529">
                  <c:v>0.843333333333</c:v>
                </c:pt>
                <c:pt idx="2530">
                  <c:v>0.843333333333</c:v>
                </c:pt>
                <c:pt idx="2531">
                  <c:v>0.844</c:v>
                </c:pt>
                <c:pt idx="2532">
                  <c:v>0.844</c:v>
                </c:pt>
                <c:pt idx="2533">
                  <c:v>0.844666666667</c:v>
                </c:pt>
                <c:pt idx="2534">
                  <c:v>0.844666666667</c:v>
                </c:pt>
                <c:pt idx="2535">
                  <c:v>0.845333333333</c:v>
                </c:pt>
                <c:pt idx="2536">
                  <c:v>0.845333333333</c:v>
                </c:pt>
                <c:pt idx="2537">
                  <c:v>0.846</c:v>
                </c:pt>
                <c:pt idx="2538">
                  <c:v>0.846</c:v>
                </c:pt>
                <c:pt idx="2539">
                  <c:v>0.846666666667</c:v>
                </c:pt>
                <c:pt idx="2540">
                  <c:v>0.846666666667</c:v>
                </c:pt>
                <c:pt idx="2541">
                  <c:v>0.847333333333</c:v>
                </c:pt>
                <c:pt idx="2542">
                  <c:v>0.847333333333</c:v>
                </c:pt>
                <c:pt idx="2543">
                  <c:v>0.848</c:v>
                </c:pt>
                <c:pt idx="2544">
                  <c:v>0.848</c:v>
                </c:pt>
                <c:pt idx="2545">
                  <c:v>0.848666666667</c:v>
                </c:pt>
                <c:pt idx="2546">
                  <c:v>0.848666666667</c:v>
                </c:pt>
                <c:pt idx="2547">
                  <c:v>0.849333333333</c:v>
                </c:pt>
                <c:pt idx="2548">
                  <c:v>0.849333333333</c:v>
                </c:pt>
                <c:pt idx="2549">
                  <c:v>0.85</c:v>
                </c:pt>
                <c:pt idx="2550">
                  <c:v>0.85</c:v>
                </c:pt>
                <c:pt idx="2551">
                  <c:v>0.850666666667</c:v>
                </c:pt>
                <c:pt idx="2552">
                  <c:v>0.850666666667</c:v>
                </c:pt>
                <c:pt idx="2553">
                  <c:v>0.851333333333</c:v>
                </c:pt>
                <c:pt idx="2554">
                  <c:v>0.851333333333</c:v>
                </c:pt>
                <c:pt idx="2555">
                  <c:v>0.852</c:v>
                </c:pt>
                <c:pt idx="2556">
                  <c:v>0.852</c:v>
                </c:pt>
                <c:pt idx="2557">
                  <c:v>0.852666666667</c:v>
                </c:pt>
                <c:pt idx="2558">
                  <c:v>0.852666666667</c:v>
                </c:pt>
                <c:pt idx="2559">
                  <c:v>0.853333333333</c:v>
                </c:pt>
                <c:pt idx="2560">
                  <c:v>0.853333333333</c:v>
                </c:pt>
                <c:pt idx="2561">
                  <c:v>0.854</c:v>
                </c:pt>
                <c:pt idx="2562">
                  <c:v>0.854</c:v>
                </c:pt>
                <c:pt idx="2563">
                  <c:v>0.854666666667</c:v>
                </c:pt>
                <c:pt idx="2564">
                  <c:v>0.854666666667</c:v>
                </c:pt>
                <c:pt idx="2565">
                  <c:v>0.855333333333</c:v>
                </c:pt>
                <c:pt idx="2566">
                  <c:v>0.855333333333</c:v>
                </c:pt>
                <c:pt idx="2567">
                  <c:v>0.856</c:v>
                </c:pt>
                <c:pt idx="2568">
                  <c:v>0.856</c:v>
                </c:pt>
                <c:pt idx="2569">
                  <c:v>0.856666666667</c:v>
                </c:pt>
                <c:pt idx="2570">
                  <c:v>0.856666666667</c:v>
                </c:pt>
                <c:pt idx="2571">
                  <c:v>0.857333333333</c:v>
                </c:pt>
                <c:pt idx="2572">
                  <c:v>0.857333333333</c:v>
                </c:pt>
                <c:pt idx="2573">
                  <c:v>0.858</c:v>
                </c:pt>
                <c:pt idx="2574">
                  <c:v>0.858</c:v>
                </c:pt>
                <c:pt idx="2575">
                  <c:v>0.858666666667</c:v>
                </c:pt>
                <c:pt idx="2576">
                  <c:v>0.858666666667</c:v>
                </c:pt>
                <c:pt idx="2577">
                  <c:v>0.859333333333</c:v>
                </c:pt>
                <c:pt idx="2578">
                  <c:v>0.859333333333</c:v>
                </c:pt>
                <c:pt idx="2579">
                  <c:v>0.86</c:v>
                </c:pt>
                <c:pt idx="2580">
                  <c:v>0.86</c:v>
                </c:pt>
                <c:pt idx="2581">
                  <c:v>0.860666666667</c:v>
                </c:pt>
                <c:pt idx="2582">
                  <c:v>0.860666666667</c:v>
                </c:pt>
                <c:pt idx="2583">
                  <c:v>0.861333333333</c:v>
                </c:pt>
                <c:pt idx="2584">
                  <c:v>0.861333333333</c:v>
                </c:pt>
                <c:pt idx="2585">
                  <c:v>0.862</c:v>
                </c:pt>
                <c:pt idx="2586">
                  <c:v>0.862</c:v>
                </c:pt>
                <c:pt idx="2587">
                  <c:v>0.862666666667</c:v>
                </c:pt>
                <c:pt idx="2588">
                  <c:v>0.862666666667</c:v>
                </c:pt>
                <c:pt idx="2589">
                  <c:v>0.863333333333</c:v>
                </c:pt>
                <c:pt idx="2590">
                  <c:v>0.863333333333</c:v>
                </c:pt>
                <c:pt idx="2591">
                  <c:v>0.864</c:v>
                </c:pt>
                <c:pt idx="2592">
                  <c:v>0.864</c:v>
                </c:pt>
                <c:pt idx="2593">
                  <c:v>0.864666666667</c:v>
                </c:pt>
                <c:pt idx="2594">
                  <c:v>0.864666666667</c:v>
                </c:pt>
                <c:pt idx="2595">
                  <c:v>0.865333333333</c:v>
                </c:pt>
                <c:pt idx="2596">
                  <c:v>0.865333333333</c:v>
                </c:pt>
                <c:pt idx="2597">
                  <c:v>0.866</c:v>
                </c:pt>
                <c:pt idx="2598">
                  <c:v>0.866</c:v>
                </c:pt>
                <c:pt idx="2599">
                  <c:v>0.866666666667</c:v>
                </c:pt>
                <c:pt idx="2600">
                  <c:v>0.866666666667</c:v>
                </c:pt>
                <c:pt idx="2601">
                  <c:v>0.867333333333</c:v>
                </c:pt>
                <c:pt idx="2602">
                  <c:v>0.867333333333</c:v>
                </c:pt>
                <c:pt idx="2603">
                  <c:v>0.868</c:v>
                </c:pt>
                <c:pt idx="2604">
                  <c:v>0.868</c:v>
                </c:pt>
                <c:pt idx="2605">
                  <c:v>0.868666666667</c:v>
                </c:pt>
                <c:pt idx="2606">
                  <c:v>0.868666666667</c:v>
                </c:pt>
                <c:pt idx="2607">
                  <c:v>0.869333333333</c:v>
                </c:pt>
                <c:pt idx="2608">
                  <c:v>0.869333333333</c:v>
                </c:pt>
                <c:pt idx="2609">
                  <c:v>0.87</c:v>
                </c:pt>
                <c:pt idx="2610">
                  <c:v>0.87</c:v>
                </c:pt>
                <c:pt idx="2611">
                  <c:v>0.870666666667</c:v>
                </c:pt>
                <c:pt idx="2612">
                  <c:v>0.870666666667</c:v>
                </c:pt>
                <c:pt idx="2613">
                  <c:v>0.871333333333</c:v>
                </c:pt>
                <c:pt idx="2614">
                  <c:v>0.871333333333</c:v>
                </c:pt>
                <c:pt idx="2615">
                  <c:v>0.872</c:v>
                </c:pt>
                <c:pt idx="2616">
                  <c:v>0.872</c:v>
                </c:pt>
                <c:pt idx="2617">
                  <c:v>0.872666666667</c:v>
                </c:pt>
                <c:pt idx="2618">
                  <c:v>0.872666666667</c:v>
                </c:pt>
                <c:pt idx="2619">
                  <c:v>0.873333333333</c:v>
                </c:pt>
                <c:pt idx="2620">
                  <c:v>0.873333333333</c:v>
                </c:pt>
                <c:pt idx="2621">
                  <c:v>0.874</c:v>
                </c:pt>
                <c:pt idx="2622">
                  <c:v>0.874</c:v>
                </c:pt>
                <c:pt idx="2623">
                  <c:v>0.874666666667</c:v>
                </c:pt>
                <c:pt idx="2624">
                  <c:v>0.874666666667</c:v>
                </c:pt>
                <c:pt idx="2625">
                  <c:v>0.875333333333</c:v>
                </c:pt>
                <c:pt idx="2626">
                  <c:v>0.875333333333</c:v>
                </c:pt>
                <c:pt idx="2627">
                  <c:v>0.876</c:v>
                </c:pt>
                <c:pt idx="2628">
                  <c:v>0.876</c:v>
                </c:pt>
                <c:pt idx="2629">
                  <c:v>0.876666666667</c:v>
                </c:pt>
                <c:pt idx="2630">
                  <c:v>0.876666666667</c:v>
                </c:pt>
                <c:pt idx="2631">
                  <c:v>0.877333333333</c:v>
                </c:pt>
                <c:pt idx="2632">
                  <c:v>0.877333333333</c:v>
                </c:pt>
                <c:pt idx="2633">
                  <c:v>0.878</c:v>
                </c:pt>
                <c:pt idx="2634">
                  <c:v>0.878</c:v>
                </c:pt>
                <c:pt idx="2635">
                  <c:v>0.878666666667</c:v>
                </c:pt>
                <c:pt idx="2636">
                  <c:v>0.878666666667</c:v>
                </c:pt>
                <c:pt idx="2637">
                  <c:v>0.879333333333</c:v>
                </c:pt>
                <c:pt idx="2638">
                  <c:v>0.879333333333</c:v>
                </c:pt>
                <c:pt idx="2639">
                  <c:v>0.88</c:v>
                </c:pt>
                <c:pt idx="2640">
                  <c:v>0.88</c:v>
                </c:pt>
                <c:pt idx="2641">
                  <c:v>0.880666666667</c:v>
                </c:pt>
                <c:pt idx="2642">
                  <c:v>0.880666666667</c:v>
                </c:pt>
                <c:pt idx="2643">
                  <c:v>0.881333333333</c:v>
                </c:pt>
                <c:pt idx="2644">
                  <c:v>0.881333333333</c:v>
                </c:pt>
                <c:pt idx="2645">
                  <c:v>0.882</c:v>
                </c:pt>
                <c:pt idx="2646">
                  <c:v>0.882</c:v>
                </c:pt>
                <c:pt idx="2647">
                  <c:v>0.882666666667</c:v>
                </c:pt>
                <c:pt idx="2648">
                  <c:v>0.882666666667</c:v>
                </c:pt>
                <c:pt idx="2649">
                  <c:v>0.883333333333</c:v>
                </c:pt>
                <c:pt idx="2650">
                  <c:v>0.883333333333</c:v>
                </c:pt>
                <c:pt idx="2651">
                  <c:v>0.884</c:v>
                </c:pt>
                <c:pt idx="2652">
                  <c:v>0.884</c:v>
                </c:pt>
                <c:pt idx="2653">
                  <c:v>0.884666666667</c:v>
                </c:pt>
                <c:pt idx="2654">
                  <c:v>0.884666666667</c:v>
                </c:pt>
                <c:pt idx="2655">
                  <c:v>0.885333333333</c:v>
                </c:pt>
                <c:pt idx="2656">
                  <c:v>0.885333333333</c:v>
                </c:pt>
                <c:pt idx="2657">
                  <c:v>0.886</c:v>
                </c:pt>
                <c:pt idx="2658">
                  <c:v>0.886</c:v>
                </c:pt>
                <c:pt idx="2659">
                  <c:v>0.886666666667</c:v>
                </c:pt>
                <c:pt idx="2660">
                  <c:v>0.886666666667</c:v>
                </c:pt>
                <c:pt idx="2661">
                  <c:v>0.887333333333</c:v>
                </c:pt>
                <c:pt idx="2662">
                  <c:v>0.887333333333</c:v>
                </c:pt>
                <c:pt idx="2663">
                  <c:v>0.888</c:v>
                </c:pt>
                <c:pt idx="2664">
                  <c:v>0.888</c:v>
                </c:pt>
                <c:pt idx="2665">
                  <c:v>0.888666666667</c:v>
                </c:pt>
                <c:pt idx="2666">
                  <c:v>0.888666666667</c:v>
                </c:pt>
                <c:pt idx="2667">
                  <c:v>0.889333333333</c:v>
                </c:pt>
                <c:pt idx="2668">
                  <c:v>0.889333333333</c:v>
                </c:pt>
                <c:pt idx="2669">
                  <c:v>0.89</c:v>
                </c:pt>
                <c:pt idx="2670">
                  <c:v>0.89</c:v>
                </c:pt>
                <c:pt idx="2671">
                  <c:v>0.890666666667</c:v>
                </c:pt>
                <c:pt idx="2672">
                  <c:v>0.890666666667</c:v>
                </c:pt>
                <c:pt idx="2673">
                  <c:v>0.891333333333</c:v>
                </c:pt>
                <c:pt idx="2674">
                  <c:v>0.891333333333</c:v>
                </c:pt>
                <c:pt idx="2675">
                  <c:v>0.892</c:v>
                </c:pt>
                <c:pt idx="2676">
                  <c:v>0.892</c:v>
                </c:pt>
                <c:pt idx="2677">
                  <c:v>0.892666666667</c:v>
                </c:pt>
                <c:pt idx="2678">
                  <c:v>0.892666666667</c:v>
                </c:pt>
                <c:pt idx="2679">
                  <c:v>0.893333333333</c:v>
                </c:pt>
                <c:pt idx="2680">
                  <c:v>0.893333333333</c:v>
                </c:pt>
                <c:pt idx="2681">
                  <c:v>0.894</c:v>
                </c:pt>
                <c:pt idx="2682">
                  <c:v>0.894</c:v>
                </c:pt>
                <c:pt idx="2683">
                  <c:v>0.894666666667</c:v>
                </c:pt>
                <c:pt idx="2684">
                  <c:v>0.894666666667</c:v>
                </c:pt>
                <c:pt idx="2685">
                  <c:v>0.895333333333</c:v>
                </c:pt>
                <c:pt idx="2686">
                  <c:v>0.895333333333</c:v>
                </c:pt>
                <c:pt idx="2687">
                  <c:v>0.896</c:v>
                </c:pt>
                <c:pt idx="2688">
                  <c:v>0.896</c:v>
                </c:pt>
                <c:pt idx="2689">
                  <c:v>0.896666666667</c:v>
                </c:pt>
                <c:pt idx="2690">
                  <c:v>0.896666666667</c:v>
                </c:pt>
                <c:pt idx="2691">
                  <c:v>0.897333333333</c:v>
                </c:pt>
                <c:pt idx="2692">
                  <c:v>0.897333333333</c:v>
                </c:pt>
                <c:pt idx="2693">
                  <c:v>0.898</c:v>
                </c:pt>
                <c:pt idx="2694">
                  <c:v>0.898</c:v>
                </c:pt>
                <c:pt idx="2695">
                  <c:v>0.898666666667</c:v>
                </c:pt>
                <c:pt idx="2696">
                  <c:v>0.898666666667</c:v>
                </c:pt>
                <c:pt idx="2697">
                  <c:v>0.899333333333</c:v>
                </c:pt>
                <c:pt idx="2698">
                  <c:v>0.899333333333</c:v>
                </c:pt>
                <c:pt idx="2699">
                  <c:v>0.9</c:v>
                </c:pt>
                <c:pt idx="2700">
                  <c:v>0.9</c:v>
                </c:pt>
                <c:pt idx="2701">
                  <c:v>0.900666666667</c:v>
                </c:pt>
                <c:pt idx="2702">
                  <c:v>0.900666666667</c:v>
                </c:pt>
                <c:pt idx="2703">
                  <c:v>0.901333333333</c:v>
                </c:pt>
                <c:pt idx="2704">
                  <c:v>0.901333333333</c:v>
                </c:pt>
                <c:pt idx="2705">
                  <c:v>0.902</c:v>
                </c:pt>
                <c:pt idx="2706">
                  <c:v>0.902</c:v>
                </c:pt>
                <c:pt idx="2707">
                  <c:v>0.902666666667</c:v>
                </c:pt>
                <c:pt idx="2708">
                  <c:v>0.902666666667</c:v>
                </c:pt>
                <c:pt idx="2709">
                  <c:v>0.903333333333</c:v>
                </c:pt>
                <c:pt idx="2710">
                  <c:v>0.903333333333</c:v>
                </c:pt>
                <c:pt idx="2711">
                  <c:v>0.904</c:v>
                </c:pt>
                <c:pt idx="2712">
                  <c:v>0.904</c:v>
                </c:pt>
                <c:pt idx="2713">
                  <c:v>0.904666666667</c:v>
                </c:pt>
                <c:pt idx="2714">
                  <c:v>0.904666666667</c:v>
                </c:pt>
                <c:pt idx="2715">
                  <c:v>0.905333333333</c:v>
                </c:pt>
                <c:pt idx="2716">
                  <c:v>0.905333333333</c:v>
                </c:pt>
                <c:pt idx="2717">
                  <c:v>0.906</c:v>
                </c:pt>
                <c:pt idx="2718">
                  <c:v>0.906</c:v>
                </c:pt>
                <c:pt idx="2719">
                  <c:v>0.906666666667</c:v>
                </c:pt>
                <c:pt idx="2720">
                  <c:v>0.906666666667</c:v>
                </c:pt>
                <c:pt idx="2721">
                  <c:v>0.907333333333</c:v>
                </c:pt>
                <c:pt idx="2722">
                  <c:v>0.907333333333</c:v>
                </c:pt>
                <c:pt idx="2723">
                  <c:v>0.908</c:v>
                </c:pt>
                <c:pt idx="2724">
                  <c:v>0.908</c:v>
                </c:pt>
                <c:pt idx="2725">
                  <c:v>0.908666666667</c:v>
                </c:pt>
                <c:pt idx="2726">
                  <c:v>0.908666666667</c:v>
                </c:pt>
                <c:pt idx="2727">
                  <c:v>0.909333333333</c:v>
                </c:pt>
                <c:pt idx="2728">
                  <c:v>0.909333333333</c:v>
                </c:pt>
                <c:pt idx="2729">
                  <c:v>0.91</c:v>
                </c:pt>
                <c:pt idx="2730">
                  <c:v>0.91</c:v>
                </c:pt>
                <c:pt idx="2731">
                  <c:v>0.910666666667</c:v>
                </c:pt>
                <c:pt idx="2732">
                  <c:v>0.910666666667</c:v>
                </c:pt>
                <c:pt idx="2733">
                  <c:v>0.911333333333</c:v>
                </c:pt>
                <c:pt idx="2734">
                  <c:v>0.911333333333</c:v>
                </c:pt>
                <c:pt idx="2735">
                  <c:v>0.912</c:v>
                </c:pt>
                <c:pt idx="2736">
                  <c:v>0.912</c:v>
                </c:pt>
                <c:pt idx="2737">
                  <c:v>0.912666666667</c:v>
                </c:pt>
                <c:pt idx="2738">
                  <c:v>0.912666666667</c:v>
                </c:pt>
                <c:pt idx="2739">
                  <c:v>0.913333333333</c:v>
                </c:pt>
                <c:pt idx="2740">
                  <c:v>0.913333333333</c:v>
                </c:pt>
                <c:pt idx="2741">
                  <c:v>0.914</c:v>
                </c:pt>
                <c:pt idx="2742">
                  <c:v>0.914</c:v>
                </c:pt>
                <c:pt idx="2743">
                  <c:v>0.914666666667</c:v>
                </c:pt>
                <c:pt idx="2744">
                  <c:v>0.914666666667</c:v>
                </c:pt>
                <c:pt idx="2745">
                  <c:v>0.915333333333</c:v>
                </c:pt>
                <c:pt idx="2746">
                  <c:v>0.915333333333</c:v>
                </c:pt>
                <c:pt idx="2747">
                  <c:v>0.916</c:v>
                </c:pt>
                <c:pt idx="2748">
                  <c:v>0.916</c:v>
                </c:pt>
                <c:pt idx="2749">
                  <c:v>0.916666666667</c:v>
                </c:pt>
                <c:pt idx="2750">
                  <c:v>0.916666666667</c:v>
                </c:pt>
                <c:pt idx="2751">
                  <c:v>0.917333333333</c:v>
                </c:pt>
                <c:pt idx="2752">
                  <c:v>0.917333333333</c:v>
                </c:pt>
                <c:pt idx="2753">
                  <c:v>0.918</c:v>
                </c:pt>
                <c:pt idx="2754">
                  <c:v>0.918</c:v>
                </c:pt>
                <c:pt idx="2755">
                  <c:v>0.918666666667</c:v>
                </c:pt>
                <c:pt idx="2756">
                  <c:v>0.918666666667</c:v>
                </c:pt>
                <c:pt idx="2757">
                  <c:v>0.919333333333</c:v>
                </c:pt>
                <c:pt idx="2758">
                  <c:v>0.919333333333</c:v>
                </c:pt>
                <c:pt idx="2759">
                  <c:v>0.92</c:v>
                </c:pt>
                <c:pt idx="2760">
                  <c:v>0.92</c:v>
                </c:pt>
                <c:pt idx="2761">
                  <c:v>0.920666666667</c:v>
                </c:pt>
                <c:pt idx="2762">
                  <c:v>0.920666666667</c:v>
                </c:pt>
                <c:pt idx="2763">
                  <c:v>0.921333333333</c:v>
                </c:pt>
                <c:pt idx="2764">
                  <c:v>0.921333333333</c:v>
                </c:pt>
                <c:pt idx="2765">
                  <c:v>0.922</c:v>
                </c:pt>
                <c:pt idx="2766">
                  <c:v>0.922</c:v>
                </c:pt>
                <c:pt idx="2767">
                  <c:v>0.922666666667</c:v>
                </c:pt>
                <c:pt idx="2768">
                  <c:v>0.922666666667</c:v>
                </c:pt>
                <c:pt idx="2769">
                  <c:v>0.923333333333</c:v>
                </c:pt>
                <c:pt idx="2770">
                  <c:v>0.923333333333</c:v>
                </c:pt>
                <c:pt idx="2771">
                  <c:v>0.924</c:v>
                </c:pt>
                <c:pt idx="2772">
                  <c:v>0.924</c:v>
                </c:pt>
                <c:pt idx="2773">
                  <c:v>0.924666666667</c:v>
                </c:pt>
                <c:pt idx="2774">
                  <c:v>0.924666666667</c:v>
                </c:pt>
                <c:pt idx="2775">
                  <c:v>0.925333333333</c:v>
                </c:pt>
                <c:pt idx="2776">
                  <c:v>0.925333333333</c:v>
                </c:pt>
                <c:pt idx="2777">
                  <c:v>0.926</c:v>
                </c:pt>
                <c:pt idx="2778">
                  <c:v>0.926</c:v>
                </c:pt>
                <c:pt idx="2779">
                  <c:v>0.926666666667</c:v>
                </c:pt>
                <c:pt idx="2780">
                  <c:v>0.926666666667</c:v>
                </c:pt>
                <c:pt idx="2781">
                  <c:v>0.927333333333</c:v>
                </c:pt>
                <c:pt idx="2782">
                  <c:v>0.927333333333</c:v>
                </c:pt>
                <c:pt idx="2783">
                  <c:v>0.928</c:v>
                </c:pt>
                <c:pt idx="2784">
                  <c:v>0.928</c:v>
                </c:pt>
                <c:pt idx="2785">
                  <c:v>0.928666666667</c:v>
                </c:pt>
                <c:pt idx="2786">
                  <c:v>0.928666666667</c:v>
                </c:pt>
                <c:pt idx="2787">
                  <c:v>0.929333333333</c:v>
                </c:pt>
                <c:pt idx="2788">
                  <c:v>0.929333333333</c:v>
                </c:pt>
                <c:pt idx="2789">
                  <c:v>0.93</c:v>
                </c:pt>
                <c:pt idx="2790">
                  <c:v>0.93</c:v>
                </c:pt>
                <c:pt idx="2791">
                  <c:v>0.930666666667</c:v>
                </c:pt>
                <c:pt idx="2792">
                  <c:v>0.930666666667</c:v>
                </c:pt>
                <c:pt idx="2793">
                  <c:v>0.931333333333</c:v>
                </c:pt>
                <c:pt idx="2794">
                  <c:v>0.931333333333</c:v>
                </c:pt>
                <c:pt idx="2795">
                  <c:v>0.932</c:v>
                </c:pt>
                <c:pt idx="2796">
                  <c:v>0.932</c:v>
                </c:pt>
                <c:pt idx="2797">
                  <c:v>0.932666666667</c:v>
                </c:pt>
                <c:pt idx="2798">
                  <c:v>0.932666666667</c:v>
                </c:pt>
                <c:pt idx="2799">
                  <c:v>0.933333333333</c:v>
                </c:pt>
                <c:pt idx="2800">
                  <c:v>0.933333333333</c:v>
                </c:pt>
                <c:pt idx="2801">
                  <c:v>0.934</c:v>
                </c:pt>
                <c:pt idx="2802">
                  <c:v>0.934</c:v>
                </c:pt>
                <c:pt idx="2803">
                  <c:v>0.934666666667</c:v>
                </c:pt>
                <c:pt idx="2804">
                  <c:v>0.934666666667</c:v>
                </c:pt>
                <c:pt idx="2805">
                  <c:v>0.935333333333</c:v>
                </c:pt>
                <c:pt idx="2806">
                  <c:v>0.935333333333</c:v>
                </c:pt>
                <c:pt idx="2807">
                  <c:v>0.936</c:v>
                </c:pt>
                <c:pt idx="2808">
                  <c:v>0.936</c:v>
                </c:pt>
                <c:pt idx="2809">
                  <c:v>0.936666666667</c:v>
                </c:pt>
                <c:pt idx="2810">
                  <c:v>0.936666666667</c:v>
                </c:pt>
                <c:pt idx="2811">
                  <c:v>0.937333333333</c:v>
                </c:pt>
                <c:pt idx="2812">
                  <c:v>0.937333333333</c:v>
                </c:pt>
                <c:pt idx="2813">
                  <c:v>0.938</c:v>
                </c:pt>
                <c:pt idx="2814">
                  <c:v>0.938</c:v>
                </c:pt>
                <c:pt idx="2815">
                  <c:v>0.938666666667</c:v>
                </c:pt>
                <c:pt idx="2816">
                  <c:v>0.938666666667</c:v>
                </c:pt>
                <c:pt idx="2817">
                  <c:v>0.939333333333</c:v>
                </c:pt>
                <c:pt idx="2818">
                  <c:v>0.939333333333</c:v>
                </c:pt>
                <c:pt idx="2819">
                  <c:v>0.94</c:v>
                </c:pt>
                <c:pt idx="2820">
                  <c:v>0.94</c:v>
                </c:pt>
                <c:pt idx="2821">
                  <c:v>0.940666666667</c:v>
                </c:pt>
                <c:pt idx="2822">
                  <c:v>0.940666666667</c:v>
                </c:pt>
                <c:pt idx="2823">
                  <c:v>0.941333333333</c:v>
                </c:pt>
                <c:pt idx="2824">
                  <c:v>0.941333333333</c:v>
                </c:pt>
                <c:pt idx="2825">
                  <c:v>0.942</c:v>
                </c:pt>
                <c:pt idx="2826">
                  <c:v>0.942</c:v>
                </c:pt>
                <c:pt idx="2827">
                  <c:v>0.942666666667</c:v>
                </c:pt>
                <c:pt idx="2828">
                  <c:v>0.942666666667</c:v>
                </c:pt>
                <c:pt idx="2829">
                  <c:v>0.943333333333</c:v>
                </c:pt>
                <c:pt idx="2830">
                  <c:v>0.943333333333</c:v>
                </c:pt>
                <c:pt idx="2831">
                  <c:v>0.944</c:v>
                </c:pt>
                <c:pt idx="2832">
                  <c:v>0.944</c:v>
                </c:pt>
                <c:pt idx="2833">
                  <c:v>0.944666666667</c:v>
                </c:pt>
                <c:pt idx="2834">
                  <c:v>0.944666666667</c:v>
                </c:pt>
                <c:pt idx="2835">
                  <c:v>0.945333333333</c:v>
                </c:pt>
                <c:pt idx="2836">
                  <c:v>0.945333333333</c:v>
                </c:pt>
                <c:pt idx="2837">
                  <c:v>0.946</c:v>
                </c:pt>
                <c:pt idx="2838">
                  <c:v>0.946</c:v>
                </c:pt>
                <c:pt idx="2839">
                  <c:v>0.946666666667</c:v>
                </c:pt>
                <c:pt idx="2840">
                  <c:v>0.946666666667</c:v>
                </c:pt>
                <c:pt idx="2841">
                  <c:v>0.947333333333</c:v>
                </c:pt>
                <c:pt idx="2842">
                  <c:v>0.947333333333</c:v>
                </c:pt>
                <c:pt idx="2843">
                  <c:v>0.948</c:v>
                </c:pt>
                <c:pt idx="2844">
                  <c:v>0.948</c:v>
                </c:pt>
                <c:pt idx="2845">
                  <c:v>0.948666666667</c:v>
                </c:pt>
                <c:pt idx="2846">
                  <c:v>0.948666666667</c:v>
                </c:pt>
                <c:pt idx="2847">
                  <c:v>0.949333333333</c:v>
                </c:pt>
                <c:pt idx="2848">
                  <c:v>0.949333333333</c:v>
                </c:pt>
                <c:pt idx="2849">
                  <c:v>0.95</c:v>
                </c:pt>
                <c:pt idx="2850">
                  <c:v>0.95</c:v>
                </c:pt>
                <c:pt idx="2851">
                  <c:v>0.950666666667</c:v>
                </c:pt>
                <c:pt idx="2852">
                  <c:v>0.950666666667</c:v>
                </c:pt>
                <c:pt idx="2853">
                  <c:v>0.951333333333</c:v>
                </c:pt>
                <c:pt idx="2854">
                  <c:v>0.951333333333</c:v>
                </c:pt>
                <c:pt idx="2855">
                  <c:v>0.952</c:v>
                </c:pt>
                <c:pt idx="2856">
                  <c:v>0.952</c:v>
                </c:pt>
                <c:pt idx="2857">
                  <c:v>0.952666666667</c:v>
                </c:pt>
                <c:pt idx="2858">
                  <c:v>0.952666666667</c:v>
                </c:pt>
                <c:pt idx="2859">
                  <c:v>0.953333333333</c:v>
                </c:pt>
                <c:pt idx="2860">
                  <c:v>0.953333333333</c:v>
                </c:pt>
                <c:pt idx="2861">
                  <c:v>0.954</c:v>
                </c:pt>
                <c:pt idx="2862">
                  <c:v>0.954</c:v>
                </c:pt>
                <c:pt idx="2863">
                  <c:v>0.954666666667</c:v>
                </c:pt>
                <c:pt idx="2864">
                  <c:v>0.954666666667</c:v>
                </c:pt>
                <c:pt idx="2865">
                  <c:v>0.955333333333</c:v>
                </c:pt>
                <c:pt idx="2866">
                  <c:v>0.955333333333</c:v>
                </c:pt>
                <c:pt idx="2867">
                  <c:v>0.956</c:v>
                </c:pt>
                <c:pt idx="2868">
                  <c:v>0.956</c:v>
                </c:pt>
                <c:pt idx="2869">
                  <c:v>0.956666666667</c:v>
                </c:pt>
                <c:pt idx="2870">
                  <c:v>0.956666666667</c:v>
                </c:pt>
                <c:pt idx="2871">
                  <c:v>0.957333333333</c:v>
                </c:pt>
                <c:pt idx="2872">
                  <c:v>0.957333333333</c:v>
                </c:pt>
                <c:pt idx="2873">
                  <c:v>0.958</c:v>
                </c:pt>
                <c:pt idx="2874">
                  <c:v>0.958</c:v>
                </c:pt>
                <c:pt idx="2875">
                  <c:v>0.958666666667</c:v>
                </c:pt>
                <c:pt idx="2876">
                  <c:v>0.958666666667</c:v>
                </c:pt>
                <c:pt idx="2877">
                  <c:v>0.959333333333</c:v>
                </c:pt>
                <c:pt idx="2878">
                  <c:v>0.959333333333</c:v>
                </c:pt>
                <c:pt idx="2879">
                  <c:v>0.96</c:v>
                </c:pt>
                <c:pt idx="2880">
                  <c:v>0.96</c:v>
                </c:pt>
                <c:pt idx="2881">
                  <c:v>0.960666666667</c:v>
                </c:pt>
                <c:pt idx="2882">
                  <c:v>0.960666666667</c:v>
                </c:pt>
                <c:pt idx="2883">
                  <c:v>0.961333333333</c:v>
                </c:pt>
                <c:pt idx="2884">
                  <c:v>0.961333333333</c:v>
                </c:pt>
                <c:pt idx="2885">
                  <c:v>0.962</c:v>
                </c:pt>
                <c:pt idx="2886">
                  <c:v>0.962</c:v>
                </c:pt>
                <c:pt idx="2887">
                  <c:v>0.962666666667</c:v>
                </c:pt>
                <c:pt idx="2888">
                  <c:v>0.962666666667</c:v>
                </c:pt>
                <c:pt idx="2889">
                  <c:v>0.963333333333</c:v>
                </c:pt>
                <c:pt idx="2890">
                  <c:v>0.963333333333</c:v>
                </c:pt>
                <c:pt idx="2891">
                  <c:v>0.964</c:v>
                </c:pt>
                <c:pt idx="2892">
                  <c:v>0.964</c:v>
                </c:pt>
                <c:pt idx="2893">
                  <c:v>0.964666666667</c:v>
                </c:pt>
                <c:pt idx="2894">
                  <c:v>0.964666666667</c:v>
                </c:pt>
                <c:pt idx="2895">
                  <c:v>0.965333333333</c:v>
                </c:pt>
                <c:pt idx="2896">
                  <c:v>0.965333333333</c:v>
                </c:pt>
                <c:pt idx="2897">
                  <c:v>0.966</c:v>
                </c:pt>
                <c:pt idx="2898">
                  <c:v>0.966</c:v>
                </c:pt>
                <c:pt idx="2899">
                  <c:v>0.966666666667</c:v>
                </c:pt>
                <c:pt idx="2900">
                  <c:v>0.966666666667</c:v>
                </c:pt>
                <c:pt idx="2901">
                  <c:v>0.967333333333</c:v>
                </c:pt>
                <c:pt idx="2902">
                  <c:v>0.967333333333</c:v>
                </c:pt>
                <c:pt idx="2903">
                  <c:v>0.968</c:v>
                </c:pt>
                <c:pt idx="2904">
                  <c:v>0.968</c:v>
                </c:pt>
                <c:pt idx="2905">
                  <c:v>0.968666666667</c:v>
                </c:pt>
                <c:pt idx="2906">
                  <c:v>0.968666666667</c:v>
                </c:pt>
                <c:pt idx="2907">
                  <c:v>0.969333333333</c:v>
                </c:pt>
                <c:pt idx="2908">
                  <c:v>0.969333333333</c:v>
                </c:pt>
                <c:pt idx="2909">
                  <c:v>0.97</c:v>
                </c:pt>
                <c:pt idx="2910">
                  <c:v>0.97</c:v>
                </c:pt>
                <c:pt idx="2911">
                  <c:v>0.970666666667</c:v>
                </c:pt>
                <c:pt idx="2912">
                  <c:v>0.970666666667</c:v>
                </c:pt>
                <c:pt idx="2913">
                  <c:v>0.971333333333</c:v>
                </c:pt>
                <c:pt idx="2914">
                  <c:v>0.971333333333</c:v>
                </c:pt>
                <c:pt idx="2915">
                  <c:v>0.972</c:v>
                </c:pt>
                <c:pt idx="2916">
                  <c:v>0.972</c:v>
                </c:pt>
                <c:pt idx="2917">
                  <c:v>0.972666666667</c:v>
                </c:pt>
                <c:pt idx="2918">
                  <c:v>0.972666666667</c:v>
                </c:pt>
                <c:pt idx="2919">
                  <c:v>0.973333333333</c:v>
                </c:pt>
                <c:pt idx="2920">
                  <c:v>0.973333333333</c:v>
                </c:pt>
                <c:pt idx="2921">
                  <c:v>0.974</c:v>
                </c:pt>
                <c:pt idx="2922">
                  <c:v>0.974</c:v>
                </c:pt>
                <c:pt idx="2923">
                  <c:v>0.974666666667</c:v>
                </c:pt>
                <c:pt idx="2924">
                  <c:v>0.974666666667</c:v>
                </c:pt>
                <c:pt idx="2925">
                  <c:v>0.975333333333</c:v>
                </c:pt>
                <c:pt idx="2926">
                  <c:v>0.975333333333</c:v>
                </c:pt>
                <c:pt idx="2927">
                  <c:v>0.976</c:v>
                </c:pt>
                <c:pt idx="2928">
                  <c:v>0.976</c:v>
                </c:pt>
                <c:pt idx="2929">
                  <c:v>0.976666666667</c:v>
                </c:pt>
                <c:pt idx="2930">
                  <c:v>0.976666666667</c:v>
                </c:pt>
                <c:pt idx="2931">
                  <c:v>0.977333333333</c:v>
                </c:pt>
                <c:pt idx="2932">
                  <c:v>0.977333333333</c:v>
                </c:pt>
                <c:pt idx="2933">
                  <c:v>0.978</c:v>
                </c:pt>
                <c:pt idx="2934">
                  <c:v>0.978</c:v>
                </c:pt>
                <c:pt idx="2935">
                  <c:v>0.978666666667</c:v>
                </c:pt>
                <c:pt idx="2936">
                  <c:v>0.978666666667</c:v>
                </c:pt>
                <c:pt idx="2937">
                  <c:v>0.979333333333</c:v>
                </c:pt>
                <c:pt idx="2938">
                  <c:v>0.979333333333</c:v>
                </c:pt>
                <c:pt idx="2939">
                  <c:v>0.98</c:v>
                </c:pt>
                <c:pt idx="2940">
                  <c:v>0.98</c:v>
                </c:pt>
                <c:pt idx="2941">
                  <c:v>0.980666666667</c:v>
                </c:pt>
                <c:pt idx="2942">
                  <c:v>0.980666666667</c:v>
                </c:pt>
                <c:pt idx="2943">
                  <c:v>0.981333333333</c:v>
                </c:pt>
                <c:pt idx="2944">
                  <c:v>0.981333333333</c:v>
                </c:pt>
                <c:pt idx="2945">
                  <c:v>0.982</c:v>
                </c:pt>
                <c:pt idx="2946">
                  <c:v>0.982</c:v>
                </c:pt>
                <c:pt idx="2947">
                  <c:v>0.982666666667</c:v>
                </c:pt>
                <c:pt idx="2948">
                  <c:v>0.982666666667</c:v>
                </c:pt>
                <c:pt idx="2949">
                  <c:v>0.983333333333</c:v>
                </c:pt>
                <c:pt idx="2950">
                  <c:v>0.983333333333</c:v>
                </c:pt>
                <c:pt idx="2951">
                  <c:v>0.984</c:v>
                </c:pt>
                <c:pt idx="2952">
                  <c:v>0.984</c:v>
                </c:pt>
                <c:pt idx="2953">
                  <c:v>0.984666666667</c:v>
                </c:pt>
                <c:pt idx="2954">
                  <c:v>0.984666666667</c:v>
                </c:pt>
                <c:pt idx="2955">
                  <c:v>0.985333333333</c:v>
                </c:pt>
                <c:pt idx="2956">
                  <c:v>0.985333333333</c:v>
                </c:pt>
                <c:pt idx="2957">
                  <c:v>0.986</c:v>
                </c:pt>
                <c:pt idx="2958">
                  <c:v>0.986</c:v>
                </c:pt>
                <c:pt idx="2959">
                  <c:v>0.986666666667</c:v>
                </c:pt>
                <c:pt idx="2960">
                  <c:v>0.986666666667</c:v>
                </c:pt>
                <c:pt idx="2961">
                  <c:v>0.987333333333</c:v>
                </c:pt>
                <c:pt idx="2962">
                  <c:v>0.987333333333</c:v>
                </c:pt>
                <c:pt idx="2963">
                  <c:v>0.988</c:v>
                </c:pt>
                <c:pt idx="2964">
                  <c:v>0.988</c:v>
                </c:pt>
                <c:pt idx="2965">
                  <c:v>0.988666666667</c:v>
                </c:pt>
                <c:pt idx="2966">
                  <c:v>0.988666666667</c:v>
                </c:pt>
                <c:pt idx="2967">
                  <c:v>0.989333333333</c:v>
                </c:pt>
                <c:pt idx="2968">
                  <c:v>0.989333333333</c:v>
                </c:pt>
                <c:pt idx="2969">
                  <c:v>0.99</c:v>
                </c:pt>
                <c:pt idx="2970">
                  <c:v>0.99</c:v>
                </c:pt>
                <c:pt idx="2971">
                  <c:v>0.990666666667</c:v>
                </c:pt>
                <c:pt idx="2972">
                  <c:v>0.990666666667</c:v>
                </c:pt>
                <c:pt idx="2973">
                  <c:v>0.991333333333</c:v>
                </c:pt>
                <c:pt idx="2974">
                  <c:v>0.991333333333</c:v>
                </c:pt>
                <c:pt idx="2975">
                  <c:v>0.992</c:v>
                </c:pt>
                <c:pt idx="2976">
                  <c:v>0.992</c:v>
                </c:pt>
                <c:pt idx="2977">
                  <c:v>0.992666666667</c:v>
                </c:pt>
                <c:pt idx="2978">
                  <c:v>0.992666666667</c:v>
                </c:pt>
                <c:pt idx="2979">
                  <c:v>0.993333333333</c:v>
                </c:pt>
                <c:pt idx="2980">
                  <c:v>0.993333333333</c:v>
                </c:pt>
                <c:pt idx="2981">
                  <c:v>0.994</c:v>
                </c:pt>
                <c:pt idx="2982">
                  <c:v>0.994</c:v>
                </c:pt>
                <c:pt idx="2983">
                  <c:v>0.994666666667</c:v>
                </c:pt>
                <c:pt idx="2984">
                  <c:v>0.994666666667</c:v>
                </c:pt>
                <c:pt idx="2985">
                  <c:v>0.995333333333</c:v>
                </c:pt>
                <c:pt idx="2986">
                  <c:v>0.995333333333</c:v>
                </c:pt>
                <c:pt idx="2987">
                  <c:v>0.996</c:v>
                </c:pt>
                <c:pt idx="2988">
                  <c:v>0.996</c:v>
                </c:pt>
                <c:pt idx="2989">
                  <c:v>0.996666666667</c:v>
                </c:pt>
                <c:pt idx="2990">
                  <c:v>0.996666666667</c:v>
                </c:pt>
                <c:pt idx="2991">
                  <c:v>0.997333333333</c:v>
                </c:pt>
                <c:pt idx="2992">
                  <c:v>0.997333333333</c:v>
                </c:pt>
                <c:pt idx="2993">
                  <c:v>0.998</c:v>
                </c:pt>
                <c:pt idx="2994">
                  <c:v>0.998</c:v>
                </c:pt>
                <c:pt idx="2995">
                  <c:v>0.998666666667</c:v>
                </c:pt>
                <c:pt idx="2996">
                  <c:v>0.998666666667</c:v>
                </c:pt>
                <c:pt idx="2997">
                  <c:v>0.999333333333</c:v>
                </c:pt>
                <c:pt idx="2998">
                  <c:v>0.999333333333</c:v>
                </c:pt>
                <c:pt idx="2999">
                  <c:v>1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6EDF2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425">
                    <a:solidFill>
                      <a:srgbClr val="101828"/>
                    </a:solidFill>
                    <a:latin typeface="Arial"/>
                    <a:ea typeface="Arial"/>
                    <a:cs typeface="Arial"/>
                  </a:rPr>
                  <a:t>Доля наблюдений ≤ x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425">
                  <a:solidFill>
                    <a:srgbClr val="101828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B7C3CC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87383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</c:valAx>
      <c:valAx>
        <c:axId val="48650112"/>
        <c:scaling>
          <c:orientation val="minMax"/>
          <c:max val="65"/>
          <c:min val="0"/>
        </c:scaling>
        <c:delete val="0"/>
        <c:axPos val="b"/>
        <c:majorGridlines>
          <c:spPr>
            <a:ln xmlns:a="http://schemas.openxmlformats.org/drawingml/2006/main" w="9525">
              <a:solidFill>
                <a:srgbClr val="E6EDF2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425">
                    <a:solidFill>
                      <a:srgbClr val="101828"/>
                    </a:solidFill>
                    <a:latin typeface="Arial"/>
                    <a:ea typeface="Arial"/>
                    <a:cs typeface="Arial"/>
                  </a:rPr>
                  <a:t>Время операции, усл. ед.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425">
                  <a:solidFill>
                    <a:srgbClr val="101828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B7C3CC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87383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75"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</c:chartSpace>
</file>

<file path=ppt/charts/chart8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"/>
        <c:ser>
          <c:idx val="0"/>
          <c:order val="0"/>
          <c:tx>
            <c:v>Y = X²</c:v>
          </c:tx>
          <c:spPr>
            <a:solidFill xmlns:a="http://schemas.openxmlformats.org/drawingml/2006/main">
              <a:srgbClr val="0077FF"/>
            </a:solidFill>
            <a:ln xmlns:a="http://schemas.openxmlformats.org/drawingml/2006/main" w="28575">
              <a:solidFill>
                <a:srgbClr val="0077FF"/>
              </a:solidFill>
            </a:ln>
          </c:spPr>
          <c:marker>
            <c:symbol val="none"/>
            <c:size val="5"/>
          </c:marker>
          <c:xVal>
            <c:numRef>
              <c:f>'Chart Data'!$A$2:$A$102</c:f>
              <c:numCache>
                <c:formatCode>General</c:formatCode>
                <c:ptCount val="101"/>
                <c:pt idx="0">
                  <c:v>-3</c:v>
                </c:pt>
                <c:pt idx="1">
                  <c:v>-2.94</c:v>
                </c:pt>
                <c:pt idx="2">
                  <c:v>-2.88</c:v>
                </c:pt>
                <c:pt idx="3">
                  <c:v>-2.82</c:v>
                </c:pt>
                <c:pt idx="4">
                  <c:v>-2.76</c:v>
                </c:pt>
                <c:pt idx="5">
                  <c:v>-2.7</c:v>
                </c:pt>
                <c:pt idx="6">
                  <c:v>-2.64</c:v>
                </c:pt>
                <c:pt idx="7">
                  <c:v>-2.58</c:v>
                </c:pt>
                <c:pt idx="8">
                  <c:v>-2.52</c:v>
                </c:pt>
                <c:pt idx="9">
                  <c:v>-2.46</c:v>
                </c:pt>
                <c:pt idx="10">
                  <c:v>-2.4</c:v>
                </c:pt>
                <c:pt idx="11">
                  <c:v>-2.34</c:v>
                </c:pt>
                <c:pt idx="12">
                  <c:v>-2.28</c:v>
                </c:pt>
                <c:pt idx="13">
                  <c:v>-2.22</c:v>
                </c:pt>
                <c:pt idx="14">
                  <c:v>-2.16</c:v>
                </c:pt>
                <c:pt idx="15">
                  <c:v>-2.1</c:v>
                </c:pt>
                <c:pt idx="16">
                  <c:v>-2.04</c:v>
                </c:pt>
                <c:pt idx="17">
                  <c:v>-1.98</c:v>
                </c:pt>
                <c:pt idx="18">
                  <c:v>-1.92</c:v>
                </c:pt>
                <c:pt idx="19">
                  <c:v>-1.86</c:v>
                </c:pt>
                <c:pt idx="20">
                  <c:v>-1.8</c:v>
                </c:pt>
                <c:pt idx="21">
                  <c:v>-1.74</c:v>
                </c:pt>
                <c:pt idx="22">
                  <c:v>-1.68</c:v>
                </c:pt>
                <c:pt idx="23">
                  <c:v>-1.62</c:v>
                </c:pt>
                <c:pt idx="24">
                  <c:v>-1.56</c:v>
                </c:pt>
                <c:pt idx="25">
                  <c:v>-1.5</c:v>
                </c:pt>
                <c:pt idx="26">
                  <c:v>-1.44</c:v>
                </c:pt>
                <c:pt idx="27">
                  <c:v>-1.38</c:v>
                </c:pt>
                <c:pt idx="28">
                  <c:v>-1.32</c:v>
                </c:pt>
                <c:pt idx="29">
                  <c:v>-1.26</c:v>
                </c:pt>
                <c:pt idx="30">
                  <c:v>-1.2</c:v>
                </c:pt>
                <c:pt idx="31">
                  <c:v>-1.14</c:v>
                </c:pt>
                <c:pt idx="32">
                  <c:v>-1.08</c:v>
                </c:pt>
                <c:pt idx="33">
                  <c:v>-1.02</c:v>
                </c:pt>
                <c:pt idx="34">
                  <c:v>-0.96</c:v>
                </c:pt>
                <c:pt idx="35">
                  <c:v>-0.9</c:v>
                </c:pt>
                <c:pt idx="36">
                  <c:v>-0.84</c:v>
                </c:pt>
                <c:pt idx="37">
                  <c:v>-0.78</c:v>
                </c:pt>
                <c:pt idx="38">
                  <c:v>-0.72</c:v>
                </c:pt>
                <c:pt idx="39">
                  <c:v>-0.66</c:v>
                </c:pt>
                <c:pt idx="40">
                  <c:v>-0.6</c:v>
                </c:pt>
                <c:pt idx="41">
                  <c:v>-0.54</c:v>
                </c:pt>
                <c:pt idx="42">
                  <c:v>-0.48</c:v>
                </c:pt>
                <c:pt idx="43">
                  <c:v>-0.42</c:v>
                </c:pt>
                <c:pt idx="44">
                  <c:v>-0.36</c:v>
                </c:pt>
                <c:pt idx="45">
                  <c:v>-0.3</c:v>
                </c:pt>
                <c:pt idx="46">
                  <c:v>-0.24</c:v>
                </c:pt>
                <c:pt idx="47">
                  <c:v>-0.18</c:v>
                </c:pt>
                <c:pt idx="48">
                  <c:v>-0.12</c:v>
                </c:pt>
                <c:pt idx="49">
                  <c:v>-0.06</c:v>
                </c:pt>
                <c:pt idx="50">
                  <c:v>0</c:v>
                </c:pt>
                <c:pt idx="51">
                  <c:v>0.06</c:v>
                </c:pt>
                <c:pt idx="52">
                  <c:v>0.12</c:v>
                </c:pt>
                <c:pt idx="53">
                  <c:v>0.18</c:v>
                </c:pt>
                <c:pt idx="54">
                  <c:v>0.24</c:v>
                </c:pt>
                <c:pt idx="55">
                  <c:v>0.3</c:v>
                </c:pt>
                <c:pt idx="56">
                  <c:v>0.36</c:v>
                </c:pt>
                <c:pt idx="57">
                  <c:v>0.42</c:v>
                </c:pt>
                <c:pt idx="58">
                  <c:v>0.48</c:v>
                </c:pt>
                <c:pt idx="59">
                  <c:v>0.54</c:v>
                </c:pt>
                <c:pt idx="60">
                  <c:v>0.6</c:v>
                </c:pt>
                <c:pt idx="61">
                  <c:v>0.66</c:v>
                </c:pt>
                <c:pt idx="62">
                  <c:v>0.72</c:v>
                </c:pt>
                <c:pt idx="63">
                  <c:v>0.78</c:v>
                </c:pt>
                <c:pt idx="64">
                  <c:v>0.84</c:v>
                </c:pt>
                <c:pt idx="65">
                  <c:v>0.9</c:v>
                </c:pt>
                <c:pt idx="66">
                  <c:v>0.96</c:v>
                </c:pt>
                <c:pt idx="67">
                  <c:v>1.02</c:v>
                </c:pt>
                <c:pt idx="68">
                  <c:v>1.08</c:v>
                </c:pt>
                <c:pt idx="69">
                  <c:v>1.14</c:v>
                </c:pt>
                <c:pt idx="70">
                  <c:v>1.2</c:v>
                </c:pt>
                <c:pt idx="71">
                  <c:v>1.26</c:v>
                </c:pt>
                <c:pt idx="72">
                  <c:v>1.32</c:v>
                </c:pt>
                <c:pt idx="73">
                  <c:v>1.38</c:v>
                </c:pt>
                <c:pt idx="74">
                  <c:v>1.44</c:v>
                </c:pt>
                <c:pt idx="75">
                  <c:v>1.5</c:v>
                </c:pt>
                <c:pt idx="76">
                  <c:v>1.56</c:v>
                </c:pt>
                <c:pt idx="77">
                  <c:v>1.62</c:v>
                </c:pt>
                <c:pt idx="78">
                  <c:v>1.68</c:v>
                </c:pt>
                <c:pt idx="79">
                  <c:v>1.74</c:v>
                </c:pt>
                <c:pt idx="80">
                  <c:v>1.8</c:v>
                </c:pt>
                <c:pt idx="81">
                  <c:v>1.86</c:v>
                </c:pt>
                <c:pt idx="82">
                  <c:v>1.92</c:v>
                </c:pt>
                <c:pt idx="83">
                  <c:v>1.98</c:v>
                </c:pt>
                <c:pt idx="84">
                  <c:v>2.04</c:v>
                </c:pt>
                <c:pt idx="85">
                  <c:v>2.1</c:v>
                </c:pt>
                <c:pt idx="86">
                  <c:v>2.16</c:v>
                </c:pt>
                <c:pt idx="87">
                  <c:v>2.22</c:v>
                </c:pt>
                <c:pt idx="88">
                  <c:v>2.28</c:v>
                </c:pt>
                <c:pt idx="89">
                  <c:v>2.34</c:v>
                </c:pt>
                <c:pt idx="90">
                  <c:v>2.4</c:v>
                </c:pt>
                <c:pt idx="91">
                  <c:v>2.46</c:v>
                </c:pt>
                <c:pt idx="92">
                  <c:v>2.52</c:v>
                </c:pt>
                <c:pt idx="93">
                  <c:v>2.58</c:v>
                </c:pt>
                <c:pt idx="94">
                  <c:v>2.64</c:v>
                </c:pt>
                <c:pt idx="95">
                  <c:v>2.7</c:v>
                </c:pt>
                <c:pt idx="96">
                  <c:v>2.76</c:v>
                </c:pt>
                <c:pt idx="97">
                  <c:v>2.82</c:v>
                </c:pt>
                <c:pt idx="98">
                  <c:v>2.88</c:v>
                </c:pt>
                <c:pt idx="99">
                  <c:v>2.94</c:v>
                </c:pt>
                <c:pt idx="100">
                  <c:v>3</c:v>
                </c:pt>
              </c:numCache>
            </c:numRef>
          </c:xVal>
          <c:yVal>
            <c:numRef>
              <c:f>'Chart Data'!$B$2:$B$102</c:f>
              <c:numCache>
                <c:formatCode>0.##</c:formatCode>
                <c:ptCount val="101"/>
                <c:pt idx="0">
                  <c:v>9</c:v>
                </c:pt>
                <c:pt idx="1">
                  <c:v>8.6436</c:v>
                </c:pt>
                <c:pt idx="2">
                  <c:v>8.2944</c:v>
                </c:pt>
                <c:pt idx="3">
                  <c:v>7.9524</c:v>
                </c:pt>
                <c:pt idx="4">
                  <c:v>7.6176</c:v>
                </c:pt>
                <c:pt idx="5">
                  <c:v>7.29</c:v>
                </c:pt>
                <c:pt idx="6">
                  <c:v>6.9696</c:v>
                </c:pt>
                <c:pt idx="7">
                  <c:v>6.6564</c:v>
                </c:pt>
                <c:pt idx="8">
                  <c:v>6.3504</c:v>
                </c:pt>
                <c:pt idx="9">
                  <c:v>6.0516</c:v>
                </c:pt>
                <c:pt idx="10">
                  <c:v>5.76</c:v>
                </c:pt>
                <c:pt idx="11">
                  <c:v>5.4756</c:v>
                </c:pt>
                <c:pt idx="12">
                  <c:v>5.1984</c:v>
                </c:pt>
                <c:pt idx="13">
                  <c:v>4.9284</c:v>
                </c:pt>
                <c:pt idx="14">
                  <c:v>4.6656</c:v>
                </c:pt>
                <c:pt idx="15">
                  <c:v>4.41</c:v>
                </c:pt>
                <c:pt idx="16">
                  <c:v>4.1616</c:v>
                </c:pt>
                <c:pt idx="17">
                  <c:v>3.9204</c:v>
                </c:pt>
                <c:pt idx="18">
                  <c:v>3.6864</c:v>
                </c:pt>
                <c:pt idx="19">
                  <c:v>3.4596</c:v>
                </c:pt>
                <c:pt idx="20">
                  <c:v>3.24</c:v>
                </c:pt>
                <c:pt idx="21">
                  <c:v>3.0276</c:v>
                </c:pt>
                <c:pt idx="22">
                  <c:v>2.8224</c:v>
                </c:pt>
                <c:pt idx="23">
                  <c:v>2.6244</c:v>
                </c:pt>
                <c:pt idx="24">
                  <c:v>2.4336</c:v>
                </c:pt>
                <c:pt idx="25">
                  <c:v>2.25</c:v>
                </c:pt>
                <c:pt idx="26">
                  <c:v>2.0736</c:v>
                </c:pt>
                <c:pt idx="27">
                  <c:v>1.9044</c:v>
                </c:pt>
                <c:pt idx="28">
                  <c:v>1.7424</c:v>
                </c:pt>
                <c:pt idx="29">
                  <c:v>1.5876</c:v>
                </c:pt>
                <c:pt idx="30">
                  <c:v>1.44</c:v>
                </c:pt>
                <c:pt idx="31">
                  <c:v>1.2996</c:v>
                </c:pt>
                <c:pt idx="32">
                  <c:v>1.1664</c:v>
                </c:pt>
                <c:pt idx="33">
                  <c:v>1.0404</c:v>
                </c:pt>
                <c:pt idx="34">
                  <c:v>0.9216</c:v>
                </c:pt>
                <c:pt idx="35">
                  <c:v>0.81</c:v>
                </c:pt>
                <c:pt idx="36">
                  <c:v>0.7056</c:v>
                </c:pt>
                <c:pt idx="37">
                  <c:v>0.6084</c:v>
                </c:pt>
                <c:pt idx="38">
                  <c:v>0.5184</c:v>
                </c:pt>
                <c:pt idx="39">
                  <c:v>0.4356</c:v>
                </c:pt>
                <c:pt idx="40">
                  <c:v>0.36</c:v>
                </c:pt>
                <c:pt idx="41">
                  <c:v>0.2916</c:v>
                </c:pt>
                <c:pt idx="42">
                  <c:v>0.2304</c:v>
                </c:pt>
                <c:pt idx="43">
                  <c:v>0.1764</c:v>
                </c:pt>
                <c:pt idx="44">
                  <c:v>0.1296</c:v>
                </c:pt>
                <c:pt idx="45">
                  <c:v>0.09</c:v>
                </c:pt>
                <c:pt idx="46">
                  <c:v>0.0576</c:v>
                </c:pt>
                <c:pt idx="47">
                  <c:v>0.0324</c:v>
                </c:pt>
                <c:pt idx="48">
                  <c:v>0.0144</c:v>
                </c:pt>
                <c:pt idx="49">
                  <c:v>0.0036</c:v>
                </c:pt>
                <c:pt idx="50">
                  <c:v>0</c:v>
                </c:pt>
                <c:pt idx="51">
                  <c:v>0.0036</c:v>
                </c:pt>
                <c:pt idx="52">
                  <c:v>0.0144</c:v>
                </c:pt>
                <c:pt idx="53">
                  <c:v>0.0324</c:v>
                </c:pt>
                <c:pt idx="54">
                  <c:v>0.0576</c:v>
                </c:pt>
                <c:pt idx="55">
                  <c:v>0.09</c:v>
                </c:pt>
                <c:pt idx="56">
                  <c:v>0.1296</c:v>
                </c:pt>
                <c:pt idx="57">
                  <c:v>0.1764</c:v>
                </c:pt>
                <c:pt idx="58">
                  <c:v>0.2304</c:v>
                </c:pt>
                <c:pt idx="59">
                  <c:v>0.2916</c:v>
                </c:pt>
                <c:pt idx="60">
                  <c:v>0.36</c:v>
                </c:pt>
                <c:pt idx="61">
                  <c:v>0.4356</c:v>
                </c:pt>
                <c:pt idx="62">
                  <c:v>0.5184</c:v>
                </c:pt>
                <c:pt idx="63">
                  <c:v>0.6084</c:v>
                </c:pt>
                <c:pt idx="64">
                  <c:v>0.7056</c:v>
                </c:pt>
                <c:pt idx="65">
                  <c:v>0.81</c:v>
                </c:pt>
                <c:pt idx="66">
                  <c:v>0.9216</c:v>
                </c:pt>
                <c:pt idx="67">
                  <c:v>1.0404</c:v>
                </c:pt>
                <c:pt idx="68">
                  <c:v>1.1664</c:v>
                </c:pt>
                <c:pt idx="69">
                  <c:v>1.2996</c:v>
                </c:pt>
                <c:pt idx="70">
                  <c:v>1.44</c:v>
                </c:pt>
                <c:pt idx="71">
                  <c:v>1.5876</c:v>
                </c:pt>
                <c:pt idx="72">
                  <c:v>1.7424</c:v>
                </c:pt>
                <c:pt idx="73">
                  <c:v>1.9044</c:v>
                </c:pt>
                <c:pt idx="74">
                  <c:v>2.0736</c:v>
                </c:pt>
                <c:pt idx="75">
                  <c:v>2.25</c:v>
                </c:pt>
                <c:pt idx="76">
                  <c:v>2.4336</c:v>
                </c:pt>
                <c:pt idx="77">
                  <c:v>2.6244</c:v>
                </c:pt>
                <c:pt idx="78">
                  <c:v>2.8224</c:v>
                </c:pt>
                <c:pt idx="79">
                  <c:v>3.0276</c:v>
                </c:pt>
                <c:pt idx="80">
                  <c:v>3.24</c:v>
                </c:pt>
                <c:pt idx="81">
                  <c:v>3.4596</c:v>
                </c:pt>
                <c:pt idx="82">
                  <c:v>3.6864</c:v>
                </c:pt>
                <c:pt idx="83">
                  <c:v>3.9204</c:v>
                </c:pt>
                <c:pt idx="84">
                  <c:v>4.1616</c:v>
                </c:pt>
                <c:pt idx="85">
                  <c:v>4.41</c:v>
                </c:pt>
                <c:pt idx="86">
                  <c:v>4.6656</c:v>
                </c:pt>
                <c:pt idx="87">
                  <c:v>4.9284</c:v>
                </c:pt>
                <c:pt idx="88">
                  <c:v>5.1984</c:v>
                </c:pt>
                <c:pt idx="89">
                  <c:v>5.4756</c:v>
                </c:pt>
                <c:pt idx="90">
                  <c:v>5.76</c:v>
                </c:pt>
                <c:pt idx="91">
                  <c:v>6.0516</c:v>
                </c:pt>
                <c:pt idx="92">
                  <c:v>6.3504</c:v>
                </c:pt>
                <c:pt idx="93">
                  <c:v>6.6564</c:v>
                </c:pt>
                <c:pt idx="94">
                  <c:v>6.9696</c:v>
                </c:pt>
                <c:pt idx="95">
                  <c:v>7.29</c:v>
                </c:pt>
                <c:pt idx="96">
                  <c:v>7.6176</c:v>
                </c:pt>
                <c:pt idx="97">
                  <c:v>7.9524</c:v>
                </c:pt>
                <c:pt idx="98">
                  <c:v>8.2944</c:v>
                </c:pt>
                <c:pt idx="99">
                  <c:v>8.6436</c:v>
                </c:pt>
                <c:pt idx="100">
                  <c:v>9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9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6EDF2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425">
                    <a:solidFill>
                      <a:srgbClr val="101828"/>
                    </a:solidFill>
                    <a:latin typeface="Arial"/>
                    <a:ea typeface="Arial"/>
                    <a:cs typeface="Arial"/>
                  </a:rPr>
                  <a:t>Y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425">
                  <a:solidFill>
                    <a:srgbClr val="101828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B7C3CC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87383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</c:valAx>
      <c:valAx>
        <c:axId val="48650112"/>
        <c:scaling>
          <c:orientation val="minMax"/>
          <c:max val="3"/>
          <c:min val="-3"/>
        </c:scaling>
        <c:delete val="0"/>
        <c:axPos val="b"/>
        <c:majorGridlines>
          <c:spPr>
            <a:ln xmlns:a="http://schemas.openxmlformats.org/drawingml/2006/main" w="9525">
              <a:solidFill>
                <a:srgbClr val="E6EDF2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425">
                    <a:solidFill>
                      <a:srgbClr val="101828"/>
                    </a:solidFill>
                    <a:latin typeface="Arial"/>
                    <a:ea typeface="Arial"/>
                    <a:cs typeface="Arial"/>
                  </a:rPr>
                  <a:t>X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425">
                  <a:solidFill>
                    <a:srgbClr val="101828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B7C3CC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87383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</c:chartSpace>
</file>

<file path=ppt/charts/chart9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ser>
          <c:idx val="0"/>
          <c:order val="0"/>
          <c:tx>
            <c:v>Группа 1</c:v>
          </c:tx>
          <c:spPr>
            <a:solidFill xmlns:a="http://schemas.openxmlformats.org/drawingml/2006/main">
              <a:srgbClr val="0077FF"/>
            </a:solidFill>
            <a:ln xmlns:a="http://schemas.openxmlformats.org/drawingml/2006/main" w="0">
              <a:noFill/>
            </a:ln>
          </c:spPr>
          <c:marker>
            <c:symbol val="circle"/>
            <c:size val="4"/>
            <c:spPr>
              <a:noFill xmlns:a="http://schemas.openxmlformats.org/drawingml/2006/main"/>
            </c:spPr>
          </c:marker>
          <c:xVal>
            <c:numRef>
              <c:f>'Chart Data'!$A$2:$A$91</c:f>
              <c:numCache>
                <c:formatCode>General</c:formatCode>
                <c:ptCount val="90"/>
                <c:pt idx="0">
                  <c:v>-0.768690133587</c:v>
                </c:pt>
                <c:pt idx="1">
                  <c:v>-0.662205219553</c:v>
                </c:pt>
                <c:pt idx="2">
                  <c:v>-0.716247953331</c:v>
                </c:pt>
                <c:pt idx="3">
                  <c:v>-0.342476951874</c:v>
                </c:pt>
                <c:pt idx="4">
                  <c:v>0.796004063467</c:v>
                </c:pt>
                <c:pt idx="5">
                  <c:v>-0.880722640388</c:v>
                </c:pt>
                <c:pt idx="6">
                  <c:v>0.519183205347</c:v>
                </c:pt>
                <c:pt idx="7">
                  <c:v>0.694359553644</c:v>
                </c:pt>
                <c:pt idx="8">
                  <c:v>-0.195503344141</c:v>
                </c:pt>
                <c:pt idx="9">
                  <c:v>-0.385514847672</c:v>
                </c:pt>
                <c:pt idx="10">
                  <c:v>0.25966304138</c:v>
                </c:pt>
                <c:pt idx="11">
                  <c:v>0.668006715862</c:v>
                </c:pt>
                <c:pt idx="12">
                  <c:v>1.18554220312</c:v>
                </c:pt>
                <c:pt idx="13">
                  <c:v>0.490496321021</c:v>
                </c:pt>
                <c:pt idx="14">
                  <c:v>0.87661346616</c:v>
                </c:pt>
                <c:pt idx="15">
                  <c:v>-0.247660361853</c:v>
                </c:pt>
                <c:pt idx="16">
                  <c:v>-0.480819341047</c:v>
                </c:pt>
                <c:pt idx="17">
                  <c:v>-0.945875289654</c:v>
                </c:pt>
                <c:pt idx="18">
                  <c:v>-0.63453642271</c:v>
                </c:pt>
                <c:pt idx="19">
                  <c:v>-0.199888544084</c:v>
                </c:pt>
                <c:pt idx="20">
                  <c:v>0.106147097146</c:v>
                </c:pt>
                <c:pt idx="21">
                  <c:v>-0.722205316867</c:v>
                </c:pt>
                <c:pt idx="22">
                  <c:v>0.448847225162</c:v>
                </c:pt>
                <c:pt idx="23">
                  <c:v>-0.0566769167612</c:v>
                </c:pt>
                <c:pt idx="24">
                  <c:v>-0.353210591322</c:v>
                </c:pt>
                <c:pt idx="25">
                  <c:v>-0.420908807871</c:v>
                </c:pt>
                <c:pt idx="26">
                  <c:v>1.11137855009</c:v>
                </c:pt>
                <c:pt idx="27">
                  <c:v>0.0930755921082</c:v>
                </c:pt>
                <c:pt idx="28">
                  <c:v>-0.493859596595</c:v>
                </c:pt>
                <c:pt idx="29">
                  <c:v>-0.524690264472</c:v>
                </c:pt>
                <c:pt idx="30">
                  <c:v>1.01080343676</c:v>
                </c:pt>
                <c:pt idx="31">
                  <c:v>-0.318092993099</c:v>
                </c:pt>
                <c:pt idx="32">
                  <c:v>0.653787250526</c:v>
                </c:pt>
                <c:pt idx="33">
                  <c:v>0.782800634645</c:v>
                </c:pt>
                <c:pt idx="34">
                  <c:v>-1.27842074599</c:v>
                </c:pt>
                <c:pt idx="35">
                  <c:v>0.743036191423</c:v>
                </c:pt>
                <c:pt idx="36">
                  <c:v>-0.114637672808</c:v>
                </c:pt>
                <c:pt idx="37">
                  <c:v>-0.596270723548</c:v>
                </c:pt>
                <c:pt idx="38">
                  <c:v>-0.299113346396</c:v>
                </c:pt>
                <c:pt idx="39">
                  <c:v>0.308492672987</c:v>
                </c:pt>
                <c:pt idx="40">
                  <c:v>0.205687105449</c:v>
                </c:pt>
                <c:pt idx="41">
                  <c:v>0.234032775476</c:v>
                </c:pt>
                <c:pt idx="42">
                  <c:v>-0.398692809095</c:v>
                </c:pt>
                <c:pt idx="43">
                  <c:v>0.70349610175</c:v>
                </c:pt>
                <c:pt idx="44">
                  <c:v>0.826171763393</c:v>
                </c:pt>
                <c:pt idx="45">
                  <c:v>1.00873509561</c:v>
                </c:pt>
                <c:pt idx="46">
                  <c:v>0.550254454455</c:v>
                </c:pt>
                <c:pt idx="47">
                  <c:v>1.04187300041</c:v>
                </c:pt>
                <c:pt idx="48">
                  <c:v>1.15165982493</c:v>
                </c:pt>
                <c:pt idx="49">
                  <c:v>0.38734079691</c:v>
                </c:pt>
                <c:pt idx="50">
                  <c:v>0.484639162058</c:v>
                </c:pt>
                <c:pt idx="51">
                  <c:v>0.320215014181</c:v>
                </c:pt>
                <c:pt idx="52">
                  <c:v>0.30328342116</c:v>
                </c:pt>
                <c:pt idx="53">
                  <c:v>0.474784496301</c:v>
                </c:pt>
                <c:pt idx="54">
                  <c:v>-0.93994004584</c:v>
                </c:pt>
                <c:pt idx="55">
                  <c:v>-0.178089102801</c:v>
                </c:pt>
                <c:pt idx="56">
                  <c:v>0.268321213369</c:v>
                </c:pt>
                <c:pt idx="57">
                  <c:v>-1.15903207468</c:v>
                </c:pt>
                <c:pt idx="58">
                  <c:v>-0.793012302146</c:v>
                </c:pt>
                <c:pt idx="59">
                  <c:v>0.871474057128</c:v>
                </c:pt>
                <c:pt idx="60">
                  <c:v>-0.58253944458</c:v>
                </c:pt>
                <c:pt idx="61">
                  <c:v>-0.255391019541</c:v>
                </c:pt>
                <c:pt idx="62">
                  <c:v>0.206315532259</c:v>
                </c:pt>
                <c:pt idx="63">
                  <c:v>-0.261789848758</c:v>
                </c:pt>
                <c:pt idx="64">
                  <c:v>-0.473439353688</c:v>
                </c:pt>
                <c:pt idx="65">
                  <c:v>-0.28383825739</c:v>
                </c:pt>
                <c:pt idx="66">
                  <c:v>-0.235508636172</c:v>
                </c:pt>
                <c:pt idx="67">
                  <c:v>-0.318894470162</c:v>
                </c:pt>
                <c:pt idx="68">
                  <c:v>0.100300269219</c:v>
                </c:pt>
                <c:pt idx="69">
                  <c:v>0.885397982719</c:v>
                </c:pt>
                <c:pt idx="70">
                  <c:v>0.195967622311</c:v>
                </c:pt>
                <c:pt idx="71">
                  <c:v>0.893643755368</c:v>
                </c:pt>
                <c:pt idx="72">
                  <c:v>0.406815570062</c:v>
                </c:pt>
                <c:pt idx="73">
                  <c:v>0.459848277582</c:v>
                </c:pt>
                <c:pt idx="74">
                  <c:v>0.322664596278</c:v>
                </c:pt>
                <c:pt idx="75">
                  <c:v>-0.164399964936</c:v>
                </c:pt>
                <c:pt idx="76">
                  <c:v>0.231902024366</c:v>
                </c:pt>
                <c:pt idx="77">
                  <c:v>0.166611651825</c:v>
                </c:pt>
                <c:pt idx="78">
                  <c:v>-0.611780777535</c:v>
                </c:pt>
                <c:pt idx="79">
                  <c:v>0.411540279544</c:v>
                </c:pt>
                <c:pt idx="80">
                  <c:v>0.317744780436</c:v>
                </c:pt>
                <c:pt idx="81">
                  <c:v>0.202672277965</c:v>
                </c:pt>
                <c:pt idx="82">
                  <c:v>-0.307155888823</c:v>
                </c:pt>
                <c:pt idx="83">
                  <c:v>-1.44836135924</c:v>
                </c:pt>
                <c:pt idx="84">
                  <c:v>0.807103296676</c:v>
                </c:pt>
                <c:pt idx="85">
                  <c:v>-0.0386657112573</c:v>
                </c:pt>
                <c:pt idx="86">
                  <c:v>-1.19757844943</c:v>
                </c:pt>
                <c:pt idx="87">
                  <c:v>0.357330699625</c:v>
                </c:pt>
                <c:pt idx="88">
                  <c:v>-0.384668653516</c:v>
                </c:pt>
                <c:pt idx="89">
                  <c:v>0.377796880863</c:v>
                </c:pt>
              </c:numCache>
            </c:numRef>
          </c:xVal>
          <c:yVal>
            <c:numRef>
              <c:f>'Chart Data'!$B$2:$B$91</c:f>
              <c:numCache>
                <c:formatCode>0.##</c:formatCode>
                <c:ptCount val="90"/>
                <c:pt idx="0">
                  <c:v>0.594580137195</c:v>
                </c:pt>
                <c:pt idx="1">
                  <c:v>0.756619816672</c:v>
                </c:pt>
                <c:pt idx="2">
                  <c:v>0.619684887207</c:v>
                </c:pt>
                <c:pt idx="3">
                  <c:v>0.329884455376</c:v>
                </c:pt>
                <c:pt idx="4">
                  <c:v>-0.60681471253</c:v>
                </c:pt>
                <c:pt idx="5">
                  <c:v>0.950701321514</c:v>
                </c:pt>
                <c:pt idx="6">
                  <c:v>-0.674530964829</c:v>
                </c:pt>
                <c:pt idx="7">
                  <c:v>-0.320110930233</c:v>
                </c:pt>
                <c:pt idx="8">
                  <c:v>0.294164012169</c:v>
                </c:pt>
                <c:pt idx="9">
                  <c:v>0.197530652707</c:v>
                </c:pt>
                <c:pt idx="10">
                  <c:v>-0.208197625867</c:v>
                </c:pt>
                <c:pt idx="11">
                  <c:v>-0.623706605524</c:v>
                </c:pt>
                <c:pt idx="12">
                  <c:v>-0.936563675709</c:v>
                </c:pt>
                <c:pt idx="13">
                  <c:v>-0.204329777664</c:v>
                </c:pt>
                <c:pt idx="14">
                  <c:v>-0.837151266863</c:v>
                </c:pt>
                <c:pt idx="15">
                  <c:v>0.346760243372</c:v>
                </c:pt>
                <c:pt idx="16">
                  <c:v>0.572793959773</c:v>
                </c:pt>
                <c:pt idx="17">
                  <c:v>0.884151073678</c:v>
                </c:pt>
                <c:pt idx="18">
                  <c:v>0.820205744498</c:v>
                </c:pt>
                <c:pt idx="19">
                  <c:v>0.145516369933</c:v>
                </c:pt>
                <c:pt idx="20">
                  <c:v>0.0536536897926</c:v>
                </c:pt>
                <c:pt idx="21">
                  <c:v>1.0734694859</c:v>
                </c:pt>
                <c:pt idx="22">
                  <c:v>-0.353371376598</c:v>
                </c:pt>
                <c:pt idx="23">
                  <c:v>0.0175074126057</c:v>
                </c:pt>
                <c:pt idx="24">
                  <c:v>0.28344072359</c:v>
                </c:pt>
                <c:pt idx="25">
                  <c:v>0.454056001156</c:v>
                </c:pt>
                <c:pt idx="26">
                  <c:v>-1.01274428212</c:v>
                </c:pt>
                <c:pt idx="27">
                  <c:v>-0.12348498549</c:v>
                </c:pt>
                <c:pt idx="28">
                  <c:v>0.0441224136356</c:v>
                </c:pt>
                <c:pt idx="29">
                  <c:v>0.209856417763</c:v>
                </c:pt>
                <c:pt idx="30">
                  <c:v>-1.01286688261</c:v>
                </c:pt>
                <c:pt idx="31">
                  <c:v>0.0224606059401</c:v>
                </c:pt>
                <c:pt idx="32">
                  <c:v>-0.611860841445</c:v>
                </c:pt>
                <c:pt idx="33">
                  <c:v>-0.487547074103</c:v>
                </c:pt>
                <c:pt idx="34">
                  <c:v>0.946099560392</c:v>
                </c:pt>
                <c:pt idx="35">
                  <c:v>-0.859068953847</c:v>
                </c:pt>
                <c:pt idx="36">
                  <c:v>0.140167840603</c:v>
                </c:pt>
                <c:pt idx="37">
                  <c:v>0.510918275352</c:v>
                </c:pt>
                <c:pt idx="38">
                  <c:v>-0.041055551129</c:v>
                </c:pt>
                <c:pt idx="39">
                  <c:v>-0.217110223117</c:v>
                </c:pt>
                <c:pt idx="40">
                  <c:v>-0.379224137017</c:v>
                </c:pt>
                <c:pt idx="41">
                  <c:v>-0.313717941661</c:v>
                </c:pt>
                <c:pt idx="42">
                  <c:v>0.171395221789</c:v>
                </c:pt>
                <c:pt idx="43">
                  <c:v>-0.398752231091</c:v>
                </c:pt>
                <c:pt idx="44">
                  <c:v>-0.826152111284</c:v>
                </c:pt>
                <c:pt idx="45">
                  <c:v>-0.871289518482</c:v>
                </c:pt>
                <c:pt idx="46">
                  <c:v>-0.404018024889</c:v>
                </c:pt>
                <c:pt idx="47">
                  <c:v>-0.627240521101</c:v>
                </c:pt>
                <c:pt idx="48">
                  <c:v>-0.685260780256</c:v>
                </c:pt>
                <c:pt idx="49">
                  <c:v>-0.513986648619</c:v>
                </c:pt>
                <c:pt idx="50">
                  <c:v>-0.151017919337</c:v>
                </c:pt>
                <c:pt idx="51">
                  <c:v>-0.196687052868</c:v>
                </c:pt>
                <c:pt idx="52">
                  <c:v>-0.00379404895751</c:v>
                </c:pt>
                <c:pt idx="53">
                  <c:v>-0.169333628018</c:v>
                </c:pt>
                <c:pt idx="54">
                  <c:v>0.645344933959</c:v>
                </c:pt>
                <c:pt idx="55">
                  <c:v>0.15007320638</c:v>
                </c:pt>
                <c:pt idx="56">
                  <c:v>-0.273609681964</c:v>
                </c:pt>
                <c:pt idx="57">
                  <c:v>1.00183847553</c:v>
                </c:pt>
                <c:pt idx="58">
                  <c:v>0.965060779718</c:v>
                </c:pt>
                <c:pt idx="59">
                  <c:v>-0.686290633838</c:v>
                </c:pt>
                <c:pt idx="60">
                  <c:v>0.33323613027</c:v>
                </c:pt>
                <c:pt idx="61">
                  <c:v>0.711049816573</c:v>
                </c:pt>
                <c:pt idx="62">
                  <c:v>-0.36388237952</c:v>
                </c:pt>
                <c:pt idx="63">
                  <c:v>0.20958279096</c:v>
                </c:pt>
                <c:pt idx="64">
                  <c:v>0.375801258019</c:v>
                </c:pt>
                <c:pt idx="65">
                  <c:v>-0.0269966774062</c:v>
                </c:pt>
                <c:pt idx="66">
                  <c:v>0.34678833048</c:v>
                </c:pt>
                <c:pt idx="67">
                  <c:v>0.46770487286</c:v>
                </c:pt>
                <c:pt idx="68">
                  <c:v>-0.0965918992833</c:v>
                </c:pt>
                <c:pt idx="69">
                  <c:v>-0.696822858291</c:v>
                </c:pt>
                <c:pt idx="70">
                  <c:v>-0.189349851319</c:v>
                </c:pt>
                <c:pt idx="71">
                  <c:v>-1.06719043577</c:v>
                </c:pt>
                <c:pt idx="72">
                  <c:v>-0.276750478383</c:v>
                </c:pt>
                <c:pt idx="73">
                  <c:v>-0.61653482228</c:v>
                </c:pt>
                <c:pt idx="74">
                  <c:v>-0.449482977882</c:v>
                </c:pt>
                <c:pt idx="75">
                  <c:v>0.21089833848</c:v>
                </c:pt>
                <c:pt idx="76">
                  <c:v>-0.000538003611815</c:v>
                </c:pt>
                <c:pt idx="77">
                  <c:v>-0.30667249799</c:v>
                </c:pt>
                <c:pt idx="78">
                  <c:v>0.717456520961</c:v>
                </c:pt>
                <c:pt idx="79">
                  <c:v>0.0241162292321</c:v>
                </c:pt>
                <c:pt idx="80">
                  <c:v>-0.219859885298</c:v>
                </c:pt>
                <c:pt idx="81">
                  <c:v>-0.177252741599</c:v>
                </c:pt>
                <c:pt idx="82">
                  <c:v>0.286459337622</c:v>
                </c:pt>
                <c:pt idx="83">
                  <c:v>1.07872389295</c:v>
                </c:pt>
                <c:pt idx="84">
                  <c:v>-0.816032529831</c:v>
                </c:pt>
                <c:pt idx="85">
                  <c:v>0.160200227452</c:v>
                </c:pt>
                <c:pt idx="86">
                  <c:v>1.10223336397</c:v>
                </c:pt>
                <c:pt idx="87">
                  <c:v>-0.38536680459</c:v>
                </c:pt>
                <c:pt idx="88">
                  <c:v>0.227497356199</c:v>
                </c:pt>
                <c:pt idx="89">
                  <c:v>-0.426018664115</c:v>
                </c:pt>
              </c:numCache>
            </c:numRef>
          </c:yVal>
        </c:ser>
        <c:ser>
          <c:idx val="1"/>
          <c:order val="1"/>
          <c:tx>
            <c:v>Тренд 1</c:v>
          </c:tx>
          <c:spPr>
            <a:solidFill xmlns:a="http://schemas.openxmlformats.org/drawingml/2006/main">
              <a:srgbClr val="0077FF"/>
            </a:solidFill>
            <a:ln xmlns:a="http://schemas.openxmlformats.org/drawingml/2006/main" w="28575">
              <a:solidFill>
                <a:srgbClr val="0077FF"/>
              </a:solidFill>
            </a:ln>
          </c:spPr>
          <c:marker>
            <c:symbol val="none"/>
            <c:size val="5"/>
          </c:marker>
          <c:xVal>
            <c:numRef>
              <c:f>'Chart Data'!$C$2:$C$3</c:f>
              <c:numCache>
                <c:formatCode>General</c:formatCode>
                <c:ptCount val="2"/>
                <c:pt idx="0">
                  <c:v>-1.44836135924</c:v>
                </c:pt>
                <c:pt idx="1">
                  <c:v>1.18554220312</c:v>
                </c:pt>
              </c:numCache>
            </c:numRef>
          </c:xVal>
          <c:yVal>
            <c:numRef>
              <c:f>'Chart Data'!$D$2:$D$3</c:f>
              <c:numCache>
                <c:formatCode>0.##</c:formatCode>
                <c:ptCount val="2"/>
                <c:pt idx="0">
                  <c:v>1.24636926502</c:v>
                </c:pt>
                <c:pt idx="1">
                  <c:v>-0.993448495258</c:v>
                </c:pt>
              </c:numCache>
            </c:numRef>
          </c:yVal>
        </c:ser>
        <c:ser>
          <c:idx val="2"/>
          <c:order val="2"/>
          <c:tx>
            <c:v>Группа 2</c:v>
          </c:tx>
          <c:spPr>
            <a:solidFill xmlns:a="http://schemas.openxmlformats.org/drawingml/2006/main">
              <a:srgbClr val="FF3885"/>
            </a:solidFill>
            <a:ln xmlns:a="http://schemas.openxmlformats.org/drawingml/2006/main" w="0">
              <a:noFill/>
            </a:ln>
          </c:spPr>
          <c:marker>
            <c:symbol val="circle"/>
            <c:size val="4"/>
            <c:spPr>
              <a:noFill xmlns:a="http://schemas.openxmlformats.org/drawingml/2006/main"/>
            </c:spPr>
          </c:marker>
          <c:xVal>
            <c:numRef>
              <c:f>'Chart Data'!$E$2:$E$91</c:f>
              <c:numCache>
                <c:formatCode>General</c:formatCode>
                <c:ptCount val="90"/>
                <c:pt idx="0">
                  <c:v>2.61664426477</c:v>
                </c:pt>
                <c:pt idx="1">
                  <c:v>2.46986065331</c:v>
                </c:pt>
                <c:pt idx="2">
                  <c:v>2.17421388335</c:v>
                </c:pt>
                <c:pt idx="3">
                  <c:v>3.49793124477</c:v>
                </c:pt>
                <c:pt idx="4">
                  <c:v>2.80912863637</c:v>
                </c:pt>
                <c:pt idx="5">
                  <c:v>3.03896600898</c:v>
                </c:pt>
                <c:pt idx="6">
                  <c:v>3.98516726814</c:v>
                </c:pt>
                <c:pt idx="7">
                  <c:v>2.7348009528</c:v>
                </c:pt>
                <c:pt idx="8">
                  <c:v>3.31769916994</c:v>
                </c:pt>
                <c:pt idx="9">
                  <c:v>2.26047432923</c:v>
                </c:pt>
                <c:pt idx="10">
                  <c:v>2.65724800183</c:v>
                </c:pt>
                <c:pt idx="11">
                  <c:v>3.38068097011</c:v>
                </c:pt>
                <c:pt idx="12">
                  <c:v>2.85647006649</c:v>
                </c:pt>
                <c:pt idx="13">
                  <c:v>2.2147881744</c:v>
                </c:pt>
                <c:pt idx="14">
                  <c:v>2.15809011656</c:v>
                </c:pt>
                <c:pt idx="15">
                  <c:v>3.18193418053</c:v>
                </c:pt>
                <c:pt idx="16">
                  <c:v>2.48742934303</c:v>
                </c:pt>
                <c:pt idx="17">
                  <c:v>3.36854531988</c:v>
                </c:pt>
                <c:pt idx="18">
                  <c:v>3.1461091395</c:v>
                </c:pt>
                <c:pt idx="19">
                  <c:v>2.82106166625</c:v>
                </c:pt>
                <c:pt idx="20">
                  <c:v>2.95940429929</c:v>
                </c:pt>
                <c:pt idx="21">
                  <c:v>3.40568715234</c:v>
                </c:pt>
                <c:pt idx="22">
                  <c:v>3.01324338157</c:v>
                </c:pt>
                <c:pt idx="23">
                  <c:v>2.4775646984</c:v>
                </c:pt>
                <c:pt idx="24">
                  <c:v>3.17684854207</c:v>
                </c:pt>
                <c:pt idx="25">
                  <c:v>2.80232366271</c:v>
                </c:pt>
                <c:pt idx="26">
                  <c:v>2.86900989053</c:v>
                </c:pt>
                <c:pt idx="27">
                  <c:v>3.3056284816</c:v>
                </c:pt>
                <c:pt idx="28">
                  <c:v>3.17348992478</c:v>
                </c:pt>
                <c:pt idx="29">
                  <c:v>3.54854890342</c:v>
                </c:pt>
                <c:pt idx="30">
                  <c:v>2.89410021189</c:v>
                </c:pt>
                <c:pt idx="31">
                  <c:v>2.74748106906</c:v>
                </c:pt>
                <c:pt idx="32">
                  <c:v>2.81077204394</c:v>
                </c:pt>
                <c:pt idx="33">
                  <c:v>3.20017575613</c:v>
                </c:pt>
                <c:pt idx="34">
                  <c:v>2.55886762962</c:v>
                </c:pt>
                <c:pt idx="35">
                  <c:v>2.80027922411</c:v>
                </c:pt>
                <c:pt idx="36">
                  <c:v>2.53823293369</c:v>
                </c:pt>
                <c:pt idx="37">
                  <c:v>2.57529046878</c:v>
                </c:pt>
                <c:pt idx="38">
                  <c:v>2.89966702066</c:v>
                </c:pt>
                <c:pt idx="39">
                  <c:v>4.30282493541</c:v>
                </c:pt>
                <c:pt idx="40">
                  <c:v>2.79000897279</c:v>
                </c:pt>
                <c:pt idx="41">
                  <c:v>3.13647369401</c:v>
                </c:pt>
                <c:pt idx="42">
                  <c:v>3.04842691258</c:v>
                </c:pt>
                <c:pt idx="43">
                  <c:v>2.90323179445</c:v>
                </c:pt>
                <c:pt idx="44">
                  <c:v>3.01440194736</c:v>
                </c:pt>
                <c:pt idx="45">
                  <c:v>4.05392485873</c:v>
                </c:pt>
                <c:pt idx="46">
                  <c:v>2.85752848667</c:v>
                </c:pt>
                <c:pt idx="47">
                  <c:v>3.86182517314</c:v>
                </c:pt>
                <c:pt idx="48">
                  <c:v>3.34757265322</c:v>
                </c:pt>
                <c:pt idx="49">
                  <c:v>2.53081575781</c:v>
                </c:pt>
                <c:pt idx="50">
                  <c:v>2.64961186365</c:v>
                </c:pt>
                <c:pt idx="51">
                  <c:v>2.75094258752</c:v>
                </c:pt>
                <c:pt idx="52">
                  <c:v>2.41461385445</c:v>
                </c:pt>
                <c:pt idx="53">
                  <c:v>3.61607997686</c:v>
                </c:pt>
                <c:pt idx="54">
                  <c:v>3.2207008772</c:v>
                </c:pt>
                <c:pt idx="55">
                  <c:v>3.28324312985</c:v>
                </c:pt>
                <c:pt idx="56">
                  <c:v>2.44744744598</c:v>
                </c:pt>
                <c:pt idx="57">
                  <c:v>3.24950962235</c:v>
                </c:pt>
                <c:pt idx="58">
                  <c:v>2.71108520015</c:v>
                </c:pt>
                <c:pt idx="59">
                  <c:v>4.30367250519</c:v>
                </c:pt>
                <c:pt idx="60">
                  <c:v>2.95055179396</c:v>
                </c:pt>
                <c:pt idx="61">
                  <c:v>3.15136737785</c:v>
                </c:pt>
                <c:pt idx="62">
                  <c:v>3.22206091748</c:v>
                </c:pt>
                <c:pt idx="63">
                  <c:v>2.74497718931</c:v>
                </c:pt>
                <c:pt idx="64">
                  <c:v>2.78989394823</c:v>
                </c:pt>
                <c:pt idx="65">
                  <c:v>2.78838536675</c:v>
                </c:pt>
                <c:pt idx="66">
                  <c:v>3.45625898437</c:v>
                </c:pt>
                <c:pt idx="67">
                  <c:v>2.60889086873</c:v>
                </c:pt>
                <c:pt idx="68">
                  <c:v>2.91375203796</c:v>
                </c:pt>
                <c:pt idx="69">
                  <c:v>3.1758176179</c:v>
                </c:pt>
                <c:pt idx="70">
                  <c:v>2.78015852008</c:v>
                </c:pt>
                <c:pt idx="71">
                  <c:v>2.26745631551</c:v>
                </c:pt>
                <c:pt idx="72">
                  <c:v>2.36033005129</c:v>
                </c:pt>
                <c:pt idx="73">
                  <c:v>2.77611275276</c:v>
                </c:pt>
                <c:pt idx="74">
                  <c:v>2.48065664106</c:v>
                </c:pt>
                <c:pt idx="75">
                  <c:v>3.51432147655</c:v>
                </c:pt>
                <c:pt idx="76">
                  <c:v>3.00618811235</c:v>
                </c:pt>
                <c:pt idx="77">
                  <c:v>2.98358696515</c:v>
                </c:pt>
                <c:pt idx="78">
                  <c:v>2.45717625284</c:v>
                </c:pt>
                <c:pt idx="79">
                  <c:v>3.27774259346</c:v>
                </c:pt>
                <c:pt idx="80">
                  <c:v>2.80547805311</c:v>
                </c:pt>
                <c:pt idx="81">
                  <c:v>2.48720462913</c:v>
                </c:pt>
                <c:pt idx="82">
                  <c:v>2.65426263514</c:v>
                </c:pt>
                <c:pt idx="83">
                  <c:v>4.26975633403</c:v>
                </c:pt>
                <c:pt idx="84">
                  <c:v>2.67037213367</c:v>
                </c:pt>
                <c:pt idx="85">
                  <c:v>2.53140137804</c:v>
                </c:pt>
                <c:pt idx="86">
                  <c:v>3.6108359848</c:v>
                </c:pt>
                <c:pt idx="87">
                  <c:v>3.38947668508</c:v>
                </c:pt>
                <c:pt idx="88">
                  <c:v>2.84189260057</c:v>
                </c:pt>
                <c:pt idx="89">
                  <c:v>3.73105493603</c:v>
                </c:pt>
              </c:numCache>
            </c:numRef>
          </c:xVal>
          <c:yVal>
            <c:numRef>
              <c:f>'Chart Data'!$F$2:$F$91</c:f>
              <c:numCache>
                <c:formatCode>0.##</c:formatCode>
                <c:ptCount val="90"/>
                <c:pt idx="0">
                  <c:v>3.01994843786</c:v>
                </c:pt>
                <c:pt idx="1">
                  <c:v>3.3288337704</c:v>
                </c:pt>
                <c:pt idx="2">
                  <c:v>3.3397366206</c:v>
                </c:pt>
                <c:pt idx="3">
                  <c:v>2.86444843833</c:v>
                </c:pt>
                <c:pt idx="4">
                  <c:v>3.15818085769</c:v>
                </c:pt>
                <c:pt idx="5">
                  <c:v>3.46861754486</c:v>
                </c:pt>
                <c:pt idx="6">
                  <c:v>2.29809785994</c:v>
                </c:pt>
                <c:pt idx="7">
                  <c:v>3.30127251294</c:v>
                </c:pt>
                <c:pt idx="8">
                  <c:v>2.52282076827</c:v>
                </c:pt>
                <c:pt idx="9">
                  <c:v>3.35796178346</c:v>
                </c:pt>
                <c:pt idx="10">
                  <c:v>3.174349802</c:v>
                </c:pt>
                <c:pt idx="11">
                  <c:v>2.86451225944</c:v>
                </c:pt>
                <c:pt idx="12">
                  <c:v>2.9055094315</c:v>
                </c:pt>
                <c:pt idx="13">
                  <c:v>3.1581244515</c:v>
                </c:pt>
                <c:pt idx="14">
                  <c:v>3.82946717844</c:v>
                </c:pt>
                <c:pt idx="15">
                  <c:v>3.02158379268</c:v>
                </c:pt>
                <c:pt idx="16">
                  <c:v>3.22107264635</c:v>
                </c:pt>
                <c:pt idx="17">
                  <c:v>2.77885371193</c:v>
                </c:pt>
                <c:pt idx="18">
                  <c:v>3.08806691235</c:v>
                </c:pt>
                <c:pt idx="19">
                  <c:v>3.35725817189</c:v>
                </c:pt>
                <c:pt idx="20">
                  <c:v>2.71416911444</c:v>
                </c:pt>
                <c:pt idx="21">
                  <c:v>2.67321144739</c:v>
                </c:pt>
                <c:pt idx="22">
                  <c:v>2.82406097757</c:v>
                </c:pt>
                <c:pt idx="23">
                  <c:v>3.58890628172</c:v>
                </c:pt>
                <c:pt idx="24">
                  <c:v>2.85982242686</c:v>
                </c:pt>
                <c:pt idx="25">
                  <c:v>2.90595696262</c:v>
                </c:pt>
                <c:pt idx="26">
                  <c:v>3.10699957478</c:v>
                </c:pt>
                <c:pt idx="27">
                  <c:v>2.85235506749</c:v>
                </c:pt>
                <c:pt idx="28">
                  <c:v>2.54040418167</c:v>
                </c:pt>
                <c:pt idx="29">
                  <c:v>2.27774008719</c:v>
                </c:pt>
                <c:pt idx="30">
                  <c:v>2.93196763255</c:v>
                </c:pt>
                <c:pt idx="31">
                  <c:v>3.12131472649</c:v>
                </c:pt>
                <c:pt idx="32">
                  <c:v>3.01892483953</c:v>
                </c:pt>
                <c:pt idx="33">
                  <c:v>2.46062149291</c:v>
                </c:pt>
                <c:pt idx="34">
                  <c:v>3.02480107591</c:v>
                </c:pt>
                <c:pt idx="35">
                  <c:v>3.12919827281</c:v>
                </c:pt>
                <c:pt idx="36">
                  <c:v>3.42665355988</c:v>
                </c:pt>
                <c:pt idx="37">
                  <c:v>3.14341044963</c:v>
                </c:pt>
                <c:pt idx="38">
                  <c:v>3.0898972073</c:v>
                </c:pt>
                <c:pt idx="39">
                  <c:v>2.30246518105</c:v>
                </c:pt>
                <c:pt idx="40">
                  <c:v>3.10509386347</c:v>
                </c:pt>
                <c:pt idx="41">
                  <c:v>2.7833577393</c:v>
                </c:pt>
                <c:pt idx="42">
                  <c:v>2.8028225054</c:v>
                </c:pt>
                <c:pt idx="43">
                  <c:v>3.14945405556</c:v>
                </c:pt>
                <c:pt idx="44">
                  <c:v>3.01419052983</c:v>
                </c:pt>
                <c:pt idx="45">
                  <c:v>2.18778682283</c:v>
                </c:pt>
                <c:pt idx="46">
                  <c:v>3.02338363546</c:v>
                </c:pt>
                <c:pt idx="47">
                  <c:v>2.37436094561</c:v>
                </c:pt>
                <c:pt idx="48">
                  <c:v>2.78711275655</c:v>
                </c:pt>
                <c:pt idx="49">
                  <c:v>3.33220287285</c:v>
                </c:pt>
                <c:pt idx="50">
                  <c:v>3.49216549826</c:v>
                </c:pt>
                <c:pt idx="51">
                  <c:v>2.88137736917</c:v>
                </c:pt>
                <c:pt idx="52">
                  <c:v>3.59469816064</c:v>
                </c:pt>
                <c:pt idx="53">
                  <c:v>2.47020736466</c:v>
                </c:pt>
                <c:pt idx="54">
                  <c:v>2.9762931636</c:v>
                </c:pt>
                <c:pt idx="55">
                  <c:v>3.13454279595</c:v>
                </c:pt>
                <c:pt idx="56">
                  <c:v>3.44164889971</c:v>
                </c:pt>
                <c:pt idx="57">
                  <c:v>2.75364683613</c:v>
                </c:pt>
                <c:pt idx="58">
                  <c:v>3.21829493938</c:v>
                </c:pt>
                <c:pt idx="59">
                  <c:v>2.22009838385</c:v>
                </c:pt>
                <c:pt idx="60">
                  <c:v>3.33423553559</c:v>
                </c:pt>
                <c:pt idx="61">
                  <c:v>2.90507273175</c:v>
                </c:pt>
                <c:pt idx="62">
                  <c:v>2.94317271009</c:v>
                </c:pt>
                <c:pt idx="63">
                  <c:v>3.55120930283</c:v>
                </c:pt>
                <c:pt idx="64">
                  <c:v>3.26933714831</c:v>
                </c:pt>
                <c:pt idx="65">
                  <c:v>2.87153618298</c:v>
                </c:pt>
                <c:pt idx="66">
                  <c:v>2.47170570429</c:v>
                </c:pt>
                <c:pt idx="67">
                  <c:v>3.2152785213</c:v>
                </c:pt>
                <c:pt idx="68">
                  <c:v>3.14400779914</c:v>
                </c:pt>
                <c:pt idx="69">
                  <c:v>2.74726788544</c:v>
                </c:pt>
                <c:pt idx="70">
                  <c:v>3.44750307819</c:v>
                </c:pt>
                <c:pt idx="71">
                  <c:v>3.4921622747</c:v>
                </c:pt>
                <c:pt idx="72">
                  <c:v>3.81989475741</c:v>
                </c:pt>
                <c:pt idx="73">
                  <c:v>3.05068250063</c:v>
                </c:pt>
                <c:pt idx="74">
                  <c:v>3.68100752305</c:v>
                </c:pt>
                <c:pt idx="75">
                  <c:v>2.62739241061</c:v>
                </c:pt>
                <c:pt idx="76">
                  <c:v>3.27701256936</c:v>
                </c:pt>
                <c:pt idx="77">
                  <c:v>3.40161824263</c:v>
                </c:pt>
                <c:pt idx="78">
                  <c:v>3.7823665044</c:v>
                </c:pt>
                <c:pt idx="79">
                  <c:v>2.98740065025</c:v>
                </c:pt>
                <c:pt idx="80">
                  <c:v>3.01354315461</c:v>
                </c:pt>
                <c:pt idx="81">
                  <c:v>3.25609877529</c:v>
                </c:pt>
                <c:pt idx="82">
                  <c:v>2.65637391558</c:v>
                </c:pt>
                <c:pt idx="83">
                  <c:v>2.28114002746</c:v>
                </c:pt>
                <c:pt idx="84">
                  <c:v>3.52056075955</c:v>
                </c:pt>
                <c:pt idx="85">
                  <c:v>3.58444573177</c:v>
                </c:pt>
                <c:pt idx="86">
                  <c:v>2.29635498538</c:v>
                </c:pt>
                <c:pt idx="87">
                  <c:v>3.24172856899</c:v>
                </c:pt>
                <c:pt idx="88">
                  <c:v>3.00352741369</c:v>
                </c:pt>
                <c:pt idx="89">
                  <c:v>2.59657015542</c:v>
                </c:pt>
              </c:numCache>
            </c:numRef>
          </c:yVal>
        </c:ser>
        <c:ser>
          <c:idx val="3"/>
          <c:order val="3"/>
          <c:tx>
            <c:v>Тренд 2</c:v>
          </c:tx>
          <c:spPr>
            <a:solidFill xmlns:a="http://schemas.openxmlformats.org/drawingml/2006/main">
              <a:srgbClr val="FF3885"/>
            </a:solidFill>
            <a:ln xmlns:a="http://schemas.openxmlformats.org/drawingml/2006/main" w="28575">
              <a:solidFill>
                <a:srgbClr val="FF3885"/>
              </a:solidFill>
            </a:ln>
          </c:spPr>
          <c:marker>
            <c:symbol val="none"/>
            <c:size val="5"/>
          </c:marker>
          <c:xVal>
            <c:numRef>
              <c:f>'Chart Data'!$G$2:$G$3</c:f>
              <c:numCache>
                <c:formatCode>General</c:formatCode>
                <c:ptCount val="2"/>
                <c:pt idx="0">
                  <c:v>2.15809011656</c:v>
                </c:pt>
                <c:pt idx="1">
                  <c:v>4.30367250519</c:v>
                </c:pt>
              </c:numCache>
            </c:numRef>
          </c:xVal>
          <c:yVal>
            <c:numRef>
              <c:f>'Chart Data'!$H$2:$H$3</c:f>
              <c:numCache>
                <c:formatCode>0.##</c:formatCode>
                <c:ptCount val="2"/>
                <c:pt idx="0">
                  <c:v>3.58183610433</c:v>
                </c:pt>
                <c:pt idx="1">
                  <c:v>2.12717585507</c:v>
                </c:pt>
              </c:numCache>
            </c:numRef>
          </c:yVal>
        </c:ser>
        <c:ser>
          <c:idx val="4"/>
          <c:order val="4"/>
          <c:tx>
            <c:v>Группа 3</c:v>
          </c:tx>
          <c:spPr>
            <a:solidFill xmlns:a="http://schemas.openxmlformats.org/drawingml/2006/main">
              <a:srgbClr val="00A7B5"/>
            </a:solidFill>
            <a:ln xmlns:a="http://schemas.openxmlformats.org/drawingml/2006/main" w="0">
              <a:noFill/>
            </a:ln>
          </c:spPr>
          <c:marker>
            <c:symbol val="circle"/>
            <c:size val="4"/>
            <c:spPr>
              <a:noFill xmlns:a="http://schemas.openxmlformats.org/drawingml/2006/main"/>
            </c:spPr>
          </c:marker>
          <c:xVal>
            <c:numRef>
              <c:f>'Chart Data'!$I$2:$I$91</c:f>
              <c:numCache>
                <c:formatCode>General</c:formatCode>
                <c:ptCount val="90"/>
                <c:pt idx="0">
                  <c:v>5.14943666315</c:v>
                </c:pt>
                <c:pt idx="1">
                  <c:v>5.69723812253</c:v>
                </c:pt>
                <c:pt idx="2">
                  <c:v>6.69833083067</c:v>
                </c:pt>
                <c:pt idx="3">
                  <c:v>6.59238164096</c:v>
                </c:pt>
                <c:pt idx="4">
                  <c:v>5.44415221362</c:v>
                </c:pt>
                <c:pt idx="5">
                  <c:v>5.9865781196</c:v>
                </c:pt>
                <c:pt idx="6">
                  <c:v>6.64297042555</c:v>
                </c:pt>
                <c:pt idx="7">
                  <c:v>5.03098161419</c:v>
                </c:pt>
                <c:pt idx="8">
                  <c:v>6.45033179951</c:v>
                </c:pt>
                <c:pt idx="9">
                  <c:v>5.18787651708</c:v>
                </c:pt>
                <c:pt idx="10">
                  <c:v>6.37429143867</c:v>
                </c:pt>
                <c:pt idx="11">
                  <c:v>5.88831808368</c:v>
                </c:pt>
                <c:pt idx="12">
                  <c:v>6.56416134936</c:v>
                </c:pt>
                <c:pt idx="13">
                  <c:v>5.74483345066</c:v>
                </c:pt>
                <c:pt idx="14">
                  <c:v>5.83110408239</c:v>
                </c:pt>
                <c:pt idx="15">
                  <c:v>5.82664198909</c:v>
                </c:pt>
                <c:pt idx="16">
                  <c:v>5.49470590583</c:v>
                </c:pt>
                <c:pt idx="17">
                  <c:v>5.86030287504</c:v>
                </c:pt>
                <c:pt idx="18">
                  <c:v>5.45524940868</c:v>
                </c:pt>
                <c:pt idx="19">
                  <c:v>5.70009153868</c:v>
                </c:pt>
                <c:pt idx="20">
                  <c:v>6.37722479802</c:v>
                </c:pt>
                <c:pt idx="21">
                  <c:v>5.82742568236</c:v>
                </c:pt>
                <c:pt idx="22">
                  <c:v>6.5890751214</c:v>
                </c:pt>
                <c:pt idx="23">
                  <c:v>6.3892029752</c:v>
                </c:pt>
                <c:pt idx="24">
                  <c:v>6.45509144692</c:v>
                </c:pt>
                <c:pt idx="25">
                  <c:v>5.38024534727</c:v>
                </c:pt>
                <c:pt idx="26">
                  <c:v>6.22849877382</c:v>
                </c:pt>
                <c:pt idx="27">
                  <c:v>6.78900775027</c:v>
                </c:pt>
                <c:pt idx="28">
                  <c:v>6.49756676582</c:v>
                </c:pt>
                <c:pt idx="29">
                  <c:v>6.6728843126</c:v>
                </c:pt>
                <c:pt idx="30">
                  <c:v>6.83311571917</c:v>
                </c:pt>
                <c:pt idx="31">
                  <c:v>5.17613640186</c:v>
                </c:pt>
                <c:pt idx="32">
                  <c:v>6.31436466371</c:v>
                </c:pt>
                <c:pt idx="33">
                  <c:v>6.30271938306</c:v>
                </c:pt>
                <c:pt idx="34">
                  <c:v>5.89610312758</c:v>
                </c:pt>
                <c:pt idx="35">
                  <c:v>5.28582982617</c:v>
                </c:pt>
                <c:pt idx="36">
                  <c:v>6.08235623914</c:v>
                </c:pt>
                <c:pt idx="37">
                  <c:v>5.91515786179</c:v>
                </c:pt>
                <c:pt idx="38">
                  <c:v>7.06968693389</c:v>
                </c:pt>
                <c:pt idx="39">
                  <c:v>6.71920772099</c:v>
                </c:pt>
                <c:pt idx="40">
                  <c:v>5.7784572967</c:v>
                </c:pt>
                <c:pt idx="41">
                  <c:v>5.42582360323</c:v>
                </c:pt>
                <c:pt idx="42">
                  <c:v>5.53903148232</c:v>
                </c:pt>
                <c:pt idx="43">
                  <c:v>5.9745756851</c:v>
                </c:pt>
                <c:pt idx="44">
                  <c:v>5.6065787036</c:v>
                </c:pt>
                <c:pt idx="45">
                  <c:v>7.08418580263</c:v>
                </c:pt>
                <c:pt idx="46">
                  <c:v>5.35154410697</c:v>
                </c:pt>
                <c:pt idx="47">
                  <c:v>5.95517761484</c:v>
                </c:pt>
                <c:pt idx="48">
                  <c:v>6.0844466857</c:v>
                </c:pt>
                <c:pt idx="49">
                  <c:v>6.23277758907</c:v>
                </c:pt>
                <c:pt idx="50">
                  <c:v>5.49944457595</c:v>
                </c:pt>
                <c:pt idx="51">
                  <c:v>5.88393335871</c:v>
                </c:pt>
                <c:pt idx="52">
                  <c:v>6.10709599649</c:v>
                </c:pt>
                <c:pt idx="53">
                  <c:v>6.18818090482</c:v>
                </c:pt>
                <c:pt idx="54">
                  <c:v>5.69091837168</c:v>
                </c:pt>
                <c:pt idx="55">
                  <c:v>5.84320291602</c:v>
                </c:pt>
                <c:pt idx="56">
                  <c:v>6.13089984711</c:v>
                </c:pt>
                <c:pt idx="57">
                  <c:v>7.05774215978</c:v>
                </c:pt>
                <c:pt idx="58">
                  <c:v>5.35507461985</c:v>
                </c:pt>
                <c:pt idx="59">
                  <c:v>6.39514279525</c:v>
                </c:pt>
                <c:pt idx="60">
                  <c:v>6.87923515246</c:v>
                </c:pt>
                <c:pt idx="61">
                  <c:v>5.25518268812</c:v>
                </c:pt>
                <c:pt idx="62">
                  <c:v>6.81003365771</c:v>
                </c:pt>
                <c:pt idx="63">
                  <c:v>6.79082420938</c:v>
                </c:pt>
                <c:pt idx="64">
                  <c:v>6.05942950343</c:v>
                </c:pt>
                <c:pt idx="65">
                  <c:v>6.55237671451</c:v>
                </c:pt>
                <c:pt idx="66">
                  <c:v>6.8376646395</c:v>
                </c:pt>
                <c:pt idx="67">
                  <c:v>5.94887302563</c:v>
                </c:pt>
                <c:pt idx="68">
                  <c:v>6.15832855999</c:v>
                </c:pt>
                <c:pt idx="69">
                  <c:v>5.45052589468</c:v>
                </c:pt>
                <c:pt idx="70">
                  <c:v>5.65965952219</c:v>
                </c:pt>
                <c:pt idx="71">
                  <c:v>6.07734360363</c:v>
                </c:pt>
                <c:pt idx="72">
                  <c:v>5.99143942689</c:v>
                </c:pt>
                <c:pt idx="73">
                  <c:v>6.92312229373</c:v>
                </c:pt>
                <c:pt idx="74">
                  <c:v>5.92276771298</c:v>
                </c:pt>
                <c:pt idx="75">
                  <c:v>5.38407731772</c:v>
                </c:pt>
                <c:pt idx="76">
                  <c:v>6.53015569453</c:v>
                </c:pt>
                <c:pt idx="77">
                  <c:v>6.54963879198</c:v>
                </c:pt>
                <c:pt idx="78">
                  <c:v>6.26404575339</c:v>
                </c:pt>
                <c:pt idx="79">
                  <c:v>5.97318451861</c:v>
                </c:pt>
                <c:pt idx="80">
                  <c:v>5.61774487185</c:v>
                </c:pt>
                <c:pt idx="81">
                  <c:v>5.69542209112</c:v>
                </c:pt>
                <c:pt idx="82">
                  <c:v>6.88004683002</c:v>
                </c:pt>
                <c:pt idx="83">
                  <c:v>6.47578950722</c:v>
                </c:pt>
                <c:pt idx="84">
                  <c:v>6.1058805396</c:v>
                </c:pt>
                <c:pt idx="85">
                  <c:v>6.27839102489</c:v>
                </c:pt>
                <c:pt idx="86">
                  <c:v>5.861298823</c:v>
                </c:pt>
                <c:pt idx="87">
                  <c:v>5.5448892413</c:v>
                </c:pt>
                <c:pt idx="88">
                  <c:v>5.79107121884</c:v>
                </c:pt>
                <c:pt idx="89">
                  <c:v>6.01815365025</c:v>
                </c:pt>
              </c:numCache>
            </c:numRef>
          </c:xVal>
          <c:yVal>
            <c:numRef>
              <c:f>'Chart Data'!$J$2:$J$91</c:f>
              <c:numCache>
                <c:formatCode>0.##</c:formatCode>
                <c:ptCount val="90"/>
                <c:pt idx="0">
                  <c:v>6.37137435342</c:v>
                </c:pt>
                <c:pt idx="1">
                  <c:v>5.97172348683</c:v>
                </c:pt>
                <c:pt idx="2">
                  <c:v>5.11281617784</c:v>
                </c:pt>
                <c:pt idx="3">
                  <c:v>5.45001657183</c:v>
                </c:pt>
                <c:pt idx="4">
                  <c:v>6.57799130002</c:v>
                </c:pt>
                <c:pt idx="5">
                  <c:v>5.75612882196</c:v>
                </c:pt>
                <c:pt idx="6">
                  <c:v>5.26849400686</c:v>
                </c:pt>
                <c:pt idx="7">
                  <c:v>6.46437007981</c:v>
                </c:pt>
                <c:pt idx="8">
                  <c:v>5.55354466082</c:v>
                </c:pt>
                <c:pt idx="9">
                  <c:v>6.41849785138</c:v>
                </c:pt>
                <c:pt idx="10">
                  <c:v>5.50448390908</c:v>
                </c:pt>
                <c:pt idx="11">
                  <c:v>5.8734731442</c:v>
                </c:pt>
                <c:pt idx="12">
                  <c:v>5.99758575847</c:v>
                </c:pt>
                <c:pt idx="13">
                  <c:v>6.18743298324</c:v>
                </c:pt>
                <c:pt idx="14">
                  <c:v>6.00624350853</c:v>
                </c:pt>
                <c:pt idx="15">
                  <c:v>6.04980388542</c:v>
                </c:pt>
                <c:pt idx="16">
                  <c:v>6.57741846738</c:v>
                </c:pt>
                <c:pt idx="17">
                  <c:v>6.30554918891</c:v>
                </c:pt>
                <c:pt idx="18">
                  <c:v>6.4895807514</c:v>
                </c:pt>
                <c:pt idx="19">
                  <c:v>5.85039522102</c:v>
                </c:pt>
                <c:pt idx="20">
                  <c:v>5.89426447006</c:v>
                </c:pt>
                <c:pt idx="21">
                  <c:v>6.35081580057</c:v>
                </c:pt>
                <c:pt idx="22">
                  <c:v>5.68370814316</c:v>
                </c:pt>
                <c:pt idx="23">
                  <c:v>5.783780603</c:v>
                </c:pt>
                <c:pt idx="24">
                  <c:v>5.65243188931</c:v>
                </c:pt>
                <c:pt idx="25">
                  <c:v>6.7353063507</c:v>
                </c:pt>
                <c:pt idx="26">
                  <c:v>5.75866673582</c:v>
                </c:pt>
                <c:pt idx="27">
                  <c:v>5.57759820916</c:v>
                </c:pt>
                <c:pt idx="28">
                  <c:v>5.5088262515</c:v>
                </c:pt>
                <c:pt idx="29">
                  <c:v>5.38774540849</c:v>
                </c:pt>
                <c:pt idx="30">
                  <c:v>5.24777318631</c:v>
                </c:pt>
                <c:pt idx="31">
                  <c:v>6.55084372523</c:v>
                </c:pt>
                <c:pt idx="32">
                  <c:v>5.65353020113</c:v>
                </c:pt>
                <c:pt idx="33">
                  <c:v>5.91001744862</c:v>
                </c:pt>
                <c:pt idx="34">
                  <c:v>6.39465710818</c:v>
                </c:pt>
                <c:pt idx="35">
                  <c:v>6.43354362277</c:v>
                </c:pt>
                <c:pt idx="36">
                  <c:v>5.72960744675</c:v>
                </c:pt>
                <c:pt idx="37">
                  <c:v>6.31773990756</c:v>
                </c:pt>
                <c:pt idx="38">
                  <c:v>5.07977216601</c:v>
                </c:pt>
                <c:pt idx="39">
                  <c:v>5.48128541342</c:v>
                </c:pt>
                <c:pt idx="40">
                  <c:v>6.20903725329</c:v>
                </c:pt>
                <c:pt idx="41">
                  <c:v>6.64127346995</c:v>
                </c:pt>
                <c:pt idx="42">
                  <c:v>6.1950265886</c:v>
                </c:pt>
                <c:pt idx="43">
                  <c:v>6.2488697929</c:v>
                </c:pt>
                <c:pt idx="44">
                  <c:v>6.47446852728</c:v>
                </c:pt>
                <c:pt idx="45">
                  <c:v>4.69777143787</c:v>
                </c:pt>
                <c:pt idx="46">
                  <c:v>6.48801216182</c:v>
                </c:pt>
                <c:pt idx="47">
                  <c:v>5.96131670886</c:v>
                </c:pt>
                <c:pt idx="48">
                  <c:v>6.00877193312</c:v>
                </c:pt>
                <c:pt idx="49">
                  <c:v>5.80205506828</c:v>
                </c:pt>
                <c:pt idx="50">
                  <c:v>6.25183027068</c:v>
                </c:pt>
                <c:pt idx="51">
                  <c:v>6.02449900224</c:v>
                </c:pt>
                <c:pt idx="52">
                  <c:v>5.98383558612</c:v>
                </c:pt>
                <c:pt idx="53">
                  <c:v>5.85777930086</c:v>
                </c:pt>
                <c:pt idx="54">
                  <c:v>6.2165460163</c:v>
                </c:pt>
                <c:pt idx="55">
                  <c:v>6.56537508138</c:v>
                </c:pt>
                <c:pt idx="56">
                  <c:v>6.00045144949</c:v>
                </c:pt>
                <c:pt idx="57">
                  <c:v>4.932474992</c:v>
                </c:pt>
                <c:pt idx="58">
                  <c:v>6.53959280231</c:v>
                </c:pt>
                <c:pt idx="59">
                  <c:v>5.74856907054</c:v>
                </c:pt>
                <c:pt idx="60">
                  <c:v>5.10020106634</c:v>
                </c:pt>
                <c:pt idx="61">
                  <c:v>6.61868711641</c:v>
                </c:pt>
                <c:pt idx="62">
                  <c:v>5.18518449133</c:v>
                </c:pt>
                <c:pt idx="63">
                  <c:v>4.92678896137</c:v>
                </c:pt>
                <c:pt idx="64">
                  <c:v>6.0206714463</c:v>
                </c:pt>
                <c:pt idx="65">
                  <c:v>5.68283943601</c:v>
                </c:pt>
                <c:pt idx="66">
                  <c:v>5.45253552542</c:v>
                </c:pt>
                <c:pt idx="67">
                  <c:v>6.0121054256</c:v>
                </c:pt>
                <c:pt idx="68">
                  <c:v>5.75635327057</c:v>
                </c:pt>
                <c:pt idx="69">
                  <c:v>6.48671282855</c:v>
                </c:pt>
                <c:pt idx="70">
                  <c:v>6.35746741683</c:v>
                </c:pt>
                <c:pt idx="71">
                  <c:v>6.12049441147</c:v>
                </c:pt>
                <c:pt idx="72">
                  <c:v>6.27287598811</c:v>
                </c:pt>
                <c:pt idx="73">
                  <c:v>5.42259840484</c:v>
                </c:pt>
                <c:pt idx="74">
                  <c:v>5.94850290469</c:v>
                </c:pt>
                <c:pt idx="75">
                  <c:v>6.48335698957</c:v>
                </c:pt>
                <c:pt idx="76">
                  <c:v>5.29940286814</c:v>
                </c:pt>
                <c:pt idx="77">
                  <c:v>5.70411466043</c:v>
                </c:pt>
                <c:pt idx="78">
                  <c:v>5.90572412516</c:v>
                </c:pt>
                <c:pt idx="79">
                  <c:v>6.25941343739</c:v>
                </c:pt>
                <c:pt idx="80">
                  <c:v>6.40495452806</c:v>
                </c:pt>
                <c:pt idx="81">
                  <c:v>6.55736746854</c:v>
                </c:pt>
                <c:pt idx="82">
                  <c:v>5.16131783726</c:v>
                </c:pt>
                <c:pt idx="83">
                  <c:v>5.68812691975</c:v>
                </c:pt>
                <c:pt idx="84">
                  <c:v>5.86933264202</c:v>
                </c:pt>
                <c:pt idx="85">
                  <c:v>5.73677035893</c:v>
                </c:pt>
                <c:pt idx="86">
                  <c:v>5.76358255653</c:v>
                </c:pt>
                <c:pt idx="87">
                  <c:v>6.2186404363</c:v>
                </c:pt>
                <c:pt idx="88">
                  <c:v>5.77496939516</c:v>
                </c:pt>
                <c:pt idx="89">
                  <c:v>5.92075813391</c:v>
                </c:pt>
              </c:numCache>
            </c:numRef>
          </c:yVal>
        </c:ser>
        <c:ser>
          <c:idx val="5"/>
          <c:order val="5"/>
          <c:tx>
            <c:v>Тренд 3</c:v>
          </c:tx>
          <c:spPr>
            <a:solidFill xmlns:a="http://schemas.openxmlformats.org/drawingml/2006/main">
              <a:srgbClr val="00A7B5"/>
            </a:solidFill>
            <a:ln xmlns:a="http://schemas.openxmlformats.org/drawingml/2006/main" w="28575">
              <a:solidFill>
                <a:srgbClr val="00A7B5"/>
              </a:solidFill>
            </a:ln>
          </c:spPr>
          <c:marker>
            <c:symbol val="none"/>
            <c:size val="5"/>
          </c:marker>
          <c:xVal>
            <c:numRef>
              <c:f>'Chart Data'!$K$2:$K$3</c:f>
              <c:numCache>
                <c:formatCode>General</c:formatCode>
                <c:ptCount val="2"/>
                <c:pt idx="0">
                  <c:v>5.03098161419</c:v>
                </c:pt>
                <c:pt idx="1">
                  <c:v>7.08418580263</c:v>
                </c:pt>
              </c:numCache>
            </c:numRef>
          </c:xVal>
          <c:yVal>
            <c:numRef>
              <c:f>'Chart Data'!$L$2:$L$3</c:f>
              <c:numCache>
                <c:formatCode>0.##</c:formatCode>
                <c:ptCount val="2"/>
                <c:pt idx="0">
                  <c:v>6.78003499462</c:v>
                </c:pt>
                <c:pt idx="1">
                  <c:v>5.09684542017</c:v>
                </c:pt>
              </c:numCache>
            </c:numRef>
          </c:yVal>
        </c:ser>
        <c:ser>
          <c:idx val="6"/>
          <c:order val="6"/>
          <c:tx>
            <c:v>Общий тренд</c:v>
          </c:tx>
          <c:spPr>
            <a:solidFill xmlns:a="http://schemas.openxmlformats.org/drawingml/2006/main">
              <a:srgbClr val="101828"/>
            </a:solidFill>
            <a:ln xmlns:a="http://schemas.openxmlformats.org/drawingml/2006/main" w="19050">
              <a:solidFill>
                <a:srgbClr val="101828"/>
              </a:solidFill>
            </a:ln>
          </c:spPr>
          <c:marker>
            <c:symbol val="none"/>
            <c:size val="5"/>
          </c:marker>
          <c:xVal>
            <c:numRef>
              <c:f>'Chart Data'!$M$2:$M$3</c:f>
              <c:numCache>
                <c:formatCode>General</c:formatCode>
                <c:ptCount val="2"/>
                <c:pt idx="0">
                  <c:v>-1.44836135924</c:v>
                </c:pt>
                <c:pt idx="1">
                  <c:v>7.08418580263</c:v>
                </c:pt>
              </c:numCache>
            </c:numRef>
          </c:xVal>
          <c:yVal>
            <c:numRef>
              <c:f>'Chart Data'!$N$2:$N$3</c:f>
              <c:numCache>
                <c:formatCode>0.##</c:formatCode>
                <c:ptCount val="2"/>
                <c:pt idx="0">
                  <c:v>-1.08948746102</c:v>
                </c:pt>
                <c:pt idx="1">
                  <c:v>6.65766135472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6EDF2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425">
                    <a:solidFill>
                      <a:srgbClr val="101828"/>
                    </a:solidFill>
                    <a:latin typeface="Arial"/>
                    <a:ea typeface="Arial"/>
                    <a:cs typeface="Arial"/>
                  </a:rPr>
                  <a:t>Y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425">
                  <a:solidFill>
                    <a:srgbClr val="101828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B7C3CC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87383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</c:valAx>
      <c:valAx>
        <c:axId val="48650112"/>
        <c:scaling>
          <c:orientation val="minMax"/>
        </c:scaling>
        <c:delete val="0"/>
        <c:axPos val="b"/>
        <c:majorGridlines>
          <c:spPr>
            <a:ln xmlns:a="http://schemas.openxmlformats.org/drawingml/2006/main" w="9525">
              <a:solidFill>
                <a:srgbClr val="E6EDF2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425">
                    <a:solidFill>
                      <a:srgbClr val="101828"/>
                    </a:solidFill>
                    <a:latin typeface="Arial"/>
                    <a:ea typeface="Arial"/>
                    <a:cs typeface="Arial"/>
                  </a:rPr>
                  <a:t>X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425">
                  <a:solidFill>
                    <a:srgbClr val="101828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B7C3CC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87383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</c:chartSpace>
</file>

<file path=ppt/charts/chart10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ser>
          <c:idx val="0"/>
          <c:order val="0"/>
          <c:tx>
            <c:v>Измерения</c:v>
          </c:tx>
          <c:spPr>
            <a:solidFill xmlns:a="http://schemas.openxmlformats.org/drawingml/2006/main">
              <a:srgbClr val="0077FF"/>
            </a:solidFill>
            <a:ln xmlns:a="http://schemas.openxmlformats.org/drawingml/2006/main" w="19050">
              <a:solidFill>
                <a:srgbClr val="0077FF"/>
              </a:solidFill>
            </a:ln>
          </c:spPr>
          <c:marker>
            <c:symbol val="circle"/>
            <c:size val="6"/>
            <c:spPr>
              <a:solidFill xmlns:a="http://schemas.openxmlformats.org/drawingml/2006/main">
                <a:srgbClr val="0077FF"/>
              </a:solidFill>
            </c:spPr>
          </c:marker>
          <c:xVal>
            <c:numRef>
              <c:f>'Chart Data'!$A$2:$A$41</c:f>
              <c:numCache>
                <c:formatCode>General</c:formatCode>
                <c:ptCount val="4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</c:numCache>
            </c:numRef>
          </c:xVal>
          <c:yVal>
            <c:numRef>
              <c:f>'Chart Data'!$B$2:$B$41</c:f>
              <c:numCache>
                <c:formatCode>0.0</c:formatCode>
                <c:ptCount val="40"/>
                <c:pt idx="0">
                  <c:v>0.33556734548</c:v>
                </c:pt>
                <c:pt idx="1">
                  <c:v>-0.447160951635</c:v>
                </c:pt>
                <c:pt idx="2">
                  <c:v>0.260297893975</c:v>
                </c:pt>
                <c:pt idx="3">
                  <c:v>0.100300461345</c:v>
                </c:pt>
                <c:pt idx="4">
                  <c:v>-0.39395347861</c:v>
                </c:pt>
                <c:pt idx="5">
                  <c:v>0.42466305125</c:v>
                </c:pt>
                <c:pt idx="6">
                  <c:v>-0.171932137733</c:v>
                </c:pt>
                <c:pt idx="7">
                  <c:v>-0.195554529932</c:v>
                </c:pt>
                <c:pt idx="8">
                  <c:v>0.432518726026</c:v>
                </c:pt>
                <c:pt idx="9">
                  <c:v>-0.380799181879</c:v>
                </c:pt>
                <c:pt idx="10">
                  <c:v>0.0749160015917</c:v>
                </c:pt>
                <c:pt idx="11">
                  <c:v>0.280969710937</c:v>
                </c:pt>
                <c:pt idx="12">
                  <c:v>-0.449322763799</c:v>
                </c:pt>
                <c:pt idx="13">
                  <c:v>0.317776255731</c:v>
                </c:pt>
                <c:pt idx="14">
                  <c:v>0.0258693651472</c:v>
                </c:pt>
                <c:pt idx="15">
                  <c:v>-0.352248531098</c:v>
                </c:pt>
                <c:pt idx="16">
                  <c:v>0.443520134456</c:v>
                </c:pt>
                <c:pt idx="17">
                  <c:v>-0.238765129988</c:v>
                </c:pt>
                <c:pt idx="18">
                  <c:v>-0.125353172799</c:v>
                </c:pt>
                <c:pt idx="19">
                  <c:v>0.405804756442</c:v>
                </c:pt>
                <c:pt idx="20">
                  <c:v>2.58459721572</c:v>
                </c:pt>
                <c:pt idx="21">
                  <c:v>3.14774107223</c:v>
                </c:pt>
                <c:pt idx="22">
                  <c:v>3.2185301167</c:v>
                </c:pt>
                <c:pt idx="23">
                  <c:v>2.56105617439</c:v>
                </c:pt>
                <c:pt idx="24">
                  <c:v>3.36638537468</c:v>
                </c:pt>
                <c:pt idx="25">
                  <c:v>2.95071624622</c:v>
                </c:pt>
                <c:pt idx="26">
                  <c:v>2.69928779209</c:v>
                </c:pt>
                <c:pt idx="27">
                  <c:v>3.44999842066</c:v>
                </c:pt>
                <c:pt idx="28">
                  <c:v>2.70106589332</c:v>
                </c:pt>
                <c:pt idx="29">
                  <c:v>2.9483468338</c:v>
                </c:pt>
                <c:pt idx="30">
                  <c:v>3.36776463881</c:v>
                </c:pt>
                <c:pt idx="31">
                  <c:v>2.56158764557</c:v>
                </c:pt>
                <c:pt idx="32">
                  <c:v>3.21644263956</c:v>
                </c:pt>
                <c:pt idx="33">
                  <c:v>3.14999127298</c:v>
                </c:pt>
                <c:pt idx="34">
                  <c:v>2.58368618326</c:v>
                </c:pt>
                <c:pt idx="35">
                  <c:v>3.40476855386</c:v>
                </c:pt>
                <c:pt idx="36">
                  <c:v>2.87693865353</c:v>
                </c:pt>
                <c:pt idx="37">
                  <c:v>2.75921709474</c:v>
                </c:pt>
                <c:pt idx="38">
                  <c:v>3.44391709869</c:v>
                </c:pt>
                <c:pt idx="39">
                  <c:v>2.64924026867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4"/>
          <c:min val="-1"/>
        </c:scaling>
        <c:delete val="0"/>
        <c:axPos val="l"/>
        <c:majorGridlines>
          <c:spPr>
            <a:ln xmlns:a="http://schemas.openxmlformats.org/drawingml/2006/main" w="9525">
              <a:solidFill>
                <a:srgbClr val="E6EDF2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350">
                    <a:solidFill>
                      <a:srgbClr val="101828"/>
                    </a:solidFill>
                    <a:latin typeface="Arial"/>
                    <a:ea typeface="Arial"/>
                    <a:cs typeface="Arial"/>
                  </a:rPr>
                  <a:t>Значение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solidFill>
                    <a:srgbClr val="101828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B7C3CC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</c:valAx>
      <c:valAx>
        <c:axId val="48650112"/>
        <c:scaling>
          <c:orientation val="minMax"/>
          <c:max val="40"/>
          <c:min val="1"/>
        </c:scaling>
        <c:delete val="0"/>
        <c:axPos val="b"/>
        <c:majorGridlines>
          <c:spPr>
            <a:ln xmlns:a="http://schemas.openxmlformats.org/drawingml/2006/main" w="9525">
              <a:solidFill>
                <a:srgbClr val="E6EDF2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350">
                    <a:solidFill>
                      <a:srgbClr val="101828"/>
                    </a:solidFill>
                    <a:latin typeface="Arial"/>
                    <a:ea typeface="Arial"/>
                    <a:cs typeface="Arial"/>
                  </a:rPr>
                  <a:t>Номер измерения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solidFill>
                    <a:srgbClr val="101828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B7C3CC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</c:chartSpace>
</file>

<file path=ppt/charts/chart11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ser>
          <c:idx val="0"/>
          <c:order val="0"/>
          <c:tx>
            <c:v>Поиск</c:v>
          </c:tx>
          <c:spPr>
            <a:ln xmlns:a="http://schemas.openxmlformats.org/drawingml/2006/main" w="38100">
              <a:solidFill>
                <a:srgbClr val="FF3885"/>
              </a:solidFill>
            </a:ln>
          </c:spPr>
          <c:marker>
            <c:symbol val="circle"/>
            <c:size val="7"/>
            <c:spPr>
              <a:solidFill xmlns:a="http://schemas.openxmlformats.org/drawingml/2006/main">
                <a:srgbClr val="FF3885"/>
              </a:solidFill>
            </c:spPr>
          </c:marker>
          <c:cat>
            <c:numRef>
              <c:f>'Chart Data'!$A$2:$A$4</c:f>
              <c:numCache>
                <c:formatCode>0.##</c:formatCode>
                <c:ptCount val="3"/>
                <c:pt idx="0">
                  <c:v>10</c:v>
                </c:pt>
                <c:pt idx="1">
                  <c:v>100</c:v>
                </c:pt>
                <c:pt idx="2">
                  <c:v>1000</c:v>
                </c:pt>
              </c:numCache>
            </c:numRef>
          </c:cat>
          <c:val>
            <c:numRef>
              <c:f>'Chart Data'!$B$2:$B$4</c:f>
              <c:numCache>
                <c:formatCode>0.##</c:formatCode>
                <c:ptCount val="3"/>
                <c:pt idx="0">
                  <c:v>0.132447088179</c:v>
                </c:pt>
                <c:pt idx="1">
                  <c:v>0.184012695585</c:v>
                </c:pt>
                <c:pt idx="2">
                  <c:v>0.232865015476</c:v>
                </c:pt>
              </c:numCache>
            </c:numRef>
          </c:val>
        </c:ser>
        <c:ser>
          <c:idx val="1"/>
          <c:order val="1"/>
          <c:tx>
            <c:v>Новые данные</c:v>
          </c:tx>
          <c:spPr>
            <a:ln xmlns:a="http://schemas.openxmlformats.org/drawingml/2006/main" w="38100">
              <a:solidFill>
                <a:srgbClr val="0077FF"/>
              </a:solidFill>
            </a:ln>
          </c:spPr>
          <c:marker>
            <c:symbol val="circle"/>
            <c:size val="7"/>
            <c:spPr>
              <a:solidFill xmlns:a="http://schemas.openxmlformats.org/drawingml/2006/main">
                <a:srgbClr val="0077FF"/>
              </a:solidFill>
            </c:spPr>
          </c:marker>
          <c:cat>
            <c:numRef>
              <c:f>'Chart Data'!$C$2:$C$4</c:f>
              <c:numCache>
                <c:formatCode>0.##</c:formatCode>
                <c:ptCount val="3"/>
                <c:pt idx="0">
                  <c:v>10</c:v>
                </c:pt>
                <c:pt idx="1">
                  <c:v>100</c:v>
                </c:pt>
                <c:pt idx="2">
                  <c:v>1000</c:v>
                </c:pt>
              </c:numCache>
            </c:numRef>
          </c:cat>
          <c:val>
            <c:numRef>
              <c:f>'Chart Data'!$D$2:$D$4</c:f>
              <c:numCache>
                <c:formatCode>0.##</c:formatCode>
                <c:ptCount val="3"/>
                <c:pt idx="0">
                  <c:v>0.0457298063314</c:v>
                </c:pt>
                <c:pt idx="1">
                  <c:v>0.0481743660664</c:v>
                </c:pt>
                <c:pt idx="2">
                  <c:v>0.0541284805965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majorGridlines>
          <c:spPr>
            <a:ln xmlns:a="http://schemas.openxmlformats.org/drawingml/2006/main" w="9525">
              <a:solidFill>
                <a:srgbClr val="E6EDF2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425">
                    <a:solidFill>
                      <a:srgbClr val="101828"/>
                    </a:solidFill>
                    <a:latin typeface="Arial"/>
                    <a:ea typeface="Arial"/>
                    <a:cs typeface="Arial"/>
                  </a:rPr>
                  <a:t>Число кандидатов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425">
                  <a:solidFill>
                    <a:srgbClr val="101828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.00"/>
        <c:majorTickMark val="none"/>
        <c:minorTickMark val="none"/>
        <c:spPr>
          <a:ln xmlns:a="http://schemas.openxmlformats.org/drawingml/2006/main" w="9525">
            <a:solidFill>
              <a:srgbClr val="B7C3CC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87383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0.3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6EDF2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425">
                    <a:solidFill>
                      <a:srgbClr val="101828"/>
                    </a:solidFill>
                    <a:latin typeface="Arial"/>
                    <a:ea typeface="Arial"/>
                    <a:cs typeface="Arial"/>
                  </a:rPr>
                  <a:t>Медиана |r|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425">
                  <a:solidFill>
                    <a:srgbClr val="101828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.00"/>
        <c:majorTickMark val="none"/>
        <c:minorTickMark val="none"/>
        <c:spPr>
          <a:ln xmlns:a="http://schemas.openxmlformats.org/drawingml/2006/main" w="9525">
            <a:solidFill>
              <a:srgbClr val="B7C3CC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87383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</c:chartSpace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3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5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6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3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5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6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3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1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0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1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Титульный слайд">
  <p:cSld name="1_Титульный слайд">
    <p:bg>
      <p:bgPr>
        <a:solidFill>
          <a:schemeClr val="accen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Google Shape;51;p3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033157" y="699157"/>
            <a:ext cx="6166658" cy="6166658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33"/>
          <p:cNvSpPr txBox="1"/>
          <p:nvPr>
            <p:ph idx="1" type="body"/>
          </p:nvPr>
        </p:nvSpPr>
        <p:spPr>
          <a:xfrm>
            <a:off x="658813" y="4866865"/>
            <a:ext cx="5012644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Arial"/>
              <a:buNone/>
              <a:defRPr sz="2000">
                <a:solidFill>
                  <a:schemeClr val="lt2"/>
                </a:solidFill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3" name="Google Shape;53;p33"/>
          <p:cNvSpPr txBox="1"/>
          <p:nvPr>
            <p:ph type="title"/>
          </p:nvPr>
        </p:nvSpPr>
        <p:spPr>
          <a:xfrm>
            <a:off x="622261" y="2921912"/>
            <a:ext cx="10220325" cy="166199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Play"/>
              <a:buNone/>
              <a:defRPr sz="6000">
                <a:solidFill>
                  <a:schemeClr val="l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33"/>
          <p:cNvSpPr/>
          <p:nvPr/>
        </p:nvSpPr>
        <p:spPr>
          <a:xfrm>
            <a:off x="3358342" y="482138"/>
            <a:ext cx="72768" cy="362141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5" name="Google Shape;55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813" y="692150"/>
            <a:ext cx="2772297" cy="4896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Заголовок">
  <p:cSld name="1_Заголовок">
    <p:bg>
      <p:bgPr>
        <a:solidFill>
          <a:schemeClr val="lt2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34"/>
          <p:cNvSpPr txBox="1"/>
          <p:nvPr>
            <p:ph type="title"/>
          </p:nvPr>
        </p:nvSpPr>
        <p:spPr>
          <a:xfrm>
            <a:off x="677334" y="692150"/>
            <a:ext cx="5418666" cy="1081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8" name="Google Shape;58;p3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732580" y="692150"/>
            <a:ext cx="1800608" cy="3180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Титульный слайд раздела">
  <p:cSld name="2_Титульный слайд раздела">
    <p:bg>
      <p:bgPr>
        <a:solidFill>
          <a:schemeClr val="lt1"/>
        </a:solid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35"/>
          <p:cNvSpPr txBox="1"/>
          <p:nvPr>
            <p:ph type="title"/>
          </p:nvPr>
        </p:nvSpPr>
        <p:spPr>
          <a:xfrm>
            <a:off x="603172" y="692150"/>
            <a:ext cx="4621372" cy="11818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Play"/>
              <a:buNone/>
              <a:defRPr sz="4800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61" name="Google Shape;61;p3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807980" y="0"/>
            <a:ext cx="3394294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2" name="Google Shape;62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813" y="5882758"/>
            <a:ext cx="1800608" cy="3180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Титульный слайд">
  <p:cSld name="3_Титульный слайд">
    <p:bg>
      <p:bgPr>
        <a:solidFill>
          <a:schemeClr val="accent1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36"/>
          <p:cNvSpPr txBox="1"/>
          <p:nvPr>
            <p:ph idx="1" type="body"/>
          </p:nvPr>
        </p:nvSpPr>
        <p:spPr>
          <a:xfrm>
            <a:off x="658813" y="4728001"/>
            <a:ext cx="5012644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Arial"/>
              <a:buNone/>
              <a:defRPr sz="2000">
                <a:solidFill>
                  <a:schemeClr val="lt2"/>
                </a:solidFill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5" name="Google Shape;65;p36"/>
          <p:cNvSpPr txBox="1"/>
          <p:nvPr>
            <p:ph type="title"/>
          </p:nvPr>
        </p:nvSpPr>
        <p:spPr>
          <a:xfrm>
            <a:off x="622261" y="2598003"/>
            <a:ext cx="10220325" cy="166199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Play"/>
              <a:buNone/>
              <a:defRPr sz="6000">
                <a:solidFill>
                  <a:schemeClr val="l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36"/>
          <p:cNvSpPr/>
          <p:nvPr/>
        </p:nvSpPr>
        <p:spPr>
          <a:xfrm>
            <a:off x="3358342" y="482138"/>
            <a:ext cx="72768" cy="362141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7" name="Google Shape;67;p3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8813" y="692150"/>
            <a:ext cx="2772297" cy="489635"/>
          </a:xfrm>
          <a:prstGeom prst="rect">
            <a:avLst/>
          </a:prstGeom>
          <a:noFill/>
          <a:ln>
            <a:noFill/>
          </a:ln>
        </p:spPr>
      </p:pic>
      <p:pic>
        <p:nvPicPr>
          <p:cNvPr id="68" name="Google Shape;68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03845" y="0"/>
            <a:ext cx="339778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Финальный с QR + подпись">
  <p:cSld name="2_Финальный с QR + подпись">
    <p:bg>
      <p:bgPr>
        <a:solidFill>
          <a:schemeClr val="lt1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37"/>
          <p:cNvSpPr txBox="1"/>
          <p:nvPr>
            <p:ph type="title"/>
          </p:nvPr>
        </p:nvSpPr>
        <p:spPr>
          <a:xfrm>
            <a:off x="620713" y="2483712"/>
            <a:ext cx="5475287" cy="147732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37"/>
          <p:cNvSpPr/>
          <p:nvPr>
            <p:ph idx="2" type="pic"/>
          </p:nvPr>
        </p:nvSpPr>
        <p:spPr>
          <a:xfrm>
            <a:off x="658813" y="692150"/>
            <a:ext cx="1081088" cy="1081088"/>
          </a:xfrm>
          <a:prstGeom prst="rect">
            <a:avLst/>
          </a:prstGeom>
          <a:noFill/>
          <a:ln>
            <a:noFill/>
          </a:ln>
        </p:spPr>
      </p:sp>
      <p:sp>
        <p:nvSpPr>
          <p:cNvPr id="72" name="Google Shape;72;p37"/>
          <p:cNvSpPr txBox="1"/>
          <p:nvPr>
            <p:ph idx="1" type="body"/>
          </p:nvPr>
        </p:nvSpPr>
        <p:spPr>
          <a:xfrm>
            <a:off x="658813" y="4161565"/>
            <a:ext cx="5437187" cy="3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73" name="Google Shape;73;p3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8813" y="5711140"/>
            <a:ext cx="2772300" cy="489635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74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33157" y="699157"/>
            <a:ext cx="6166658" cy="61666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лайд со спикером">
  <p:cSld name="Слайд со спикером">
    <p:bg>
      <p:bgPr>
        <a:solidFill>
          <a:schemeClr val="dk2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38"/>
          <p:cNvSpPr txBox="1"/>
          <p:nvPr>
            <p:ph type="title"/>
          </p:nvPr>
        </p:nvSpPr>
        <p:spPr>
          <a:xfrm>
            <a:off x="658813" y="692150"/>
            <a:ext cx="6192838" cy="13802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Play"/>
              <a:buNone/>
              <a:defRPr sz="4800">
                <a:solidFill>
                  <a:schemeClr val="l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38"/>
          <p:cNvSpPr txBox="1"/>
          <p:nvPr>
            <p:ph idx="1" type="body"/>
          </p:nvPr>
        </p:nvSpPr>
        <p:spPr>
          <a:xfrm>
            <a:off x="658813" y="2357767"/>
            <a:ext cx="5142954" cy="21424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None/>
              <a:defRPr b="0" i="0" sz="2000">
                <a:solidFill>
                  <a:schemeClr val="lt2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2286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b="0" i="0">
                <a:solidFill>
                  <a:schemeClr val="lt2"/>
                </a:solidFill>
                <a:latin typeface="Play"/>
                <a:ea typeface="Play"/>
                <a:cs typeface="Play"/>
                <a:sym typeface="Play"/>
              </a:defRPr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78" name="Google Shape;78;p3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8814" y="5882757"/>
            <a:ext cx="1800608" cy="318018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38"/>
          <p:cNvSpPr/>
          <p:nvPr>
            <p:ph idx="2" type="pic"/>
          </p:nvPr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Финальный с QR + подпись">
  <p:cSld name="4_Финальный с QR + подпись">
    <p:bg>
      <p:bgPr>
        <a:solidFill>
          <a:schemeClr val="lt1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39"/>
          <p:cNvSpPr txBox="1"/>
          <p:nvPr>
            <p:ph type="title"/>
          </p:nvPr>
        </p:nvSpPr>
        <p:spPr>
          <a:xfrm>
            <a:off x="620713" y="2483712"/>
            <a:ext cx="5475287" cy="147732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39"/>
          <p:cNvSpPr/>
          <p:nvPr>
            <p:ph idx="2" type="pic"/>
          </p:nvPr>
        </p:nvSpPr>
        <p:spPr>
          <a:xfrm>
            <a:off x="658813" y="692150"/>
            <a:ext cx="1081088" cy="1081088"/>
          </a:xfrm>
          <a:prstGeom prst="rect">
            <a:avLst/>
          </a:prstGeom>
          <a:noFill/>
          <a:ln>
            <a:noFill/>
          </a:ln>
        </p:spPr>
      </p:sp>
      <p:sp>
        <p:nvSpPr>
          <p:cNvPr id="83" name="Google Shape;83;p39"/>
          <p:cNvSpPr txBox="1"/>
          <p:nvPr>
            <p:ph idx="1" type="body"/>
          </p:nvPr>
        </p:nvSpPr>
        <p:spPr>
          <a:xfrm>
            <a:off x="658813" y="4161565"/>
            <a:ext cx="5437187" cy="3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84" name="Google Shape;84;p3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8813" y="5711140"/>
            <a:ext cx="2772300" cy="489635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94220" y="0"/>
            <a:ext cx="339778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+ текст">
  <p:cSld name="Заголовок + текст">
    <p:bg>
      <p:bgPr>
        <a:solidFill>
          <a:schemeClr val="lt2"/>
        </a:solid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40"/>
          <p:cNvSpPr txBox="1"/>
          <p:nvPr>
            <p:ph idx="1" type="body"/>
          </p:nvPr>
        </p:nvSpPr>
        <p:spPr>
          <a:xfrm>
            <a:off x="671513" y="1773238"/>
            <a:ext cx="10861675" cy="44640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8" name="Google Shape;88;p40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89" name="Google Shape;89;p4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8813" y="5882758"/>
            <a:ext cx="1800608" cy="3180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 фактоида + текст">
  <p:cSld name="2 фактоида + текст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41"/>
          <p:cNvSpPr txBox="1"/>
          <p:nvPr>
            <p:ph idx="1" type="body"/>
          </p:nvPr>
        </p:nvSpPr>
        <p:spPr>
          <a:xfrm>
            <a:off x="671514" y="1773238"/>
            <a:ext cx="5135728" cy="44275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2" name="Google Shape;92;p41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41"/>
          <p:cNvSpPr txBox="1"/>
          <p:nvPr>
            <p:ph idx="11" type="ftr"/>
          </p:nvPr>
        </p:nvSpPr>
        <p:spPr>
          <a:xfrm>
            <a:off x="671513" y="167981"/>
            <a:ext cx="10874375" cy="241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4" name="Google Shape;94;p41"/>
          <p:cNvSpPr txBox="1"/>
          <p:nvPr>
            <p:ph idx="2" type="body"/>
          </p:nvPr>
        </p:nvSpPr>
        <p:spPr>
          <a:xfrm>
            <a:off x="6097339" y="3864033"/>
            <a:ext cx="5417327" cy="1080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8800"/>
              <a:buNone/>
              <a:defRPr b="1" i="0" sz="88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5" name="Google Shape;95;p41"/>
          <p:cNvSpPr txBox="1"/>
          <p:nvPr>
            <p:ph idx="3" type="body"/>
          </p:nvPr>
        </p:nvSpPr>
        <p:spPr>
          <a:xfrm>
            <a:off x="6097338" y="5058095"/>
            <a:ext cx="5417327" cy="3566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6" name="Google Shape;96;p41"/>
          <p:cNvSpPr txBox="1"/>
          <p:nvPr>
            <p:ph idx="4" type="body"/>
          </p:nvPr>
        </p:nvSpPr>
        <p:spPr>
          <a:xfrm>
            <a:off x="6096000" y="1773238"/>
            <a:ext cx="5417327" cy="1080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8800"/>
              <a:buNone/>
              <a:defRPr b="1" i="0" sz="88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7" name="Google Shape;97;p41"/>
          <p:cNvSpPr txBox="1"/>
          <p:nvPr>
            <p:ph idx="5" type="body"/>
          </p:nvPr>
        </p:nvSpPr>
        <p:spPr>
          <a:xfrm>
            <a:off x="6096000" y="2967300"/>
            <a:ext cx="5417327" cy="3566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98" name="Google Shape;98;p4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8813" y="5882758"/>
            <a:ext cx="1800608" cy="3180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итульный слайд раздела">
  <p:cSld name="Титульный слайд раздела">
    <p:bg>
      <p:bgPr>
        <a:solidFill>
          <a:schemeClr val="lt1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42"/>
          <p:cNvSpPr txBox="1"/>
          <p:nvPr>
            <p:ph type="title"/>
          </p:nvPr>
        </p:nvSpPr>
        <p:spPr>
          <a:xfrm>
            <a:off x="603172" y="692150"/>
            <a:ext cx="4621372" cy="11818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Play"/>
              <a:buNone/>
              <a:defRPr sz="4800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01" name="Google Shape;101;p4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033225" y="691342"/>
            <a:ext cx="6166658" cy="616665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813" y="5882758"/>
            <a:ext cx="1800608" cy="3180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Титульный слайд">
  <p:cSld name="2_Титульный слайд">
    <p:bg>
      <p:bgPr>
        <a:solidFill>
          <a:schemeClr val="lt1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3"/>
          <p:cNvSpPr txBox="1"/>
          <p:nvPr>
            <p:ph idx="1" type="body"/>
          </p:nvPr>
        </p:nvSpPr>
        <p:spPr>
          <a:xfrm>
            <a:off x="658813" y="4728128"/>
            <a:ext cx="10224000" cy="55399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5" name="Google Shape;105;p43"/>
          <p:cNvSpPr txBox="1"/>
          <p:nvPr>
            <p:ph type="title"/>
          </p:nvPr>
        </p:nvSpPr>
        <p:spPr>
          <a:xfrm>
            <a:off x="622261" y="2783175"/>
            <a:ext cx="10220325" cy="166199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43"/>
          <p:cNvSpPr/>
          <p:nvPr/>
        </p:nvSpPr>
        <p:spPr>
          <a:xfrm>
            <a:off x="3358342" y="482138"/>
            <a:ext cx="72768" cy="362141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7" name="Google Shape;107;p4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8813" y="692150"/>
            <a:ext cx="2772300" cy="4896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33157" y="699157"/>
            <a:ext cx="6166658" cy="61666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Титульный слайд">
  <p:cSld name="4_Титульный слайд">
    <p:bg>
      <p:bgPr>
        <a:solidFill>
          <a:schemeClr val="lt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4"/>
          <p:cNvSpPr/>
          <p:nvPr/>
        </p:nvSpPr>
        <p:spPr>
          <a:xfrm>
            <a:off x="3358342" y="482138"/>
            <a:ext cx="72768" cy="362141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1" name="Google Shape;111;p4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8813" y="692150"/>
            <a:ext cx="2772300" cy="489635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44"/>
          <p:cNvSpPr txBox="1"/>
          <p:nvPr>
            <p:ph idx="1" type="body"/>
          </p:nvPr>
        </p:nvSpPr>
        <p:spPr>
          <a:xfrm>
            <a:off x="658813" y="4728001"/>
            <a:ext cx="5012644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>
                <a:solidFill>
                  <a:schemeClr val="dk1"/>
                </a:solidFill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3" name="Google Shape;113;p44"/>
          <p:cNvSpPr txBox="1"/>
          <p:nvPr>
            <p:ph type="title"/>
          </p:nvPr>
        </p:nvSpPr>
        <p:spPr>
          <a:xfrm>
            <a:off x="622261" y="2598003"/>
            <a:ext cx="10220325" cy="166199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14" name="Google Shape;114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94220" y="0"/>
            <a:ext cx="339778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в 2 строки + объект">
  <p:cSld name="Заголовок в 2 строки + объект">
    <p:bg>
      <p:bgPr>
        <a:solidFill>
          <a:schemeClr val="lt2"/>
        </a:solid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45"/>
          <p:cNvSpPr txBox="1"/>
          <p:nvPr>
            <p:ph idx="1" type="body"/>
          </p:nvPr>
        </p:nvSpPr>
        <p:spPr>
          <a:xfrm>
            <a:off x="671513" y="2040889"/>
            <a:ext cx="5424487" cy="41598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7" name="Google Shape;117;p45"/>
          <p:cNvSpPr txBox="1"/>
          <p:nvPr>
            <p:ph type="title"/>
          </p:nvPr>
        </p:nvSpPr>
        <p:spPr>
          <a:xfrm>
            <a:off x="677334" y="692150"/>
            <a:ext cx="5418666" cy="1081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p45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9" name="Google Shape;119;p4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8813" y="5882758"/>
            <a:ext cx="1800608" cy="3180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">
  <p:cSld name="Заголовок">
    <p:bg>
      <p:bgPr>
        <a:solidFill>
          <a:schemeClr val="lt2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46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2" name="Google Shape;122;p4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8813" y="5882758"/>
            <a:ext cx="1800608" cy="3180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Цитата без фото">
  <p:cSld name="Цитата без фото"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47"/>
          <p:cNvSpPr txBox="1"/>
          <p:nvPr>
            <p:ph idx="1" type="body"/>
          </p:nvPr>
        </p:nvSpPr>
        <p:spPr>
          <a:xfrm>
            <a:off x="3359150" y="692151"/>
            <a:ext cx="8174038" cy="16096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None/>
              <a:defRPr sz="4400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5" name="Google Shape;125;p47"/>
          <p:cNvSpPr txBox="1"/>
          <p:nvPr>
            <p:ph idx="2" type="body"/>
          </p:nvPr>
        </p:nvSpPr>
        <p:spPr>
          <a:xfrm>
            <a:off x="3359150" y="4646741"/>
            <a:ext cx="8200516" cy="3180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6" name="Google Shape;126;p47"/>
          <p:cNvSpPr txBox="1"/>
          <p:nvPr>
            <p:ph idx="3" type="body"/>
          </p:nvPr>
        </p:nvSpPr>
        <p:spPr>
          <a:xfrm>
            <a:off x="3366814" y="2459421"/>
            <a:ext cx="8174038" cy="16096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0" i="0" sz="2400">
                <a:latin typeface="Play"/>
                <a:ea typeface="Play"/>
                <a:cs typeface="Play"/>
                <a:sym typeface="Play"/>
              </a:defRPr>
            </a:lvl1pPr>
            <a:lvl2pPr indent="-3556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Char char="•"/>
              <a:defRPr sz="20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 sz="180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7" name="Google Shape;127;p47"/>
          <p:cNvSpPr/>
          <p:nvPr/>
        </p:nvSpPr>
        <p:spPr>
          <a:xfrm>
            <a:off x="544512" y="-1049150"/>
            <a:ext cx="2058988" cy="44781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800"/>
              <a:buFont typeface="Arial"/>
              <a:buNone/>
            </a:pPr>
            <a:r>
              <a:rPr b="1" i="0" lang="en-US" sz="28800" u="none" cap="none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rPr>
              <a:t>«</a:t>
            </a:r>
            <a:endParaRPr b="0" i="0" sz="1400" u="non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47"/>
          <p:cNvSpPr txBox="1"/>
          <p:nvPr>
            <p:ph idx="11" type="ftr"/>
          </p:nvPr>
        </p:nvSpPr>
        <p:spPr>
          <a:xfrm>
            <a:off x="671513" y="167981"/>
            <a:ext cx="10874375" cy="241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129" name="Google Shape;129;p4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8813" y="5882758"/>
            <a:ext cx="1800608" cy="3180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Заголовок + текст в две колонки">
  <p:cSld name="2_Заголовок + текст в две колонки">
    <p:bg>
      <p:bgPr>
        <a:solidFill>
          <a:schemeClr val="lt2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48"/>
          <p:cNvSpPr txBox="1"/>
          <p:nvPr>
            <p:ph idx="1" type="body"/>
          </p:nvPr>
        </p:nvSpPr>
        <p:spPr>
          <a:xfrm>
            <a:off x="677334" y="1773238"/>
            <a:ext cx="5304365" cy="44275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2" name="Google Shape;132;p48"/>
          <p:cNvSpPr txBox="1"/>
          <p:nvPr>
            <p:ph idx="2" type="body"/>
          </p:nvPr>
        </p:nvSpPr>
        <p:spPr>
          <a:xfrm>
            <a:off x="6228824" y="1773239"/>
            <a:ext cx="5304364" cy="44275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3" name="Google Shape;133;p48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34" name="Google Shape;134;p4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8813" y="5882758"/>
            <a:ext cx="1800608" cy="3180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Мокап телефона ">
  <p:cSld name="Мокап телефона 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49"/>
          <p:cNvSpPr txBox="1"/>
          <p:nvPr>
            <p:ph idx="11" type="ftr"/>
          </p:nvPr>
        </p:nvSpPr>
        <p:spPr>
          <a:xfrm>
            <a:off x="671513" y="167981"/>
            <a:ext cx="10874375" cy="241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7" name="Google Shape;137;p49"/>
          <p:cNvSpPr txBox="1"/>
          <p:nvPr>
            <p:ph idx="1" type="body"/>
          </p:nvPr>
        </p:nvSpPr>
        <p:spPr>
          <a:xfrm>
            <a:off x="671514" y="2055970"/>
            <a:ext cx="5418666" cy="4144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8" name="Google Shape;138;p49"/>
          <p:cNvSpPr txBox="1"/>
          <p:nvPr>
            <p:ph type="title"/>
          </p:nvPr>
        </p:nvSpPr>
        <p:spPr>
          <a:xfrm>
            <a:off x="677334" y="692150"/>
            <a:ext cx="5418666" cy="1081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39" name="Google Shape;139;p4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582421" y="452282"/>
            <a:ext cx="3174791" cy="5991381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49"/>
          <p:cNvSpPr/>
          <p:nvPr>
            <p:ph idx="2" type="pic"/>
          </p:nvPr>
        </p:nvSpPr>
        <p:spPr>
          <a:xfrm>
            <a:off x="7951157" y="814745"/>
            <a:ext cx="2430752" cy="526077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pic>
        <p:nvPicPr>
          <p:cNvPr id="141" name="Google Shape;141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813" y="5882758"/>
            <a:ext cx="1800608" cy="3180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+ скриншот (1)">
  <p:cSld name="Заголовок + скриншот (1)">
    <p:bg>
      <p:bgPr>
        <a:solidFill>
          <a:schemeClr val="lt2"/>
        </a:solid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50"/>
          <p:cNvSpPr txBox="1"/>
          <p:nvPr>
            <p:ph idx="1" type="body"/>
          </p:nvPr>
        </p:nvSpPr>
        <p:spPr>
          <a:xfrm>
            <a:off x="6096000" y="692150"/>
            <a:ext cx="5437187" cy="550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4" name="Google Shape;144;p50"/>
          <p:cNvSpPr txBox="1"/>
          <p:nvPr>
            <p:ph type="title"/>
          </p:nvPr>
        </p:nvSpPr>
        <p:spPr>
          <a:xfrm>
            <a:off x="677334" y="692150"/>
            <a:ext cx="4663017" cy="1081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5" name="Google Shape;145;p50"/>
          <p:cNvSpPr txBox="1"/>
          <p:nvPr>
            <p:ph idx="2" type="body"/>
          </p:nvPr>
        </p:nvSpPr>
        <p:spPr>
          <a:xfrm>
            <a:off x="671514" y="2018599"/>
            <a:ext cx="4649786" cy="41821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146" name="Google Shape;146;p5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8813" y="5882758"/>
            <a:ext cx="1800608" cy="3180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аттерн + фото">
  <p:cSld name="Паттерн + фото">
    <p:bg>
      <p:bgPr>
        <a:solidFill>
          <a:schemeClr val="lt2"/>
        </a:solid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51"/>
          <p:cNvSpPr txBox="1"/>
          <p:nvPr>
            <p:ph idx="1" type="body"/>
          </p:nvPr>
        </p:nvSpPr>
        <p:spPr>
          <a:xfrm>
            <a:off x="671514" y="2558715"/>
            <a:ext cx="4165182" cy="36420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9" name="Google Shape;149;p51"/>
          <p:cNvSpPr txBox="1"/>
          <p:nvPr>
            <p:ph type="title"/>
          </p:nvPr>
        </p:nvSpPr>
        <p:spPr>
          <a:xfrm>
            <a:off x="677334" y="692149"/>
            <a:ext cx="3180792" cy="13487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50" name="Google Shape;150;p5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8813" y="5882758"/>
            <a:ext cx="1800608" cy="3180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Паттерн + фото">
  <p:cSld name="1_Паттерн + фото">
    <p:bg>
      <p:bgPr>
        <a:solidFill>
          <a:schemeClr val="lt2"/>
        </a:solidFill>
      </p:bgPr>
    </p:bg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52"/>
          <p:cNvSpPr txBox="1"/>
          <p:nvPr>
            <p:ph idx="1" type="body"/>
          </p:nvPr>
        </p:nvSpPr>
        <p:spPr>
          <a:xfrm>
            <a:off x="671514" y="2558715"/>
            <a:ext cx="4165182" cy="36420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3" name="Google Shape;153;p52"/>
          <p:cNvSpPr txBox="1"/>
          <p:nvPr>
            <p:ph type="title"/>
          </p:nvPr>
        </p:nvSpPr>
        <p:spPr>
          <a:xfrm>
            <a:off x="677334" y="692149"/>
            <a:ext cx="3180792" cy="13487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54" name="Google Shape;154;p5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8813" y="5882758"/>
            <a:ext cx="1800608" cy="3180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Финальный с QR + подпись">
  <p:cSld name="Финальный с QR + подпись">
    <p:bg>
      <p:bgPr>
        <a:solidFill>
          <a:schemeClr val="accent1"/>
        </a:solidFill>
      </p:bgPr>
    </p:bg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Google Shape;156;p5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023251" y="692149"/>
            <a:ext cx="6168749" cy="6168749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53"/>
          <p:cNvSpPr txBox="1"/>
          <p:nvPr>
            <p:ph type="title"/>
          </p:nvPr>
        </p:nvSpPr>
        <p:spPr>
          <a:xfrm>
            <a:off x="620713" y="2483712"/>
            <a:ext cx="5475287" cy="147732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Play"/>
              <a:buNone/>
              <a:defRPr sz="6000">
                <a:solidFill>
                  <a:schemeClr val="l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8" name="Google Shape;158;p53"/>
          <p:cNvSpPr/>
          <p:nvPr>
            <p:ph idx="2" type="pic"/>
          </p:nvPr>
        </p:nvSpPr>
        <p:spPr>
          <a:xfrm>
            <a:off x="658813" y="692150"/>
            <a:ext cx="1081088" cy="1081088"/>
          </a:xfrm>
          <a:prstGeom prst="rect">
            <a:avLst/>
          </a:prstGeom>
          <a:noFill/>
          <a:ln>
            <a:noFill/>
          </a:ln>
        </p:spPr>
      </p:sp>
      <p:sp>
        <p:nvSpPr>
          <p:cNvPr id="159" name="Google Shape;159;p53"/>
          <p:cNvSpPr txBox="1"/>
          <p:nvPr>
            <p:ph idx="1" type="body"/>
          </p:nvPr>
        </p:nvSpPr>
        <p:spPr>
          <a:xfrm>
            <a:off x="658813" y="4161565"/>
            <a:ext cx="5437187" cy="3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b="0" i="0">
                <a:solidFill>
                  <a:schemeClr val="lt2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160" name="Google Shape;160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813" y="5711140"/>
            <a:ext cx="2772297" cy="4896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Финальный с QR + подпись">
  <p:cSld name="3_Финальный с QR + подпись">
    <p:bg>
      <p:bgPr>
        <a:solidFill>
          <a:schemeClr val="accent1"/>
        </a:solidFill>
      </p:bgPr>
    </p:bg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54"/>
          <p:cNvSpPr txBox="1"/>
          <p:nvPr>
            <p:ph type="title"/>
          </p:nvPr>
        </p:nvSpPr>
        <p:spPr>
          <a:xfrm>
            <a:off x="620713" y="2483712"/>
            <a:ext cx="5475287" cy="147732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Play"/>
              <a:buNone/>
              <a:defRPr sz="6000">
                <a:solidFill>
                  <a:schemeClr val="l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3" name="Google Shape;163;p54"/>
          <p:cNvSpPr/>
          <p:nvPr>
            <p:ph idx="2" type="pic"/>
          </p:nvPr>
        </p:nvSpPr>
        <p:spPr>
          <a:xfrm>
            <a:off x="658813" y="692150"/>
            <a:ext cx="1081088" cy="1081088"/>
          </a:xfrm>
          <a:prstGeom prst="rect">
            <a:avLst/>
          </a:prstGeom>
          <a:noFill/>
          <a:ln>
            <a:noFill/>
          </a:ln>
        </p:spPr>
      </p:sp>
      <p:sp>
        <p:nvSpPr>
          <p:cNvPr id="164" name="Google Shape;164;p54"/>
          <p:cNvSpPr txBox="1"/>
          <p:nvPr>
            <p:ph idx="1" type="body"/>
          </p:nvPr>
        </p:nvSpPr>
        <p:spPr>
          <a:xfrm>
            <a:off x="658813" y="4161565"/>
            <a:ext cx="5437187" cy="3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b="0" i="0">
                <a:solidFill>
                  <a:schemeClr val="lt2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165" name="Google Shape;165;p5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8813" y="5711140"/>
            <a:ext cx="2772297" cy="4896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94220" y="0"/>
            <a:ext cx="339778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ользовательский макет">
  <p:cSld name="Пользовательский макет">
    <p:bg>
      <p:bgPr>
        <a:solidFill>
          <a:schemeClr val="dk2"/>
        </a:solidFill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55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Play"/>
              <a:buNone/>
              <a:defRPr>
                <a:solidFill>
                  <a:schemeClr val="l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9" name="Google Shape;169;p55"/>
          <p:cNvSpPr txBox="1"/>
          <p:nvPr>
            <p:ph idx="1" type="body"/>
          </p:nvPr>
        </p:nvSpPr>
        <p:spPr>
          <a:xfrm>
            <a:off x="671513" y="1773238"/>
            <a:ext cx="10861675" cy="44640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b="0" i="0">
                <a:solidFill>
                  <a:schemeClr val="lt2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solidFill>
                  <a:schemeClr val="lt2"/>
                </a:solidFill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200"/>
              <a:buChar char="−"/>
              <a:defRPr b="0" i="0">
                <a:solidFill>
                  <a:schemeClr val="lt2"/>
                </a:solidFill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170" name="Google Shape;170;p5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8814" y="5882757"/>
            <a:ext cx="1800608" cy="3180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Титульный слайд раздела">
  <p:cSld name="1_Титульный слайд раздела">
    <p:bg>
      <p:bgPr>
        <a:solidFill>
          <a:schemeClr val="dk2"/>
        </a:solidFill>
      </p:bgPr>
    </p:bg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56"/>
          <p:cNvSpPr txBox="1"/>
          <p:nvPr>
            <p:ph type="title"/>
          </p:nvPr>
        </p:nvSpPr>
        <p:spPr>
          <a:xfrm>
            <a:off x="603172" y="692150"/>
            <a:ext cx="4621372" cy="11818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Play"/>
              <a:buNone/>
              <a:defRPr sz="4800">
                <a:solidFill>
                  <a:schemeClr val="l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73" name="Google Shape;173;p5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033225" y="699157"/>
            <a:ext cx="6166658" cy="6166658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814" y="5882757"/>
            <a:ext cx="1800608" cy="3180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Титульный слайд раздела">
  <p:cSld name="3_Титульный слайд раздела">
    <p:bg>
      <p:bgPr>
        <a:solidFill>
          <a:schemeClr val="dk2"/>
        </a:solidFill>
      </p:bgPr>
    </p:bg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57"/>
          <p:cNvSpPr txBox="1"/>
          <p:nvPr>
            <p:ph type="title"/>
          </p:nvPr>
        </p:nvSpPr>
        <p:spPr>
          <a:xfrm>
            <a:off x="603172" y="692150"/>
            <a:ext cx="4621372" cy="11818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Play"/>
              <a:buNone/>
              <a:defRPr sz="4800">
                <a:solidFill>
                  <a:schemeClr val="l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77" name="Google Shape;177;p5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807980" y="0"/>
            <a:ext cx="3394294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814" y="5882757"/>
            <a:ext cx="1800608" cy="3180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+ объект">
  <p:cSld name="Заголовок + объект">
    <p:bg>
      <p:bgPr>
        <a:solidFill>
          <a:schemeClr val="lt2"/>
        </a:solidFill>
      </p:bgPr>
    </p:bg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58"/>
          <p:cNvSpPr txBox="1"/>
          <p:nvPr>
            <p:ph idx="1" type="body"/>
          </p:nvPr>
        </p:nvSpPr>
        <p:spPr>
          <a:xfrm>
            <a:off x="658813" y="1773238"/>
            <a:ext cx="10874375" cy="44479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 sz="1600"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1" name="Google Shape;181;p58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82" name="Google Shape;182;p5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8813" y="5882758"/>
            <a:ext cx="1800608" cy="3180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+ 2 объекта">
  <p:cSld name="Заголовок + 2 объекта">
    <p:bg>
      <p:bgPr>
        <a:solidFill>
          <a:schemeClr val="lt2"/>
        </a:solidFill>
      </p:bgPr>
    </p:bg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59"/>
          <p:cNvSpPr txBox="1"/>
          <p:nvPr>
            <p:ph idx="1" type="body"/>
          </p:nvPr>
        </p:nvSpPr>
        <p:spPr>
          <a:xfrm>
            <a:off x="677334" y="1773238"/>
            <a:ext cx="5317065" cy="44275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5" name="Google Shape;185;p59"/>
          <p:cNvSpPr txBox="1"/>
          <p:nvPr>
            <p:ph idx="2" type="body"/>
          </p:nvPr>
        </p:nvSpPr>
        <p:spPr>
          <a:xfrm>
            <a:off x="6197604" y="1773238"/>
            <a:ext cx="5317062" cy="44275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6" name="Google Shape;186;p59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87" name="Google Shape;187;p5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8813" y="5882758"/>
            <a:ext cx="1800608" cy="3180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 фото">
  <p:cSld name="1 фото">
    <p:bg>
      <p:bgPr>
        <a:solidFill>
          <a:schemeClr val="lt2"/>
        </a:solidFill>
      </p:bgPr>
    </p:bg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60"/>
          <p:cNvSpPr/>
          <p:nvPr>
            <p:ph idx="2" type="pic"/>
          </p:nvPr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190" name="Google Shape;190;p60"/>
          <p:cNvSpPr txBox="1"/>
          <p:nvPr>
            <p:ph type="title"/>
          </p:nvPr>
        </p:nvSpPr>
        <p:spPr>
          <a:xfrm>
            <a:off x="677334" y="692150"/>
            <a:ext cx="4663017" cy="1081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1" name="Google Shape;191;p60"/>
          <p:cNvSpPr txBox="1"/>
          <p:nvPr>
            <p:ph idx="1" type="body"/>
          </p:nvPr>
        </p:nvSpPr>
        <p:spPr>
          <a:xfrm>
            <a:off x="671514" y="2018599"/>
            <a:ext cx="4649786" cy="41821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192" name="Google Shape;192;p6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8813" y="5882758"/>
            <a:ext cx="1800608" cy="3180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1 фото">
  <p:cSld name="1_1 фото">
    <p:bg>
      <p:bgPr>
        <a:solidFill>
          <a:schemeClr val="lt2"/>
        </a:solidFill>
      </p:bgPr>
    </p:bg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61"/>
          <p:cNvSpPr/>
          <p:nvPr>
            <p:ph idx="2" type="pic"/>
          </p:nvPr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195" name="Google Shape;195;p61"/>
          <p:cNvSpPr txBox="1"/>
          <p:nvPr>
            <p:ph type="title"/>
          </p:nvPr>
        </p:nvSpPr>
        <p:spPr>
          <a:xfrm>
            <a:off x="6870171" y="692150"/>
            <a:ext cx="4663017" cy="1081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6" name="Google Shape;196;p61"/>
          <p:cNvSpPr txBox="1"/>
          <p:nvPr>
            <p:ph idx="1" type="body"/>
          </p:nvPr>
        </p:nvSpPr>
        <p:spPr>
          <a:xfrm>
            <a:off x="6864351" y="2018599"/>
            <a:ext cx="4649786" cy="41821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 фото + подпись">
  <p:cSld name="1 фото + подпись">
    <p:bg>
      <p:bgPr>
        <a:solidFill>
          <a:schemeClr val="lt2"/>
        </a:solidFill>
      </p:bgPr>
    </p:bg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62"/>
          <p:cNvSpPr/>
          <p:nvPr>
            <p:ph idx="2" type="pic"/>
          </p:nvPr>
        </p:nvSpPr>
        <p:spPr>
          <a:xfrm>
            <a:off x="6096000" y="692151"/>
            <a:ext cx="5437188" cy="418217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199" name="Google Shape;199;p62"/>
          <p:cNvSpPr txBox="1"/>
          <p:nvPr>
            <p:ph idx="1" type="body"/>
          </p:nvPr>
        </p:nvSpPr>
        <p:spPr>
          <a:xfrm>
            <a:off x="6096000" y="5147214"/>
            <a:ext cx="5449888" cy="3528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0" name="Google Shape;200;p62"/>
          <p:cNvSpPr txBox="1"/>
          <p:nvPr>
            <p:ph idx="3" type="body"/>
          </p:nvPr>
        </p:nvSpPr>
        <p:spPr>
          <a:xfrm>
            <a:off x="6096000" y="5553075"/>
            <a:ext cx="5449888" cy="6842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1" name="Google Shape;201;p62"/>
          <p:cNvSpPr txBox="1"/>
          <p:nvPr>
            <p:ph type="title"/>
          </p:nvPr>
        </p:nvSpPr>
        <p:spPr>
          <a:xfrm>
            <a:off x="677334" y="692150"/>
            <a:ext cx="4663017" cy="1081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2" name="Google Shape;202;p62"/>
          <p:cNvSpPr txBox="1"/>
          <p:nvPr>
            <p:ph idx="4" type="body"/>
          </p:nvPr>
        </p:nvSpPr>
        <p:spPr>
          <a:xfrm>
            <a:off x="671514" y="2018599"/>
            <a:ext cx="4649786" cy="41821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203" name="Google Shape;203;p6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8813" y="5882758"/>
            <a:ext cx="1800608" cy="3180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theme" Target="../theme/theme2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2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Play"/>
              <a:buNone/>
              <a:defRPr b="0" i="0" sz="3600" u="none" cap="none" strike="noStrike">
                <a:solidFill>
                  <a:schemeClr val="dk2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32"/>
          <p:cNvSpPr txBox="1"/>
          <p:nvPr>
            <p:ph idx="1" type="body"/>
          </p:nvPr>
        </p:nvSpPr>
        <p:spPr>
          <a:xfrm>
            <a:off x="658813" y="1773238"/>
            <a:ext cx="10855852" cy="3675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17500" lvl="1" marL="9144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−"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cxnSp>
        <p:nvCxnSpPr>
          <p:cNvPr id="12" name="Google Shape;12;p32"/>
          <p:cNvCxnSpPr/>
          <p:nvPr/>
        </p:nvCxnSpPr>
        <p:spPr>
          <a:xfrm>
            <a:off x="0" y="-114752"/>
            <a:ext cx="0" cy="64309"/>
          </a:xfrm>
          <a:prstGeom prst="straightConnector1">
            <a:avLst/>
          </a:prstGeom>
          <a:noFill/>
          <a:ln cap="flat" cmpd="sng" w="9525">
            <a:solidFill>
              <a:srgbClr val="3782BA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13" name="Google Shape;13;p32"/>
          <p:cNvCxnSpPr/>
          <p:nvPr/>
        </p:nvCxnSpPr>
        <p:spPr>
          <a:xfrm>
            <a:off x="677119" y="-114752"/>
            <a:ext cx="0" cy="64309"/>
          </a:xfrm>
          <a:prstGeom prst="straightConnector1">
            <a:avLst/>
          </a:prstGeom>
          <a:noFill/>
          <a:ln cap="flat" cmpd="sng" w="9525">
            <a:solidFill>
              <a:srgbClr val="3782BA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14" name="Google Shape;14;p32"/>
          <p:cNvCxnSpPr/>
          <p:nvPr/>
        </p:nvCxnSpPr>
        <p:spPr>
          <a:xfrm>
            <a:off x="1354238" y="-114752"/>
            <a:ext cx="0" cy="64309"/>
          </a:xfrm>
          <a:prstGeom prst="straightConnector1">
            <a:avLst/>
          </a:prstGeom>
          <a:noFill/>
          <a:ln cap="flat" cmpd="sng" w="9525">
            <a:solidFill>
              <a:srgbClr val="3782BA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15" name="Google Shape;15;p32"/>
          <p:cNvCxnSpPr/>
          <p:nvPr/>
        </p:nvCxnSpPr>
        <p:spPr>
          <a:xfrm>
            <a:off x="2031357" y="-114752"/>
            <a:ext cx="0" cy="64309"/>
          </a:xfrm>
          <a:prstGeom prst="straightConnector1">
            <a:avLst/>
          </a:prstGeom>
          <a:noFill/>
          <a:ln cap="flat" cmpd="sng" w="9525">
            <a:solidFill>
              <a:srgbClr val="3782BA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16" name="Google Shape;16;p32"/>
          <p:cNvCxnSpPr/>
          <p:nvPr/>
        </p:nvCxnSpPr>
        <p:spPr>
          <a:xfrm>
            <a:off x="2708476" y="-114752"/>
            <a:ext cx="0" cy="64309"/>
          </a:xfrm>
          <a:prstGeom prst="straightConnector1">
            <a:avLst/>
          </a:prstGeom>
          <a:noFill/>
          <a:ln cap="flat" cmpd="sng" w="9525">
            <a:solidFill>
              <a:srgbClr val="3782BA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17" name="Google Shape;17;p32"/>
          <p:cNvCxnSpPr/>
          <p:nvPr/>
        </p:nvCxnSpPr>
        <p:spPr>
          <a:xfrm>
            <a:off x="3385595" y="-114752"/>
            <a:ext cx="0" cy="64309"/>
          </a:xfrm>
          <a:prstGeom prst="straightConnector1">
            <a:avLst/>
          </a:prstGeom>
          <a:noFill/>
          <a:ln cap="flat" cmpd="sng" w="9525">
            <a:solidFill>
              <a:srgbClr val="3782BA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18" name="Google Shape;18;p32"/>
          <p:cNvCxnSpPr/>
          <p:nvPr/>
        </p:nvCxnSpPr>
        <p:spPr>
          <a:xfrm>
            <a:off x="4062714" y="-114752"/>
            <a:ext cx="0" cy="64309"/>
          </a:xfrm>
          <a:prstGeom prst="straightConnector1">
            <a:avLst/>
          </a:prstGeom>
          <a:noFill/>
          <a:ln cap="flat" cmpd="sng" w="9525">
            <a:solidFill>
              <a:srgbClr val="3782BA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19" name="Google Shape;19;p32"/>
          <p:cNvCxnSpPr/>
          <p:nvPr/>
        </p:nvCxnSpPr>
        <p:spPr>
          <a:xfrm>
            <a:off x="4739833" y="-114752"/>
            <a:ext cx="0" cy="64309"/>
          </a:xfrm>
          <a:prstGeom prst="straightConnector1">
            <a:avLst/>
          </a:prstGeom>
          <a:noFill/>
          <a:ln cap="flat" cmpd="sng" w="9525">
            <a:solidFill>
              <a:srgbClr val="3782BA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20" name="Google Shape;20;p32"/>
          <p:cNvCxnSpPr/>
          <p:nvPr/>
        </p:nvCxnSpPr>
        <p:spPr>
          <a:xfrm>
            <a:off x="5416952" y="-114752"/>
            <a:ext cx="0" cy="64309"/>
          </a:xfrm>
          <a:prstGeom prst="straightConnector1">
            <a:avLst/>
          </a:prstGeom>
          <a:noFill/>
          <a:ln cap="flat" cmpd="sng" w="9525">
            <a:solidFill>
              <a:srgbClr val="3782BA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21" name="Google Shape;21;p32"/>
          <p:cNvCxnSpPr/>
          <p:nvPr/>
        </p:nvCxnSpPr>
        <p:spPr>
          <a:xfrm>
            <a:off x="6094071" y="-114752"/>
            <a:ext cx="0" cy="64309"/>
          </a:xfrm>
          <a:prstGeom prst="straightConnector1">
            <a:avLst/>
          </a:prstGeom>
          <a:noFill/>
          <a:ln cap="flat" cmpd="sng" w="9525">
            <a:solidFill>
              <a:srgbClr val="3782BA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22" name="Google Shape;22;p32"/>
          <p:cNvCxnSpPr/>
          <p:nvPr/>
        </p:nvCxnSpPr>
        <p:spPr>
          <a:xfrm>
            <a:off x="6771190" y="-114752"/>
            <a:ext cx="0" cy="64309"/>
          </a:xfrm>
          <a:prstGeom prst="straightConnector1">
            <a:avLst/>
          </a:prstGeom>
          <a:noFill/>
          <a:ln cap="flat" cmpd="sng" w="9525">
            <a:solidFill>
              <a:srgbClr val="3782BA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23" name="Google Shape;23;p32"/>
          <p:cNvCxnSpPr/>
          <p:nvPr/>
        </p:nvCxnSpPr>
        <p:spPr>
          <a:xfrm>
            <a:off x="7448309" y="-114752"/>
            <a:ext cx="0" cy="64309"/>
          </a:xfrm>
          <a:prstGeom prst="straightConnector1">
            <a:avLst/>
          </a:prstGeom>
          <a:noFill/>
          <a:ln cap="flat" cmpd="sng" w="9525">
            <a:solidFill>
              <a:srgbClr val="3782BA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24" name="Google Shape;24;p32"/>
          <p:cNvCxnSpPr/>
          <p:nvPr/>
        </p:nvCxnSpPr>
        <p:spPr>
          <a:xfrm>
            <a:off x="8125428" y="-114752"/>
            <a:ext cx="0" cy="64309"/>
          </a:xfrm>
          <a:prstGeom prst="straightConnector1">
            <a:avLst/>
          </a:prstGeom>
          <a:noFill/>
          <a:ln cap="flat" cmpd="sng" w="9525">
            <a:solidFill>
              <a:srgbClr val="3782BA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25" name="Google Shape;25;p32"/>
          <p:cNvCxnSpPr/>
          <p:nvPr/>
        </p:nvCxnSpPr>
        <p:spPr>
          <a:xfrm>
            <a:off x="8802547" y="-114752"/>
            <a:ext cx="0" cy="64309"/>
          </a:xfrm>
          <a:prstGeom prst="straightConnector1">
            <a:avLst/>
          </a:prstGeom>
          <a:noFill/>
          <a:ln cap="flat" cmpd="sng" w="9525">
            <a:solidFill>
              <a:srgbClr val="3782BA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26" name="Google Shape;26;p32"/>
          <p:cNvCxnSpPr/>
          <p:nvPr/>
        </p:nvCxnSpPr>
        <p:spPr>
          <a:xfrm>
            <a:off x="9479666" y="-114752"/>
            <a:ext cx="0" cy="64309"/>
          </a:xfrm>
          <a:prstGeom prst="straightConnector1">
            <a:avLst/>
          </a:prstGeom>
          <a:noFill/>
          <a:ln cap="flat" cmpd="sng" w="9525">
            <a:solidFill>
              <a:srgbClr val="3782BA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27" name="Google Shape;27;p32"/>
          <p:cNvCxnSpPr/>
          <p:nvPr/>
        </p:nvCxnSpPr>
        <p:spPr>
          <a:xfrm>
            <a:off x="10156785" y="-114752"/>
            <a:ext cx="0" cy="64309"/>
          </a:xfrm>
          <a:prstGeom prst="straightConnector1">
            <a:avLst/>
          </a:prstGeom>
          <a:noFill/>
          <a:ln cap="flat" cmpd="sng" w="9525">
            <a:solidFill>
              <a:srgbClr val="3782BA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28" name="Google Shape;28;p32"/>
          <p:cNvCxnSpPr/>
          <p:nvPr/>
        </p:nvCxnSpPr>
        <p:spPr>
          <a:xfrm>
            <a:off x="10833904" y="-114752"/>
            <a:ext cx="0" cy="64309"/>
          </a:xfrm>
          <a:prstGeom prst="straightConnector1">
            <a:avLst/>
          </a:prstGeom>
          <a:noFill/>
          <a:ln cap="flat" cmpd="sng" w="9525">
            <a:solidFill>
              <a:srgbClr val="3782BA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29" name="Google Shape;29;p32"/>
          <p:cNvCxnSpPr/>
          <p:nvPr/>
        </p:nvCxnSpPr>
        <p:spPr>
          <a:xfrm>
            <a:off x="11511023" y="-114752"/>
            <a:ext cx="0" cy="64309"/>
          </a:xfrm>
          <a:prstGeom prst="straightConnector1">
            <a:avLst/>
          </a:prstGeom>
          <a:noFill/>
          <a:ln cap="flat" cmpd="sng" w="9525">
            <a:solidFill>
              <a:srgbClr val="3782BA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30" name="Google Shape;30;p32"/>
          <p:cNvCxnSpPr/>
          <p:nvPr/>
        </p:nvCxnSpPr>
        <p:spPr>
          <a:xfrm>
            <a:off x="12188148" y="-114752"/>
            <a:ext cx="0" cy="64309"/>
          </a:xfrm>
          <a:prstGeom prst="straightConnector1">
            <a:avLst/>
          </a:prstGeom>
          <a:noFill/>
          <a:ln cap="flat" cmpd="sng" w="9525">
            <a:solidFill>
              <a:srgbClr val="3782BA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31" name="Google Shape;31;p32"/>
          <p:cNvCxnSpPr/>
          <p:nvPr/>
        </p:nvCxnSpPr>
        <p:spPr>
          <a:xfrm>
            <a:off x="-3" y="6987088"/>
            <a:ext cx="0" cy="64309"/>
          </a:xfrm>
          <a:prstGeom prst="straightConnector1">
            <a:avLst/>
          </a:prstGeom>
          <a:noFill/>
          <a:ln cap="flat" cmpd="sng" w="9525">
            <a:solidFill>
              <a:srgbClr val="3782BA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32" name="Google Shape;32;p32"/>
          <p:cNvCxnSpPr/>
          <p:nvPr/>
        </p:nvCxnSpPr>
        <p:spPr>
          <a:xfrm>
            <a:off x="677116" y="6987088"/>
            <a:ext cx="0" cy="64309"/>
          </a:xfrm>
          <a:prstGeom prst="straightConnector1">
            <a:avLst/>
          </a:prstGeom>
          <a:noFill/>
          <a:ln cap="flat" cmpd="sng" w="9525">
            <a:solidFill>
              <a:srgbClr val="3782BA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33" name="Google Shape;33;p32"/>
          <p:cNvCxnSpPr/>
          <p:nvPr/>
        </p:nvCxnSpPr>
        <p:spPr>
          <a:xfrm>
            <a:off x="1354235" y="6987088"/>
            <a:ext cx="0" cy="64309"/>
          </a:xfrm>
          <a:prstGeom prst="straightConnector1">
            <a:avLst/>
          </a:prstGeom>
          <a:noFill/>
          <a:ln cap="flat" cmpd="sng" w="9525">
            <a:solidFill>
              <a:srgbClr val="3782BA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34" name="Google Shape;34;p32"/>
          <p:cNvCxnSpPr/>
          <p:nvPr/>
        </p:nvCxnSpPr>
        <p:spPr>
          <a:xfrm>
            <a:off x="2031354" y="6987088"/>
            <a:ext cx="0" cy="64309"/>
          </a:xfrm>
          <a:prstGeom prst="straightConnector1">
            <a:avLst/>
          </a:prstGeom>
          <a:noFill/>
          <a:ln cap="flat" cmpd="sng" w="9525">
            <a:solidFill>
              <a:srgbClr val="3782BA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35" name="Google Shape;35;p32"/>
          <p:cNvCxnSpPr/>
          <p:nvPr/>
        </p:nvCxnSpPr>
        <p:spPr>
          <a:xfrm>
            <a:off x="2708473" y="6987088"/>
            <a:ext cx="0" cy="64309"/>
          </a:xfrm>
          <a:prstGeom prst="straightConnector1">
            <a:avLst/>
          </a:prstGeom>
          <a:noFill/>
          <a:ln cap="flat" cmpd="sng" w="9525">
            <a:solidFill>
              <a:srgbClr val="3782BA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36" name="Google Shape;36;p32"/>
          <p:cNvCxnSpPr/>
          <p:nvPr/>
        </p:nvCxnSpPr>
        <p:spPr>
          <a:xfrm>
            <a:off x="3385592" y="6987088"/>
            <a:ext cx="0" cy="64309"/>
          </a:xfrm>
          <a:prstGeom prst="straightConnector1">
            <a:avLst/>
          </a:prstGeom>
          <a:noFill/>
          <a:ln cap="flat" cmpd="sng" w="9525">
            <a:solidFill>
              <a:srgbClr val="3782BA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37" name="Google Shape;37;p32"/>
          <p:cNvCxnSpPr/>
          <p:nvPr/>
        </p:nvCxnSpPr>
        <p:spPr>
          <a:xfrm>
            <a:off x="4062711" y="6987088"/>
            <a:ext cx="0" cy="64309"/>
          </a:xfrm>
          <a:prstGeom prst="straightConnector1">
            <a:avLst/>
          </a:prstGeom>
          <a:noFill/>
          <a:ln cap="flat" cmpd="sng" w="9525">
            <a:solidFill>
              <a:srgbClr val="3782BA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38" name="Google Shape;38;p32"/>
          <p:cNvCxnSpPr/>
          <p:nvPr/>
        </p:nvCxnSpPr>
        <p:spPr>
          <a:xfrm>
            <a:off x="4739830" y="6987088"/>
            <a:ext cx="0" cy="64309"/>
          </a:xfrm>
          <a:prstGeom prst="straightConnector1">
            <a:avLst/>
          </a:prstGeom>
          <a:noFill/>
          <a:ln cap="flat" cmpd="sng" w="9525">
            <a:solidFill>
              <a:srgbClr val="3782BA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39" name="Google Shape;39;p32"/>
          <p:cNvCxnSpPr/>
          <p:nvPr/>
        </p:nvCxnSpPr>
        <p:spPr>
          <a:xfrm>
            <a:off x="5416949" y="6987088"/>
            <a:ext cx="0" cy="64309"/>
          </a:xfrm>
          <a:prstGeom prst="straightConnector1">
            <a:avLst/>
          </a:prstGeom>
          <a:noFill/>
          <a:ln cap="flat" cmpd="sng" w="9525">
            <a:solidFill>
              <a:srgbClr val="3782BA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40" name="Google Shape;40;p32"/>
          <p:cNvCxnSpPr/>
          <p:nvPr/>
        </p:nvCxnSpPr>
        <p:spPr>
          <a:xfrm>
            <a:off x="6094068" y="6987088"/>
            <a:ext cx="0" cy="64309"/>
          </a:xfrm>
          <a:prstGeom prst="straightConnector1">
            <a:avLst/>
          </a:prstGeom>
          <a:noFill/>
          <a:ln cap="flat" cmpd="sng" w="9525">
            <a:solidFill>
              <a:srgbClr val="3782BA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41" name="Google Shape;41;p32"/>
          <p:cNvCxnSpPr/>
          <p:nvPr/>
        </p:nvCxnSpPr>
        <p:spPr>
          <a:xfrm>
            <a:off x="6771187" y="6987088"/>
            <a:ext cx="0" cy="64309"/>
          </a:xfrm>
          <a:prstGeom prst="straightConnector1">
            <a:avLst/>
          </a:prstGeom>
          <a:noFill/>
          <a:ln cap="flat" cmpd="sng" w="9525">
            <a:solidFill>
              <a:srgbClr val="3782BA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42" name="Google Shape;42;p32"/>
          <p:cNvCxnSpPr/>
          <p:nvPr/>
        </p:nvCxnSpPr>
        <p:spPr>
          <a:xfrm>
            <a:off x="7448306" y="6987088"/>
            <a:ext cx="0" cy="64309"/>
          </a:xfrm>
          <a:prstGeom prst="straightConnector1">
            <a:avLst/>
          </a:prstGeom>
          <a:noFill/>
          <a:ln cap="flat" cmpd="sng" w="9525">
            <a:solidFill>
              <a:srgbClr val="3782BA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43" name="Google Shape;43;p32"/>
          <p:cNvCxnSpPr/>
          <p:nvPr/>
        </p:nvCxnSpPr>
        <p:spPr>
          <a:xfrm>
            <a:off x="8125425" y="6987088"/>
            <a:ext cx="0" cy="64309"/>
          </a:xfrm>
          <a:prstGeom prst="straightConnector1">
            <a:avLst/>
          </a:prstGeom>
          <a:noFill/>
          <a:ln cap="flat" cmpd="sng" w="9525">
            <a:solidFill>
              <a:srgbClr val="3782BA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44" name="Google Shape;44;p32"/>
          <p:cNvCxnSpPr/>
          <p:nvPr/>
        </p:nvCxnSpPr>
        <p:spPr>
          <a:xfrm>
            <a:off x="8802544" y="6987088"/>
            <a:ext cx="0" cy="64309"/>
          </a:xfrm>
          <a:prstGeom prst="straightConnector1">
            <a:avLst/>
          </a:prstGeom>
          <a:noFill/>
          <a:ln cap="flat" cmpd="sng" w="9525">
            <a:solidFill>
              <a:srgbClr val="3782BA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45" name="Google Shape;45;p32"/>
          <p:cNvCxnSpPr/>
          <p:nvPr/>
        </p:nvCxnSpPr>
        <p:spPr>
          <a:xfrm>
            <a:off x="9479663" y="6987088"/>
            <a:ext cx="0" cy="64309"/>
          </a:xfrm>
          <a:prstGeom prst="straightConnector1">
            <a:avLst/>
          </a:prstGeom>
          <a:noFill/>
          <a:ln cap="flat" cmpd="sng" w="9525">
            <a:solidFill>
              <a:srgbClr val="3782BA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46" name="Google Shape;46;p32"/>
          <p:cNvCxnSpPr/>
          <p:nvPr/>
        </p:nvCxnSpPr>
        <p:spPr>
          <a:xfrm>
            <a:off x="10156782" y="6987088"/>
            <a:ext cx="0" cy="64309"/>
          </a:xfrm>
          <a:prstGeom prst="straightConnector1">
            <a:avLst/>
          </a:prstGeom>
          <a:noFill/>
          <a:ln cap="flat" cmpd="sng" w="9525">
            <a:solidFill>
              <a:srgbClr val="3782BA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47" name="Google Shape;47;p32"/>
          <p:cNvCxnSpPr/>
          <p:nvPr/>
        </p:nvCxnSpPr>
        <p:spPr>
          <a:xfrm>
            <a:off x="10833901" y="6987088"/>
            <a:ext cx="0" cy="64309"/>
          </a:xfrm>
          <a:prstGeom prst="straightConnector1">
            <a:avLst/>
          </a:prstGeom>
          <a:noFill/>
          <a:ln cap="flat" cmpd="sng" w="9525">
            <a:solidFill>
              <a:srgbClr val="3782BA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48" name="Google Shape;48;p32"/>
          <p:cNvCxnSpPr/>
          <p:nvPr/>
        </p:nvCxnSpPr>
        <p:spPr>
          <a:xfrm>
            <a:off x="11511020" y="6987088"/>
            <a:ext cx="0" cy="64309"/>
          </a:xfrm>
          <a:prstGeom prst="straightConnector1">
            <a:avLst/>
          </a:prstGeom>
          <a:noFill/>
          <a:ln cap="flat" cmpd="sng" w="9525">
            <a:solidFill>
              <a:srgbClr val="3782BA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49" name="Google Shape;49;p32"/>
          <p:cNvCxnSpPr/>
          <p:nvPr/>
        </p:nvCxnSpPr>
        <p:spPr>
          <a:xfrm>
            <a:off x="12188145" y="6987088"/>
            <a:ext cx="0" cy="64309"/>
          </a:xfrm>
          <a:prstGeom prst="straightConnector1">
            <a:avLst/>
          </a:prstGeom>
          <a:noFill/>
          <a:ln cap="flat" cmpd="sng" w="9525">
            <a:solidFill>
              <a:srgbClr val="3782BA"/>
            </a:solidFill>
            <a:prstDash val="solid"/>
            <a:miter lim="8000"/>
            <a:headEnd len="sm" w="sm" type="none"/>
            <a:tailEnd len="sm" w="sm" type="none"/>
          </a:ln>
        </p:spPr>
      </p:cxn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415">
          <p15:clr>
            <a:srgbClr val="FDE53C"/>
          </p15:clr>
        </p15:guide>
        <p15:guide id="2" pos="7265">
          <p15:clr>
            <a:srgbClr val="FDE53C"/>
          </p15:clr>
        </p15:guide>
        <p15:guide id="3" orient="horz" pos="3906">
          <p15:clr>
            <a:srgbClr val="FDE53C"/>
          </p15:clr>
        </p15:guide>
        <p15:guide id="4" pos="3840">
          <p15:clr>
            <a:srgbClr val="FDE53C"/>
          </p15:clr>
        </p15:guide>
        <p15:guide id="5" orient="horz" pos="436">
          <p15:clr>
            <a:srgbClr val="FDE53C"/>
          </p15:clr>
        </p15:guide>
        <p15:guide id="6" orient="horz" pos="1117">
          <p15:clr>
            <a:srgbClr val="FDE53C"/>
          </p15:clr>
        </p15:guide>
      </p15:sldGuideLst>
    </p:ext>
  </p:extLst>
</p:sldMaster>
</file>

<file path=ppt/slides/_rels/slide1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3" Type="http://schemas.openxmlformats.org/officeDocument/2006/relationships/chart" Target="../charts/chart1.xml" /></Relationships>
</file>

<file path=ppt/slides/_rels/slide10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3" Type="http://schemas.openxmlformats.org/officeDocument/2006/relationships/chart" Target="../charts/chart2.xml" /><Relationship Id="rId4" Type="http://schemas.openxmlformats.org/officeDocument/2006/relationships/chart" Target="../charts/chart3.xml" /><Relationship Id="rId5" Type="http://schemas.openxmlformats.org/officeDocument/2006/relationships/chart" Target="../charts/chart4.xml" /></Relationships>
</file>

<file path=ppt/slides/_rels/slide11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3" Type="http://schemas.openxmlformats.org/officeDocument/2006/relationships/chart" Target="../charts/chart5.xml" /></Relationships>
</file>

<file path=ppt/slides/_rels/slide14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3" Type="http://schemas.openxmlformats.org/officeDocument/2006/relationships/chart" Target="../charts/chart6.xml" /></Relationships>
</file>

<file path=ppt/slides/_rels/slide16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3" Type="http://schemas.openxmlformats.org/officeDocument/2006/relationships/chart" Target="../charts/chart7.xml" /></Relationships>
</file>

<file path=ppt/slides/_rels/slide19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3" Type="http://schemas.openxmlformats.org/officeDocument/2006/relationships/chart" Target="../charts/chart8.xml" /></Relationships>
</file>

<file path=ppt/slides/_rels/slide21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2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3" Type="http://schemas.openxmlformats.org/officeDocument/2006/relationships/chart" Target="../charts/chart9.xml" /></Relationships>
</file>

<file path=ppt/slides/_rels/slide23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4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3" Type="http://schemas.openxmlformats.org/officeDocument/2006/relationships/chart" Target="../charts/chart10.xml" /></Relationships>
</file>

<file path=ppt/slides/_rels/slide25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6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3" Type="http://schemas.openxmlformats.org/officeDocument/2006/relationships/chart" Target="../charts/chart11.xml" /></Relationships>
</file>

<file path=ppt/slides/_rels/slide27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8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9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3" Type="http://schemas.openxmlformats.org/officeDocument/2006/relationships/image" Target="../media/image14.png" /></Relationships>
</file>

<file path=ppt/slides/_rels/slide30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1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"/>
          <p:cNvSpPr txBox="1"/>
          <p:nvPr>
            <p:ph type="title"/>
          </p:nvPr>
        </p:nvSpPr>
        <p:spPr>
          <a:xfrm>
            <a:off x="658844" y="2714625"/>
            <a:ext cx="7048500" cy="1543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Play"/>
              <a:buNone/>
            </a:pPr>
            <a:r>
              <a:rPr b="0" lang="en-US" sz="48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Разведочный</a:t>
            </a:r>
            <a:endParaRPr sz="48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Play"/>
              <a:buNone/>
            </a:pPr>
            <a:r>
              <a:rPr b="0" lang="en-US" sz="48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анализ данных</a:t>
            </a:r>
            <a:endParaRPr sz="4800"/>
          </a:p>
        </p:txBody>
      </p:sp>
      <p:sp>
        <p:nvSpPr>
          <p:cNvPr id="210" name="Google Shape;210;p1"/>
          <p:cNvSpPr/>
          <p:nvPr/>
        </p:nvSpPr>
        <p:spPr>
          <a:xfrm>
            <a:off x="666750" y="4610100"/>
            <a:ext cx="504825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b="0" lang="en-US" sz="22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Занятие №2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"/>
          <p:cNvSpPr/>
          <p:nvPr/>
        </p:nvSpPr>
        <p:spPr>
          <a:xfrm>
            <a:off x="685800" y="647700"/>
            <a:ext cx="8858250" cy="1047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3300">
                <a:solidFill>
                  <a:srgbClr val="0077FF"/>
                </a:solidFill>
                <a:latin typeface="Play"/>
                <a:ea typeface="Play"/>
                <a:cs typeface="Play"/>
                <a:sym typeface="Play"/>
              </a:rPr>
              <a:t>Что такое разведочный анализ данных</a:t>
            </a:r>
            <a:endParaRPr/>
          </a:p>
        </p:txBody>
      </p:sp>
      <p:sp>
        <p:nvSpPr>
          <p:cNvPr id="217" name="Google Shape;217;p2"/>
          <p:cNvSpPr/>
          <p:nvPr/>
        </p:nvSpPr>
        <p:spPr>
          <a:xfrm>
            <a:off x="685800" y="2057400"/>
            <a:ext cx="2952750" cy="3495675"/>
          </a:xfrm>
          <a:prstGeom prst="rect">
            <a:avLst/>
          </a:prstGeom>
          <a:solidFill>
            <a:srgbClr val="007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2"/>
          <p:cNvSpPr/>
          <p:nvPr/>
        </p:nvSpPr>
        <p:spPr>
          <a:xfrm>
            <a:off x="971550" y="2343150"/>
            <a:ext cx="2333625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7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EDA</a:t>
            </a:r>
            <a:endParaRPr/>
          </a:p>
        </p:txBody>
      </p:sp>
      <p:sp>
        <p:nvSpPr>
          <p:cNvPr id="219" name="Google Shape;219;p2"/>
          <p:cNvSpPr/>
          <p:nvPr/>
        </p:nvSpPr>
        <p:spPr>
          <a:xfrm>
            <a:off x="971550" y="3533775"/>
            <a:ext cx="2333625" cy="1095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2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Exploratory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2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Data Analysis</a:t>
            </a:r>
            <a:endParaRPr/>
          </a:p>
        </p:txBody>
      </p:sp>
      <p:sp>
        <p:nvSpPr>
          <p:cNvPr id="220" name="Google Shape;220;p2"/>
          <p:cNvSpPr/>
          <p:nvPr/>
        </p:nvSpPr>
        <p:spPr>
          <a:xfrm>
            <a:off x="4067175" y="2219325"/>
            <a:ext cx="7429500" cy="1571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700">
                <a:solidFill>
                  <a:srgbClr val="101828"/>
                </a:solidFill>
                <a:latin typeface="Arial"/>
                <a:ea typeface="Arial"/>
                <a:cs typeface="Arial"/>
                <a:sym typeface="Arial"/>
              </a:rPr>
              <a:t>Изучаем структуру, качество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700">
                <a:solidFill>
                  <a:srgbClr val="101828"/>
                </a:solidFill>
                <a:latin typeface="Arial"/>
                <a:ea typeface="Arial"/>
                <a:cs typeface="Arial"/>
                <a:sym typeface="Arial"/>
              </a:rPr>
              <a:t>и закономерности в данных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700">
                <a:solidFill>
                  <a:srgbClr val="101828"/>
                </a:solidFill>
                <a:latin typeface="Arial"/>
                <a:ea typeface="Arial"/>
                <a:cs typeface="Arial"/>
                <a:sym typeface="Arial"/>
              </a:rPr>
              <a:t>с помощью статистик и графиков.</a:t>
            </a:r>
            <a:endParaRPr/>
          </a:p>
        </p:txBody>
      </p:sp>
      <p:sp>
        <p:nvSpPr>
          <p:cNvPr id="221" name="Google Shape;221;p2"/>
          <p:cNvSpPr/>
          <p:nvPr/>
        </p:nvSpPr>
        <p:spPr>
          <a:xfrm>
            <a:off x="4067175" y="4410075"/>
            <a:ext cx="7429500" cy="1095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250">
                <a:solidFill>
                  <a:srgbClr val="0077FF"/>
                </a:solidFill>
                <a:latin typeface="Arial"/>
                <a:ea typeface="Arial"/>
                <a:cs typeface="Arial"/>
                <a:sym typeface="Arial"/>
              </a:rPr>
              <a:t>Резуль</a:t>
            </a:r>
            <a:r>
              <a:rPr lang="en-US" sz="2250">
                <a:solidFill>
                  <a:srgbClr val="0077FF"/>
                </a:solidFill>
              </a:rPr>
              <a:t>тат:</a:t>
            </a:r>
            <a:r>
              <a:rPr b="0" lang="en-US" sz="2250">
                <a:solidFill>
                  <a:srgbClr val="0077FF"/>
                </a:solidFill>
                <a:latin typeface="Arial"/>
                <a:ea typeface="Arial"/>
                <a:cs typeface="Arial"/>
                <a:sym typeface="Arial"/>
              </a:rPr>
              <a:t> обоснованные наблюдения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250">
                <a:solidFill>
                  <a:srgbClr val="0077FF"/>
                </a:solidFill>
                <a:latin typeface="Arial"/>
                <a:ea typeface="Arial"/>
                <a:cs typeface="Arial"/>
                <a:sym typeface="Arial"/>
              </a:rPr>
              <a:t>и гипотезы для дальнейшей проверки.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"/>
          <p:cNvSpPr/>
          <p:nvPr/>
        </p:nvSpPr>
        <p:spPr>
          <a:xfrm>
            <a:off x="685800" y="647700"/>
            <a:ext cx="8858250" cy="1047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3300">
                <a:solidFill>
                  <a:srgbClr val="0077FF"/>
                </a:solidFill>
                <a:latin typeface="Play"/>
                <a:ea typeface="Play"/>
                <a:cs typeface="Play"/>
                <a:sym typeface="Play"/>
              </a:rPr>
              <a:t>Зачем исследовать данные</a:t>
            </a:r>
            <a:endParaRPr/>
          </a:p>
        </p:txBody>
      </p:sp>
      <p:sp>
        <p:nvSpPr>
          <p:cNvPr id="228" name="Google Shape;228;p3"/>
          <p:cNvSpPr/>
          <p:nvPr/>
        </p:nvSpPr>
        <p:spPr>
          <a:xfrm>
            <a:off x="685800" y="2076450"/>
            <a:ext cx="3400425" cy="3857625"/>
          </a:xfrm>
          <a:prstGeom prst="rect">
            <a:avLst/>
          </a:prstGeom>
          <a:solidFill>
            <a:srgbClr val="F5F8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3"/>
          <p:cNvSpPr/>
          <p:nvPr/>
        </p:nvSpPr>
        <p:spPr>
          <a:xfrm>
            <a:off x="914400" y="2257425"/>
            <a:ext cx="857250" cy="666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3900">
                <a:solidFill>
                  <a:srgbClr val="0077FF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/>
          </a:p>
        </p:txBody>
      </p:sp>
      <p:sp>
        <p:nvSpPr>
          <p:cNvPr id="230" name="Google Shape;230;p3"/>
          <p:cNvSpPr/>
          <p:nvPr/>
        </p:nvSpPr>
        <p:spPr>
          <a:xfrm>
            <a:off x="914400" y="3105150"/>
            <a:ext cx="2943225" cy="704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75">
                <a:solidFill>
                  <a:srgbClr val="0077FF"/>
                </a:solidFill>
                <a:latin typeface="Arial"/>
                <a:ea typeface="Arial"/>
                <a:cs typeface="Arial"/>
                <a:sym typeface="Arial"/>
              </a:rPr>
              <a:t>Качество</a:t>
            </a:r>
            <a:endParaRPr/>
          </a:p>
        </p:txBody>
      </p:sp>
      <p:sp>
        <p:nvSpPr>
          <p:cNvPr id="231" name="Google Shape;231;p3"/>
          <p:cNvSpPr/>
          <p:nvPr/>
        </p:nvSpPr>
        <p:spPr>
          <a:xfrm>
            <a:off x="914400" y="4048125"/>
            <a:ext cx="2943225" cy="1762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25">
                <a:solidFill>
                  <a:srgbClr val="101828"/>
                </a:solidFill>
                <a:latin typeface="Arial"/>
                <a:ea typeface="Arial"/>
                <a:cs typeface="Arial"/>
                <a:sym typeface="Arial"/>
              </a:rPr>
              <a:t>Ошибки сбора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25">
                <a:solidFill>
                  <a:srgbClr val="101828"/>
                </a:solidFill>
                <a:latin typeface="Arial"/>
                <a:ea typeface="Arial"/>
                <a:cs typeface="Arial"/>
                <a:sym typeface="Arial"/>
              </a:rPr>
              <a:t>искажают расчёты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25">
                <a:solidFill>
                  <a:srgbClr val="101828"/>
                </a:solidFill>
                <a:latin typeface="Arial"/>
                <a:ea typeface="Arial"/>
                <a:cs typeface="Arial"/>
                <a:sym typeface="Arial"/>
              </a:rPr>
              <a:t>и выводы.</a:t>
            </a:r>
            <a:endParaRPr/>
          </a:p>
        </p:txBody>
      </p:sp>
      <p:sp>
        <p:nvSpPr>
          <p:cNvPr id="232" name="Google Shape;232;p3"/>
          <p:cNvSpPr/>
          <p:nvPr/>
        </p:nvSpPr>
        <p:spPr>
          <a:xfrm>
            <a:off x="4352925" y="2076450"/>
            <a:ext cx="3400425" cy="3857625"/>
          </a:xfrm>
          <a:prstGeom prst="rect">
            <a:avLst/>
          </a:prstGeom>
          <a:solidFill>
            <a:srgbClr val="EBF3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3"/>
          <p:cNvSpPr/>
          <p:nvPr/>
        </p:nvSpPr>
        <p:spPr>
          <a:xfrm>
            <a:off x="4581525" y="2257425"/>
            <a:ext cx="857250" cy="666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3900">
                <a:solidFill>
                  <a:srgbClr val="0077FF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/>
          </a:p>
        </p:txBody>
      </p:sp>
      <p:sp>
        <p:nvSpPr>
          <p:cNvPr id="234" name="Google Shape;234;p3"/>
          <p:cNvSpPr/>
          <p:nvPr/>
        </p:nvSpPr>
        <p:spPr>
          <a:xfrm>
            <a:off x="4581525" y="3105150"/>
            <a:ext cx="2943225" cy="704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75">
                <a:solidFill>
                  <a:srgbClr val="0077FF"/>
                </a:solidFill>
                <a:latin typeface="Arial"/>
                <a:ea typeface="Arial"/>
                <a:cs typeface="Arial"/>
                <a:sym typeface="Arial"/>
              </a:rPr>
              <a:t>Структура</a:t>
            </a:r>
            <a:endParaRPr/>
          </a:p>
        </p:txBody>
      </p:sp>
      <p:sp>
        <p:nvSpPr>
          <p:cNvPr id="235" name="Google Shape;235;p3"/>
          <p:cNvSpPr/>
          <p:nvPr/>
        </p:nvSpPr>
        <p:spPr>
          <a:xfrm>
            <a:off x="4581525" y="4048125"/>
            <a:ext cx="2943225" cy="1762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25">
                <a:solidFill>
                  <a:srgbClr val="101828"/>
                </a:solidFill>
                <a:latin typeface="Arial"/>
                <a:ea typeface="Arial"/>
                <a:cs typeface="Arial"/>
                <a:sym typeface="Arial"/>
              </a:rPr>
              <a:t>Группы и зависимости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25">
                <a:solidFill>
                  <a:srgbClr val="101828"/>
                </a:solidFill>
                <a:latin typeface="Arial"/>
                <a:ea typeface="Arial"/>
                <a:cs typeface="Arial"/>
                <a:sym typeface="Arial"/>
              </a:rPr>
              <a:t>не видны в одном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25">
                <a:solidFill>
                  <a:srgbClr val="101828"/>
                </a:solidFill>
                <a:latin typeface="Arial"/>
                <a:ea typeface="Arial"/>
                <a:cs typeface="Arial"/>
                <a:sym typeface="Arial"/>
              </a:rPr>
              <a:t>среднем значении.</a:t>
            </a:r>
            <a:endParaRPr/>
          </a:p>
        </p:txBody>
      </p:sp>
      <p:sp>
        <p:nvSpPr>
          <p:cNvPr id="236" name="Google Shape;236;p3"/>
          <p:cNvSpPr/>
          <p:nvPr/>
        </p:nvSpPr>
        <p:spPr>
          <a:xfrm>
            <a:off x="8020050" y="2076450"/>
            <a:ext cx="3400425" cy="3857625"/>
          </a:xfrm>
          <a:prstGeom prst="rect">
            <a:avLst/>
          </a:prstGeom>
          <a:solidFill>
            <a:srgbClr val="F5F8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3"/>
          <p:cNvSpPr/>
          <p:nvPr/>
        </p:nvSpPr>
        <p:spPr>
          <a:xfrm>
            <a:off x="8248650" y="2257425"/>
            <a:ext cx="857250" cy="666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3900">
                <a:solidFill>
                  <a:srgbClr val="0077FF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/>
          </a:p>
        </p:txBody>
      </p:sp>
      <p:sp>
        <p:nvSpPr>
          <p:cNvPr id="238" name="Google Shape;238;p3"/>
          <p:cNvSpPr/>
          <p:nvPr/>
        </p:nvSpPr>
        <p:spPr>
          <a:xfrm>
            <a:off x="8248650" y="3105150"/>
            <a:ext cx="2943225" cy="704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75">
                <a:solidFill>
                  <a:srgbClr val="0077FF"/>
                </a:solidFill>
                <a:latin typeface="Arial"/>
                <a:ea typeface="Arial"/>
                <a:cs typeface="Arial"/>
                <a:sym typeface="Arial"/>
              </a:rPr>
              <a:t>Решения</a:t>
            </a:r>
            <a:endParaRPr/>
          </a:p>
        </p:txBody>
      </p:sp>
      <p:sp>
        <p:nvSpPr>
          <p:cNvPr id="239" name="Google Shape;239;p3"/>
          <p:cNvSpPr/>
          <p:nvPr/>
        </p:nvSpPr>
        <p:spPr>
          <a:xfrm>
            <a:off x="8248650" y="4048125"/>
            <a:ext cx="2943225" cy="1762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25">
                <a:solidFill>
                  <a:srgbClr val="101828"/>
                </a:solidFill>
                <a:latin typeface="Arial"/>
                <a:ea typeface="Arial"/>
                <a:cs typeface="Arial"/>
                <a:sym typeface="Arial"/>
              </a:rPr>
              <a:t>Подготовка данных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25">
                <a:solidFill>
                  <a:srgbClr val="101828"/>
                </a:solidFill>
                <a:latin typeface="Arial"/>
                <a:ea typeface="Arial"/>
                <a:cs typeface="Arial"/>
                <a:sym typeface="Arial"/>
              </a:rPr>
              <a:t>и проверка модели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25">
                <a:solidFill>
                  <a:srgbClr val="101828"/>
                </a:solidFill>
                <a:latin typeface="Arial"/>
                <a:ea typeface="Arial"/>
                <a:cs typeface="Arial"/>
                <a:sym typeface="Arial"/>
              </a:rPr>
              <a:t>должны это учитывать.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4"/>
          <p:cNvSpPr/>
          <p:nvPr/>
        </p:nvSpPr>
        <p:spPr>
          <a:xfrm>
            <a:off x="685800" y="647700"/>
            <a:ext cx="8858250" cy="1047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3300">
                <a:solidFill>
                  <a:srgbClr val="0077FF"/>
                </a:solidFill>
                <a:latin typeface="Play"/>
                <a:ea typeface="Play"/>
                <a:cs typeface="Play"/>
                <a:sym typeface="Play"/>
              </a:rPr>
              <a:t>Основные вопросы EDA</a:t>
            </a:r>
            <a:endParaRPr/>
          </a:p>
        </p:txBody>
      </p:sp>
      <p:sp>
        <p:nvSpPr>
          <p:cNvPr id="246" name="Google Shape;246;p4"/>
          <p:cNvSpPr/>
          <p:nvPr/>
        </p:nvSpPr>
        <p:spPr>
          <a:xfrm>
            <a:off x="685800" y="2114550"/>
            <a:ext cx="30480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50">
                <a:solidFill>
                  <a:srgbClr val="0077FF"/>
                </a:solidFill>
                <a:latin typeface="Arial"/>
                <a:ea typeface="Arial"/>
                <a:cs typeface="Arial"/>
                <a:sym typeface="Arial"/>
              </a:rPr>
              <a:t>Что наблюдаем?</a:t>
            </a:r>
            <a:endParaRPr/>
          </a:p>
        </p:txBody>
      </p:sp>
      <p:sp>
        <p:nvSpPr>
          <p:cNvPr id="247" name="Google Shape;247;p4"/>
          <p:cNvSpPr/>
          <p:nvPr/>
        </p:nvSpPr>
        <p:spPr>
          <a:xfrm>
            <a:off x="4048125" y="2114550"/>
            <a:ext cx="7429500" cy="1047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250">
                <a:solidFill>
                  <a:srgbClr val="101828"/>
                </a:solidFill>
                <a:latin typeface="Arial"/>
                <a:ea typeface="Arial"/>
                <a:cs typeface="Arial"/>
                <a:sym typeface="Arial"/>
              </a:rPr>
              <a:t>Какие объекты представлены и как получены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250">
                <a:solidFill>
                  <a:srgbClr val="101828"/>
                </a:solidFill>
                <a:latin typeface="Arial"/>
                <a:ea typeface="Arial"/>
                <a:cs typeface="Arial"/>
                <a:sym typeface="Arial"/>
              </a:rPr>
              <a:t>их измерения?</a:t>
            </a:r>
            <a:endParaRPr/>
          </a:p>
        </p:txBody>
      </p:sp>
      <p:sp>
        <p:nvSpPr>
          <p:cNvPr id="248" name="Google Shape;248;p4"/>
          <p:cNvSpPr/>
          <p:nvPr/>
        </p:nvSpPr>
        <p:spPr>
          <a:xfrm>
            <a:off x="685800" y="3495675"/>
            <a:ext cx="30480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50">
                <a:solidFill>
                  <a:srgbClr val="0077FF"/>
                </a:solidFill>
                <a:latin typeface="Arial"/>
                <a:ea typeface="Arial"/>
                <a:cs typeface="Arial"/>
                <a:sym typeface="Arial"/>
              </a:rPr>
              <a:t>Как устроены данные?</a:t>
            </a:r>
            <a:endParaRPr/>
          </a:p>
        </p:txBody>
      </p:sp>
      <p:sp>
        <p:nvSpPr>
          <p:cNvPr id="249" name="Google Shape;249;p4"/>
          <p:cNvSpPr/>
          <p:nvPr/>
        </p:nvSpPr>
        <p:spPr>
          <a:xfrm>
            <a:off x="4048125" y="3495675"/>
            <a:ext cx="7429500" cy="1047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250">
                <a:solidFill>
                  <a:srgbClr val="101828"/>
                </a:solidFill>
                <a:latin typeface="Arial"/>
                <a:ea typeface="Arial"/>
                <a:cs typeface="Arial"/>
                <a:sym typeface="Arial"/>
              </a:rPr>
              <a:t>Каковы распределения, разброс, пропуски,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250">
                <a:solidFill>
                  <a:srgbClr val="101828"/>
                </a:solidFill>
                <a:latin typeface="Arial"/>
                <a:ea typeface="Arial"/>
                <a:cs typeface="Arial"/>
                <a:sym typeface="Arial"/>
              </a:rPr>
              <a:t>выбросы и связи между признаками?</a:t>
            </a:r>
            <a:endParaRPr/>
          </a:p>
        </p:txBody>
      </p:sp>
      <p:sp>
        <p:nvSpPr>
          <p:cNvPr id="250" name="Google Shape;250;p4"/>
          <p:cNvSpPr/>
          <p:nvPr/>
        </p:nvSpPr>
        <p:spPr>
          <a:xfrm>
            <a:off x="685800" y="4876800"/>
            <a:ext cx="30480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50">
                <a:solidFill>
                  <a:srgbClr val="0077FF"/>
                </a:solidFill>
                <a:latin typeface="Arial"/>
                <a:ea typeface="Arial"/>
                <a:cs typeface="Arial"/>
                <a:sym typeface="Arial"/>
              </a:rPr>
              <a:t>Что можно заключить?</a:t>
            </a:r>
            <a:endParaRPr/>
          </a:p>
        </p:txBody>
      </p:sp>
      <p:sp>
        <p:nvSpPr>
          <p:cNvPr id="251" name="Google Shape;251;p4"/>
          <p:cNvSpPr/>
          <p:nvPr/>
        </p:nvSpPr>
        <p:spPr>
          <a:xfrm>
            <a:off x="4048125" y="4876800"/>
            <a:ext cx="7429500" cy="1047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250">
                <a:solidFill>
                  <a:srgbClr val="101828"/>
                </a:solidFill>
                <a:latin typeface="Arial"/>
                <a:ea typeface="Arial"/>
                <a:cs typeface="Arial"/>
                <a:sym typeface="Arial"/>
              </a:rPr>
              <a:t>Какие объяснения правдоподобны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250">
                <a:solidFill>
                  <a:srgbClr val="101828"/>
                </a:solidFill>
                <a:latin typeface="Arial"/>
                <a:ea typeface="Arial"/>
                <a:cs typeface="Arial"/>
                <a:sym typeface="Arial"/>
              </a:rPr>
              <a:t>и каких данных не хватает для проверки?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5"/>
          <p:cNvSpPr/>
          <p:nvPr/>
        </p:nvSpPr>
        <p:spPr>
          <a:xfrm>
            <a:off x="685800" y="647700"/>
            <a:ext cx="8858250" cy="1047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3300">
                <a:solidFill>
                  <a:srgbClr val="0077FF"/>
                </a:solidFill>
                <a:latin typeface="Play"/>
                <a:ea typeface="Play"/>
                <a:cs typeface="Play"/>
                <a:sym typeface="Play"/>
              </a:rPr>
              <a:t>Как строится исследование данных</a:t>
            </a:r>
            <a:endParaRPr/>
          </a:p>
        </p:txBody>
      </p:sp>
      <p:sp>
        <p:nvSpPr>
          <p:cNvPr id="258" name="Google Shape;258;p5"/>
          <p:cNvSpPr/>
          <p:nvPr/>
        </p:nvSpPr>
        <p:spPr>
          <a:xfrm>
            <a:off x="685800" y="2390775"/>
            <a:ext cx="3343275" cy="2209800"/>
          </a:xfrm>
          <a:prstGeom prst="rect">
            <a:avLst/>
          </a:prstGeom>
          <a:solidFill>
            <a:srgbClr val="EBF3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5"/>
          <p:cNvSpPr/>
          <p:nvPr/>
        </p:nvSpPr>
        <p:spPr>
          <a:xfrm>
            <a:off x="895350" y="2638425"/>
            <a:ext cx="2924175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25">
                <a:solidFill>
                  <a:srgbClr val="0077FF"/>
                </a:solidFill>
                <a:latin typeface="Arial"/>
                <a:ea typeface="Arial"/>
                <a:cs typeface="Arial"/>
                <a:sym typeface="Arial"/>
              </a:rPr>
              <a:t>Вопрос</a:t>
            </a:r>
            <a:endParaRPr/>
          </a:p>
        </p:txBody>
      </p:sp>
      <p:sp>
        <p:nvSpPr>
          <p:cNvPr id="260" name="Google Shape;260;p5"/>
          <p:cNvSpPr/>
          <p:nvPr/>
        </p:nvSpPr>
        <p:spPr>
          <a:xfrm>
            <a:off x="895350" y="3476625"/>
            <a:ext cx="2924175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100">
                <a:solidFill>
                  <a:srgbClr val="101828"/>
                </a:solidFill>
                <a:latin typeface="Arial"/>
                <a:ea typeface="Arial"/>
                <a:cs typeface="Arial"/>
                <a:sym typeface="Arial"/>
              </a:rPr>
              <a:t>Почему у распределения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100">
                <a:solidFill>
                  <a:srgbClr val="101828"/>
                </a:solidFill>
                <a:latin typeface="Arial"/>
                <a:ea typeface="Arial"/>
                <a:cs typeface="Arial"/>
                <a:sym typeface="Arial"/>
              </a:rPr>
              <a:t>два пика?</a:t>
            </a:r>
            <a:endParaRPr/>
          </a:p>
        </p:txBody>
      </p:sp>
      <p:sp>
        <p:nvSpPr>
          <p:cNvPr id="261" name="Google Shape;261;p5"/>
          <p:cNvSpPr/>
          <p:nvPr/>
        </p:nvSpPr>
        <p:spPr>
          <a:xfrm>
            <a:off x="4038600" y="3105150"/>
            <a:ext cx="333375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250">
                <a:solidFill>
                  <a:srgbClr val="0077FF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/>
          </a:p>
        </p:txBody>
      </p:sp>
      <p:sp>
        <p:nvSpPr>
          <p:cNvPr id="262" name="Google Shape;262;p5"/>
          <p:cNvSpPr/>
          <p:nvPr/>
        </p:nvSpPr>
        <p:spPr>
          <a:xfrm>
            <a:off x="4362450" y="2390775"/>
            <a:ext cx="3343275" cy="2209800"/>
          </a:xfrm>
          <a:prstGeom prst="rect">
            <a:avLst/>
          </a:prstGeom>
          <a:solidFill>
            <a:srgbClr val="EBF3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5"/>
          <p:cNvSpPr/>
          <p:nvPr/>
        </p:nvSpPr>
        <p:spPr>
          <a:xfrm>
            <a:off x="4572000" y="2638425"/>
            <a:ext cx="2924175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25">
                <a:solidFill>
                  <a:srgbClr val="0077FF"/>
                </a:solidFill>
                <a:latin typeface="Arial"/>
                <a:ea typeface="Arial"/>
                <a:cs typeface="Arial"/>
                <a:sym typeface="Arial"/>
              </a:rPr>
              <a:t>Исследование</a:t>
            </a:r>
            <a:endParaRPr/>
          </a:p>
        </p:txBody>
      </p:sp>
      <p:sp>
        <p:nvSpPr>
          <p:cNvPr id="264" name="Google Shape;264;p5"/>
          <p:cNvSpPr/>
          <p:nvPr/>
        </p:nvSpPr>
        <p:spPr>
          <a:xfrm>
            <a:off x="4572000" y="3476625"/>
            <a:ext cx="2924175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100">
                <a:solidFill>
                  <a:srgbClr val="101828"/>
                </a:solidFill>
                <a:latin typeface="Arial"/>
                <a:ea typeface="Arial"/>
                <a:cs typeface="Arial"/>
                <a:sym typeface="Arial"/>
              </a:rPr>
              <a:t>Сравним распределения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100">
                <a:solidFill>
                  <a:srgbClr val="101828"/>
                </a:solidFill>
                <a:latin typeface="Arial"/>
                <a:ea typeface="Arial"/>
                <a:cs typeface="Arial"/>
                <a:sym typeface="Arial"/>
              </a:rPr>
              <a:t>в известных группах.</a:t>
            </a:r>
            <a:endParaRPr/>
          </a:p>
        </p:txBody>
      </p:sp>
      <p:sp>
        <p:nvSpPr>
          <p:cNvPr id="265" name="Google Shape;265;p5"/>
          <p:cNvSpPr/>
          <p:nvPr/>
        </p:nvSpPr>
        <p:spPr>
          <a:xfrm>
            <a:off x="7715250" y="3105150"/>
            <a:ext cx="333375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250">
                <a:solidFill>
                  <a:srgbClr val="0077FF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/>
          </a:p>
        </p:txBody>
      </p:sp>
      <p:sp>
        <p:nvSpPr>
          <p:cNvPr id="266" name="Google Shape;266;p5"/>
          <p:cNvSpPr/>
          <p:nvPr/>
        </p:nvSpPr>
        <p:spPr>
          <a:xfrm>
            <a:off x="8039100" y="2390775"/>
            <a:ext cx="3343275" cy="2209800"/>
          </a:xfrm>
          <a:prstGeom prst="rect">
            <a:avLst/>
          </a:prstGeom>
          <a:solidFill>
            <a:srgbClr val="EBF3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5"/>
          <p:cNvSpPr/>
          <p:nvPr/>
        </p:nvSpPr>
        <p:spPr>
          <a:xfrm>
            <a:off x="8248650" y="2638425"/>
            <a:ext cx="2924175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25">
                <a:solidFill>
                  <a:srgbClr val="0077FF"/>
                </a:solidFill>
                <a:latin typeface="Arial"/>
                <a:ea typeface="Arial"/>
                <a:cs typeface="Arial"/>
                <a:sym typeface="Arial"/>
              </a:rPr>
              <a:t>Новый вопрос</a:t>
            </a:r>
            <a:endParaRPr/>
          </a:p>
        </p:txBody>
      </p:sp>
      <p:sp>
        <p:nvSpPr>
          <p:cNvPr id="268" name="Google Shape;268;p5"/>
          <p:cNvSpPr/>
          <p:nvPr/>
        </p:nvSpPr>
        <p:spPr>
          <a:xfrm>
            <a:off x="8248650" y="3476625"/>
            <a:ext cx="2924175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100">
                <a:solidFill>
                  <a:srgbClr val="101828"/>
                </a:solidFill>
                <a:latin typeface="Arial"/>
                <a:ea typeface="Arial"/>
                <a:cs typeface="Arial"/>
                <a:sym typeface="Arial"/>
              </a:rPr>
              <a:t>Сохранились ли пики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100">
                <a:solidFill>
                  <a:srgbClr val="101828"/>
                </a:solidFill>
                <a:latin typeface="Arial"/>
                <a:ea typeface="Arial"/>
                <a:cs typeface="Arial"/>
                <a:sym typeface="Arial"/>
              </a:rPr>
              <a:t>внутри каждой группы?</a:t>
            </a:r>
            <a:endParaRPr/>
          </a:p>
        </p:txBody>
      </p:sp>
      <p:sp>
        <p:nvSpPr>
          <p:cNvPr id="269" name="Google Shape;269;p5"/>
          <p:cNvSpPr/>
          <p:nvPr/>
        </p:nvSpPr>
        <p:spPr>
          <a:xfrm>
            <a:off x="685800" y="5267325"/>
            <a:ext cx="10810875" cy="695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325">
                <a:solidFill>
                  <a:srgbClr val="0077FF"/>
                </a:solidFill>
                <a:latin typeface="Arial"/>
                <a:ea typeface="Arial"/>
                <a:cs typeface="Arial"/>
                <a:sym typeface="Arial"/>
              </a:rPr>
              <a:t>↶  Уточняем вопрос и выбираем следующий способ проверки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6"/>
          <p:cNvSpPr/>
          <p:nvPr/>
        </p:nvSpPr>
        <p:spPr>
          <a:xfrm>
            <a:off x="685800" y="647700"/>
            <a:ext cx="8858250" cy="1047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3300">
                <a:solidFill>
                  <a:srgbClr val="0077FF"/>
                </a:solidFill>
                <a:latin typeface="Play"/>
                <a:ea typeface="Play"/>
                <a:cs typeface="Play"/>
                <a:sym typeface="Play"/>
              </a:rPr>
              <a:t>Смысл и происхождение данных</a:t>
            </a:r>
            <a:endParaRPr/>
          </a:p>
        </p:txBody>
      </p:sp>
      <p:sp>
        <p:nvSpPr>
          <p:cNvPr id="276" name="Google Shape;276;p6"/>
          <p:cNvSpPr/>
          <p:nvPr/>
        </p:nvSpPr>
        <p:spPr>
          <a:xfrm>
            <a:off x="685800" y="2095500"/>
            <a:ext cx="5200650" cy="1657350"/>
          </a:xfrm>
          <a:prstGeom prst="rect">
            <a:avLst/>
          </a:prstGeom>
          <a:solidFill>
            <a:srgbClr val="EBF3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6"/>
          <p:cNvSpPr/>
          <p:nvPr/>
        </p:nvSpPr>
        <p:spPr>
          <a:xfrm>
            <a:off x="895350" y="2286000"/>
            <a:ext cx="47815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75">
                <a:solidFill>
                  <a:srgbClr val="0077FF"/>
                </a:solidFill>
                <a:latin typeface="Arial"/>
                <a:ea typeface="Arial"/>
                <a:cs typeface="Arial"/>
                <a:sym typeface="Arial"/>
              </a:rPr>
              <a:t>Что является наблюдением?</a:t>
            </a:r>
            <a:endParaRPr/>
          </a:p>
        </p:txBody>
      </p:sp>
      <p:sp>
        <p:nvSpPr>
          <p:cNvPr id="278" name="Google Shape;278;p6"/>
          <p:cNvSpPr/>
          <p:nvPr/>
        </p:nvSpPr>
        <p:spPr>
          <a:xfrm>
            <a:off x="895350" y="2857500"/>
            <a:ext cx="4781550" cy="781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25">
                <a:solidFill>
                  <a:srgbClr val="101828"/>
                </a:solidFill>
                <a:latin typeface="Arial"/>
                <a:ea typeface="Arial"/>
                <a:cs typeface="Arial"/>
                <a:sym typeface="Arial"/>
              </a:rPr>
              <a:t>Человек, событие или повторное измерение?</a:t>
            </a:r>
            <a:endParaRPr/>
          </a:p>
        </p:txBody>
      </p:sp>
      <p:sp>
        <p:nvSpPr>
          <p:cNvPr id="279" name="Google Shape;279;p6"/>
          <p:cNvSpPr/>
          <p:nvPr/>
        </p:nvSpPr>
        <p:spPr>
          <a:xfrm>
            <a:off x="6286500" y="2095500"/>
            <a:ext cx="5200650" cy="1657350"/>
          </a:xfrm>
          <a:prstGeom prst="rect">
            <a:avLst/>
          </a:prstGeom>
          <a:solidFill>
            <a:srgbClr val="EBF3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6"/>
          <p:cNvSpPr/>
          <p:nvPr/>
        </p:nvSpPr>
        <p:spPr>
          <a:xfrm>
            <a:off x="6496050" y="2286000"/>
            <a:ext cx="47815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75">
                <a:solidFill>
                  <a:srgbClr val="0077FF"/>
                </a:solidFill>
                <a:latin typeface="Arial"/>
                <a:ea typeface="Arial"/>
                <a:cs typeface="Arial"/>
                <a:sym typeface="Arial"/>
              </a:rPr>
              <a:t>Кого охватывает выборка?</a:t>
            </a:r>
            <a:endParaRPr/>
          </a:p>
        </p:txBody>
      </p:sp>
      <p:sp>
        <p:nvSpPr>
          <p:cNvPr id="281" name="Google Shape;281;p6"/>
          <p:cNvSpPr/>
          <p:nvPr/>
        </p:nvSpPr>
        <p:spPr>
          <a:xfrm>
            <a:off x="6496050" y="2857500"/>
            <a:ext cx="4781550" cy="781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25">
                <a:solidFill>
                  <a:srgbClr val="101828"/>
                </a:solidFill>
                <a:latin typeface="Arial"/>
                <a:ea typeface="Arial"/>
                <a:cs typeface="Arial"/>
                <a:sym typeface="Arial"/>
              </a:rPr>
              <a:t>Кто включён и кто не мог в неё попасть?</a:t>
            </a:r>
            <a:endParaRPr/>
          </a:p>
        </p:txBody>
      </p:sp>
      <p:sp>
        <p:nvSpPr>
          <p:cNvPr id="282" name="Google Shape;282;p6"/>
          <p:cNvSpPr/>
          <p:nvPr/>
        </p:nvSpPr>
        <p:spPr>
          <a:xfrm>
            <a:off x="685800" y="4010025"/>
            <a:ext cx="5200650" cy="1657350"/>
          </a:xfrm>
          <a:prstGeom prst="rect">
            <a:avLst/>
          </a:prstGeom>
          <a:solidFill>
            <a:srgbClr val="EBF3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6"/>
          <p:cNvSpPr/>
          <p:nvPr/>
        </p:nvSpPr>
        <p:spPr>
          <a:xfrm>
            <a:off x="895350" y="4200525"/>
            <a:ext cx="47815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75">
                <a:solidFill>
                  <a:srgbClr val="0077FF"/>
                </a:solidFill>
                <a:latin typeface="Arial"/>
                <a:ea typeface="Arial"/>
                <a:cs typeface="Arial"/>
                <a:sym typeface="Arial"/>
              </a:rPr>
              <a:t>Что означает признак?</a:t>
            </a:r>
            <a:endParaRPr/>
          </a:p>
        </p:txBody>
      </p:sp>
      <p:sp>
        <p:nvSpPr>
          <p:cNvPr id="284" name="Google Shape;284;p6"/>
          <p:cNvSpPr/>
          <p:nvPr/>
        </p:nvSpPr>
        <p:spPr>
          <a:xfrm>
            <a:off x="895350" y="4772025"/>
            <a:ext cx="4781550" cy="781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25">
                <a:solidFill>
                  <a:srgbClr val="101828"/>
                </a:solidFill>
                <a:latin typeface="Arial"/>
                <a:ea typeface="Arial"/>
                <a:cs typeface="Arial"/>
                <a:sym typeface="Arial"/>
              </a:rPr>
              <a:t>Единицы, допустимые значения, числовые коды.</a:t>
            </a:r>
            <a:endParaRPr/>
          </a:p>
        </p:txBody>
      </p:sp>
      <p:sp>
        <p:nvSpPr>
          <p:cNvPr id="285" name="Google Shape;285;p6"/>
          <p:cNvSpPr/>
          <p:nvPr/>
        </p:nvSpPr>
        <p:spPr>
          <a:xfrm>
            <a:off x="6286500" y="4010025"/>
            <a:ext cx="5200650" cy="1657350"/>
          </a:xfrm>
          <a:prstGeom prst="rect">
            <a:avLst/>
          </a:prstGeom>
          <a:solidFill>
            <a:srgbClr val="EBF3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6"/>
          <p:cNvSpPr/>
          <p:nvPr/>
        </p:nvSpPr>
        <p:spPr>
          <a:xfrm>
            <a:off x="6496050" y="4200525"/>
            <a:ext cx="47815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75">
                <a:solidFill>
                  <a:srgbClr val="0077FF"/>
                </a:solidFill>
                <a:latin typeface="Arial"/>
                <a:ea typeface="Arial"/>
                <a:cs typeface="Arial"/>
                <a:sym typeface="Arial"/>
              </a:rPr>
              <a:t>Когда собраны данные?</a:t>
            </a:r>
            <a:endParaRPr/>
          </a:p>
        </p:txBody>
      </p:sp>
      <p:sp>
        <p:nvSpPr>
          <p:cNvPr id="287" name="Google Shape;287;p6"/>
          <p:cNvSpPr/>
          <p:nvPr/>
        </p:nvSpPr>
        <p:spPr>
          <a:xfrm>
            <a:off x="6496050" y="4772025"/>
            <a:ext cx="4781550" cy="781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25">
                <a:solidFill>
                  <a:srgbClr val="101828"/>
                </a:solidFill>
                <a:latin typeface="Arial"/>
                <a:ea typeface="Arial"/>
                <a:cs typeface="Arial"/>
                <a:sym typeface="Arial"/>
              </a:rPr>
              <a:t>Период, порядок и изменения способа сбора.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7"/>
          <p:cNvSpPr/>
          <p:nvPr/>
        </p:nvSpPr>
        <p:spPr>
          <a:xfrm>
            <a:off x="685800" y="647700"/>
            <a:ext cx="8858250" cy="1047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3300">
                <a:solidFill>
                  <a:srgbClr val="0077FF"/>
                </a:solidFill>
                <a:latin typeface="Play"/>
                <a:ea typeface="Play"/>
                <a:cs typeface="Play"/>
                <a:sym typeface="Play"/>
              </a:rPr>
              <a:t>Центр и разброс распределения</a:t>
            </a:r>
            <a:endParaRPr/>
          </a:p>
        </p:txBody>
      </p:sp>
      <p:sp>
        <p:nvSpPr>
          <p:cNvPr id="294" name="Google Shape;294;p7"/>
          <p:cNvSpPr/>
          <p:nvPr/>
        </p:nvSpPr>
        <p:spPr>
          <a:xfrm>
            <a:off x="685800" y="2076450"/>
            <a:ext cx="50482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75">
                <a:solidFill>
                  <a:srgbClr val="0077FF"/>
                </a:solidFill>
                <a:latin typeface="Arial"/>
                <a:ea typeface="Arial"/>
                <a:cs typeface="Arial"/>
                <a:sym typeface="Arial"/>
              </a:rPr>
              <a:t>Центр</a:t>
            </a:r>
            <a:endParaRPr/>
          </a:p>
        </p:txBody>
      </p:sp>
      <p:sp>
        <p:nvSpPr>
          <p:cNvPr id="295" name="Google Shape;295;p7"/>
          <p:cNvSpPr/>
          <p:nvPr/>
        </p:nvSpPr>
        <p:spPr>
          <a:xfrm>
            <a:off x="685800" y="2800350"/>
            <a:ext cx="504825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50">
                <a:solidFill>
                  <a:srgbClr val="0077FF"/>
                </a:solidFill>
                <a:latin typeface="Arial"/>
                <a:ea typeface="Arial"/>
                <a:cs typeface="Arial"/>
                <a:sym typeface="Arial"/>
              </a:rPr>
              <a:t>Среднее</a:t>
            </a:r>
            <a:endParaRPr/>
          </a:p>
        </p:txBody>
      </p:sp>
      <p:sp>
        <p:nvSpPr>
          <p:cNvPr id="296" name="Google Shape;296;p7"/>
          <p:cNvSpPr/>
          <p:nvPr/>
        </p:nvSpPr>
        <p:spPr>
          <a:xfrm>
            <a:off x="685800" y="3324225"/>
            <a:ext cx="5048250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175">
                <a:solidFill>
                  <a:srgbClr val="101828"/>
                </a:solidFill>
                <a:latin typeface="Arial"/>
                <a:ea typeface="Arial"/>
                <a:cs typeface="Arial"/>
                <a:sym typeface="Arial"/>
              </a:rPr>
              <a:t>Сумма значений, делённая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175">
                <a:solidFill>
                  <a:srgbClr val="101828"/>
                </a:solidFill>
                <a:latin typeface="Arial"/>
                <a:ea typeface="Arial"/>
                <a:cs typeface="Arial"/>
                <a:sym typeface="Arial"/>
              </a:rPr>
              <a:t>на число наблюдений.</a:t>
            </a:r>
            <a:endParaRPr/>
          </a:p>
        </p:txBody>
      </p:sp>
      <p:sp>
        <p:nvSpPr>
          <p:cNvPr id="297" name="Google Shape;297;p7"/>
          <p:cNvSpPr/>
          <p:nvPr/>
        </p:nvSpPr>
        <p:spPr>
          <a:xfrm>
            <a:off x="685800" y="4305300"/>
            <a:ext cx="504825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50">
                <a:solidFill>
                  <a:srgbClr val="0077FF"/>
                </a:solidFill>
                <a:latin typeface="Arial"/>
                <a:ea typeface="Arial"/>
                <a:cs typeface="Arial"/>
                <a:sym typeface="Arial"/>
              </a:rPr>
              <a:t>Медиана</a:t>
            </a:r>
            <a:endParaRPr/>
          </a:p>
        </p:txBody>
      </p:sp>
      <p:sp>
        <p:nvSpPr>
          <p:cNvPr id="298" name="Google Shape;298;p7"/>
          <p:cNvSpPr/>
          <p:nvPr/>
        </p:nvSpPr>
        <p:spPr>
          <a:xfrm>
            <a:off x="685800" y="4829175"/>
            <a:ext cx="5048250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175">
                <a:solidFill>
                  <a:srgbClr val="101828"/>
                </a:solidFill>
                <a:latin typeface="Arial"/>
                <a:ea typeface="Arial"/>
                <a:cs typeface="Arial"/>
                <a:sym typeface="Arial"/>
              </a:rPr>
              <a:t>Центральное значение в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175">
                <a:solidFill>
                  <a:srgbClr val="101828"/>
                </a:solidFill>
                <a:latin typeface="Arial"/>
                <a:ea typeface="Arial"/>
                <a:cs typeface="Arial"/>
                <a:sym typeface="Arial"/>
              </a:rPr>
              <a:t>упорядоченной выборке.*</a:t>
            </a:r>
            <a:endParaRPr/>
          </a:p>
        </p:txBody>
      </p:sp>
      <p:sp>
        <p:nvSpPr>
          <p:cNvPr id="299" name="Google Shape;299;p7"/>
          <p:cNvSpPr/>
          <p:nvPr/>
        </p:nvSpPr>
        <p:spPr>
          <a:xfrm>
            <a:off x="6067425" y="1981200"/>
            <a:ext cx="5429250" cy="3905250"/>
          </a:xfrm>
          <a:prstGeom prst="rect">
            <a:avLst/>
          </a:prstGeom>
          <a:solidFill>
            <a:srgbClr val="EBF3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7"/>
          <p:cNvSpPr/>
          <p:nvPr/>
        </p:nvSpPr>
        <p:spPr>
          <a:xfrm>
            <a:off x="6296025" y="2076450"/>
            <a:ext cx="49720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75">
                <a:solidFill>
                  <a:srgbClr val="0077FF"/>
                </a:solidFill>
                <a:latin typeface="Arial"/>
                <a:ea typeface="Arial"/>
                <a:cs typeface="Arial"/>
                <a:sym typeface="Arial"/>
              </a:rPr>
              <a:t>Разброс</a:t>
            </a:r>
            <a:endParaRPr/>
          </a:p>
        </p:txBody>
      </p:sp>
      <p:sp>
        <p:nvSpPr>
          <p:cNvPr id="301" name="Google Shape;301;p7"/>
          <p:cNvSpPr/>
          <p:nvPr/>
        </p:nvSpPr>
        <p:spPr>
          <a:xfrm>
            <a:off x="6296025" y="2800350"/>
            <a:ext cx="497205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50">
                <a:solidFill>
                  <a:srgbClr val="0077FF"/>
                </a:solidFill>
                <a:latin typeface="Arial"/>
                <a:ea typeface="Arial"/>
                <a:cs typeface="Arial"/>
                <a:sym typeface="Arial"/>
              </a:rPr>
              <a:t>Стандартное отклонение</a:t>
            </a:r>
            <a:endParaRPr/>
          </a:p>
        </p:txBody>
      </p:sp>
      <p:sp>
        <p:nvSpPr>
          <p:cNvPr id="302" name="Google Shape;302;p7"/>
          <p:cNvSpPr/>
          <p:nvPr/>
        </p:nvSpPr>
        <p:spPr>
          <a:xfrm>
            <a:off x="6296025" y="3324225"/>
            <a:ext cx="497205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25">
                <a:solidFill>
                  <a:srgbClr val="101828"/>
                </a:solidFill>
                <a:latin typeface="Arial"/>
                <a:ea typeface="Arial"/>
                <a:cs typeface="Arial"/>
                <a:sym typeface="Arial"/>
              </a:rPr>
              <a:t>Корень из дисперсии.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25">
                <a:solidFill>
                  <a:srgbClr val="101828"/>
                </a:solidFill>
                <a:latin typeface="Arial"/>
                <a:ea typeface="Arial"/>
                <a:cs typeface="Arial"/>
                <a:sym typeface="Arial"/>
              </a:rPr>
              <a:t>Чувствительно к крайним значениям.</a:t>
            </a:r>
            <a:endParaRPr/>
          </a:p>
        </p:txBody>
      </p:sp>
      <p:sp>
        <p:nvSpPr>
          <p:cNvPr id="303" name="Google Shape;303;p7"/>
          <p:cNvSpPr/>
          <p:nvPr/>
        </p:nvSpPr>
        <p:spPr>
          <a:xfrm>
            <a:off x="6296025" y="4305300"/>
            <a:ext cx="497205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50">
                <a:solidFill>
                  <a:srgbClr val="0077FF"/>
                </a:solidFill>
                <a:latin typeface="Arial"/>
                <a:ea typeface="Arial"/>
                <a:cs typeface="Arial"/>
                <a:sym typeface="Arial"/>
              </a:rPr>
              <a:t>Межквартильный размах</a:t>
            </a:r>
            <a:endParaRPr/>
          </a:p>
        </p:txBody>
      </p:sp>
      <p:sp>
        <p:nvSpPr>
          <p:cNvPr id="304" name="Google Shape;304;p7"/>
          <p:cNvSpPr/>
          <p:nvPr/>
        </p:nvSpPr>
        <p:spPr>
          <a:xfrm>
            <a:off x="6296025" y="4829175"/>
            <a:ext cx="497205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25">
                <a:solidFill>
                  <a:srgbClr val="101828"/>
                </a:solidFill>
                <a:latin typeface="Arial"/>
                <a:ea typeface="Arial"/>
                <a:cs typeface="Arial"/>
                <a:sym typeface="Arial"/>
              </a:rPr>
              <a:t>IQR = Q₃ − Q₁: ширина интервала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25">
                <a:solidFill>
                  <a:srgbClr val="101828"/>
                </a:solidFill>
                <a:latin typeface="Arial"/>
                <a:ea typeface="Arial"/>
                <a:cs typeface="Arial"/>
                <a:sym typeface="Arial"/>
              </a:rPr>
              <a:t>между 25-м и 75-м процентилями.</a:t>
            </a:r>
            <a:endParaRPr/>
          </a:p>
        </p:txBody>
      </p:sp>
      <p:sp>
        <p:nvSpPr>
          <p:cNvPr id="305" name="Google Shape;305;p7"/>
          <p:cNvSpPr/>
          <p:nvPr/>
        </p:nvSpPr>
        <p:spPr>
          <a:xfrm>
            <a:off x="685800" y="6315075"/>
            <a:ext cx="107156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687383"/>
                </a:solidFill>
                <a:latin typeface="Arial"/>
                <a:ea typeface="Arial"/>
                <a:cs typeface="Arial"/>
                <a:sym typeface="Arial"/>
              </a:rPr>
              <a:t>* При чётном числе наблюдений — среднее двух центральных значений.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8"/>
          <p:cNvSpPr/>
          <p:nvPr/>
        </p:nvSpPr>
        <p:spPr>
          <a:xfrm>
            <a:off x="685800" y="647700"/>
            <a:ext cx="8858250" cy="1047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3300">
                <a:solidFill>
                  <a:srgbClr val="0077FF"/>
                </a:solidFill>
                <a:latin typeface="Play"/>
                <a:ea typeface="Play"/>
                <a:cs typeface="Play"/>
                <a:sym typeface="Play"/>
              </a:rPr>
              <a:t>Тип данных определяет график</a:t>
            </a:r>
            <a:endParaRPr/>
          </a:p>
        </p:txBody>
      </p:sp>
      <p:sp>
        <p:nvSpPr>
          <p:cNvPr id="312" name="Google Shape;312;p8"/>
          <p:cNvSpPr/>
          <p:nvPr/>
        </p:nvSpPr>
        <p:spPr>
          <a:xfrm>
            <a:off x="685800" y="2057400"/>
            <a:ext cx="10810875" cy="619125"/>
          </a:xfrm>
          <a:prstGeom prst="rect">
            <a:avLst/>
          </a:prstGeom>
          <a:solidFill>
            <a:srgbClr val="EBF3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8"/>
          <p:cNvSpPr/>
          <p:nvPr/>
        </p:nvSpPr>
        <p:spPr>
          <a:xfrm>
            <a:off x="876300" y="2200275"/>
            <a:ext cx="4619625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100">
                <a:solidFill>
                  <a:srgbClr val="0077FF"/>
                </a:solidFill>
                <a:latin typeface="Arial"/>
                <a:ea typeface="Arial"/>
                <a:cs typeface="Arial"/>
                <a:sym typeface="Arial"/>
              </a:rPr>
              <a:t>Один числовой признак</a:t>
            </a:r>
            <a:endParaRPr/>
          </a:p>
        </p:txBody>
      </p:sp>
      <p:sp>
        <p:nvSpPr>
          <p:cNvPr id="314" name="Google Shape;314;p8"/>
          <p:cNvSpPr/>
          <p:nvPr/>
        </p:nvSpPr>
        <p:spPr>
          <a:xfrm>
            <a:off x="5857875" y="2200275"/>
            <a:ext cx="53340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100">
                <a:solidFill>
                  <a:srgbClr val="101828"/>
                </a:solidFill>
                <a:latin typeface="Arial"/>
                <a:ea typeface="Arial"/>
                <a:cs typeface="Arial"/>
                <a:sym typeface="Arial"/>
              </a:rPr>
              <a:t>Гистограмма, ECDF, boxplot</a:t>
            </a:r>
            <a:endParaRPr/>
          </a:p>
        </p:txBody>
      </p:sp>
      <p:sp>
        <p:nvSpPr>
          <p:cNvPr id="315" name="Google Shape;315;p8"/>
          <p:cNvSpPr/>
          <p:nvPr/>
        </p:nvSpPr>
        <p:spPr>
          <a:xfrm>
            <a:off x="685800" y="2781300"/>
            <a:ext cx="10810875" cy="6191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8"/>
          <p:cNvSpPr/>
          <p:nvPr/>
        </p:nvSpPr>
        <p:spPr>
          <a:xfrm>
            <a:off x="876300" y="2924175"/>
            <a:ext cx="4619625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100">
                <a:solidFill>
                  <a:srgbClr val="0077FF"/>
                </a:solidFill>
                <a:latin typeface="Arial"/>
                <a:ea typeface="Arial"/>
                <a:cs typeface="Arial"/>
                <a:sym typeface="Arial"/>
              </a:rPr>
              <a:t>Один категориальный</a:t>
            </a:r>
            <a:endParaRPr/>
          </a:p>
        </p:txBody>
      </p:sp>
      <p:sp>
        <p:nvSpPr>
          <p:cNvPr id="317" name="Google Shape;317;p8"/>
          <p:cNvSpPr/>
          <p:nvPr/>
        </p:nvSpPr>
        <p:spPr>
          <a:xfrm>
            <a:off x="5857875" y="2924175"/>
            <a:ext cx="53340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100">
                <a:solidFill>
                  <a:srgbClr val="101828"/>
                </a:solidFill>
                <a:latin typeface="Arial"/>
                <a:ea typeface="Arial"/>
                <a:cs typeface="Arial"/>
                <a:sym typeface="Arial"/>
              </a:rPr>
              <a:t>Частоты и доли категорий</a:t>
            </a:r>
            <a:endParaRPr/>
          </a:p>
        </p:txBody>
      </p:sp>
      <p:sp>
        <p:nvSpPr>
          <p:cNvPr id="318" name="Google Shape;318;p8"/>
          <p:cNvSpPr/>
          <p:nvPr/>
        </p:nvSpPr>
        <p:spPr>
          <a:xfrm>
            <a:off x="685800" y="3505200"/>
            <a:ext cx="10810875" cy="619125"/>
          </a:xfrm>
          <a:prstGeom prst="rect">
            <a:avLst/>
          </a:prstGeom>
          <a:solidFill>
            <a:srgbClr val="EBF3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8"/>
          <p:cNvSpPr/>
          <p:nvPr/>
        </p:nvSpPr>
        <p:spPr>
          <a:xfrm>
            <a:off x="876300" y="3648075"/>
            <a:ext cx="4619625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100">
                <a:solidFill>
                  <a:srgbClr val="0077FF"/>
                </a:solidFill>
                <a:latin typeface="Arial"/>
                <a:ea typeface="Arial"/>
                <a:cs typeface="Arial"/>
                <a:sym typeface="Arial"/>
              </a:rPr>
              <a:t>Два числовых</a:t>
            </a:r>
            <a:endParaRPr/>
          </a:p>
        </p:txBody>
      </p:sp>
      <p:sp>
        <p:nvSpPr>
          <p:cNvPr id="320" name="Google Shape;320;p8"/>
          <p:cNvSpPr/>
          <p:nvPr/>
        </p:nvSpPr>
        <p:spPr>
          <a:xfrm>
            <a:off x="5857875" y="3648075"/>
            <a:ext cx="53340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100">
                <a:solidFill>
                  <a:srgbClr val="101828"/>
                </a:solidFill>
                <a:latin typeface="Arial"/>
                <a:ea typeface="Arial"/>
                <a:cs typeface="Arial"/>
                <a:sym typeface="Arial"/>
              </a:rPr>
              <a:t>Диаграмма рассеяния</a:t>
            </a:r>
            <a:endParaRPr/>
          </a:p>
        </p:txBody>
      </p:sp>
      <p:sp>
        <p:nvSpPr>
          <p:cNvPr id="321" name="Google Shape;321;p8"/>
          <p:cNvSpPr/>
          <p:nvPr/>
        </p:nvSpPr>
        <p:spPr>
          <a:xfrm>
            <a:off x="685800" y="4229100"/>
            <a:ext cx="10810875" cy="6191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8"/>
          <p:cNvSpPr/>
          <p:nvPr/>
        </p:nvSpPr>
        <p:spPr>
          <a:xfrm>
            <a:off x="876300" y="4371975"/>
            <a:ext cx="4619625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100">
                <a:solidFill>
                  <a:srgbClr val="0077FF"/>
                </a:solidFill>
                <a:latin typeface="Arial"/>
                <a:ea typeface="Arial"/>
                <a:cs typeface="Arial"/>
                <a:sym typeface="Arial"/>
              </a:rPr>
              <a:t>Числовой + категория</a:t>
            </a:r>
            <a:endParaRPr/>
          </a:p>
        </p:txBody>
      </p:sp>
      <p:sp>
        <p:nvSpPr>
          <p:cNvPr id="323" name="Google Shape;323;p8"/>
          <p:cNvSpPr/>
          <p:nvPr/>
        </p:nvSpPr>
        <p:spPr>
          <a:xfrm>
            <a:off x="5857875" y="4371975"/>
            <a:ext cx="53340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100">
                <a:solidFill>
                  <a:srgbClr val="101828"/>
                </a:solidFill>
                <a:latin typeface="Arial"/>
                <a:ea typeface="Arial"/>
                <a:cs typeface="Arial"/>
                <a:sym typeface="Arial"/>
              </a:rPr>
              <a:t>Распределения по группам</a:t>
            </a:r>
            <a:endParaRPr/>
          </a:p>
        </p:txBody>
      </p:sp>
      <p:sp>
        <p:nvSpPr>
          <p:cNvPr id="324" name="Google Shape;324;p8"/>
          <p:cNvSpPr/>
          <p:nvPr/>
        </p:nvSpPr>
        <p:spPr>
          <a:xfrm>
            <a:off x="685800" y="4953000"/>
            <a:ext cx="10810875" cy="619125"/>
          </a:xfrm>
          <a:prstGeom prst="rect">
            <a:avLst/>
          </a:prstGeom>
          <a:solidFill>
            <a:srgbClr val="EBF3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8"/>
          <p:cNvSpPr/>
          <p:nvPr/>
        </p:nvSpPr>
        <p:spPr>
          <a:xfrm>
            <a:off x="876300" y="5095875"/>
            <a:ext cx="4619625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100">
                <a:solidFill>
                  <a:srgbClr val="0077FF"/>
                </a:solidFill>
                <a:latin typeface="Arial"/>
                <a:ea typeface="Arial"/>
                <a:cs typeface="Arial"/>
                <a:sym typeface="Arial"/>
              </a:rPr>
              <a:t>Две категории</a:t>
            </a:r>
            <a:endParaRPr/>
          </a:p>
        </p:txBody>
      </p:sp>
      <p:sp>
        <p:nvSpPr>
          <p:cNvPr id="326" name="Google Shape;326;p8"/>
          <p:cNvSpPr/>
          <p:nvPr/>
        </p:nvSpPr>
        <p:spPr>
          <a:xfrm>
            <a:off x="5857875" y="5095875"/>
            <a:ext cx="53340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100">
                <a:solidFill>
                  <a:srgbClr val="101828"/>
                </a:solidFill>
                <a:latin typeface="Arial"/>
                <a:ea typeface="Arial"/>
                <a:cs typeface="Arial"/>
                <a:sym typeface="Arial"/>
              </a:rPr>
              <a:t>Таблица сопряжённости, доли</a:t>
            </a:r>
            <a:endParaRPr/>
          </a:p>
        </p:txBody>
      </p:sp>
      <p:sp>
        <p:nvSpPr>
          <p:cNvPr id="327" name="Google Shape;327;p8"/>
          <p:cNvSpPr/>
          <p:nvPr/>
        </p:nvSpPr>
        <p:spPr>
          <a:xfrm>
            <a:off x="685800" y="6315075"/>
            <a:ext cx="107156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687383"/>
                </a:solidFill>
                <a:latin typeface="Arial"/>
                <a:ea typeface="Arial"/>
                <a:cs typeface="Arial"/>
                <a:sym typeface="Arial"/>
              </a:rPr>
              <a:t>Для долей указываем знаменатель: внутри строки, столбца или всей выборки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33" name="Google Shape;333;p9"/>
          <p:cNvGraphicFramePr/>
          <p:nvPr/>
        </p:nvGraphicFramePr>
        <p:xfrm>
          <a:off x="685800" y="2095500"/>
          <a:ext cx="7143750" cy="3905250"/>
        </p:xfrm>
        <a:graphic>
          <a:graphicData uri="http://schemas.openxmlformats.org/drawingml/2006/chart">
            <c:chart r:id="rId3"/>
          </a:graphicData>
        </a:graphic>
      </p:graphicFrame>
      <p:sp>
        <p:nvSpPr>
          <p:cNvPr id="334" name="Google Shape;334;p9"/>
          <p:cNvSpPr/>
          <p:nvPr/>
        </p:nvSpPr>
        <p:spPr>
          <a:xfrm>
            <a:off x="685800" y="647700"/>
            <a:ext cx="8858250" cy="1047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3300">
                <a:solidFill>
                  <a:srgbClr val="0077FF"/>
                </a:solidFill>
                <a:latin typeface="Play"/>
                <a:ea typeface="Play"/>
                <a:cs typeface="Play"/>
                <a:sym typeface="Play"/>
              </a:rPr>
              <a:t>Влияние выброса на среднее и медиану</a:t>
            </a:r>
            <a:endParaRPr/>
          </a:p>
        </p:txBody>
      </p:sp>
      <p:sp>
        <p:nvSpPr>
          <p:cNvPr id="335" name="Google Shape;335;p9"/>
          <p:cNvSpPr/>
          <p:nvPr/>
        </p:nvSpPr>
        <p:spPr>
          <a:xfrm>
            <a:off x="685800" y="1657350"/>
            <a:ext cx="10715625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>
                <a:solidFill>
                  <a:srgbClr val="526173"/>
                </a:solidFill>
                <a:latin typeface="Arial"/>
                <a:ea typeface="Arial"/>
                <a:cs typeface="Arial"/>
                <a:sym typeface="Arial"/>
              </a:rPr>
              <a:t>Пример: в выборке из 101 значения заменяем одно наблюдение xⱼ на M.</a:t>
            </a:r>
            <a:endParaRPr/>
          </a:p>
        </p:txBody>
      </p:sp>
      <p:sp>
        <p:nvSpPr>
          <p:cNvPr id="336" name="Google Shape;336;p9"/>
          <p:cNvSpPr/>
          <p:nvPr/>
        </p:nvSpPr>
        <p:spPr>
          <a:xfrm>
            <a:off x="8267700" y="2324100"/>
            <a:ext cx="3238500" cy="1047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50">
                <a:solidFill>
                  <a:srgbClr val="0077FF"/>
                </a:solidFill>
                <a:latin typeface="Arial"/>
                <a:ea typeface="Arial"/>
                <a:cs typeface="Arial"/>
                <a:sym typeface="Arial"/>
              </a:rPr>
              <a:t>Δx̄ = (M − xⱼ) / n</a:t>
            </a:r>
            <a:endParaRPr/>
          </a:p>
        </p:txBody>
      </p:sp>
      <p:sp>
        <p:nvSpPr>
          <p:cNvPr id="337" name="Google Shape;337;p9"/>
          <p:cNvSpPr/>
          <p:nvPr/>
        </p:nvSpPr>
        <p:spPr>
          <a:xfrm>
            <a:off x="8267700" y="3705225"/>
            <a:ext cx="32385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100">
                <a:solidFill>
                  <a:srgbClr val="101828"/>
                </a:solidFill>
                <a:latin typeface="Arial"/>
                <a:ea typeface="Arial"/>
                <a:cs typeface="Arial"/>
                <a:sym typeface="Arial"/>
              </a:rPr>
              <a:t>Среднее меняется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100">
                <a:solidFill>
                  <a:srgbClr val="101828"/>
                </a:solidFill>
                <a:latin typeface="Arial"/>
                <a:ea typeface="Arial"/>
                <a:cs typeface="Arial"/>
                <a:sym typeface="Arial"/>
              </a:rPr>
              <a:t>вместе с M.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100">
              <a:solidFill>
                <a:srgbClr val="10182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100">
                <a:solidFill>
                  <a:srgbClr val="101828"/>
                </a:solidFill>
                <a:latin typeface="Arial"/>
                <a:ea typeface="Arial"/>
                <a:cs typeface="Arial"/>
                <a:sym typeface="Arial"/>
              </a:rPr>
              <a:t>Медиана зависит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100">
                <a:solidFill>
                  <a:srgbClr val="101828"/>
                </a:solidFill>
                <a:latin typeface="Arial"/>
                <a:ea typeface="Arial"/>
                <a:cs typeface="Arial"/>
                <a:sym typeface="Arial"/>
              </a:rPr>
              <a:t>от положения значений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100">
                <a:solidFill>
                  <a:srgbClr val="101828"/>
                </a:solidFill>
                <a:latin typeface="Arial"/>
                <a:ea typeface="Arial"/>
                <a:cs typeface="Arial"/>
                <a:sym typeface="Arial"/>
              </a:rPr>
              <a:t>в упорядоченном ряду.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43" name="Google Shape;343;p10"/>
          <p:cNvGraphicFramePr/>
          <p:nvPr/>
        </p:nvGraphicFramePr>
        <p:xfrm>
          <a:off x="571500" y="2143125"/>
          <a:ext cx="3762375" cy="3190875"/>
        </p:xfrm>
        <a:graphic>
          <a:graphicData uri="http://schemas.openxmlformats.org/drawingml/2006/chart">
            <c:chart r:id="rId3"/>
          </a:graphicData>
        </a:graphic>
      </p:graphicFrame>
      <p:graphicFrame>
        <p:nvGraphicFramePr>
          <p:cNvPr id="344" name="Google Shape;344;p10"/>
          <p:cNvGraphicFramePr/>
          <p:nvPr/>
        </p:nvGraphicFramePr>
        <p:xfrm>
          <a:off x="4476750" y="2143125"/>
          <a:ext cx="3762375" cy="3190875"/>
        </p:xfrm>
        <a:graphic>
          <a:graphicData uri="http://schemas.openxmlformats.org/drawingml/2006/chart">
            <c:chart r:id="rId4"/>
          </a:graphicData>
        </a:graphic>
      </p:graphicFrame>
      <p:graphicFrame>
        <p:nvGraphicFramePr>
          <p:cNvPr id="345" name="Google Shape;345;p10"/>
          <p:cNvGraphicFramePr/>
          <p:nvPr/>
        </p:nvGraphicFramePr>
        <p:xfrm>
          <a:off x="8334375" y="2143125"/>
          <a:ext cx="3286125" cy="3190875"/>
        </p:xfrm>
        <a:graphic>
          <a:graphicData uri="http://schemas.openxmlformats.org/drawingml/2006/chart">
            <c:chart r:id="rId5"/>
          </a:graphicData>
        </a:graphic>
      </p:graphicFrame>
      <p:sp>
        <p:nvSpPr>
          <p:cNvPr id="346" name="Google Shape;346;p10"/>
          <p:cNvSpPr/>
          <p:nvPr/>
        </p:nvSpPr>
        <p:spPr>
          <a:xfrm>
            <a:off x="685800" y="647700"/>
            <a:ext cx="8858250" cy="1047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3300">
                <a:solidFill>
                  <a:srgbClr val="0077FF"/>
                </a:solidFill>
                <a:latin typeface="Play"/>
                <a:ea typeface="Play"/>
                <a:cs typeface="Play"/>
                <a:sym typeface="Play"/>
              </a:rPr>
              <a:t>Как читать распределение</a:t>
            </a:r>
            <a:endParaRPr/>
          </a:p>
        </p:txBody>
      </p:sp>
      <p:sp>
        <p:nvSpPr>
          <p:cNvPr id="347" name="Google Shape;347;p10"/>
          <p:cNvSpPr/>
          <p:nvPr/>
        </p:nvSpPr>
        <p:spPr>
          <a:xfrm>
            <a:off x="685800" y="1657350"/>
            <a:ext cx="10715625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>
                <a:solidFill>
                  <a:srgbClr val="526173"/>
                </a:solidFill>
                <a:latin typeface="Arial"/>
                <a:ea typeface="Arial"/>
                <a:cs typeface="Arial"/>
                <a:sym typeface="Arial"/>
              </a:rPr>
              <a:t>На трёх графиках — одна выборка. У гистограмм разное число интервалов.</a:t>
            </a:r>
            <a:endParaRPr/>
          </a:p>
        </p:txBody>
      </p:sp>
      <p:sp>
        <p:nvSpPr>
          <p:cNvPr id="348" name="Google Shape;348;p10"/>
          <p:cNvSpPr/>
          <p:nvPr/>
        </p:nvSpPr>
        <p:spPr>
          <a:xfrm>
            <a:off x="685800" y="5553075"/>
            <a:ext cx="76200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25">
                <a:solidFill>
                  <a:srgbClr val="101828"/>
                </a:solidFill>
                <a:latin typeface="Arial"/>
                <a:ea typeface="Arial"/>
                <a:cs typeface="Arial"/>
                <a:sym typeface="Arial"/>
              </a:rPr>
              <a:t>Гистограмма: форма, асимметрия, несколько пиков</a:t>
            </a:r>
            <a:endParaRPr/>
          </a:p>
        </p:txBody>
      </p:sp>
      <p:sp>
        <p:nvSpPr>
          <p:cNvPr id="349" name="Google Shape;349;p10"/>
          <p:cNvSpPr/>
          <p:nvPr/>
        </p:nvSpPr>
        <p:spPr>
          <a:xfrm>
            <a:off x="8382000" y="5457825"/>
            <a:ext cx="3190875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25">
                <a:solidFill>
                  <a:srgbClr val="101828"/>
                </a:solidFill>
                <a:latin typeface="Arial"/>
                <a:ea typeface="Arial"/>
                <a:cs typeface="Arial"/>
                <a:sym typeface="Arial"/>
              </a:rPr>
              <a:t>ECDF: доля значений ≤ x</a:t>
            </a:r>
            <a:endParaRPr/>
          </a:p>
        </p:txBody>
      </p:sp>
      <p:sp>
        <p:nvSpPr>
          <p:cNvPr id="350" name="Google Shape;350;p10"/>
          <p:cNvSpPr/>
          <p:nvPr/>
        </p:nvSpPr>
        <p:spPr>
          <a:xfrm>
            <a:off x="685800" y="6315075"/>
            <a:ext cx="107156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687383"/>
                </a:solidFill>
                <a:latin typeface="Arial"/>
                <a:ea typeface="Arial"/>
                <a:cs typeface="Arial"/>
                <a:sym typeface="Arial"/>
              </a:rPr>
              <a:t>Настройка графика может менять впечатление о данных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11"/>
          <p:cNvSpPr/>
          <p:nvPr/>
        </p:nvSpPr>
        <p:spPr>
          <a:xfrm>
            <a:off x="685800" y="647700"/>
            <a:ext cx="8858250" cy="1047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3300">
                <a:solidFill>
                  <a:srgbClr val="0077FF"/>
                </a:solidFill>
                <a:latin typeface="Play"/>
                <a:ea typeface="Play"/>
                <a:cs typeface="Play"/>
                <a:sym typeface="Play"/>
              </a:rPr>
              <a:t>Что показывает boxplot</a:t>
            </a:r>
            <a:endParaRPr/>
          </a:p>
        </p:txBody>
      </p:sp>
      <p:sp>
        <p:nvSpPr>
          <p:cNvPr id="357" name="Google Shape;357;p11"/>
          <p:cNvSpPr/>
          <p:nvPr/>
        </p:nvSpPr>
        <p:spPr>
          <a:xfrm>
            <a:off x="685800" y="1657350"/>
            <a:ext cx="10715625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>
                <a:solidFill>
                  <a:srgbClr val="526173"/>
                </a:solidFill>
                <a:latin typeface="Arial"/>
                <a:ea typeface="Arial"/>
                <a:cs typeface="Arial"/>
                <a:sym typeface="Arial"/>
              </a:rPr>
              <a:t>Медиана, центральные 50% значений и наблюдения за пределами «усов».</a:t>
            </a:r>
            <a:endParaRPr/>
          </a:p>
        </p:txBody>
      </p:sp>
      <p:sp>
        <p:nvSpPr>
          <p:cNvPr id="358" name="Google Shape;358;p11"/>
          <p:cNvSpPr/>
          <p:nvPr/>
        </p:nvSpPr>
        <p:spPr>
          <a:xfrm>
            <a:off x="1800225" y="3514725"/>
            <a:ext cx="7248525" cy="28575"/>
          </a:xfrm>
          <a:prstGeom prst="rect">
            <a:avLst/>
          </a:prstGeom>
          <a:solidFill>
            <a:srgbClr val="007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11"/>
          <p:cNvSpPr/>
          <p:nvPr/>
        </p:nvSpPr>
        <p:spPr>
          <a:xfrm>
            <a:off x="1800225" y="3209925"/>
            <a:ext cx="28575" cy="628650"/>
          </a:xfrm>
          <a:prstGeom prst="rect">
            <a:avLst/>
          </a:prstGeom>
          <a:solidFill>
            <a:srgbClr val="007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11"/>
          <p:cNvSpPr/>
          <p:nvPr/>
        </p:nvSpPr>
        <p:spPr>
          <a:xfrm>
            <a:off x="9020175" y="3209925"/>
            <a:ext cx="28575" cy="628650"/>
          </a:xfrm>
          <a:prstGeom prst="rect">
            <a:avLst/>
          </a:prstGeom>
          <a:solidFill>
            <a:srgbClr val="007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11"/>
          <p:cNvSpPr/>
          <p:nvPr/>
        </p:nvSpPr>
        <p:spPr>
          <a:xfrm>
            <a:off x="3762375" y="2943225"/>
            <a:ext cx="3524250" cy="1190625"/>
          </a:xfrm>
          <a:prstGeom prst="rect">
            <a:avLst/>
          </a:prstGeom>
          <a:solidFill>
            <a:srgbClr val="EBF3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11"/>
          <p:cNvSpPr/>
          <p:nvPr/>
        </p:nvSpPr>
        <p:spPr>
          <a:xfrm>
            <a:off x="3762375" y="2943225"/>
            <a:ext cx="28575" cy="1190625"/>
          </a:xfrm>
          <a:prstGeom prst="rect">
            <a:avLst/>
          </a:prstGeom>
          <a:solidFill>
            <a:srgbClr val="007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11"/>
          <p:cNvSpPr/>
          <p:nvPr/>
        </p:nvSpPr>
        <p:spPr>
          <a:xfrm>
            <a:off x="7258050" y="2943225"/>
            <a:ext cx="28575" cy="1190625"/>
          </a:xfrm>
          <a:prstGeom prst="rect">
            <a:avLst/>
          </a:prstGeom>
          <a:solidFill>
            <a:srgbClr val="007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11"/>
          <p:cNvSpPr/>
          <p:nvPr/>
        </p:nvSpPr>
        <p:spPr>
          <a:xfrm>
            <a:off x="5276850" y="2943225"/>
            <a:ext cx="38100" cy="1190625"/>
          </a:xfrm>
          <a:prstGeom prst="rect">
            <a:avLst/>
          </a:prstGeom>
          <a:solidFill>
            <a:srgbClr val="FF388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11"/>
          <p:cNvSpPr/>
          <p:nvPr/>
        </p:nvSpPr>
        <p:spPr>
          <a:xfrm>
            <a:off x="3648075" y="2476500"/>
            <a:ext cx="152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25">
                <a:solidFill>
                  <a:srgbClr val="0077FF"/>
                </a:solidFill>
                <a:latin typeface="Arial"/>
                <a:ea typeface="Arial"/>
                <a:cs typeface="Arial"/>
                <a:sym typeface="Arial"/>
              </a:rPr>
              <a:t>Q₁</a:t>
            </a:r>
            <a:endParaRPr/>
          </a:p>
        </p:txBody>
      </p:sp>
      <p:sp>
        <p:nvSpPr>
          <p:cNvPr id="366" name="Google Shape;366;p11"/>
          <p:cNvSpPr/>
          <p:nvPr/>
        </p:nvSpPr>
        <p:spPr>
          <a:xfrm>
            <a:off x="4848225" y="2476500"/>
            <a:ext cx="152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25">
                <a:solidFill>
                  <a:srgbClr val="0077FF"/>
                </a:solidFill>
                <a:latin typeface="Arial"/>
                <a:ea typeface="Arial"/>
                <a:cs typeface="Arial"/>
                <a:sym typeface="Arial"/>
              </a:rPr>
              <a:t>Медиана</a:t>
            </a:r>
            <a:endParaRPr/>
          </a:p>
        </p:txBody>
      </p:sp>
      <p:sp>
        <p:nvSpPr>
          <p:cNvPr id="367" name="Google Shape;367;p11"/>
          <p:cNvSpPr/>
          <p:nvPr/>
        </p:nvSpPr>
        <p:spPr>
          <a:xfrm>
            <a:off x="7124700" y="2476500"/>
            <a:ext cx="152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25">
                <a:solidFill>
                  <a:srgbClr val="0077FF"/>
                </a:solidFill>
                <a:latin typeface="Arial"/>
                <a:ea typeface="Arial"/>
                <a:cs typeface="Arial"/>
                <a:sym typeface="Arial"/>
              </a:rPr>
              <a:t>Q₃</a:t>
            </a:r>
            <a:endParaRPr/>
          </a:p>
        </p:txBody>
      </p:sp>
      <p:sp>
        <p:nvSpPr>
          <p:cNvPr id="368" name="Google Shape;368;p11"/>
          <p:cNvSpPr/>
          <p:nvPr/>
        </p:nvSpPr>
        <p:spPr>
          <a:xfrm>
            <a:off x="9906000" y="3438525"/>
            <a:ext cx="190500" cy="190500"/>
          </a:xfrm>
          <a:prstGeom prst="ellipse">
            <a:avLst/>
          </a:prstGeom>
          <a:solidFill>
            <a:srgbClr val="FF388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11"/>
          <p:cNvSpPr/>
          <p:nvPr/>
        </p:nvSpPr>
        <p:spPr>
          <a:xfrm>
            <a:off x="10382250" y="3438525"/>
            <a:ext cx="190500" cy="190500"/>
          </a:xfrm>
          <a:prstGeom prst="ellipse">
            <a:avLst/>
          </a:prstGeom>
          <a:solidFill>
            <a:srgbClr val="FF388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11"/>
          <p:cNvSpPr/>
          <p:nvPr/>
        </p:nvSpPr>
        <p:spPr>
          <a:xfrm>
            <a:off x="685800" y="4657725"/>
            <a:ext cx="5857875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250">
                <a:solidFill>
                  <a:srgbClr val="101828"/>
                </a:solidFill>
                <a:latin typeface="Arial"/>
                <a:ea typeface="Arial"/>
                <a:cs typeface="Arial"/>
                <a:sym typeface="Arial"/>
              </a:rPr>
              <a:t>«Усы» доходят до крайних наблюдений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250">
                <a:solidFill>
                  <a:srgbClr val="101828"/>
                </a:solidFill>
                <a:latin typeface="Arial"/>
                <a:ea typeface="Arial"/>
                <a:cs typeface="Arial"/>
                <a:sym typeface="Arial"/>
              </a:rPr>
              <a:t>в пределах 1,5 · IQR от квартилей.</a:t>
            </a:r>
            <a:endParaRPr/>
          </a:p>
        </p:txBody>
      </p:sp>
      <p:sp>
        <p:nvSpPr>
          <p:cNvPr id="371" name="Google Shape;371;p11"/>
          <p:cNvSpPr/>
          <p:nvPr/>
        </p:nvSpPr>
        <p:spPr>
          <a:xfrm>
            <a:off x="7677150" y="4657725"/>
            <a:ext cx="36195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250">
                <a:solidFill>
                  <a:srgbClr val="FF3885"/>
                </a:solidFill>
                <a:latin typeface="Arial"/>
                <a:ea typeface="Arial"/>
                <a:cs typeface="Arial"/>
                <a:sym typeface="Arial"/>
              </a:rPr>
              <a:t>Точки за «усами»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250">
                <a:solidFill>
                  <a:srgbClr val="FF3885"/>
                </a:solidFill>
                <a:latin typeface="Arial"/>
                <a:ea typeface="Arial"/>
                <a:cs typeface="Arial"/>
                <a:sym typeface="Arial"/>
              </a:rPr>
              <a:t>требуют проверки.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12"/>
          <p:cNvSpPr/>
          <p:nvPr/>
        </p:nvSpPr>
        <p:spPr>
          <a:xfrm>
            <a:off x="685800" y="647700"/>
            <a:ext cx="8858250" cy="1047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3300">
                <a:solidFill>
                  <a:srgbClr val="0077FF"/>
                </a:solidFill>
                <a:latin typeface="Play"/>
                <a:ea typeface="Play"/>
                <a:cs typeface="Play"/>
                <a:sym typeface="Play"/>
              </a:rPr>
              <a:t>Линейная и логарифмическая шкалы</a:t>
            </a:r>
            <a:endParaRPr/>
          </a:p>
        </p:txBody>
      </p:sp>
      <p:sp>
        <p:nvSpPr>
          <p:cNvPr id="378" name="Google Shape;378;p12"/>
          <p:cNvSpPr/>
          <p:nvPr/>
        </p:nvSpPr>
        <p:spPr>
          <a:xfrm>
            <a:off x="685800" y="2200275"/>
            <a:ext cx="490537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0077FF"/>
                </a:solidFill>
                <a:latin typeface="Arial"/>
                <a:ea typeface="Arial"/>
                <a:cs typeface="Arial"/>
                <a:sym typeface="Arial"/>
              </a:rPr>
              <a:t>Линейная шкала</a:t>
            </a:r>
            <a:endParaRPr/>
          </a:p>
        </p:txBody>
      </p:sp>
      <p:sp>
        <p:nvSpPr>
          <p:cNvPr id="379" name="Google Shape;379;p12"/>
          <p:cNvSpPr/>
          <p:nvPr/>
        </p:nvSpPr>
        <p:spPr>
          <a:xfrm>
            <a:off x="685800" y="2952750"/>
            <a:ext cx="4905375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>
                <a:solidFill>
                  <a:srgbClr val="101828"/>
                </a:solidFill>
                <a:latin typeface="Arial"/>
                <a:ea typeface="Arial"/>
                <a:cs typeface="Arial"/>
                <a:sym typeface="Arial"/>
              </a:rPr>
              <a:t>Равные расстояния =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>
                <a:solidFill>
                  <a:srgbClr val="101828"/>
                </a:solidFill>
                <a:latin typeface="Arial"/>
                <a:ea typeface="Arial"/>
                <a:cs typeface="Arial"/>
                <a:sym typeface="Arial"/>
              </a:rPr>
              <a:t>равные разности значений.</a:t>
            </a:r>
            <a:endParaRPr/>
          </a:p>
        </p:txBody>
      </p:sp>
      <p:sp>
        <p:nvSpPr>
          <p:cNvPr id="380" name="Google Shape;380;p12"/>
          <p:cNvSpPr/>
          <p:nvPr/>
        </p:nvSpPr>
        <p:spPr>
          <a:xfrm>
            <a:off x="962025" y="4543425"/>
            <a:ext cx="3943350" cy="19050"/>
          </a:xfrm>
          <a:prstGeom prst="rect">
            <a:avLst/>
          </a:prstGeom>
          <a:solidFill>
            <a:srgbClr val="007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12"/>
          <p:cNvSpPr/>
          <p:nvPr/>
        </p:nvSpPr>
        <p:spPr>
          <a:xfrm>
            <a:off x="962025" y="4467225"/>
            <a:ext cx="19050" cy="171450"/>
          </a:xfrm>
          <a:prstGeom prst="rect">
            <a:avLst/>
          </a:prstGeom>
          <a:solidFill>
            <a:srgbClr val="007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12"/>
          <p:cNvSpPr/>
          <p:nvPr/>
        </p:nvSpPr>
        <p:spPr>
          <a:xfrm>
            <a:off x="581025" y="4781550"/>
            <a:ext cx="78105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250">
                <a:solidFill>
                  <a:srgbClr val="0077FF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/>
          </a:p>
        </p:txBody>
      </p:sp>
      <p:sp>
        <p:nvSpPr>
          <p:cNvPr id="383" name="Google Shape;383;p12"/>
          <p:cNvSpPr/>
          <p:nvPr/>
        </p:nvSpPr>
        <p:spPr>
          <a:xfrm>
            <a:off x="2276475" y="4467225"/>
            <a:ext cx="19050" cy="171450"/>
          </a:xfrm>
          <a:prstGeom prst="rect">
            <a:avLst/>
          </a:prstGeom>
          <a:solidFill>
            <a:srgbClr val="007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12"/>
          <p:cNvSpPr/>
          <p:nvPr/>
        </p:nvSpPr>
        <p:spPr>
          <a:xfrm>
            <a:off x="1895475" y="4781550"/>
            <a:ext cx="78105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250">
                <a:solidFill>
                  <a:srgbClr val="0077FF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/>
          </a:p>
        </p:txBody>
      </p:sp>
      <p:sp>
        <p:nvSpPr>
          <p:cNvPr id="385" name="Google Shape;385;p12"/>
          <p:cNvSpPr/>
          <p:nvPr/>
        </p:nvSpPr>
        <p:spPr>
          <a:xfrm>
            <a:off x="3590925" y="4467225"/>
            <a:ext cx="19050" cy="171450"/>
          </a:xfrm>
          <a:prstGeom prst="rect">
            <a:avLst/>
          </a:prstGeom>
          <a:solidFill>
            <a:srgbClr val="007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p12"/>
          <p:cNvSpPr/>
          <p:nvPr/>
        </p:nvSpPr>
        <p:spPr>
          <a:xfrm>
            <a:off x="3209925" y="4781550"/>
            <a:ext cx="78105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250">
                <a:solidFill>
                  <a:srgbClr val="0077FF"/>
                </a:solidFill>
                <a:latin typeface="Arial"/>
                <a:ea typeface="Arial"/>
                <a:cs typeface="Arial"/>
                <a:sym typeface="Arial"/>
              </a:rPr>
              <a:t>20</a:t>
            </a:r>
            <a:endParaRPr/>
          </a:p>
        </p:txBody>
      </p:sp>
      <p:sp>
        <p:nvSpPr>
          <p:cNvPr id="387" name="Google Shape;387;p12"/>
          <p:cNvSpPr/>
          <p:nvPr/>
        </p:nvSpPr>
        <p:spPr>
          <a:xfrm>
            <a:off x="4905375" y="4467225"/>
            <a:ext cx="19050" cy="171450"/>
          </a:xfrm>
          <a:prstGeom prst="rect">
            <a:avLst/>
          </a:prstGeom>
          <a:solidFill>
            <a:srgbClr val="007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p12"/>
          <p:cNvSpPr/>
          <p:nvPr/>
        </p:nvSpPr>
        <p:spPr>
          <a:xfrm>
            <a:off x="4524375" y="4781550"/>
            <a:ext cx="78105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250">
                <a:solidFill>
                  <a:srgbClr val="0077FF"/>
                </a:solidFill>
                <a:latin typeface="Arial"/>
                <a:ea typeface="Arial"/>
                <a:cs typeface="Arial"/>
                <a:sym typeface="Arial"/>
              </a:rPr>
              <a:t>30</a:t>
            </a:r>
            <a:endParaRPr/>
          </a:p>
        </p:txBody>
      </p:sp>
      <p:sp>
        <p:nvSpPr>
          <p:cNvPr id="389" name="Google Shape;389;p12"/>
          <p:cNvSpPr/>
          <p:nvPr/>
        </p:nvSpPr>
        <p:spPr>
          <a:xfrm>
            <a:off x="6191250" y="2009775"/>
            <a:ext cx="5305425" cy="3810000"/>
          </a:xfrm>
          <a:prstGeom prst="rect">
            <a:avLst/>
          </a:prstGeom>
          <a:solidFill>
            <a:srgbClr val="EBF3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" name="Google Shape;390;p12"/>
          <p:cNvSpPr/>
          <p:nvPr/>
        </p:nvSpPr>
        <p:spPr>
          <a:xfrm>
            <a:off x="6419850" y="2238375"/>
            <a:ext cx="4848225" cy="809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0077FF"/>
                </a:solidFill>
                <a:latin typeface="Arial"/>
                <a:ea typeface="Arial"/>
                <a:cs typeface="Arial"/>
                <a:sym typeface="Arial"/>
              </a:rPr>
              <a:t>Логарифмическая шкала</a:t>
            </a:r>
            <a:endParaRPr/>
          </a:p>
        </p:txBody>
      </p:sp>
      <p:sp>
        <p:nvSpPr>
          <p:cNvPr id="391" name="Google Shape;391;p12"/>
          <p:cNvSpPr/>
          <p:nvPr/>
        </p:nvSpPr>
        <p:spPr>
          <a:xfrm>
            <a:off x="6419850" y="3209925"/>
            <a:ext cx="4848225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325">
                <a:solidFill>
                  <a:srgbClr val="101828"/>
                </a:solidFill>
                <a:latin typeface="Arial"/>
                <a:ea typeface="Arial"/>
                <a:cs typeface="Arial"/>
                <a:sym typeface="Arial"/>
              </a:rPr>
              <a:t>Равные расстояния =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325">
                <a:solidFill>
                  <a:srgbClr val="101828"/>
                </a:solidFill>
                <a:latin typeface="Arial"/>
                <a:ea typeface="Arial"/>
                <a:cs typeface="Arial"/>
                <a:sym typeface="Arial"/>
              </a:rPr>
              <a:t>равные отношения значений.</a:t>
            </a:r>
            <a:endParaRPr/>
          </a:p>
        </p:txBody>
      </p:sp>
      <p:sp>
        <p:nvSpPr>
          <p:cNvPr id="392" name="Google Shape;392;p12"/>
          <p:cNvSpPr/>
          <p:nvPr/>
        </p:nvSpPr>
        <p:spPr>
          <a:xfrm>
            <a:off x="6810375" y="4543425"/>
            <a:ext cx="3943350" cy="19050"/>
          </a:xfrm>
          <a:prstGeom prst="rect">
            <a:avLst/>
          </a:prstGeom>
          <a:solidFill>
            <a:srgbClr val="007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12"/>
          <p:cNvSpPr/>
          <p:nvPr/>
        </p:nvSpPr>
        <p:spPr>
          <a:xfrm>
            <a:off x="6810375" y="4467225"/>
            <a:ext cx="19050" cy="171450"/>
          </a:xfrm>
          <a:prstGeom prst="rect">
            <a:avLst/>
          </a:prstGeom>
          <a:solidFill>
            <a:srgbClr val="007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p12"/>
          <p:cNvSpPr/>
          <p:nvPr/>
        </p:nvSpPr>
        <p:spPr>
          <a:xfrm>
            <a:off x="6419850" y="4781550"/>
            <a:ext cx="8001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250">
                <a:solidFill>
                  <a:srgbClr val="0077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395" name="Google Shape;395;p12"/>
          <p:cNvSpPr/>
          <p:nvPr/>
        </p:nvSpPr>
        <p:spPr>
          <a:xfrm>
            <a:off x="8124825" y="4467225"/>
            <a:ext cx="19050" cy="171450"/>
          </a:xfrm>
          <a:prstGeom prst="rect">
            <a:avLst/>
          </a:prstGeom>
          <a:solidFill>
            <a:srgbClr val="007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p12"/>
          <p:cNvSpPr/>
          <p:nvPr/>
        </p:nvSpPr>
        <p:spPr>
          <a:xfrm>
            <a:off x="7734300" y="4781550"/>
            <a:ext cx="8001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250">
                <a:solidFill>
                  <a:srgbClr val="0077FF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/>
          </a:p>
        </p:txBody>
      </p:sp>
      <p:sp>
        <p:nvSpPr>
          <p:cNvPr id="397" name="Google Shape;397;p12"/>
          <p:cNvSpPr/>
          <p:nvPr/>
        </p:nvSpPr>
        <p:spPr>
          <a:xfrm>
            <a:off x="9439275" y="4467225"/>
            <a:ext cx="19050" cy="171450"/>
          </a:xfrm>
          <a:prstGeom prst="rect">
            <a:avLst/>
          </a:prstGeom>
          <a:solidFill>
            <a:srgbClr val="007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12"/>
          <p:cNvSpPr/>
          <p:nvPr/>
        </p:nvSpPr>
        <p:spPr>
          <a:xfrm>
            <a:off x="9048750" y="4781550"/>
            <a:ext cx="8001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250">
                <a:solidFill>
                  <a:srgbClr val="0077FF"/>
                </a:solidFill>
                <a:latin typeface="Arial"/>
                <a:ea typeface="Arial"/>
                <a:cs typeface="Arial"/>
                <a:sym typeface="Arial"/>
              </a:rPr>
              <a:t>100</a:t>
            </a:r>
            <a:endParaRPr/>
          </a:p>
        </p:txBody>
      </p:sp>
      <p:sp>
        <p:nvSpPr>
          <p:cNvPr id="399" name="Google Shape;399;p12"/>
          <p:cNvSpPr/>
          <p:nvPr/>
        </p:nvSpPr>
        <p:spPr>
          <a:xfrm>
            <a:off x="10753725" y="4467225"/>
            <a:ext cx="19050" cy="171450"/>
          </a:xfrm>
          <a:prstGeom prst="rect">
            <a:avLst/>
          </a:prstGeom>
          <a:solidFill>
            <a:srgbClr val="007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p12"/>
          <p:cNvSpPr/>
          <p:nvPr/>
        </p:nvSpPr>
        <p:spPr>
          <a:xfrm>
            <a:off x="10363200" y="4781550"/>
            <a:ext cx="8001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250">
                <a:solidFill>
                  <a:srgbClr val="0077FF"/>
                </a:solidFill>
                <a:latin typeface="Arial"/>
                <a:ea typeface="Arial"/>
                <a:cs typeface="Arial"/>
                <a:sym typeface="Arial"/>
              </a:rPr>
              <a:t>1000</a:t>
            </a:r>
            <a:endParaRPr/>
          </a:p>
        </p:txBody>
      </p:sp>
      <p:sp>
        <p:nvSpPr>
          <p:cNvPr id="401" name="Google Shape;401;p12"/>
          <p:cNvSpPr/>
          <p:nvPr/>
        </p:nvSpPr>
        <p:spPr>
          <a:xfrm>
            <a:off x="685800" y="6315075"/>
            <a:ext cx="107156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687383"/>
                </a:solidFill>
                <a:latin typeface="Arial"/>
                <a:ea typeface="Arial"/>
                <a:cs typeface="Arial"/>
                <a:sym typeface="Arial"/>
              </a:rPr>
              <a:t>Полезно при различиях на порядки; обычный логарифм определён только для x &gt; 0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13"/>
          <p:cNvSpPr/>
          <p:nvPr/>
        </p:nvSpPr>
        <p:spPr>
          <a:xfrm>
            <a:off x="685800" y="647700"/>
            <a:ext cx="8858250" cy="1047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3300">
                <a:solidFill>
                  <a:srgbClr val="0077FF"/>
                </a:solidFill>
                <a:latin typeface="Play"/>
                <a:ea typeface="Play"/>
                <a:cs typeface="Play"/>
                <a:sym typeface="Play"/>
              </a:rPr>
              <a:t>Q–Q plot: сравнение квантилей</a:t>
            </a:r>
            <a:endParaRPr/>
          </a:p>
        </p:txBody>
      </p:sp>
      <p:sp>
        <p:nvSpPr>
          <p:cNvPr id="408" name="Google Shape;408;p13"/>
          <p:cNvSpPr/>
          <p:nvPr/>
        </p:nvSpPr>
        <p:spPr>
          <a:xfrm>
            <a:off x="685800" y="1657350"/>
            <a:ext cx="10715625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>
                <a:solidFill>
                  <a:srgbClr val="526173"/>
                </a:solidFill>
                <a:latin typeface="Arial"/>
                <a:ea typeface="Arial"/>
                <a:cs typeface="Arial"/>
                <a:sym typeface="Arial"/>
              </a:rPr>
              <a:t>Сопоставляем квантили выборки с квантилями выбранного распределения.</a:t>
            </a:r>
            <a:endParaRPr/>
          </a:p>
        </p:txBody>
      </p:sp>
      <p:graphicFrame>
        <p:nvGraphicFramePr>
          <p:cNvPr id="409" name="Google Shape;409;p13"/>
          <p:cNvGraphicFramePr/>
          <p:nvPr/>
        </p:nvGraphicFramePr>
        <p:xfrm>
          <a:off x="685800" y="2152650"/>
          <a:ext cx="7000875" cy="3743325"/>
        </p:xfrm>
        <a:graphic>
          <a:graphicData uri="http://schemas.openxmlformats.org/drawingml/2006/chart">
            <c:chart r:id="rId3"/>
          </a:graphicData>
        </a:graphic>
      </p:graphicFrame>
      <p:sp>
        <p:nvSpPr>
          <p:cNvPr id="410" name="Google Shape;410;p13"/>
          <p:cNvSpPr/>
          <p:nvPr/>
        </p:nvSpPr>
        <p:spPr>
          <a:xfrm>
            <a:off x="8267700" y="2324100"/>
            <a:ext cx="3238500" cy="1047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50">
                <a:solidFill>
                  <a:srgbClr val="0077FF"/>
                </a:solidFill>
                <a:latin typeface="Arial"/>
                <a:ea typeface="Arial"/>
                <a:cs typeface="Arial"/>
                <a:sym typeface="Arial"/>
              </a:rPr>
              <a:t>Сравниваем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50">
                <a:solidFill>
                  <a:srgbClr val="0077FF"/>
                </a:solidFill>
                <a:latin typeface="Arial"/>
                <a:ea typeface="Arial"/>
                <a:cs typeface="Arial"/>
                <a:sym typeface="Arial"/>
              </a:rPr>
              <a:t>форму распределений</a:t>
            </a:r>
            <a:endParaRPr/>
          </a:p>
        </p:txBody>
      </p:sp>
      <p:sp>
        <p:nvSpPr>
          <p:cNvPr id="411" name="Google Shape;411;p13"/>
          <p:cNvSpPr/>
          <p:nvPr/>
        </p:nvSpPr>
        <p:spPr>
          <a:xfrm>
            <a:off x="8267700" y="3705225"/>
            <a:ext cx="32385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100">
                <a:solidFill>
                  <a:srgbClr val="101828"/>
                </a:solidFill>
                <a:latin typeface="Arial"/>
                <a:ea typeface="Arial"/>
                <a:cs typeface="Arial"/>
                <a:sym typeface="Arial"/>
              </a:rPr>
              <a:t>На графике крайние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100">
                <a:solidFill>
                  <a:srgbClr val="101828"/>
                </a:solidFill>
                <a:latin typeface="Arial"/>
                <a:ea typeface="Arial"/>
                <a:cs typeface="Arial"/>
                <a:sym typeface="Arial"/>
              </a:rPr>
              <a:t>значения отклоняются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100">
                <a:solidFill>
                  <a:srgbClr val="101828"/>
                </a:solidFill>
                <a:latin typeface="Arial"/>
                <a:ea typeface="Arial"/>
                <a:cs typeface="Arial"/>
                <a:sym typeface="Arial"/>
              </a:rPr>
              <a:t>от прямой сильнее: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100">
                <a:solidFill>
                  <a:srgbClr val="101828"/>
                </a:solidFill>
                <a:latin typeface="Arial"/>
                <a:ea typeface="Arial"/>
                <a:cs typeface="Arial"/>
                <a:sym typeface="Arial"/>
              </a:rPr>
              <a:t>хвосты тяжелее,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100">
                <a:solidFill>
                  <a:srgbClr val="101828"/>
                </a:solidFill>
                <a:latin typeface="Arial"/>
                <a:ea typeface="Arial"/>
                <a:cs typeface="Arial"/>
                <a:sym typeface="Arial"/>
              </a:rPr>
              <a:t>чем у нормального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100">
                <a:solidFill>
                  <a:srgbClr val="101828"/>
                </a:solidFill>
                <a:latin typeface="Arial"/>
                <a:ea typeface="Arial"/>
                <a:cs typeface="Arial"/>
                <a:sym typeface="Arial"/>
              </a:rPr>
              <a:t>распределения.</a:t>
            </a:r>
            <a:endParaRPr/>
          </a:p>
        </p:txBody>
      </p:sp>
      <p:sp>
        <p:nvSpPr>
          <p:cNvPr id="412" name="Google Shape;412;p13"/>
          <p:cNvSpPr/>
          <p:nvPr/>
        </p:nvSpPr>
        <p:spPr>
          <a:xfrm>
            <a:off x="685800" y="6315075"/>
            <a:ext cx="107156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687383"/>
                </a:solidFill>
                <a:latin typeface="Arial"/>
                <a:ea typeface="Arial"/>
                <a:cs typeface="Arial"/>
                <a:sym typeface="Arial"/>
              </a:rPr>
              <a:t>Не каждый метод требует нормального распределения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14"/>
          <p:cNvSpPr/>
          <p:nvPr/>
        </p:nvSpPr>
        <p:spPr>
          <a:xfrm>
            <a:off x="685800" y="647700"/>
            <a:ext cx="8858250" cy="1047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3300">
                <a:solidFill>
                  <a:srgbClr val="0077FF"/>
                </a:solidFill>
                <a:latin typeface="Play"/>
                <a:ea typeface="Play"/>
                <a:cs typeface="Play"/>
                <a:sym typeface="Play"/>
              </a:rPr>
              <a:t>Выброс — ещё не ошибка</a:t>
            </a:r>
            <a:endParaRPr/>
          </a:p>
        </p:txBody>
      </p:sp>
      <p:sp>
        <p:nvSpPr>
          <p:cNvPr id="419" name="Google Shape;419;p14"/>
          <p:cNvSpPr/>
          <p:nvPr/>
        </p:nvSpPr>
        <p:spPr>
          <a:xfrm>
            <a:off x="685800" y="2076450"/>
            <a:ext cx="10668000" cy="1047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700">
                <a:solidFill>
                  <a:srgbClr val="101828"/>
                </a:solidFill>
                <a:latin typeface="Arial"/>
                <a:ea typeface="Arial"/>
                <a:cs typeface="Arial"/>
                <a:sym typeface="Arial"/>
              </a:rPr>
              <a:t>Выброс — наблюдение, заметно отличающееся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700">
                <a:solidFill>
                  <a:srgbClr val="101828"/>
                </a:solidFill>
                <a:latin typeface="Arial"/>
                <a:ea typeface="Arial"/>
                <a:cs typeface="Arial"/>
                <a:sym typeface="Arial"/>
              </a:rPr>
              <a:t>от остальных по одному или нескольким признакам.</a:t>
            </a:r>
            <a:endParaRPr/>
          </a:p>
        </p:txBody>
      </p:sp>
      <p:sp>
        <p:nvSpPr>
          <p:cNvPr id="420" name="Google Shape;420;p14"/>
          <p:cNvSpPr/>
          <p:nvPr/>
        </p:nvSpPr>
        <p:spPr>
          <a:xfrm>
            <a:off x="685800" y="3686175"/>
            <a:ext cx="30480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50">
                <a:solidFill>
                  <a:srgbClr val="0077FF"/>
                </a:solidFill>
                <a:latin typeface="Arial"/>
                <a:ea typeface="Arial"/>
                <a:cs typeface="Arial"/>
                <a:sym typeface="Arial"/>
              </a:rPr>
              <a:t>Возможные причины</a:t>
            </a:r>
            <a:endParaRPr/>
          </a:p>
        </p:txBody>
      </p:sp>
      <p:sp>
        <p:nvSpPr>
          <p:cNvPr id="421" name="Google Shape;421;p14"/>
          <p:cNvSpPr/>
          <p:nvPr/>
        </p:nvSpPr>
        <p:spPr>
          <a:xfrm>
            <a:off x="4048125" y="3686175"/>
            <a:ext cx="7429500" cy="1047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250">
                <a:solidFill>
                  <a:srgbClr val="101828"/>
                </a:solidFill>
                <a:latin typeface="Arial"/>
                <a:ea typeface="Arial"/>
                <a:cs typeface="Arial"/>
                <a:sym typeface="Arial"/>
              </a:rPr>
              <a:t>Ошибка измерения, редкое событие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250">
                <a:solidFill>
                  <a:srgbClr val="101828"/>
                </a:solidFill>
                <a:latin typeface="Arial"/>
                <a:ea typeface="Arial"/>
                <a:cs typeface="Arial"/>
                <a:sym typeface="Arial"/>
              </a:rPr>
              <a:t>или объект из другой группы.</a:t>
            </a:r>
            <a:endParaRPr/>
          </a:p>
        </p:txBody>
      </p:sp>
      <p:sp>
        <p:nvSpPr>
          <p:cNvPr id="422" name="Google Shape;422;p14"/>
          <p:cNvSpPr/>
          <p:nvPr/>
        </p:nvSpPr>
        <p:spPr>
          <a:xfrm>
            <a:off x="685800" y="5000625"/>
            <a:ext cx="30480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50">
                <a:solidFill>
                  <a:srgbClr val="0077FF"/>
                </a:solidFill>
                <a:latin typeface="Arial"/>
                <a:ea typeface="Arial"/>
                <a:cs typeface="Arial"/>
                <a:sym typeface="Arial"/>
              </a:rPr>
              <a:t>IQR-правило</a:t>
            </a:r>
            <a:endParaRPr/>
          </a:p>
        </p:txBody>
      </p:sp>
      <p:sp>
        <p:nvSpPr>
          <p:cNvPr id="423" name="Google Shape;423;p14"/>
          <p:cNvSpPr/>
          <p:nvPr/>
        </p:nvSpPr>
        <p:spPr>
          <a:xfrm>
            <a:off x="4048125" y="5000625"/>
            <a:ext cx="7429500" cy="1047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250">
                <a:solidFill>
                  <a:srgbClr val="101828"/>
                </a:solidFill>
                <a:latin typeface="Arial"/>
                <a:ea typeface="Arial"/>
                <a:cs typeface="Arial"/>
                <a:sym typeface="Arial"/>
              </a:rPr>
              <a:t>Границы: Q₁ − 1,5 · IQR и Q₃ + 1,5 · IQR.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250">
                <a:solidFill>
                  <a:srgbClr val="101828"/>
                </a:solidFill>
                <a:latin typeface="Arial"/>
                <a:ea typeface="Arial"/>
                <a:cs typeface="Arial"/>
                <a:sym typeface="Arial"/>
              </a:rPr>
              <a:t>Выход за границу — повод для проверки.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29" name="Google Shape;429;p15"/>
          <p:cNvGraphicFramePr/>
          <p:nvPr/>
        </p:nvGraphicFramePr>
        <p:xfrm>
          <a:off x="685800" y="2095500"/>
          <a:ext cx="7143750" cy="3905250"/>
        </p:xfrm>
        <a:graphic>
          <a:graphicData uri="http://schemas.openxmlformats.org/drawingml/2006/chart">
            <c:chart r:id="rId3"/>
          </a:graphicData>
        </a:graphic>
      </p:graphicFrame>
      <p:sp>
        <p:nvSpPr>
          <p:cNvPr id="430" name="Google Shape;430;p15"/>
          <p:cNvSpPr/>
          <p:nvPr/>
        </p:nvSpPr>
        <p:spPr>
          <a:xfrm>
            <a:off x="685800" y="647700"/>
            <a:ext cx="8858250" cy="1047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3300">
                <a:solidFill>
                  <a:srgbClr val="0077FF"/>
                </a:solidFill>
                <a:latin typeface="Play"/>
                <a:ea typeface="Play"/>
                <a:cs typeface="Play"/>
                <a:sym typeface="Play"/>
              </a:rPr>
              <a:t>Выбросы по нескольким признакам</a:t>
            </a:r>
            <a:endParaRPr/>
          </a:p>
        </p:txBody>
      </p:sp>
      <p:sp>
        <p:nvSpPr>
          <p:cNvPr id="431" name="Google Shape;431;p15"/>
          <p:cNvSpPr/>
          <p:nvPr/>
        </p:nvSpPr>
        <p:spPr>
          <a:xfrm>
            <a:off x="685800" y="1657350"/>
            <a:ext cx="10715625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>
                <a:solidFill>
                  <a:srgbClr val="526173"/>
                </a:solidFill>
                <a:latin typeface="Arial"/>
                <a:ea typeface="Arial"/>
                <a:cs typeface="Arial"/>
                <a:sym typeface="Arial"/>
              </a:rPr>
              <a:t>Каждая точка — объект. Два признака меняются согласованно у большинства объектов.</a:t>
            </a:r>
            <a:endParaRPr/>
          </a:p>
        </p:txBody>
      </p:sp>
      <p:sp>
        <p:nvSpPr>
          <p:cNvPr id="432" name="Google Shape;432;p15"/>
          <p:cNvSpPr/>
          <p:nvPr/>
        </p:nvSpPr>
        <p:spPr>
          <a:xfrm>
            <a:off x="8267700" y="2324100"/>
            <a:ext cx="3238500" cy="1047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50">
                <a:solidFill>
                  <a:srgbClr val="0077FF"/>
                </a:solidFill>
                <a:latin typeface="Arial"/>
                <a:ea typeface="Arial"/>
                <a:cs typeface="Arial"/>
                <a:sym typeface="Arial"/>
              </a:rPr>
              <a:t>По отдельности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50">
                <a:solidFill>
                  <a:srgbClr val="0077FF"/>
                </a:solidFill>
                <a:latin typeface="Arial"/>
                <a:ea typeface="Arial"/>
                <a:cs typeface="Arial"/>
                <a:sym typeface="Arial"/>
              </a:rPr>
              <a:t>значения не выделяются</a:t>
            </a:r>
            <a:endParaRPr/>
          </a:p>
        </p:txBody>
      </p:sp>
      <p:sp>
        <p:nvSpPr>
          <p:cNvPr id="433" name="Google Shape;433;p15"/>
          <p:cNvSpPr/>
          <p:nvPr/>
        </p:nvSpPr>
        <p:spPr>
          <a:xfrm>
            <a:off x="8267700" y="3705225"/>
            <a:ext cx="32385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100">
                <a:solidFill>
                  <a:srgbClr val="101828"/>
                </a:solidFill>
                <a:latin typeface="Arial"/>
                <a:ea typeface="Arial"/>
                <a:cs typeface="Arial"/>
                <a:sym typeface="Arial"/>
              </a:rPr>
              <a:t>Но их сочетание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100">
                <a:solidFill>
                  <a:srgbClr val="101828"/>
                </a:solidFill>
                <a:latin typeface="Arial"/>
                <a:ea typeface="Arial"/>
                <a:cs typeface="Arial"/>
                <a:sym typeface="Arial"/>
              </a:rPr>
              <a:t>не соответствует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100">
                <a:solidFill>
                  <a:srgbClr val="101828"/>
                </a:solidFill>
                <a:latin typeface="Arial"/>
                <a:ea typeface="Arial"/>
                <a:cs typeface="Arial"/>
                <a:sym typeface="Arial"/>
              </a:rPr>
              <a:t>основной зависимости.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100">
              <a:solidFill>
                <a:srgbClr val="10182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100">
                <a:solidFill>
                  <a:srgbClr val="101828"/>
                </a:solidFill>
                <a:latin typeface="Arial"/>
                <a:ea typeface="Arial"/>
                <a:cs typeface="Arial"/>
                <a:sym typeface="Arial"/>
              </a:rPr>
              <a:t>Поколоночная проверка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100">
                <a:solidFill>
                  <a:srgbClr val="101828"/>
                </a:solidFill>
                <a:latin typeface="Arial"/>
                <a:ea typeface="Arial"/>
                <a:cs typeface="Arial"/>
                <a:sym typeface="Arial"/>
              </a:rPr>
              <a:t>этого не замечает.</a:t>
            </a:r>
            <a:endParaRPr/>
          </a:p>
        </p:txBody>
      </p:sp>
      <p:sp>
        <p:nvSpPr>
          <p:cNvPr id="434" name="Google Shape;434;p15"/>
          <p:cNvSpPr/>
          <p:nvPr/>
        </p:nvSpPr>
        <p:spPr>
          <a:xfrm>
            <a:off x="685800" y="6315075"/>
            <a:ext cx="107156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687383"/>
                </a:solidFill>
                <a:latin typeface="Arial"/>
                <a:ea typeface="Arial"/>
                <a:cs typeface="Arial"/>
                <a:sym typeface="Arial"/>
              </a:rPr>
              <a:t>Розовая точка выделяется сочетанием двух значений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16"/>
          <p:cNvSpPr/>
          <p:nvPr/>
        </p:nvSpPr>
        <p:spPr>
          <a:xfrm>
            <a:off x="685800" y="647700"/>
            <a:ext cx="8858250" cy="1047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3300">
                <a:solidFill>
                  <a:srgbClr val="0077FF"/>
                </a:solidFill>
                <a:latin typeface="Play"/>
                <a:ea typeface="Play"/>
                <a:cs typeface="Play"/>
                <a:sym typeface="Play"/>
              </a:rPr>
              <a:t>Расстояние Махаланобиса</a:t>
            </a:r>
            <a:endParaRPr/>
          </a:p>
        </p:txBody>
      </p:sp>
      <p:sp>
        <p:nvSpPr>
          <p:cNvPr id="441" name="Google Shape;441;p16"/>
          <p:cNvSpPr/>
          <p:nvPr/>
        </p:nvSpPr>
        <p:spPr>
          <a:xfrm>
            <a:off x="685800" y="1657350"/>
            <a:ext cx="10715625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>
                <a:solidFill>
                  <a:srgbClr val="526173"/>
                </a:solidFill>
                <a:latin typeface="Arial"/>
                <a:ea typeface="Arial"/>
                <a:cs typeface="Arial"/>
                <a:sym typeface="Arial"/>
              </a:rPr>
              <a:t>Учитываем масштаб признаков и направление основного разброса.</a:t>
            </a:r>
            <a:endParaRPr/>
          </a:p>
        </p:txBody>
      </p:sp>
      <p:sp>
        <p:nvSpPr>
          <p:cNvPr id="442" name="Google Shape;442;p16"/>
          <p:cNvSpPr/>
          <p:nvPr/>
        </p:nvSpPr>
        <p:spPr>
          <a:xfrm>
            <a:off x="685800" y="2390775"/>
            <a:ext cx="10810875" cy="1295400"/>
          </a:xfrm>
          <a:prstGeom prst="rect">
            <a:avLst/>
          </a:prstGeom>
          <a:solidFill>
            <a:srgbClr val="EBF3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p16"/>
          <p:cNvSpPr/>
          <p:nvPr/>
        </p:nvSpPr>
        <p:spPr>
          <a:xfrm>
            <a:off x="952500" y="2714625"/>
            <a:ext cx="10287000" cy="714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3300">
                <a:solidFill>
                  <a:srgbClr val="0077FF"/>
                </a:solidFill>
                <a:latin typeface="Arial"/>
                <a:ea typeface="Arial"/>
                <a:cs typeface="Arial"/>
                <a:sym typeface="Arial"/>
              </a:rPr>
              <a:t>D²(x) = (x − μ)ᵀ Σ⁻¹ (x − μ)</a:t>
            </a:r>
            <a:endParaRPr/>
          </a:p>
        </p:txBody>
      </p:sp>
      <p:sp>
        <p:nvSpPr>
          <p:cNvPr id="444" name="Google Shape;444;p16"/>
          <p:cNvSpPr/>
          <p:nvPr/>
        </p:nvSpPr>
        <p:spPr>
          <a:xfrm>
            <a:off x="685800" y="4229100"/>
            <a:ext cx="5429250" cy="1085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325">
                <a:solidFill>
                  <a:srgbClr val="101828"/>
                </a:solidFill>
                <a:latin typeface="Arial"/>
                <a:ea typeface="Arial"/>
                <a:cs typeface="Arial"/>
                <a:sym typeface="Arial"/>
              </a:rPr>
              <a:t>μ — центр облака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325">
                <a:solidFill>
                  <a:srgbClr val="101828"/>
                </a:solidFill>
                <a:latin typeface="Arial"/>
                <a:ea typeface="Arial"/>
                <a:cs typeface="Arial"/>
                <a:sym typeface="Arial"/>
              </a:rPr>
              <a:t>Σ — ковариационная матрица</a:t>
            </a:r>
            <a:endParaRPr/>
          </a:p>
        </p:txBody>
      </p:sp>
      <p:sp>
        <p:nvSpPr>
          <p:cNvPr id="445" name="Google Shape;445;p16"/>
          <p:cNvSpPr/>
          <p:nvPr/>
        </p:nvSpPr>
        <p:spPr>
          <a:xfrm>
            <a:off x="6572250" y="4229100"/>
            <a:ext cx="4924425" cy="1381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175">
                <a:solidFill>
                  <a:srgbClr val="101828"/>
                </a:solidFill>
                <a:latin typeface="Arial"/>
                <a:ea typeface="Arial"/>
                <a:cs typeface="Arial"/>
                <a:sym typeface="Arial"/>
              </a:rPr>
              <a:t>Выбросы искажают оценки μ и Σ.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175">
                <a:solidFill>
                  <a:srgbClr val="101828"/>
                </a:solidFill>
                <a:latin typeface="Arial"/>
                <a:ea typeface="Arial"/>
                <a:cs typeface="Arial"/>
                <a:sym typeface="Arial"/>
              </a:rPr>
              <a:t>Разные группы могут требовать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175">
                <a:solidFill>
                  <a:srgbClr val="101828"/>
                </a:solidFill>
                <a:latin typeface="Arial"/>
                <a:ea typeface="Arial"/>
                <a:cs typeface="Arial"/>
                <a:sym typeface="Arial"/>
              </a:rPr>
              <a:t>отдельного описания.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17"/>
          <p:cNvSpPr/>
          <p:nvPr/>
        </p:nvSpPr>
        <p:spPr>
          <a:xfrm>
            <a:off x="685800" y="647700"/>
            <a:ext cx="8858250" cy="1047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3300">
                <a:solidFill>
                  <a:srgbClr val="0077FF"/>
                </a:solidFill>
                <a:latin typeface="Play"/>
                <a:ea typeface="Play"/>
                <a:cs typeface="Play"/>
                <a:sym typeface="Play"/>
              </a:rPr>
              <a:t>Пропуски: важна причина</a:t>
            </a:r>
            <a:endParaRPr/>
          </a:p>
        </p:txBody>
      </p:sp>
      <p:sp>
        <p:nvSpPr>
          <p:cNvPr id="452" name="Google Shape;452;p17"/>
          <p:cNvSpPr/>
          <p:nvPr/>
        </p:nvSpPr>
        <p:spPr>
          <a:xfrm>
            <a:off x="685800" y="2076450"/>
            <a:ext cx="3400425" cy="3857625"/>
          </a:xfrm>
          <a:prstGeom prst="rect">
            <a:avLst/>
          </a:prstGeom>
          <a:solidFill>
            <a:srgbClr val="F5F8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3" name="Google Shape;453;p17"/>
          <p:cNvSpPr/>
          <p:nvPr/>
        </p:nvSpPr>
        <p:spPr>
          <a:xfrm>
            <a:off x="914400" y="2257425"/>
            <a:ext cx="857250" cy="666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3900">
                <a:solidFill>
                  <a:srgbClr val="0077FF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/>
          </a:p>
        </p:txBody>
      </p:sp>
      <p:sp>
        <p:nvSpPr>
          <p:cNvPr id="454" name="Google Shape;454;p17"/>
          <p:cNvSpPr/>
          <p:nvPr/>
        </p:nvSpPr>
        <p:spPr>
          <a:xfrm>
            <a:off x="914400" y="3105150"/>
            <a:ext cx="2943225" cy="704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75">
                <a:solidFill>
                  <a:srgbClr val="0077FF"/>
                </a:solidFill>
                <a:latin typeface="Arial"/>
                <a:ea typeface="Arial"/>
                <a:cs typeface="Arial"/>
                <a:sym typeface="Arial"/>
              </a:rPr>
              <a:t>MCAR</a:t>
            </a:r>
            <a:endParaRPr/>
          </a:p>
        </p:txBody>
      </p:sp>
      <p:sp>
        <p:nvSpPr>
          <p:cNvPr id="455" name="Google Shape;455;p17"/>
          <p:cNvSpPr/>
          <p:nvPr/>
        </p:nvSpPr>
        <p:spPr>
          <a:xfrm>
            <a:off x="914400" y="4048125"/>
            <a:ext cx="2943225" cy="1762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25">
                <a:solidFill>
                  <a:srgbClr val="101828"/>
                </a:solidFill>
                <a:latin typeface="Arial"/>
                <a:ea typeface="Arial"/>
                <a:cs typeface="Arial"/>
                <a:sym typeface="Arial"/>
              </a:rPr>
              <a:t>Вероятность пропуска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25">
                <a:solidFill>
                  <a:srgbClr val="101828"/>
                </a:solidFill>
                <a:latin typeface="Arial"/>
                <a:ea typeface="Arial"/>
                <a:cs typeface="Arial"/>
                <a:sym typeface="Arial"/>
              </a:rPr>
              <a:t>не зависит от значений.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25">
              <a:solidFill>
                <a:srgbClr val="10182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25">
                <a:solidFill>
                  <a:srgbClr val="101828"/>
                </a:solidFill>
                <a:latin typeface="Arial"/>
                <a:ea typeface="Arial"/>
                <a:cs typeface="Arial"/>
                <a:sym typeface="Arial"/>
              </a:rPr>
              <a:t>Пример: случайная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25">
                <a:solidFill>
                  <a:srgbClr val="101828"/>
                </a:solidFill>
                <a:latin typeface="Arial"/>
                <a:ea typeface="Arial"/>
                <a:cs typeface="Arial"/>
                <a:sym typeface="Arial"/>
              </a:rPr>
              <a:t>потеря измерения.</a:t>
            </a:r>
            <a:endParaRPr/>
          </a:p>
        </p:txBody>
      </p:sp>
      <p:sp>
        <p:nvSpPr>
          <p:cNvPr id="456" name="Google Shape;456;p17"/>
          <p:cNvSpPr/>
          <p:nvPr/>
        </p:nvSpPr>
        <p:spPr>
          <a:xfrm>
            <a:off x="4352925" y="2076450"/>
            <a:ext cx="3400425" cy="3857625"/>
          </a:xfrm>
          <a:prstGeom prst="rect">
            <a:avLst/>
          </a:prstGeom>
          <a:solidFill>
            <a:srgbClr val="EBF3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7" name="Google Shape;457;p17"/>
          <p:cNvSpPr/>
          <p:nvPr/>
        </p:nvSpPr>
        <p:spPr>
          <a:xfrm>
            <a:off x="4581525" y="2257425"/>
            <a:ext cx="857250" cy="666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3900">
                <a:solidFill>
                  <a:srgbClr val="0077FF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/>
          </a:p>
        </p:txBody>
      </p:sp>
      <p:sp>
        <p:nvSpPr>
          <p:cNvPr id="458" name="Google Shape;458;p17"/>
          <p:cNvSpPr/>
          <p:nvPr/>
        </p:nvSpPr>
        <p:spPr>
          <a:xfrm>
            <a:off x="4581525" y="3105150"/>
            <a:ext cx="2943225" cy="704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75">
                <a:solidFill>
                  <a:srgbClr val="0077FF"/>
                </a:solidFill>
                <a:latin typeface="Arial"/>
                <a:ea typeface="Arial"/>
                <a:cs typeface="Arial"/>
                <a:sym typeface="Arial"/>
              </a:rPr>
              <a:t>MAR</a:t>
            </a:r>
            <a:endParaRPr/>
          </a:p>
        </p:txBody>
      </p:sp>
      <p:sp>
        <p:nvSpPr>
          <p:cNvPr id="459" name="Google Shape;459;p17"/>
          <p:cNvSpPr/>
          <p:nvPr/>
        </p:nvSpPr>
        <p:spPr>
          <a:xfrm>
            <a:off x="4581525" y="4048125"/>
            <a:ext cx="2943225" cy="1762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25">
                <a:solidFill>
                  <a:srgbClr val="101828"/>
                </a:solidFill>
                <a:latin typeface="Arial"/>
                <a:ea typeface="Arial"/>
                <a:cs typeface="Arial"/>
                <a:sym typeface="Arial"/>
              </a:rPr>
              <a:t>После учёта известных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25">
                <a:solidFill>
                  <a:srgbClr val="101828"/>
                </a:solidFill>
                <a:latin typeface="Arial"/>
                <a:ea typeface="Arial"/>
                <a:cs typeface="Arial"/>
                <a:sym typeface="Arial"/>
              </a:rPr>
              <a:t>признаков вероятность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25">
                <a:solidFill>
                  <a:srgbClr val="101828"/>
                </a:solidFill>
                <a:latin typeface="Arial"/>
                <a:ea typeface="Arial"/>
                <a:cs typeface="Arial"/>
                <a:sym typeface="Arial"/>
              </a:rPr>
              <a:t>пропуска не зависит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25">
                <a:solidFill>
                  <a:srgbClr val="101828"/>
                </a:solidFill>
                <a:latin typeface="Arial"/>
                <a:ea typeface="Arial"/>
                <a:cs typeface="Arial"/>
                <a:sym typeface="Arial"/>
              </a:rPr>
              <a:t>от скрытого значения.</a:t>
            </a:r>
            <a:endParaRPr/>
          </a:p>
        </p:txBody>
      </p:sp>
      <p:sp>
        <p:nvSpPr>
          <p:cNvPr id="460" name="Google Shape;460;p17"/>
          <p:cNvSpPr/>
          <p:nvPr/>
        </p:nvSpPr>
        <p:spPr>
          <a:xfrm>
            <a:off x="8020050" y="2076450"/>
            <a:ext cx="3400425" cy="3857625"/>
          </a:xfrm>
          <a:prstGeom prst="rect">
            <a:avLst/>
          </a:prstGeom>
          <a:solidFill>
            <a:srgbClr val="F5F8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1" name="Google Shape;461;p17"/>
          <p:cNvSpPr/>
          <p:nvPr/>
        </p:nvSpPr>
        <p:spPr>
          <a:xfrm>
            <a:off x="8248650" y="2257425"/>
            <a:ext cx="857250" cy="666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3900">
                <a:solidFill>
                  <a:srgbClr val="0077FF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/>
          </a:p>
        </p:txBody>
      </p:sp>
      <p:sp>
        <p:nvSpPr>
          <p:cNvPr id="462" name="Google Shape;462;p17"/>
          <p:cNvSpPr/>
          <p:nvPr/>
        </p:nvSpPr>
        <p:spPr>
          <a:xfrm>
            <a:off x="8248650" y="3105150"/>
            <a:ext cx="2943225" cy="704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75">
                <a:solidFill>
                  <a:srgbClr val="0077FF"/>
                </a:solidFill>
                <a:latin typeface="Arial"/>
                <a:ea typeface="Arial"/>
                <a:cs typeface="Arial"/>
                <a:sym typeface="Arial"/>
              </a:rPr>
              <a:t>MNAR</a:t>
            </a:r>
            <a:endParaRPr/>
          </a:p>
        </p:txBody>
      </p:sp>
      <p:sp>
        <p:nvSpPr>
          <p:cNvPr id="463" name="Google Shape;463;p17"/>
          <p:cNvSpPr/>
          <p:nvPr/>
        </p:nvSpPr>
        <p:spPr>
          <a:xfrm>
            <a:off x="8248650" y="4048125"/>
            <a:ext cx="2943225" cy="1762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25">
                <a:solidFill>
                  <a:srgbClr val="101828"/>
                </a:solidFill>
                <a:latin typeface="Arial"/>
                <a:ea typeface="Arial"/>
                <a:cs typeface="Arial"/>
                <a:sym typeface="Arial"/>
              </a:rPr>
              <a:t>Даже после учёта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25">
                <a:solidFill>
                  <a:srgbClr val="101828"/>
                </a:solidFill>
                <a:latin typeface="Arial"/>
                <a:ea typeface="Arial"/>
                <a:cs typeface="Arial"/>
                <a:sym typeface="Arial"/>
              </a:rPr>
              <a:t>известных признаков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25">
                <a:solidFill>
                  <a:srgbClr val="101828"/>
                </a:solidFill>
                <a:latin typeface="Arial"/>
                <a:ea typeface="Arial"/>
                <a:cs typeface="Arial"/>
                <a:sym typeface="Arial"/>
              </a:rPr>
              <a:t>вероятность пропуска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25">
                <a:solidFill>
                  <a:srgbClr val="101828"/>
                </a:solidFill>
                <a:latin typeface="Arial"/>
                <a:ea typeface="Arial"/>
                <a:cs typeface="Arial"/>
                <a:sym typeface="Arial"/>
              </a:rPr>
              <a:t>зависит от скрытого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25">
                <a:solidFill>
                  <a:srgbClr val="101828"/>
                </a:solidFill>
                <a:latin typeface="Arial"/>
                <a:ea typeface="Arial"/>
                <a:cs typeface="Arial"/>
                <a:sym typeface="Arial"/>
              </a:rPr>
              <a:t>значения.</a:t>
            </a:r>
            <a:endParaRPr/>
          </a:p>
        </p:txBody>
      </p:sp>
      <p:sp>
        <p:nvSpPr>
          <p:cNvPr id="464" name="Google Shape;464;p17"/>
          <p:cNvSpPr/>
          <p:nvPr/>
        </p:nvSpPr>
        <p:spPr>
          <a:xfrm>
            <a:off x="685800" y="6315075"/>
            <a:ext cx="107156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687383"/>
                </a:solidFill>
                <a:latin typeface="Arial"/>
                <a:ea typeface="Arial"/>
                <a:cs typeface="Arial"/>
                <a:sym typeface="Arial"/>
              </a:rPr>
              <a:t>По неполной таблице MAR и MNAR в общем случае не различить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70" name="Google Shape;470;p18"/>
          <p:cNvGraphicFramePr/>
          <p:nvPr/>
        </p:nvGraphicFramePr>
        <p:xfrm>
          <a:off x="685800" y="2095500"/>
          <a:ext cx="7143750" cy="3905250"/>
        </p:xfrm>
        <a:graphic>
          <a:graphicData uri="http://schemas.openxmlformats.org/drawingml/2006/chart">
            <c:chart r:id="rId3"/>
          </a:graphicData>
        </a:graphic>
      </p:graphicFrame>
      <p:sp>
        <p:nvSpPr>
          <p:cNvPr id="471" name="Google Shape;471;p18"/>
          <p:cNvSpPr/>
          <p:nvPr/>
        </p:nvSpPr>
        <p:spPr>
          <a:xfrm>
            <a:off x="685800" y="647700"/>
            <a:ext cx="8858250" cy="1047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3300">
                <a:solidFill>
                  <a:srgbClr val="0077FF"/>
                </a:solidFill>
                <a:latin typeface="Play"/>
                <a:ea typeface="Play"/>
                <a:cs typeface="Play"/>
                <a:sym typeface="Play"/>
              </a:rPr>
              <a:t>Как пропуски искажают распределение</a:t>
            </a:r>
            <a:endParaRPr/>
          </a:p>
        </p:txBody>
      </p:sp>
      <p:sp>
        <p:nvSpPr>
          <p:cNvPr id="472" name="Google Shape;472;p18"/>
          <p:cNvSpPr/>
          <p:nvPr/>
        </p:nvSpPr>
        <p:spPr>
          <a:xfrm>
            <a:off x="685800" y="1657350"/>
            <a:ext cx="10715625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>
                <a:solidFill>
                  <a:srgbClr val="526173"/>
                </a:solidFill>
                <a:latin typeface="Arial"/>
                <a:ea typeface="Arial"/>
                <a:cs typeface="Arial"/>
                <a:sym typeface="Arial"/>
              </a:rPr>
              <a:t>Сравним полные данные со случайным удалением и удалением верхней четверти.</a:t>
            </a:r>
            <a:endParaRPr/>
          </a:p>
        </p:txBody>
      </p:sp>
      <p:sp>
        <p:nvSpPr>
          <p:cNvPr id="473" name="Google Shape;473;p18"/>
          <p:cNvSpPr/>
          <p:nvPr/>
        </p:nvSpPr>
        <p:spPr>
          <a:xfrm>
            <a:off x="8267700" y="2324100"/>
            <a:ext cx="3238500" cy="1047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50">
                <a:solidFill>
                  <a:srgbClr val="0077FF"/>
                </a:solidFill>
                <a:latin typeface="Arial"/>
                <a:ea typeface="Arial"/>
                <a:cs typeface="Arial"/>
                <a:sym typeface="Arial"/>
              </a:rPr>
              <a:t>Отсутствие значений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50">
                <a:solidFill>
                  <a:srgbClr val="0077FF"/>
                </a:solidFill>
                <a:latin typeface="Arial"/>
                <a:ea typeface="Arial"/>
                <a:cs typeface="Arial"/>
                <a:sym typeface="Arial"/>
              </a:rPr>
              <a:t>может смещать оценку</a:t>
            </a:r>
            <a:endParaRPr/>
          </a:p>
        </p:txBody>
      </p:sp>
      <p:sp>
        <p:nvSpPr>
          <p:cNvPr id="474" name="Google Shape;474;p18"/>
          <p:cNvSpPr/>
          <p:nvPr/>
        </p:nvSpPr>
        <p:spPr>
          <a:xfrm>
            <a:off x="8267700" y="3705225"/>
            <a:ext cx="32385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100">
                <a:solidFill>
                  <a:srgbClr val="101828"/>
                </a:solidFill>
                <a:latin typeface="Arial"/>
                <a:ea typeface="Arial"/>
                <a:cs typeface="Arial"/>
                <a:sym typeface="Arial"/>
              </a:rPr>
              <a:t>Если большие значения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100">
                <a:solidFill>
                  <a:srgbClr val="101828"/>
                </a:solidFill>
                <a:latin typeface="Arial"/>
                <a:ea typeface="Arial"/>
                <a:cs typeface="Arial"/>
                <a:sym typeface="Arial"/>
              </a:rPr>
              <a:t>не записываются,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100">
                <a:solidFill>
                  <a:srgbClr val="101828"/>
                </a:solidFill>
                <a:latin typeface="Arial"/>
                <a:ea typeface="Arial"/>
                <a:cs typeface="Arial"/>
                <a:sym typeface="Arial"/>
              </a:rPr>
              <a:t>наблюдаемое среднее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100">
                <a:solidFill>
                  <a:srgbClr val="101828"/>
                </a:solidFill>
                <a:latin typeface="Arial"/>
                <a:ea typeface="Arial"/>
                <a:cs typeface="Arial"/>
                <a:sym typeface="Arial"/>
              </a:rPr>
              <a:t>снижается без изменения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100">
                <a:solidFill>
                  <a:srgbClr val="101828"/>
                </a:solidFill>
                <a:latin typeface="Arial"/>
                <a:ea typeface="Arial"/>
                <a:cs typeface="Arial"/>
                <a:sym typeface="Arial"/>
              </a:rPr>
              <a:t>самого процесса.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19"/>
          <p:cNvSpPr/>
          <p:nvPr/>
        </p:nvSpPr>
        <p:spPr>
          <a:xfrm>
            <a:off x="685800" y="647700"/>
            <a:ext cx="8858250" cy="1047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3300">
                <a:solidFill>
                  <a:srgbClr val="0077FF"/>
                </a:solidFill>
                <a:latin typeface="Play"/>
                <a:ea typeface="Play"/>
                <a:cs typeface="Play"/>
                <a:sym typeface="Play"/>
              </a:rPr>
              <a:t>Как изучать зависимости</a:t>
            </a:r>
            <a:endParaRPr/>
          </a:p>
        </p:txBody>
      </p:sp>
      <p:sp>
        <p:nvSpPr>
          <p:cNvPr id="481" name="Google Shape;481;p19"/>
          <p:cNvSpPr/>
          <p:nvPr/>
        </p:nvSpPr>
        <p:spPr>
          <a:xfrm>
            <a:off x="685800" y="2114550"/>
            <a:ext cx="30480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50">
                <a:solidFill>
                  <a:srgbClr val="0077FF"/>
                </a:solidFill>
                <a:latin typeface="Arial"/>
                <a:ea typeface="Arial"/>
                <a:cs typeface="Arial"/>
                <a:sym typeface="Arial"/>
              </a:rPr>
              <a:t>Диаграмма рассеяния</a:t>
            </a:r>
            <a:endParaRPr/>
          </a:p>
        </p:txBody>
      </p:sp>
      <p:sp>
        <p:nvSpPr>
          <p:cNvPr id="482" name="Google Shape;482;p19"/>
          <p:cNvSpPr/>
          <p:nvPr/>
        </p:nvSpPr>
        <p:spPr>
          <a:xfrm>
            <a:off x="4048125" y="2114550"/>
            <a:ext cx="7429500" cy="1047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250">
                <a:solidFill>
                  <a:srgbClr val="101828"/>
                </a:solidFill>
                <a:latin typeface="Arial"/>
                <a:ea typeface="Arial"/>
                <a:cs typeface="Arial"/>
                <a:sym typeface="Arial"/>
              </a:rPr>
              <a:t>Показывает форму связи числовых признаков: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250">
                <a:solidFill>
                  <a:srgbClr val="101828"/>
                </a:solidFill>
                <a:latin typeface="Arial"/>
                <a:ea typeface="Arial"/>
                <a:cs typeface="Arial"/>
                <a:sym typeface="Arial"/>
              </a:rPr>
              <a:t>линейность, кривизну, группы и выбросы.</a:t>
            </a:r>
            <a:endParaRPr/>
          </a:p>
        </p:txBody>
      </p:sp>
      <p:sp>
        <p:nvSpPr>
          <p:cNvPr id="483" name="Google Shape;483;p19"/>
          <p:cNvSpPr/>
          <p:nvPr/>
        </p:nvSpPr>
        <p:spPr>
          <a:xfrm>
            <a:off x="685800" y="3495675"/>
            <a:ext cx="30480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50">
                <a:solidFill>
                  <a:srgbClr val="0077FF"/>
                </a:solidFill>
                <a:latin typeface="Arial"/>
                <a:ea typeface="Arial"/>
                <a:cs typeface="Arial"/>
                <a:sym typeface="Arial"/>
              </a:rPr>
              <a:t>Корреляция</a:t>
            </a:r>
            <a:endParaRPr/>
          </a:p>
        </p:txBody>
      </p:sp>
      <p:sp>
        <p:nvSpPr>
          <p:cNvPr id="484" name="Google Shape;484;p19"/>
          <p:cNvSpPr/>
          <p:nvPr/>
        </p:nvSpPr>
        <p:spPr>
          <a:xfrm>
            <a:off x="4048125" y="3495675"/>
            <a:ext cx="7429500" cy="1047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250">
                <a:solidFill>
                  <a:srgbClr val="101828"/>
                </a:solidFill>
                <a:latin typeface="Arial"/>
                <a:ea typeface="Arial"/>
                <a:cs typeface="Arial"/>
                <a:sym typeface="Arial"/>
              </a:rPr>
              <a:t>Пирсон характеризует линейную связь,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250">
                <a:solidFill>
                  <a:srgbClr val="101828"/>
                </a:solidFill>
                <a:latin typeface="Arial"/>
                <a:ea typeface="Arial"/>
                <a:cs typeface="Arial"/>
                <a:sym typeface="Arial"/>
              </a:rPr>
              <a:t>Спирмен — монотонную связь через ранги.</a:t>
            </a:r>
            <a:endParaRPr/>
          </a:p>
        </p:txBody>
      </p:sp>
      <p:sp>
        <p:nvSpPr>
          <p:cNvPr id="485" name="Google Shape;485;p19"/>
          <p:cNvSpPr/>
          <p:nvPr/>
        </p:nvSpPr>
        <p:spPr>
          <a:xfrm>
            <a:off x="685800" y="4876800"/>
            <a:ext cx="30480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50">
                <a:solidFill>
                  <a:srgbClr val="0077FF"/>
                </a:solidFill>
                <a:latin typeface="Arial"/>
                <a:ea typeface="Arial"/>
                <a:cs typeface="Arial"/>
                <a:sym typeface="Arial"/>
              </a:rPr>
              <a:t>Сравнение групп</a:t>
            </a:r>
            <a:endParaRPr/>
          </a:p>
        </p:txBody>
      </p:sp>
      <p:sp>
        <p:nvSpPr>
          <p:cNvPr id="486" name="Google Shape;486;p19"/>
          <p:cNvSpPr/>
          <p:nvPr/>
        </p:nvSpPr>
        <p:spPr>
          <a:xfrm>
            <a:off x="4048125" y="4876800"/>
            <a:ext cx="7429500" cy="1047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250">
                <a:solidFill>
                  <a:srgbClr val="101828"/>
                </a:solidFill>
                <a:latin typeface="Arial"/>
                <a:ea typeface="Arial"/>
                <a:cs typeface="Arial"/>
                <a:sym typeface="Arial"/>
              </a:rPr>
              <a:t>Для категорий сравниваем частоты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250">
                <a:solidFill>
                  <a:srgbClr val="101828"/>
                </a:solidFill>
                <a:latin typeface="Arial"/>
                <a:ea typeface="Arial"/>
                <a:cs typeface="Arial"/>
                <a:sym typeface="Arial"/>
              </a:rPr>
              <a:t>и распределения числовых признаков.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92" name="Google Shape;492;p20"/>
          <p:cNvGraphicFramePr/>
          <p:nvPr/>
        </p:nvGraphicFramePr>
        <p:xfrm>
          <a:off x="685800" y="2095500"/>
          <a:ext cx="7143750" cy="3905250"/>
        </p:xfrm>
        <a:graphic>
          <a:graphicData uri="http://schemas.openxmlformats.org/drawingml/2006/chart">
            <c:chart r:id="rId3"/>
          </a:graphicData>
        </a:graphic>
      </p:graphicFrame>
      <p:sp>
        <p:nvSpPr>
          <p:cNvPr id="493" name="Google Shape;493;p20"/>
          <p:cNvSpPr/>
          <p:nvPr/>
        </p:nvSpPr>
        <p:spPr>
          <a:xfrm>
            <a:off x="685800" y="647700"/>
            <a:ext cx="8858250" cy="1047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3300">
                <a:solidFill>
                  <a:srgbClr val="0077FF"/>
                </a:solidFill>
                <a:latin typeface="Play"/>
                <a:ea typeface="Play"/>
                <a:cs typeface="Play"/>
                <a:sym typeface="Play"/>
              </a:rPr>
              <a:t>Нулевая корреляция не исключает связь</a:t>
            </a:r>
            <a:endParaRPr/>
          </a:p>
        </p:txBody>
      </p:sp>
      <p:sp>
        <p:nvSpPr>
          <p:cNvPr id="494" name="Google Shape;494;p20"/>
          <p:cNvSpPr/>
          <p:nvPr/>
        </p:nvSpPr>
        <p:spPr>
          <a:xfrm>
            <a:off x="685800" y="1657350"/>
            <a:ext cx="10715625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>
                <a:solidFill>
                  <a:srgbClr val="526173"/>
                </a:solidFill>
                <a:latin typeface="Arial"/>
                <a:ea typeface="Arial"/>
                <a:cs typeface="Arial"/>
                <a:sym typeface="Arial"/>
              </a:rPr>
              <a:t>Для симметричной выборки X построим Y = X². Значение Y однозначно задаётся X.</a:t>
            </a:r>
            <a:endParaRPr/>
          </a:p>
        </p:txBody>
      </p:sp>
      <p:sp>
        <p:nvSpPr>
          <p:cNvPr id="495" name="Google Shape;495;p20"/>
          <p:cNvSpPr/>
          <p:nvPr/>
        </p:nvSpPr>
        <p:spPr>
          <a:xfrm>
            <a:off x="8267700" y="2324100"/>
            <a:ext cx="3238500" cy="1047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50">
                <a:solidFill>
                  <a:srgbClr val="0077FF"/>
                </a:solidFill>
                <a:latin typeface="Arial"/>
                <a:ea typeface="Arial"/>
                <a:cs typeface="Arial"/>
                <a:sym typeface="Arial"/>
              </a:rPr>
              <a:t>Зависимость есть</a:t>
            </a:r>
            <a:endParaRPr/>
          </a:p>
        </p:txBody>
      </p:sp>
      <p:sp>
        <p:nvSpPr>
          <p:cNvPr id="496" name="Google Shape;496;p20"/>
          <p:cNvSpPr/>
          <p:nvPr/>
        </p:nvSpPr>
        <p:spPr>
          <a:xfrm>
            <a:off x="8267700" y="3705225"/>
            <a:ext cx="32385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100">
                <a:solidFill>
                  <a:srgbClr val="101828"/>
                </a:solidFill>
                <a:latin typeface="Arial"/>
                <a:ea typeface="Arial"/>
                <a:cs typeface="Arial"/>
                <a:sym typeface="Arial"/>
              </a:rPr>
              <a:t>Она нелинейная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100">
                <a:solidFill>
                  <a:srgbClr val="101828"/>
                </a:solidFill>
                <a:latin typeface="Arial"/>
                <a:ea typeface="Arial"/>
                <a:cs typeface="Arial"/>
                <a:sym typeface="Arial"/>
              </a:rPr>
              <a:t>и немонотонная.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100">
              <a:solidFill>
                <a:srgbClr val="10182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100">
                <a:solidFill>
                  <a:srgbClr val="101828"/>
                </a:solidFill>
                <a:latin typeface="Arial"/>
                <a:ea typeface="Arial"/>
                <a:cs typeface="Arial"/>
                <a:sym typeface="Arial"/>
              </a:rPr>
              <a:t>Пирсон и Спирмен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100">
                <a:solidFill>
                  <a:srgbClr val="101828"/>
                </a:solidFill>
                <a:latin typeface="Arial"/>
                <a:ea typeface="Arial"/>
                <a:cs typeface="Arial"/>
                <a:sym typeface="Arial"/>
              </a:rPr>
              <a:t>могут давать ноль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100">
                <a:solidFill>
                  <a:srgbClr val="101828"/>
                </a:solidFill>
                <a:latin typeface="Arial"/>
                <a:ea typeface="Arial"/>
                <a:cs typeface="Arial"/>
                <a:sym typeface="Arial"/>
              </a:rPr>
              <a:t>при такой связи.</a:t>
            </a:r>
            <a:endParaRPr/>
          </a:p>
        </p:txBody>
      </p:sp>
      <p:sp>
        <p:nvSpPr>
          <p:cNvPr id="497" name="Google Shape;497;p20"/>
          <p:cNvSpPr/>
          <p:nvPr/>
        </p:nvSpPr>
        <p:spPr>
          <a:xfrm>
            <a:off x="685800" y="6315075"/>
            <a:ext cx="107156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687383"/>
                </a:solidFill>
                <a:latin typeface="Arial"/>
                <a:ea typeface="Arial"/>
                <a:cs typeface="Arial"/>
                <a:sym typeface="Arial"/>
              </a:rPr>
              <a:t>Коэффициент корреляции нужно интерпретировать вместе с графиком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21"/>
          <p:cNvSpPr/>
          <p:nvPr/>
        </p:nvSpPr>
        <p:spPr>
          <a:xfrm>
            <a:off x="685800" y="647700"/>
            <a:ext cx="8858250" cy="1047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3300">
                <a:solidFill>
                  <a:srgbClr val="0077FF"/>
                </a:solidFill>
                <a:latin typeface="Play"/>
                <a:ea typeface="Play"/>
                <a:cs typeface="Play"/>
                <a:sym typeface="Play"/>
              </a:rPr>
              <a:t>Откуда бер</a:t>
            </a:r>
            <a:r>
              <a:rPr lang="en-US" sz="3300">
                <a:solidFill>
                  <a:srgbClr val="0077FF"/>
                </a:solidFill>
                <a:latin typeface="Play"/>
                <a:ea typeface="Play"/>
                <a:cs typeface="Play"/>
                <a:sym typeface="Play"/>
              </a:rPr>
              <a:t>е</a:t>
            </a:r>
            <a:r>
              <a:rPr b="0" lang="en-US" sz="3300">
                <a:solidFill>
                  <a:srgbClr val="0077FF"/>
                </a:solidFill>
                <a:latin typeface="Play"/>
                <a:ea typeface="Play"/>
                <a:cs typeface="Play"/>
                <a:sym typeface="Play"/>
              </a:rPr>
              <a:t>тся высокая корреляция</a:t>
            </a:r>
            <a:endParaRPr/>
          </a:p>
        </p:txBody>
      </p:sp>
      <p:sp>
        <p:nvSpPr>
          <p:cNvPr id="504" name="Google Shape;504;p21"/>
          <p:cNvSpPr/>
          <p:nvPr/>
        </p:nvSpPr>
        <p:spPr>
          <a:xfrm>
            <a:off x="685800" y="2076450"/>
            <a:ext cx="3400425" cy="3857625"/>
          </a:xfrm>
          <a:prstGeom prst="rect">
            <a:avLst/>
          </a:prstGeom>
          <a:solidFill>
            <a:srgbClr val="F5F8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p21"/>
          <p:cNvSpPr/>
          <p:nvPr/>
        </p:nvSpPr>
        <p:spPr>
          <a:xfrm>
            <a:off x="914400" y="2257425"/>
            <a:ext cx="857250" cy="666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3900">
                <a:solidFill>
                  <a:srgbClr val="0077FF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/>
          </a:p>
        </p:txBody>
      </p:sp>
      <p:sp>
        <p:nvSpPr>
          <p:cNvPr id="506" name="Google Shape;506;p21"/>
          <p:cNvSpPr/>
          <p:nvPr/>
        </p:nvSpPr>
        <p:spPr>
          <a:xfrm>
            <a:off x="914400" y="3105150"/>
            <a:ext cx="2943225" cy="704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75">
                <a:solidFill>
                  <a:srgbClr val="0077FF"/>
                </a:solidFill>
                <a:latin typeface="Arial"/>
                <a:ea typeface="Arial"/>
                <a:cs typeface="Arial"/>
                <a:sym typeface="Arial"/>
              </a:rPr>
              <a:t>Свойства объекта</a:t>
            </a:r>
            <a:endParaRPr/>
          </a:p>
        </p:txBody>
      </p:sp>
      <p:sp>
        <p:nvSpPr>
          <p:cNvPr id="507" name="Google Shape;507;p21"/>
          <p:cNvSpPr/>
          <p:nvPr/>
        </p:nvSpPr>
        <p:spPr>
          <a:xfrm>
            <a:off x="914400" y="4048125"/>
            <a:ext cx="2943225" cy="1762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25">
                <a:solidFill>
                  <a:srgbClr val="101828"/>
                </a:solidFill>
                <a:latin typeface="Arial"/>
                <a:ea typeface="Arial"/>
                <a:cs typeface="Arial"/>
                <a:sym typeface="Arial"/>
              </a:rPr>
              <a:t>Признаки могут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25">
                <a:solidFill>
                  <a:srgbClr val="101828"/>
                </a:solidFill>
                <a:latin typeface="Arial"/>
                <a:ea typeface="Arial"/>
                <a:cs typeface="Arial"/>
                <a:sym typeface="Arial"/>
              </a:rPr>
              <a:t>отражать реально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25">
                <a:solidFill>
                  <a:srgbClr val="101828"/>
                </a:solidFill>
                <a:latin typeface="Arial"/>
                <a:ea typeface="Arial"/>
                <a:cs typeface="Arial"/>
                <a:sym typeface="Arial"/>
              </a:rPr>
              <a:t>связанные свойства.</a:t>
            </a:r>
            <a:endParaRPr/>
          </a:p>
        </p:txBody>
      </p:sp>
      <p:sp>
        <p:nvSpPr>
          <p:cNvPr id="508" name="Google Shape;508;p21"/>
          <p:cNvSpPr/>
          <p:nvPr/>
        </p:nvSpPr>
        <p:spPr>
          <a:xfrm>
            <a:off x="4352925" y="2076450"/>
            <a:ext cx="3400425" cy="3857625"/>
          </a:xfrm>
          <a:prstGeom prst="rect">
            <a:avLst/>
          </a:prstGeom>
          <a:solidFill>
            <a:srgbClr val="EBF3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9" name="Google Shape;509;p21"/>
          <p:cNvSpPr/>
          <p:nvPr/>
        </p:nvSpPr>
        <p:spPr>
          <a:xfrm>
            <a:off x="4581525" y="2257425"/>
            <a:ext cx="857250" cy="666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3900">
                <a:solidFill>
                  <a:srgbClr val="0077FF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/>
          </a:p>
        </p:txBody>
      </p:sp>
      <p:sp>
        <p:nvSpPr>
          <p:cNvPr id="510" name="Google Shape;510;p21"/>
          <p:cNvSpPr/>
          <p:nvPr/>
        </p:nvSpPr>
        <p:spPr>
          <a:xfrm>
            <a:off x="4581525" y="3105150"/>
            <a:ext cx="2943225" cy="704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75">
                <a:solidFill>
                  <a:srgbClr val="0077FF"/>
                </a:solidFill>
                <a:latin typeface="Arial"/>
                <a:ea typeface="Arial"/>
                <a:cs typeface="Arial"/>
                <a:sym typeface="Arial"/>
              </a:rPr>
              <a:t>Способ расчёта</a:t>
            </a:r>
            <a:endParaRPr/>
          </a:p>
        </p:txBody>
      </p:sp>
      <p:sp>
        <p:nvSpPr>
          <p:cNvPr id="511" name="Google Shape;511;p21"/>
          <p:cNvSpPr/>
          <p:nvPr/>
        </p:nvSpPr>
        <p:spPr>
          <a:xfrm>
            <a:off x="4581525" y="4048125"/>
            <a:ext cx="2943225" cy="1762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25">
                <a:solidFill>
                  <a:srgbClr val="101828"/>
                </a:solidFill>
                <a:latin typeface="Arial"/>
                <a:ea typeface="Arial"/>
                <a:cs typeface="Arial"/>
                <a:sym typeface="Arial"/>
              </a:rPr>
              <a:t>Один признак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25">
                <a:solidFill>
                  <a:srgbClr val="101828"/>
                </a:solidFill>
                <a:latin typeface="Arial"/>
                <a:ea typeface="Arial"/>
                <a:cs typeface="Arial"/>
                <a:sym typeface="Arial"/>
              </a:rPr>
              <a:t>вычислен из другого: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25">
                <a:solidFill>
                  <a:srgbClr val="101828"/>
                </a:solidFill>
                <a:latin typeface="Arial"/>
                <a:ea typeface="Arial"/>
                <a:cs typeface="Arial"/>
                <a:sym typeface="Arial"/>
              </a:rPr>
              <a:t>площадь и её логарифм.</a:t>
            </a:r>
            <a:endParaRPr/>
          </a:p>
        </p:txBody>
      </p:sp>
      <p:sp>
        <p:nvSpPr>
          <p:cNvPr id="512" name="Google Shape;512;p21"/>
          <p:cNvSpPr/>
          <p:nvPr/>
        </p:nvSpPr>
        <p:spPr>
          <a:xfrm>
            <a:off x="8020050" y="2076450"/>
            <a:ext cx="3400425" cy="3857625"/>
          </a:xfrm>
          <a:prstGeom prst="rect">
            <a:avLst/>
          </a:prstGeom>
          <a:solidFill>
            <a:srgbClr val="F5F8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3" name="Google Shape;513;p21"/>
          <p:cNvSpPr/>
          <p:nvPr/>
        </p:nvSpPr>
        <p:spPr>
          <a:xfrm>
            <a:off x="8248650" y="2257425"/>
            <a:ext cx="857250" cy="666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3900">
                <a:solidFill>
                  <a:srgbClr val="0077FF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/>
          </a:p>
        </p:txBody>
      </p:sp>
      <p:sp>
        <p:nvSpPr>
          <p:cNvPr id="514" name="Google Shape;514;p21"/>
          <p:cNvSpPr/>
          <p:nvPr/>
        </p:nvSpPr>
        <p:spPr>
          <a:xfrm>
            <a:off x="8248650" y="3105150"/>
            <a:ext cx="2943225" cy="704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75">
                <a:solidFill>
                  <a:srgbClr val="0077FF"/>
                </a:solidFill>
                <a:latin typeface="Arial"/>
                <a:ea typeface="Arial"/>
                <a:cs typeface="Arial"/>
                <a:sym typeface="Arial"/>
              </a:rPr>
              <a:t>Общая причина</a:t>
            </a:r>
            <a:endParaRPr/>
          </a:p>
        </p:txBody>
      </p:sp>
      <p:sp>
        <p:nvSpPr>
          <p:cNvPr id="515" name="Google Shape;515;p21"/>
          <p:cNvSpPr/>
          <p:nvPr/>
        </p:nvSpPr>
        <p:spPr>
          <a:xfrm>
            <a:off x="8248650" y="4048125"/>
            <a:ext cx="2943225" cy="1762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25">
                <a:solidFill>
                  <a:srgbClr val="101828"/>
                </a:solidFill>
                <a:latin typeface="Arial"/>
                <a:ea typeface="Arial"/>
                <a:cs typeface="Arial"/>
                <a:sym typeface="Arial"/>
              </a:rPr>
              <a:t>Третий фактор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25">
                <a:solidFill>
                  <a:srgbClr val="101828"/>
                </a:solidFill>
                <a:latin typeface="Arial"/>
                <a:ea typeface="Arial"/>
                <a:cs typeface="Arial"/>
                <a:sym typeface="Arial"/>
              </a:rPr>
              <a:t>может изменять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25">
                <a:solidFill>
                  <a:srgbClr val="101828"/>
                </a:solidFill>
                <a:latin typeface="Arial"/>
                <a:ea typeface="Arial"/>
                <a:cs typeface="Arial"/>
                <a:sym typeface="Arial"/>
              </a:rPr>
              <a:t>сразу оба признака.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21" name="Google Shape;521;p22"/>
          <p:cNvGraphicFramePr/>
          <p:nvPr/>
        </p:nvGraphicFramePr>
        <p:xfrm>
          <a:off x="685800" y="2095500"/>
          <a:ext cx="7143750" cy="3905250"/>
        </p:xfrm>
        <a:graphic>
          <a:graphicData uri="http://schemas.openxmlformats.org/drawingml/2006/chart">
            <c:chart r:id="rId3"/>
          </a:graphicData>
        </a:graphic>
      </p:graphicFrame>
      <p:sp>
        <p:nvSpPr>
          <p:cNvPr id="522" name="Google Shape;522;p22"/>
          <p:cNvSpPr/>
          <p:nvPr/>
        </p:nvSpPr>
        <p:spPr>
          <a:xfrm>
            <a:off x="685800" y="647700"/>
            <a:ext cx="8858250" cy="1047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3300">
                <a:solidFill>
                  <a:srgbClr val="0077FF"/>
                </a:solidFill>
                <a:latin typeface="Play"/>
                <a:ea typeface="Play"/>
                <a:cs typeface="Play"/>
                <a:sym typeface="Play"/>
              </a:rPr>
              <a:t>Общая связь и связь внутри групп</a:t>
            </a:r>
            <a:endParaRPr/>
          </a:p>
        </p:txBody>
      </p:sp>
      <p:sp>
        <p:nvSpPr>
          <p:cNvPr id="523" name="Google Shape;523;p22"/>
          <p:cNvSpPr/>
          <p:nvPr/>
        </p:nvSpPr>
        <p:spPr>
          <a:xfrm>
            <a:off x="685800" y="1657350"/>
            <a:ext cx="10715625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>
                <a:solidFill>
                  <a:srgbClr val="526173"/>
                </a:solidFill>
                <a:latin typeface="Arial"/>
                <a:ea typeface="Arial"/>
                <a:cs typeface="Arial"/>
                <a:sym typeface="Arial"/>
              </a:rPr>
              <a:t>Цвет обозначает группу. Внутри каждой группы X и Y связаны отрицательно.</a:t>
            </a:r>
            <a:endParaRPr/>
          </a:p>
        </p:txBody>
      </p:sp>
      <p:sp>
        <p:nvSpPr>
          <p:cNvPr id="524" name="Google Shape;524;p22"/>
          <p:cNvSpPr/>
          <p:nvPr/>
        </p:nvSpPr>
        <p:spPr>
          <a:xfrm>
            <a:off x="8267700" y="2324100"/>
            <a:ext cx="3238500" cy="1047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50">
                <a:solidFill>
                  <a:srgbClr val="0077FF"/>
                </a:solidFill>
                <a:latin typeface="Arial"/>
                <a:ea typeface="Arial"/>
                <a:cs typeface="Arial"/>
                <a:sym typeface="Arial"/>
              </a:rPr>
              <a:t>В общей выборке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50">
                <a:solidFill>
                  <a:srgbClr val="0077FF"/>
                </a:solidFill>
                <a:latin typeface="Arial"/>
                <a:ea typeface="Arial"/>
                <a:cs typeface="Arial"/>
                <a:sym typeface="Arial"/>
              </a:rPr>
              <a:t>знак другой</a:t>
            </a:r>
            <a:endParaRPr/>
          </a:p>
        </p:txBody>
      </p:sp>
      <p:sp>
        <p:nvSpPr>
          <p:cNvPr id="525" name="Google Shape;525;p22"/>
          <p:cNvSpPr/>
          <p:nvPr/>
        </p:nvSpPr>
        <p:spPr>
          <a:xfrm>
            <a:off x="8267700" y="3705225"/>
            <a:ext cx="32385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100">
                <a:solidFill>
                  <a:srgbClr val="101828"/>
                </a:solidFill>
                <a:latin typeface="Arial"/>
                <a:ea typeface="Arial"/>
                <a:cs typeface="Arial"/>
                <a:sym typeface="Arial"/>
              </a:rPr>
              <a:t>Различия между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100">
                <a:solidFill>
                  <a:srgbClr val="101828"/>
                </a:solidFill>
                <a:latin typeface="Arial"/>
                <a:ea typeface="Arial"/>
                <a:cs typeface="Arial"/>
                <a:sym typeface="Arial"/>
              </a:rPr>
              <a:t>средними групп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100">
                <a:solidFill>
                  <a:srgbClr val="101828"/>
                </a:solidFill>
                <a:latin typeface="Arial"/>
                <a:ea typeface="Arial"/>
                <a:cs typeface="Arial"/>
                <a:sym typeface="Arial"/>
              </a:rPr>
              <a:t>могут перевесить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100">
                <a:solidFill>
                  <a:srgbClr val="101828"/>
                </a:solidFill>
                <a:latin typeface="Arial"/>
                <a:ea typeface="Arial"/>
                <a:cs typeface="Arial"/>
                <a:sym typeface="Arial"/>
              </a:rPr>
              <a:t>связь внутри групп.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23"/>
          <p:cNvSpPr/>
          <p:nvPr/>
        </p:nvSpPr>
        <p:spPr>
          <a:xfrm>
            <a:off x="685800" y="647700"/>
            <a:ext cx="8858250" cy="1047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3300">
                <a:solidFill>
                  <a:srgbClr val="0077FF"/>
                </a:solidFill>
                <a:latin typeface="Play"/>
                <a:ea typeface="Play"/>
                <a:cs typeface="Play"/>
                <a:sym typeface="Play"/>
              </a:rPr>
              <a:t>Из чего складывается общая ковариация</a:t>
            </a:r>
            <a:endParaRPr/>
          </a:p>
        </p:txBody>
      </p:sp>
      <p:sp>
        <p:nvSpPr>
          <p:cNvPr id="532" name="Google Shape;532;p23"/>
          <p:cNvSpPr/>
          <p:nvPr/>
        </p:nvSpPr>
        <p:spPr>
          <a:xfrm>
            <a:off x="685800" y="1657350"/>
            <a:ext cx="10715625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>
                <a:solidFill>
                  <a:srgbClr val="526173"/>
                </a:solidFill>
                <a:latin typeface="Arial"/>
                <a:ea typeface="Arial"/>
                <a:cs typeface="Arial"/>
                <a:sym typeface="Arial"/>
              </a:rPr>
              <a:t>G — группа объекта. Общая ковариация складывается из двух эффектов.</a:t>
            </a:r>
            <a:endParaRPr/>
          </a:p>
        </p:txBody>
      </p:sp>
      <p:sp>
        <p:nvSpPr>
          <p:cNvPr id="533" name="Google Shape;533;p23"/>
          <p:cNvSpPr/>
          <p:nvPr/>
        </p:nvSpPr>
        <p:spPr>
          <a:xfrm>
            <a:off x="562600" y="2945800"/>
            <a:ext cx="37149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3375">
                <a:solidFill>
                  <a:srgbClr val="101828"/>
                </a:solidFill>
                <a:latin typeface="Arial"/>
                <a:ea typeface="Arial"/>
                <a:cs typeface="Arial"/>
                <a:sym typeface="Arial"/>
              </a:rPr>
              <a:t>Cov(X, Y) =</a:t>
            </a:r>
            <a:endParaRPr/>
          </a:p>
        </p:txBody>
      </p:sp>
      <p:sp>
        <p:nvSpPr>
          <p:cNvPr id="534" name="Google Shape;534;p23"/>
          <p:cNvSpPr/>
          <p:nvPr/>
        </p:nvSpPr>
        <p:spPr>
          <a:xfrm>
            <a:off x="3534800" y="2619375"/>
            <a:ext cx="7448700" cy="1152600"/>
          </a:xfrm>
          <a:prstGeom prst="rect">
            <a:avLst/>
          </a:prstGeom>
          <a:solidFill>
            <a:srgbClr val="EBF3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5" name="Google Shape;535;p23"/>
          <p:cNvSpPr/>
          <p:nvPr/>
        </p:nvSpPr>
        <p:spPr>
          <a:xfrm>
            <a:off x="4400550" y="2800350"/>
            <a:ext cx="6743700" cy="63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925">
                <a:solidFill>
                  <a:srgbClr val="0077FF"/>
                </a:solidFill>
                <a:latin typeface="Arial"/>
                <a:ea typeface="Arial"/>
                <a:cs typeface="Arial"/>
                <a:sym typeface="Arial"/>
              </a:rPr>
              <a:t>E[Cov(X, Y | G)]</a:t>
            </a:r>
            <a:endParaRPr/>
          </a:p>
        </p:txBody>
      </p:sp>
      <p:sp>
        <p:nvSpPr>
          <p:cNvPr id="536" name="Google Shape;536;p23"/>
          <p:cNvSpPr/>
          <p:nvPr/>
        </p:nvSpPr>
        <p:spPr>
          <a:xfrm>
            <a:off x="3209925" y="3952875"/>
            <a:ext cx="714375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3600">
                <a:solidFill>
                  <a:srgbClr val="101828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endParaRPr/>
          </a:p>
        </p:txBody>
      </p:sp>
      <p:sp>
        <p:nvSpPr>
          <p:cNvPr id="537" name="Google Shape;537;p23"/>
          <p:cNvSpPr/>
          <p:nvPr/>
        </p:nvSpPr>
        <p:spPr>
          <a:xfrm>
            <a:off x="3534800" y="4520000"/>
            <a:ext cx="7448700" cy="1152600"/>
          </a:xfrm>
          <a:prstGeom prst="rect">
            <a:avLst/>
          </a:prstGeom>
          <a:solidFill>
            <a:srgbClr val="FFF0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8" name="Google Shape;538;p23"/>
          <p:cNvSpPr/>
          <p:nvPr/>
        </p:nvSpPr>
        <p:spPr>
          <a:xfrm>
            <a:off x="4239800" y="4695900"/>
            <a:ext cx="6743700" cy="63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925">
                <a:solidFill>
                  <a:srgbClr val="FF3885"/>
                </a:solidFill>
                <a:latin typeface="Arial"/>
                <a:ea typeface="Arial"/>
                <a:cs typeface="Arial"/>
                <a:sym typeface="Arial"/>
              </a:rPr>
              <a:t>Cov(E[X | G], E[Y | G])</a:t>
            </a:r>
            <a:endParaRPr/>
          </a:p>
        </p:txBody>
      </p:sp>
      <p:sp>
        <p:nvSpPr>
          <p:cNvPr id="539" name="Google Shape;539;p23"/>
          <p:cNvSpPr/>
          <p:nvPr/>
        </p:nvSpPr>
        <p:spPr>
          <a:xfrm>
            <a:off x="5391150" y="2171613"/>
            <a:ext cx="4762500" cy="59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75">
                <a:solidFill>
                  <a:srgbClr val="0077FF"/>
                </a:solidFill>
                <a:latin typeface="Arial"/>
                <a:ea typeface="Arial"/>
                <a:cs typeface="Arial"/>
                <a:sym typeface="Arial"/>
              </a:rPr>
              <a:t>Внутри групп</a:t>
            </a:r>
            <a:endParaRPr/>
          </a:p>
        </p:txBody>
      </p:sp>
      <p:sp>
        <p:nvSpPr>
          <p:cNvPr id="540" name="Google Shape;540;p23"/>
          <p:cNvSpPr/>
          <p:nvPr/>
        </p:nvSpPr>
        <p:spPr>
          <a:xfrm>
            <a:off x="5011250" y="4105200"/>
            <a:ext cx="5200800" cy="59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75">
                <a:solidFill>
                  <a:srgbClr val="FF3885"/>
                </a:solidFill>
                <a:latin typeface="Arial"/>
                <a:ea typeface="Arial"/>
                <a:cs typeface="Arial"/>
                <a:sym typeface="Arial"/>
              </a:rPr>
              <a:t>Между средними групп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p24"/>
          <p:cNvSpPr/>
          <p:nvPr/>
        </p:nvSpPr>
        <p:spPr>
          <a:xfrm>
            <a:off x="685800" y="647700"/>
            <a:ext cx="8858250" cy="1047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3300">
                <a:solidFill>
                  <a:srgbClr val="0077FF"/>
                </a:solidFill>
                <a:latin typeface="Play"/>
                <a:ea typeface="Play"/>
                <a:cs typeface="Play"/>
                <a:sym typeface="Play"/>
              </a:rPr>
              <a:t>Порядок наблюдений тоже важен</a:t>
            </a:r>
            <a:endParaRPr/>
          </a:p>
        </p:txBody>
      </p:sp>
      <p:sp>
        <p:nvSpPr>
          <p:cNvPr id="547" name="Google Shape;547;p24"/>
          <p:cNvSpPr/>
          <p:nvPr/>
        </p:nvSpPr>
        <p:spPr>
          <a:xfrm>
            <a:off x="685800" y="1657350"/>
            <a:ext cx="10715625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>
                <a:solidFill>
                  <a:srgbClr val="526173"/>
                </a:solidFill>
                <a:latin typeface="Arial"/>
                <a:ea typeface="Arial"/>
                <a:cs typeface="Arial"/>
                <a:sym typeface="Arial"/>
              </a:rPr>
              <a:t>После середины последовательности меняется уровень показателя.</a:t>
            </a:r>
            <a:endParaRPr/>
          </a:p>
        </p:txBody>
      </p:sp>
      <p:graphicFrame>
        <p:nvGraphicFramePr>
          <p:cNvPr id="548" name="Google Shape;548;p24"/>
          <p:cNvGraphicFramePr/>
          <p:nvPr/>
        </p:nvGraphicFramePr>
        <p:xfrm>
          <a:off x="685800" y="2152650"/>
          <a:ext cx="7000875" cy="3743325"/>
        </p:xfrm>
        <a:graphic>
          <a:graphicData uri="http://schemas.openxmlformats.org/drawingml/2006/chart">
            <c:chart r:id="rId3"/>
          </a:graphicData>
        </a:graphic>
      </p:graphicFrame>
      <p:sp>
        <p:nvSpPr>
          <p:cNvPr id="549" name="Google Shape;549;p24"/>
          <p:cNvSpPr/>
          <p:nvPr/>
        </p:nvSpPr>
        <p:spPr>
          <a:xfrm>
            <a:off x="8267700" y="2324100"/>
            <a:ext cx="3238500" cy="1047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50">
                <a:solidFill>
                  <a:srgbClr val="0077FF"/>
                </a:solidFill>
                <a:latin typeface="Arial"/>
                <a:ea typeface="Arial"/>
                <a:cs typeface="Arial"/>
                <a:sym typeface="Arial"/>
              </a:rPr>
              <a:t>Гистограмма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50">
                <a:solidFill>
                  <a:srgbClr val="0077FF"/>
                </a:solidFill>
                <a:latin typeface="Arial"/>
                <a:ea typeface="Arial"/>
                <a:cs typeface="Arial"/>
                <a:sym typeface="Arial"/>
              </a:rPr>
              <a:t>скрывает порядок</a:t>
            </a:r>
            <a:endParaRPr/>
          </a:p>
        </p:txBody>
      </p:sp>
      <p:sp>
        <p:nvSpPr>
          <p:cNvPr id="550" name="Google Shape;550;p24"/>
          <p:cNvSpPr/>
          <p:nvPr/>
        </p:nvSpPr>
        <p:spPr>
          <a:xfrm>
            <a:off x="8267700" y="3705225"/>
            <a:ext cx="32385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100">
                <a:solidFill>
                  <a:srgbClr val="101828"/>
                </a:solidFill>
                <a:latin typeface="Arial"/>
                <a:ea typeface="Arial"/>
                <a:cs typeface="Arial"/>
                <a:sym typeface="Arial"/>
              </a:rPr>
              <a:t>Два пика могут быть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100">
                <a:solidFill>
                  <a:srgbClr val="101828"/>
                </a:solidFill>
                <a:latin typeface="Arial"/>
                <a:ea typeface="Arial"/>
                <a:cs typeface="Arial"/>
                <a:sym typeface="Arial"/>
              </a:rPr>
              <a:t>следствием смены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100">
                <a:solidFill>
                  <a:srgbClr val="101828"/>
                </a:solidFill>
                <a:latin typeface="Arial"/>
                <a:ea typeface="Arial"/>
                <a:cs typeface="Arial"/>
                <a:sym typeface="Arial"/>
              </a:rPr>
              <a:t>режима во времени.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100">
              <a:solidFill>
                <a:srgbClr val="10182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100">
                <a:solidFill>
                  <a:srgbClr val="101828"/>
                </a:solidFill>
                <a:latin typeface="Arial"/>
                <a:ea typeface="Arial"/>
                <a:cs typeface="Arial"/>
                <a:sym typeface="Arial"/>
              </a:rPr>
              <a:t>Сравниваем периоды.</a:t>
            </a:r>
            <a:endParaRPr/>
          </a:p>
        </p:txBody>
      </p:sp>
      <p:sp>
        <p:nvSpPr>
          <p:cNvPr id="551" name="Google Shape;551;p24"/>
          <p:cNvSpPr/>
          <p:nvPr/>
        </p:nvSpPr>
        <p:spPr>
          <a:xfrm>
            <a:off x="685800" y="6315075"/>
            <a:ext cx="107156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687383"/>
                </a:solidFill>
                <a:latin typeface="Arial"/>
                <a:ea typeface="Arial"/>
                <a:cs typeface="Arial"/>
                <a:sym typeface="Arial"/>
              </a:rPr>
              <a:t>При нерегулярном сборе используйте время, а не порядковый номер измерения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556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p25"/>
          <p:cNvSpPr/>
          <p:nvPr/>
        </p:nvSpPr>
        <p:spPr>
          <a:xfrm>
            <a:off x="685800" y="647700"/>
            <a:ext cx="8858250" cy="1047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3300">
                <a:solidFill>
                  <a:srgbClr val="0077FF"/>
                </a:solidFill>
                <a:latin typeface="Play"/>
                <a:ea typeface="Play"/>
                <a:cs typeface="Play"/>
                <a:sym typeface="Play"/>
              </a:rPr>
              <a:t>Поиск среди множества вариантов</a:t>
            </a:r>
            <a:endParaRPr/>
          </a:p>
        </p:txBody>
      </p:sp>
      <p:sp>
        <p:nvSpPr>
          <p:cNvPr id="558" name="Google Shape;558;p25"/>
          <p:cNvSpPr/>
          <p:nvPr/>
        </p:nvSpPr>
        <p:spPr>
          <a:xfrm>
            <a:off x="685800" y="2095500"/>
            <a:ext cx="10810875" cy="13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3075">
                <a:solidFill>
                  <a:srgbClr val="0077FF"/>
                </a:solidFill>
                <a:latin typeface="Arial"/>
                <a:ea typeface="Arial"/>
                <a:cs typeface="Arial"/>
                <a:sym typeface="Arial"/>
              </a:rPr>
              <a:t>Ищем связь независимых признаков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3075">
                <a:solidFill>
                  <a:srgbClr val="0077FF"/>
                </a:solidFill>
                <a:latin typeface="Arial"/>
                <a:ea typeface="Arial"/>
                <a:cs typeface="Arial"/>
                <a:sym typeface="Arial"/>
              </a:rPr>
              <a:t>со случайной целевой переменной</a:t>
            </a:r>
            <a:endParaRPr/>
          </a:p>
        </p:txBody>
      </p:sp>
      <p:sp>
        <p:nvSpPr>
          <p:cNvPr id="559" name="Google Shape;559;p25"/>
          <p:cNvSpPr/>
          <p:nvPr/>
        </p:nvSpPr>
        <p:spPr>
          <a:xfrm>
            <a:off x="685800" y="4038600"/>
            <a:ext cx="3476625" cy="666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75">
                <a:solidFill>
                  <a:srgbClr val="0077FF"/>
                </a:solidFill>
                <a:latin typeface="Arial"/>
                <a:ea typeface="Arial"/>
                <a:cs typeface="Arial"/>
                <a:sym typeface="Arial"/>
              </a:rPr>
              <a:t>200</a:t>
            </a:r>
            <a:endParaRPr/>
          </a:p>
        </p:txBody>
      </p:sp>
      <p:sp>
        <p:nvSpPr>
          <p:cNvPr id="560" name="Google Shape;560;p25"/>
          <p:cNvSpPr/>
          <p:nvPr/>
        </p:nvSpPr>
        <p:spPr>
          <a:xfrm>
            <a:off x="685800" y="4953000"/>
            <a:ext cx="3286125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25">
                <a:solidFill>
                  <a:srgbClr val="101828"/>
                </a:solidFill>
                <a:latin typeface="Arial"/>
                <a:ea typeface="Arial"/>
                <a:cs typeface="Arial"/>
                <a:sym typeface="Arial"/>
              </a:rPr>
              <a:t>наблюдений</a:t>
            </a:r>
            <a:endParaRPr/>
          </a:p>
        </p:txBody>
      </p:sp>
      <p:sp>
        <p:nvSpPr>
          <p:cNvPr id="561" name="Google Shape;561;p25"/>
          <p:cNvSpPr/>
          <p:nvPr/>
        </p:nvSpPr>
        <p:spPr>
          <a:xfrm>
            <a:off x="4362450" y="4038600"/>
            <a:ext cx="3476625" cy="666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75">
                <a:solidFill>
                  <a:srgbClr val="0077FF"/>
                </a:solidFill>
                <a:latin typeface="Arial"/>
                <a:ea typeface="Arial"/>
                <a:cs typeface="Arial"/>
                <a:sym typeface="Arial"/>
              </a:rPr>
              <a:t>10 → 1000</a:t>
            </a:r>
            <a:endParaRPr/>
          </a:p>
        </p:txBody>
      </p:sp>
      <p:sp>
        <p:nvSpPr>
          <p:cNvPr id="562" name="Google Shape;562;p25"/>
          <p:cNvSpPr/>
          <p:nvPr/>
        </p:nvSpPr>
        <p:spPr>
          <a:xfrm>
            <a:off x="4362450" y="4953000"/>
            <a:ext cx="3286125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25">
                <a:solidFill>
                  <a:srgbClr val="101828"/>
                </a:solidFill>
                <a:latin typeface="Arial"/>
                <a:ea typeface="Arial"/>
                <a:cs typeface="Arial"/>
                <a:sym typeface="Arial"/>
              </a:rPr>
              <a:t>независимых признаков</a:t>
            </a:r>
            <a:endParaRPr/>
          </a:p>
        </p:txBody>
      </p:sp>
      <p:sp>
        <p:nvSpPr>
          <p:cNvPr id="563" name="Google Shape;563;p25"/>
          <p:cNvSpPr/>
          <p:nvPr/>
        </p:nvSpPr>
        <p:spPr>
          <a:xfrm>
            <a:off x="8039100" y="4038600"/>
            <a:ext cx="3476625" cy="666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75">
                <a:solidFill>
                  <a:srgbClr val="FF3885"/>
                </a:solidFill>
                <a:latin typeface="Arial"/>
                <a:ea typeface="Arial"/>
                <a:cs typeface="Arial"/>
                <a:sym typeface="Arial"/>
              </a:rPr>
              <a:t>max |r|</a:t>
            </a:r>
            <a:endParaRPr/>
          </a:p>
        </p:txBody>
      </p:sp>
      <p:sp>
        <p:nvSpPr>
          <p:cNvPr id="564" name="Google Shape;564;p25"/>
          <p:cNvSpPr/>
          <p:nvPr/>
        </p:nvSpPr>
        <p:spPr>
          <a:xfrm>
            <a:off x="8039100" y="4953000"/>
            <a:ext cx="3286125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25">
                <a:solidFill>
                  <a:srgbClr val="101828"/>
                </a:solidFill>
                <a:latin typeface="Arial"/>
                <a:ea typeface="Arial"/>
                <a:cs typeface="Arial"/>
                <a:sym typeface="Arial"/>
              </a:rPr>
              <a:t>результат поиска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569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70" name="Google Shape;570;p26"/>
          <p:cNvGraphicFramePr/>
          <p:nvPr/>
        </p:nvGraphicFramePr>
        <p:xfrm>
          <a:off x="685800" y="2095500"/>
          <a:ext cx="7143750" cy="3905250"/>
        </p:xfrm>
        <a:graphic>
          <a:graphicData uri="http://schemas.openxmlformats.org/drawingml/2006/chart">
            <c:chart r:id="rId3"/>
          </a:graphicData>
        </a:graphic>
      </p:graphicFrame>
      <p:sp>
        <p:nvSpPr>
          <p:cNvPr id="571" name="Google Shape;571;p26"/>
          <p:cNvSpPr/>
          <p:nvPr/>
        </p:nvSpPr>
        <p:spPr>
          <a:xfrm>
            <a:off x="685800" y="647700"/>
            <a:ext cx="8858250" cy="1047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3300">
                <a:solidFill>
                  <a:srgbClr val="0077FF"/>
                </a:solidFill>
                <a:latin typeface="Play"/>
                <a:ea typeface="Play"/>
                <a:cs typeface="Play"/>
                <a:sym typeface="Play"/>
              </a:rPr>
              <a:t>Найденная связь требует проверки</a:t>
            </a:r>
            <a:endParaRPr/>
          </a:p>
        </p:txBody>
      </p:sp>
      <p:sp>
        <p:nvSpPr>
          <p:cNvPr id="572" name="Google Shape;572;p26"/>
          <p:cNvSpPr/>
          <p:nvPr/>
        </p:nvSpPr>
        <p:spPr>
          <a:xfrm>
            <a:off x="685800" y="1657350"/>
            <a:ext cx="10715625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>
                <a:solidFill>
                  <a:srgbClr val="526173"/>
                </a:solidFill>
                <a:latin typeface="Arial"/>
                <a:ea typeface="Arial"/>
                <a:cs typeface="Arial"/>
                <a:sym typeface="Arial"/>
              </a:rPr>
              <a:t>На новых данных проверяем именно тот признак, который выбрали при поиске.</a:t>
            </a:r>
            <a:endParaRPr/>
          </a:p>
        </p:txBody>
      </p:sp>
      <p:sp>
        <p:nvSpPr>
          <p:cNvPr id="573" name="Google Shape;573;p26"/>
          <p:cNvSpPr/>
          <p:nvPr/>
        </p:nvSpPr>
        <p:spPr>
          <a:xfrm>
            <a:off x="8267700" y="2324100"/>
            <a:ext cx="3238500" cy="1047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50">
                <a:solidFill>
                  <a:srgbClr val="0077FF"/>
                </a:solidFill>
                <a:latin typeface="Arial"/>
                <a:ea typeface="Arial"/>
                <a:cs typeface="Arial"/>
                <a:sym typeface="Arial"/>
              </a:rPr>
              <a:t>Больше вариантов —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50">
                <a:solidFill>
                  <a:srgbClr val="0077FF"/>
                </a:solidFill>
                <a:latin typeface="Arial"/>
                <a:ea typeface="Arial"/>
                <a:cs typeface="Arial"/>
                <a:sym typeface="Arial"/>
              </a:rPr>
              <a:t>выше максимум</a:t>
            </a:r>
            <a:endParaRPr/>
          </a:p>
        </p:txBody>
      </p:sp>
      <p:sp>
        <p:nvSpPr>
          <p:cNvPr id="574" name="Google Shape;574;p26"/>
          <p:cNvSpPr/>
          <p:nvPr/>
        </p:nvSpPr>
        <p:spPr>
          <a:xfrm>
            <a:off x="8267700" y="3705225"/>
            <a:ext cx="32385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100">
                <a:solidFill>
                  <a:srgbClr val="101828"/>
                </a:solidFill>
                <a:latin typeface="Arial"/>
                <a:ea typeface="Arial"/>
                <a:cs typeface="Arial"/>
                <a:sym typeface="Arial"/>
              </a:rPr>
              <a:t>На новых данных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100">
                <a:solidFill>
                  <a:srgbClr val="101828"/>
                </a:solidFill>
                <a:latin typeface="Arial"/>
                <a:ea typeface="Arial"/>
                <a:cs typeface="Arial"/>
                <a:sym typeface="Arial"/>
              </a:rPr>
              <a:t>выбранный признак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100">
                <a:solidFill>
                  <a:srgbClr val="101828"/>
                </a:solidFill>
                <a:latin typeface="Arial"/>
                <a:ea typeface="Arial"/>
                <a:cs typeface="Arial"/>
                <a:sym typeface="Arial"/>
              </a:rPr>
              <a:t>теряет преимущество.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100">
              <a:solidFill>
                <a:srgbClr val="10182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100">
                <a:solidFill>
                  <a:srgbClr val="101828"/>
                </a:solidFill>
                <a:latin typeface="Arial"/>
                <a:ea typeface="Arial"/>
                <a:cs typeface="Arial"/>
                <a:sym typeface="Arial"/>
              </a:rPr>
              <a:t>Широкий поиск повышает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100">
                <a:solidFill>
                  <a:srgbClr val="101828"/>
                </a:solidFill>
                <a:latin typeface="Arial"/>
                <a:ea typeface="Arial"/>
                <a:cs typeface="Arial"/>
                <a:sym typeface="Arial"/>
              </a:rPr>
              <a:t>риск случайной находки.</a:t>
            </a:r>
            <a:endParaRPr/>
          </a:p>
        </p:txBody>
      </p:sp>
      <p:sp>
        <p:nvSpPr>
          <p:cNvPr id="575" name="Google Shape;575;p26"/>
          <p:cNvSpPr/>
          <p:nvPr/>
        </p:nvSpPr>
        <p:spPr>
          <a:xfrm>
            <a:off x="685800" y="6315075"/>
            <a:ext cx="107156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687383"/>
                </a:solidFill>
                <a:latin typeface="Arial"/>
                <a:ea typeface="Arial"/>
                <a:cs typeface="Arial"/>
                <a:sym typeface="Arial"/>
              </a:rPr>
              <a:t>Медианы по 40 повторам; по 200 наблюдений в каждой выборке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580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p27"/>
          <p:cNvSpPr/>
          <p:nvPr/>
        </p:nvSpPr>
        <p:spPr>
          <a:xfrm>
            <a:off x="685800" y="647700"/>
            <a:ext cx="8858250" cy="1047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3300">
                <a:solidFill>
                  <a:srgbClr val="0077FF"/>
                </a:solidFill>
                <a:latin typeface="Play"/>
                <a:ea typeface="Play"/>
                <a:cs typeface="Play"/>
                <a:sym typeface="Play"/>
              </a:rPr>
              <a:t>Наблюдение, гипотеза, проверка</a:t>
            </a:r>
            <a:endParaRPr/>
          </a:p>
        </p:txBody>
      </p:sp>
      <p:sp>
        <p:nvSpPr>
          <p:cNvPr id="582" name="Google Shape;582;p27"/>
          <p:cNvSpPr/>
          <p:nvPr/>
        </p:nvSpPr>
        <p:spPr>
          <a:xfrm>
            <a:off x="685800" y="2076450"/>
            <a:ext cx="3400425" cy="3857625"/>
          </a:xfrm>
          <a:prstGeom prst="rect">
            <a:avLst/>
          </a:prstGeom>
          <a:solidFill>
            <a:srgbClr val="F5F8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3" name="Google Shape;583;p27"/>
          <p:cNvSpPr/>
          <p:nvPr/>
        </p:nvSpPr>
        <p:spPr>
          <a:xfrm>
            <a:off x="914400" y="2257425"/>
            <a:ext cx="857250" cy="666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3900">
                <a:solidFill>
                  <a:srgbClr val="0077FF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/>
          </a:p>
        </p:txBody>
      </p:sp>
      <p:sp>
        <p:nvSpPr>
          <p:cNvPr id="584" name="Google Shape;584;p27"/>
          <p:cNvSpPr/>
          <p:nvPr/>
        </p:nvSpPr>
        <p:spPr>
          <a:xfrm>
            <a:off x="914400" y="3105150"/>
            <a:ext cx="2943225" cy="704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75">
                <a:solidFill>
                  <a:srgbClr val="0077FF"/>
                </a:solidFill>
                <a:latin typeface="Arial"/>
                <a:ea typeface="Arial"/>
                <a:cs typeface="Arial"/>
                <a:sym typeface="Arial"/>
              </a:rPr>
              <a:t>Наблюдение</a:t>
            </a:r>
            <a:endParaRPr/>
          </a:p>
        </p:txBody>
      </p:sp>
      <p:sp>
        <p:nvSpPr>
          <p:cNvPr id="585" name="Google Shape;585;p27"/>
          <p:cNvSpPr/>
          <p:nvPr/>
        </p:nvSpPr>
        <p:spPr>
          <a:xfrm>
            <a:off x="914400" y="4048125"/>
            <a:ext cx="2943225" cy="1762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25">
                <a:solidFill>
                  <a:srgbClr val="101828"/>
                </a:solidFill>
                <a:latin typeface="Arial"/>
                <a:ea typeface="Arial"/>
                <a:cs typeface="Arial"/>
                <a:sym typeface="Arial"/>
              </a:rPr>
              <a:t>Что именно видно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25">
                <a:solidFill>
                  <a:srgbClr val="101828"/>
                </a:solidFill>
                <a:latin typeface="Arial"/>
                <a:ea typeface="Arial"/>
                <a:cs typeface="Arial"/>
                <a:sym typeface="Arial"/>
              </a:rPr>
              <a:t>на графике или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25">
                <a:solidFill>
                  <a:srgbClr val="101828"/>
                </a:solidFill>
                <a:latin typeface="Arial"/>
                <a:ea typeface="Arial"/>
                <a:cs typeface="Arial"/>
                <a:sym typeface="Arial"/>
              </a:rPr>
              <a:t>в расчётах?</a:t>
            </a:r>
            <a:endParaRPr/>
          </a:p>
        </p:txBody>
      </p:sp>
      <p:sp>
        <p:nvSpPr>
          <p:cNvPr id="586" name="Google Shape;586;p27"/>
          <p:cNvSpPr/>
          <p:nvPr/>
        </p:nvSpPr>
        <p:spPr>
          <a:xfrm>
            <a:off x="4352925" y="2076450"/>
            <a:ext cx="3400425" cy="3857625"/>
          </a:xfrm>
          <a:prstGeom prst="rect">
            <a:avLst/>
          </a:prstGeom>
          <a:solidFill>
            <a:srgbClr val="EBF3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7" name="Google Shape;587;p27"/>
          <p:cNvSpPr/>
          <p:nvPr/>
        </p:nvSpPr>
        <p:spPr>
          <a:xfrm>
            <a:off x="4581525" y="2257425"/>
            <a:ext cx="857250" cy="666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3900">
                <a:solidFill>
                  <a:srgbClr val="0077FF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/>
          </a:p>
        </p:txBody>
      </p:sp>
      <p:sp>
        <p:nvSpPr>
          <p:cNvPr id="588" name="Google Shape;588;p27"/>
          <p:cNvSpPr/>
          <p:nvPr/>
        </p:nvSpPr>
        <p:spPr>
          <a:xfrm>
            <a:off x="4581525" y="3105150"/>
            <a:ext cx="2943225" cy="704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75">
                <a:solidFill>
                  <a:srgbClr val="0077FF"/>
                </a:solidFill>
                <a:latin typeface="Arial"/>
                <a:ea typeface="Arial"/>
                <a:cs typeface="Arial"/>
                <a:sym typeface="Arial"/>
              </a:rPr>
              <a:t>Гипотеза</a:t>
            </a:r>
            <a:endParaRPr/>
          </a:p>
        </p:txBody>
      </p:sp>
      <p:sp>
        <p:nvSpPr>
          <p:cNvPr id="589" name="Google Shape;589;p27"/>
          <p:cNvSpPr/>
          <p:nvPr/>
        </p:nvSpPr>
        <p:spPr>
          <a:xfrm>
            <a:off x="4581525" y="4048125"/>
            <a:ext cx="2943225" cy="1762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25">
                <a:solidFill>
                  <a:srgbClr val="101828"/>
                </a:solidFill>
                <a:latin typeface="Arial"/>
                <a:ea typeface="Arial"/>
                <a:cs typeface="Arial"/>
                <a:sym typeface="Arial"/>
              </a:rPr>
              <a:t>Какое объяснение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25">
                <a:solidFill>
                  <a:srgbClr val="101828"/>
                </a:solidFill>
                <a:latin typeface="Arial"/>
                <a:ea typeface="Arial"/>
                <a:cs typeface="Arial"/>
                <a:sym typeface="Arial"/>
              </a:rPr>
              <a:t>согласуется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25">
                <a:solidFill>
                  <a:srgbClr val="101828"/>
                </a:solidFill>
                <a:latin typeface="Arial"/>
                <a:ea typeface="Arial"/>
                <a:cs typeface="Arial"/>
                <a:sym typeface="Arial"/>
              </a:rPr>
              <a:t>с наблюдением?</a:t>
            </a:r>
            <a:endParaRPr/>
          </a:p>
        </p:txBody>
      </p:sp>
      <p:sp>
        <p:nvSpPr>
          <p:cNvPr id="590" name="Google Shape;590;p27"/>
          <p:cNvSpPr/>
          <p:nvPr/>
        </p:nvSpPr>
        <p:spPr>
          <a:xfrm>
            <a:off x="8020050" y="2076450"/>
            <a:ext cx="3400425" cy="3857625"/>
          </a:xfrm>
          <a:prstGeom prst="rect">
            <a:avLst/>
          </a:prstGeom>
          <a:solidFill>
            <a:srgbClr val="F5F8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1" name="Google Shape;591;p27"/>
          <p:cNvSpPr/>
          <p:nvPr/>
        </p:nvSpPr>
        <p:spPr>
          <a:xfrm>
            <a:off x="8248650" y="2257425"/>
            <a:ext cx="857250" cy="666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3900">
                <a:solidFill>
                  <a:srgbClr val="0077FF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/>
          </a:p>
        </p:txBody>
      </p:sp>
      <p:sp>
        <p:nvSpPr>
          <p:cNvPr id="592" name="Google Shape;592;p27"/>
          <p:cNvSpPr/>
          <p:nvPr/>
        </p:nvSpPr>
        <p:spPr>
          <a:xfrm>
            <a:off x="8248650" y="3105150"/>
            <a:ext cx="2943225" cy="704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75">
                <a:solidFill>
                  <a:srgbClr val="0077FF"/>
                </a:solidFill>
                <a:latin typeface="Arial"/>
                <a:ea typeface="Arial"/>
                <a:cs typeface="Arial"/>
                <a:sym typeface="Arial"/>
              </a:rPr>
              <a:t>Проверка</a:t>
            </a:r>
            <a:endParaRPr/>
          </a:p>
        </p:txBody>
      </p:sp>
      <p:sp>
        <p:nvSpPr>
          <p:cNvPr id="593" name="Google Shape;593;p27"/>
          <p:cNvSpPr/>
          <p:nvPr/>
        </p:nvSpPr>
        <p:spPr>
          <a:xfrm>
            <a:off x="8248650" y="4048125"/>
            <a:ext cx="2943225" cy="1762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25">
                <a:solidFill>
                  <a:srgbClr val="101828"/>
                </a:solidFill>
                <a:latin typeface="Arial"/>
                <a:ea typeface="Arial"/>
                <a:cs typeface="Arial"/>
                <a:sym typeface="Arial"/>
              </a:rPr>
              <a:t>Какие новые данные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25">
                <a:solidFill>
                  <a:srgbClr val="101828"/>
                </a:solidFill>
                <a:latin typeface="Arial"/>
                <a:ea typeface="Arial"/>
                <a:cs typeface="Arial"/>
                <a:sym typeface="Arial"/>
              </a:rPr>
              <a:t>помогут отличить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25">
                <a:solidFill>
                  <a:srgbClr val="101828"/>
                </a:solidFill>
                <a:latin typeface="Arial"/>
                <a:ea typeface="Arial"/>
                <a:cs typeface="Arial"/>
                <a:sym typeface="Arial"/>
              </a:rPr>
              <a:t>это объяснение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25">
                <a:solidFill>
                  <a:srgbClr val="101828"/>
                </a:solidFill>
                <a:latin typeface="Arial"/>
                <a:ea typeface="Arial"/>
                <a:cs typeface="Arial"/>
                <a:sym typeface="Arial"/>
              </a:rPr>
              <a:t>от альтернатив?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598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p28"/>
          <p:cNvSpPr/>
          <p:nvPr/>
        </p:nvSpPr>
        <p:spPr>
          <a:xfrm>
            <a:off x="685800" y="647700"/>
            <a:ext cx="8858250" cy="1047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3300">
                <a:solidFill>
                  <a:srgbClr val="0077FF"/>
                </a:solidFill>
                <a:latin typeface="Play"/>
                <a:ea typeface="Play"/>
                <a:cs typeface="Play"/>
                <a:sym typeface="Play"/>
              </a:rPr>
              <a:t>Корреляция и причинность</a:t>
            </a:r>
            <a:endParaRPr/>
          </a:p>
        </p:txBody>
      </p:sp>
      <p:sp>
        <p:nvSpPr>
          <p:cNvPr id="600" name="Google Shape;600;p28"/>
          <p:cNvSpPr/>
          <p:nvPr/>
        </p:nvSpPr>
        <p:spPr>
          <a:xfrm>
            <a:off x="685800" y="1657350"/>
            <a:ext cx="10715625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>
                <a:solidFill>
                  <a:srgbClr val="526173"/>
                </a:solidFill>
                <a:latin typeface="Arial"/>
                <a:ea typeface="Arial"/>
                <a:cs typeface="Arial"/>
                <a:sym typeface="Arial"/>
              </a:rPr>
              <a:t>Одна и та же наблюдаемая связь допускает разные причинные объяснения.</a:t>
            </a:r>
            <a:endParaRPr/>
          </a:p>
        </p:txBody>
      </p:sp>
      <p:sp>
        <p:nvSpPr>
          <p:cNvPr id="601" name="Google Shape;601;p28"/>
          <p:cNvSpPr/>
          <p:nvPr/>
        </p:nvSpPr>
        <p:spPr>
          <a:xfrm>
            <a:off x="685800" y="2524125"/>
            <a:ext cx="3390900" cy="1438275"/>
          </a:xfrm>
          <a:prstGeom prst="rect">
            <a:avLst/>
          </a:prstGeom>
          <a:solidFill>
            <a:srgbClr val="EBF3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2" name="Google Shape;602;p28"/>
          <p:cNvSpPr/>
          <p:nvPr/>
        </p:nvSpPr>
        <p:spPr>
          <a:xfrm>
            <a:off x="914400" y="2952750"/>
            <a:ext cx="30480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3150">
                <a:solidFill>
                  <a:srgbClr val="0077FF"/>
                </a:solidFill>
                <a:latin typeface="Arial"/>
                <a:ea typeface="Arial"/>
                <a:cs typeface="Arial"/>
                <a:sym typeface="Arial"/>
              </a:rPr>
              <a:t>X → Y</a:t>
            </a:r>
            <a:endParaRPr/>
          </a:p>
        </p:txBody>
      </p:sp>
      <p:sp>
        <p:nvSpPr>
          <p:cNvPr id="603" name="Google Shape;603;p28"/>
          <p:cNvSpPr/>
          <p:nvPr/>
        </p:nvSpPr>
        <p:spPr>
          <a:xfrm>
            <a:off x="4362450" y="2524125"/>
            <a:ext cx="3390900" cy="1438275"/>
          </a:xfrm>
          <a:prstGeom prst="rect">
            <a:avLst/>
          </a:prstGeom>
          <a:solidFill>
            <a:srgbClr val="EBF3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4" name="Google Shape;604;p28"/>
          <p:cNvSpPr/>
          <p:nvPr/>
        </p:nvSpPr>
        <p:spPr>
          <a:xfrm>
            <a:off x="4591050" y="2952750"/>
            <a:ext cx="30480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3150">
                <a:solidFill>
                  <a:srgbClr val="0077FF"/>
                </a:solidFill>
                <a:latin typeface="Arial"/>
                <a:ea typeface="Arial"/>
                <a:cs typeface="Arial"/>
                <a:sym typeface="Arial"/>
              </a:rPr>
              <a:t>X ← Y</a:t>
            </a:r>
            <a:endParaRPr/>
          </a:p>
        </p:txBody>
      </p:sp>
      <p:sp>
        <p:nvSpPr>
          <p:cNvPr id="605" name="Google Shape;605;p28"/>
          <p:cNvSpPr/>
          <p:nvPr/>
        </p:nvSpPr>
        <p:spPr>
          <a:xfrm>
            <a:off x="8039100" y="2524125"/>
            <a:ext cx="3390900" cy="1438275"/>
          </a:xfrm>
          <a:prstGeom prst="rect">
            <a:avLst/>
          </a:prstGeom>
          <a:solidFill>
            <a:srgbClr val="EBF3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6" name="Google Shape;606;p28"/>
          <p:cNvSpPr/>
          <p:nvPr/>
        </p:nvSpPr>
        <p:spPr>
          <a:xfrm>
            <a:off x="8267700" y="2952750"/>
            <a:ext cx="30480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3150">
                <a:solidFill>
                  <a:srgbClr val="0077FF"/>
                </a:solidFill>
                <a:latin typeface="Arial"/>
                <a:ea typeface="Arial"/>
                <a:cs typeface="Arial"/>
                <a:sym typeface="Arial"/>
              </a:rPr>
              <a:t>X ← Z → Y</a:t>
            </a:r>
            <a:endParaRPr/>
          </a:p>
        </p:txBody>
      </p:sp>
      <p:sp>
        <p:nvSpPr>
          <p:cNvPr id="607" name="Google Shape;607;p28"/>
          <p:cNvSpPr/>
          <p:nvPr/>
        </p:nvSpPr>
        <p:spPr>
          <a:xfrm>
            <a:off x="685800" y="4543425"/>
            <a:ext cx="10810875" cy="1000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700">
                <a:solidFill>
                  <a:srgbClr val="101828"/>
                </a:solidFill>
                <a:latin typeface="Arial"/>
                <a:ea typeface="Arial"/>
                <a:cs typeface="Arial"/>
                <a:sym typeface="Arial"/>
              </a:rPr>
              <a:t>Причинный вопрос: что изменится в Y,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700">
                <a:solidFill>
                  <a:srgbClr val="101828"/>
                </a:solidFill>
                <a:latin typeface="Arial"/>
                <a:ea typeface="Arial"/>
                <a:cs typeface="Arial"/>
                <a:sym typeface="Arial"/>
              </a:rPr>
              <a:t>если вмешаться в X?</a:t>
            </a:r>
            <a:endParaRPr/>
          </a:p>
        </p:txBody>
      </p:sp>
      <p:sp>
        <p:nvSpPr>
          <p:cNvPr id="608" name="Google Shape;608;p28"/>
          <p:cNvSpPr/>
          <p:nvPr/>
        </p:nvSpPr>
        <p:spPr>
          <a:xfrm>
            <a:off x="685800" y="6315075"/>
            <a:ext cx="107156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687383"/>
                </a:solidFill>
                <a:latin typeface="Arial"/>
                <a:ea typeface="Arial"/>
                <a:cs typeface="Arial"/>
                <a:sym typeface="Arial"/>
              </a:rPr>
              <a:t>Для ответа нужны исследовательский дизайн и обоснованные предположения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613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p29"/>
          <p:cNvSpPr/>
          <p:nvPr/>
        </p:nvSpPr>
        <p:spPr>
          <a:xfrm>
            <a:off x="685800" y="647700"/>
            <a:ext cx="8858250" cy="1047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3300">
                <a:solidFill>
                  <a:srgbClr val="0077FF"/>
                </a:solidFill>
                <a:latin typeface="Play"/>
                <a:ea typeface="Play"/>
                <a:cs typeface="Play"/>
                <a:sym typeface="Play"/>
              </a:rPr>
              <a:t>После курса статистики</a:t>
            </a:r>
            <a:endParaRPr/>
          </a:p>
        </p:txBody>
      </p:sp>
      <p:pic>
        <p:nvPicPr>
          <p:cNvPr id="615" name="Google Shape;615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66875" y="2191528"/>
            <a:ext cx="8858250" cy="35703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620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Google Shape;621;p30"/>
          <p:cNvSpPr/>
          <p:nvPr/>
        </p:nvSpPr>
        <p:spPr>
          <a:xfrm>
            <a:off x="685800" y="647700"/>
            <a:ext cx="8858250" cy="1047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3300">
                <a:solidFill>
                  <a:srgbClr val="0077FF"/>
                </a:solidFill>
                <a:latin typeface="Play"/>
                <a:ea typeface="Play"/>
                <a:cs typeface="Play"/>
                <a:sym typeface="Play"/>
              </a:rPr>
              <a:t>Главные выводы из примеров</a:t>
            </a:r>
            <a:endParaRPr/>
          </a:p>
        </p:txBody>
      </p:sp>
      <p:sp>
        <p:nvSpPr>
          <p:cNvPr id="622" name="Google Shape;622;p30"/>
          <p:cNvSpPr/>
          <p:nvPr/>
        </p:nvSpPr>
        <p:spPr>
          <a:xfrm>
            <a:off x="685800" y="2152650"/>
            <a:ext cx="30480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50">
                <a:solidFill>
                  <a:srgbClr val="0077FF"/>
                </a:solidFill>
                <a:latin typeface="Arial"/>
                <a:ea typeface="Arial"/>
                <a:cs typeface="Arial"/>
                <a:sym typeface="Arial"/>
              </a:rPr>
              <a:t>Числовой сводки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50">
                <a:solidFill>
                  <a:srgbClr val="0077FF"/>
                </a:solidFill>
                <a:latin typeface="Arial"/>
                <a:ea typeface="Arial"/>
                <a:cs typeface="Arial"/>
                <a:sym typeface="Arial"/>
              </a:rPr>
              <a:t>недостаточно</a:t>
            </a:r>
            <a:endParaRPr/>
          </a:p>
        </p:txBody>
      </p:sp>
      <p:sp>
        <p:nvSpPr>
          <p:cNvPr id="623" name="Google Shape;623;p30"/>
          <p:cNvSpPr/>
          <p:nvPr/>
        </p:nvSpPr>
        <p:spPr>
          <a:xfrm>
            <a:off x="4048125" y="2152650"/>
            <a:ext cx="7429500" cy="1047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250">
                <a:solidFill>
                  <a:srgbClr val="101828"/>
                </a:solidFill>
                <a:latin typeface="Arial"/>
                <a:ea typeface="Arial"/>
                <a:cs typeface="Arial"/>
                <a:sym typeface="Arial"/>
              </a:rPr>
              <a:t>Среднее и корреляция могут скрывать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250">
                <a:solidFill>
                  <a:srgbClr val="101828"/>
                </a:solidFill>
                <a:latin typeface="Arial"/>
                <a:ea typeface="Arial"/>
                <a:cs typeface="Arial"/>
                <a:sym typeface="Arial"/>
              </a:rPr>
              <a:t>форму распределения и нелинейную связь.</a:t>
            </a:r>
            <a:endParaRPr/>
          </a:p>
        </p:txBody>
      </p:sp>
      <p:sp>
        <p:nvSpPr>
          <p:cNvPr id="624" name="Google Shape;624;p30"/>
          <p:cNvSpPr/>
          <p:nvPr/>
        </p:nvSpPr>
        <p:spPr>
          <a:xfrm>
            <a:off x="685800" y="3552825"/>
            <a:ext cx="30480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50">
                <a:solidFill>
                  <a:srgbClr val="0077FF"/>
                </a:solidFill>
                <a:latin typeface="Arial"/>
                <a:ea typeface="Arial"/>
                <a:cs typeface="Arial"/>
                <a:sym typeface="Arial"/>
              </a:rPr>
              <a:t>Контекст меняет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50">
                <a:solidFill>
                  <a:srgbClr val="0077FF"/>
                </a:solidFill>
                <a:latin typeface="Arial"/>
                <a:ea typeface="Arial"/>
                <a:cs typeface="Arial"/>
                <a:sym typeface="Arial"/>
              </a:rPr>
              <a:t>интерпретацию</a:t>
            </a:r>
            <a:endParaRPr/>
          </a:p>
        </p:txBody>
      </p:sp>
      <p:sp>
        <p:nvSpPr>
          <p:cNvPr id="625" name="Google Shape;625;p30"/>
          <p:cNvSpPr/>
          <p:nvPr/>
        </p:nvSpPr>
        <p:spPr>
          <a:xfrm>
            <a:off x="4048125" y="3552825"/>
            <a:ext cx="7429500" cy="1047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250">
                <a:solidFill>
                  <a:srgbClr val="101828"/>
                </a:solidFill>
                <a:latin typeface="Arial"/>
                <a:ea typeface="Arial"/>
                <a:cs typeface="Arial"/>
                <a:sym typeface="Arial"/>
              </a:rPr>
              <a:t>Общая зависимость может отличаться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250">
                <a:solidFill>
                  <a:srgbClr val="101828"/>
                </a:solidFill>
                <a:latin typeface="Arial"/>
                <a:ea typeface="Arial"/>
                <a:cs typeface="Arial"/>
                <a:sym typeface="Arial"/>
              </a:rPr>
              <a:t>от зависимостей внутри групп.</a:t>
            </a:r>
            <a:endParaRPr/>
          </a:p>
        </p:txBody>
      </p:sp>
      <p:sp>
        <p:nvSpPr>
          <p:cNvPr id="626" name="Google Shape;626;p30"/>
          <p:cNvSpPr/>
          <p:nvPr/>
        </p:nvSpPr>
        <p:spPr>
          <a:xfrm>
            <a:off x="685800" y="4953000"/>
            <a:ext cx="30480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50">
                <a:solidFill>
                  <a:srgbClr val="0077FF"/>
                </a:solidFill>
                <a:latin typeface="Arial"/>
                <a:ea typeface="Arial"/>
                <a:cs typeface="Arial"/>
                <a:sym typeface="Arial"/>
              </a:rPr>
              <a:t>Найденная связь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50">
                <a:solidFill>
                  <a:srgbClr val="0077FF"/>
                </a:solidFill>
                <a:latin typeface="Arial"/>
                <a:ea typeface="Arial"/>
                <a:cs typeface="Arial"/>
                <a:sym typeface="Arial"/>
              </a:rPr>
              <a:t>требует проверки</a:t>
            </a:r>
            <a:endParaRPr/>
          </a:p>
        </p:txBody>
      </p:sp>
      <p:sp>
        <p:nvSpPr>
          <p:cNvPr id="627" name="Google Shape;627;p30"/>
          <p:cNvSpPr/>
          <p:nvPr/>
        </p:nvSpPr>
        <p:spPr>
          <a:xfrm>
            <a:off x="4048125" y="4953000"/>
            <a:ext cx="7429500" cy="1047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250">
                <a:solidFill>
                  <a:srgbClr val="101828"/>
                </a:solidFill>
                <a:latin typeface="Arial"/>
                <a:ea typeface="Arial"/>
                <a:cs typeface="Arial"/>
                <a:sym typeface="Arial"/>
              </a:rPr>
              <a:t>При переборе множества признаков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250">
                <a:solidFill>
                  <a:srgbClr val="101828"/>
                </a:solidFill>
                <a:latin typeface="Arial"/>
                <a:ea typeface="Arial"/>
                <a:cs typeface="Arial"/>
                <a:sym typeface="Arial"/>
              </a:rPr>
              <a:t>можно выбрать случайную корреляцию.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632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p31"/>
          <p:cNvSpPr/>
          <p:nvPr/>
        </p:nvSpPr>
        <p:spPr>
          <a:xfrm>
            <a:off x="685800" y="647700"/>
            <a:ext cx="8858250" cy="1047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3300">
                <a:solidFill>
                  <a:srgbClr val="0077FF"/>
                </a:solidFill>
                <a:latin typeface="Play"/>
                <a:ea typeface="Play"/>
                <a:cs typeface="Play"/>
                <a:sym typeface="Play"/>
              </a:rPr>
              <a:t>Переходим к практике</a:t>
            </a:r>
            <a:endParaRPr/>
          </a:p>
        </p:txBody>
      </p:sp>
      <p:sp>
        <p:nvSpPr>
          <p:cNvPr id="634" name="Google Shape;634;p31"/>
          <p:cNvSpPr/>
          <p:nvPr/>
        </p:nvSpPr>
        <p:spPr>
          <a:xfrm>
            <a:off x="685800" y="2247900"/>
            <a:ext cx="10668000" cy="1095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3000">
                <a:solidFill>
                  <a:srgbClr val="0077FF"/>
                </a:solidFill>
                <a:latin typeface="Arial"/>
                <a:ea typeface="Arial"/>
                <a:cs typeface="Arial"/>
                <a:sym typeface="Arial"/>
              </a:rPr>
              <a:t>Открываем Jupyter Notebook</a:t>
            </a:r>
            <a:endParaRPr/>
          </a:p>
        </p:txBody>
      </p:sp>
      <p:sp>
        <p:nvSpPr>
          <p:cNvPr id="635" name="Google Shape;635;p31"/>
          <p:cNvSpPr/>
          <p:nvPr/>
        </p:nvSpPr>
        <p:spPr>
          <a:xfrm>
            <a:off x="685800" y="4162425"/>
            <a:ext cx="10668000" cy="1047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550">
                <a:solidFill>
                  <a:srgbClr val="101828"/>
                </a:solidFill>
                <a:latin typeface="Arial"/>
                <a:ea typeface="Arial"/>
                <a:cs typeface="Arial"/>
                <a:sym typeface="Arial"/>
              </a:rPr>
              <a:t>Исследуем реальные данные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550">
                <a:solidFill>
                  <a:srgbClr val="101828"/>
                </a:solidFill>
                <a:latin typeface="Arial"/>
                <a:ea typeface="Arial"/>
                <a:cs typeface="Arial"/>
                <a:sym typeface="Arial"/>
              </a:rPr>
              <a:t>и проверим свои предположения.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VK New Color">
  <a:themeElements>
    <a:clrScheme name="VK Education">
      <a:dk1>
        <a:srgbClr val="000000"/>
      </a:dk1>
      <a:lt1>
        <a:srgbClr val="EBF3F9"/>
      </a:lt1>
      <a:dk2>
        <a:srgbClr val="0077FF"/>
      </a:dk2>
      <a:lt2>
        <a:srgbClr val="FFFFFF"/>
      </a:lt2>
      <a:accent1>
        <a:srgbClr val="0077FF"/>
      </a:accent1>
      <a:accent2>
        <a:srgbClr val="FF3885"/>
      </a:accent2>
      <a:accent3>
        <a:srgbClr val="7CEDF8"/>
      </a:accent3>
      <a:accent4>
        <a:srgbClr val="EBF3F9"/>
      </a:accent4>
      <a:accent5>
        <a:srgbClr val="D8FAFD"/>
      </a:accent5>
      <a:accent6>
        <a:srgbClr val="FFEBF3"/>
      </a:accent6>
      <a:hlink>
        <a:srgbClr val="0077FF"/>
      </a:hlink>
      <a:folHlink>
        <a:srgbClr val="005E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VK New Color">
  <a:themeElements>
    <a:clrScheme name="VK Education">
      <a:dk1>
        <a:srgbClr val="000000"/>
      </a:dk1>
      <a:lt1>
        <a:srgbClr val="EBF3F9"/>
      </a:lt1>
      <a:dk2>
        <a:srgbClr val="0077FF"/>
      </a:dk2>
      <a:lt2>
        <a:srgbClr val="FFFFFF"/>
      </a:lt2>
      <a:accent1>
        <a:srgbClr val="0077FF"/>
      </a:accent1>
      <a:accent2>
        <a:srgbClr val="FF3885"/>
      </a:accent2>
      <a:accent3>
        <a:srgbClr val="7CEDF8"/>
      </a:accent3>
      <a:accent4>
        <a:srgbClr val="EBF3F9"/>
      </a:accent4>
      <a:accent5>
        <a:srgbClr val="D8FAFD"/>
      </a:accent5>
      <a:accent6>
        <a:srgbClr val="FFEBF3"/>
      </a:accent6>
      <a:hlink>
        <a:srgbClr val="0077FF"/>
      </a:hlink>
      <a:folHlink>
        <a:srgbClr val="005E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