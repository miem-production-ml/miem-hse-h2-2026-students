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y="6858000" cx="12192000"/>
  <p:notesSz cx="6858000" cy="9144000"/>
  <p:embeddedFontLst>
    <p:embeddedFont>
      <p:font typeface="Play"/>
      <p:regular r:id="rId82"/>
      <p:bold r:id="rId83"/>
    </p:embeddedFont>
    <p:embeddedFont>
      <p:font typeface="Helvetica Neue"/>
      <p:regular r:id="rId84"/>
      <p:bold r:id="rId85"/>
      <p:italic r:id="rId86"/>
      <p:boldItalic r:id="rId87"/>
    </p:embeddedFont>
    <p:embeddedFont>
      <p:font typeface="Cambria Math"/>
      <p:regular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9" roundtripDataSignature="AMtx7miacm+D8VMAy0rcMKMFKrrEIKIf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D2948A-BE8B-4DB4-A467-5794DFDA2758}">
  <a:tblStyle styleId="{74D2948A-BE8B-4DB4-A467-5794DFDA275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HelveticaNeue-regular.fntdata"/><Relationship Id="rId83" Type="http://schemas.openxmlformats.org/officeDocument/2006/relationships/font" Target="fonts/Play-bold.fntdata"/><Relationship Id="rId42" Type="http://schemas.openxmlformats.org/officeDocument/2006/relationships/slide" Target="slides/slide37.xml"/><Relationship Id="rId86" Type="http://schemas.openxmlformats.org/officeDocument/2006/relationships/font" Target="fonts/HelveticaNeue-italic.fntdata"/><Relationship Id="rId41" Type="http://schemas.openxmlformats.org/officeDocument/2006/relationships/slide" Target="slides/slide36.xml"/><Relationship Id="rId85" Type="http://schemas.openxmlformats.org/officeDocument/2006/relationships/font" Target="fonts/HelveticaNeue-bold.fntdata"/><Relationship Id="rId44" Type="http://schemas.openxmlformats.org/officeDocument/2006/relationships/slide" Target="slides/slide39.xml"/><Relationship Id="rId88" Type="http://schemas.openxmlformats.org/officeDocument/2006/relationships/font" Target="fonts/CambriaMath-regular.fntdata"/><Relationship Id="rId43" Type="http://schemas.openxmlformats.org/officeDocument/2006/relationships/slide" Target="slides/slide38.xml"/><Relationship Id="rId87" Type="http://schemas.openxmlformats.org/officeDocument/2006/relationships/font" Target="fonts/HelveticaNeue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customschemas.google.com/relationships/presentationmetadata" Target="metadata"/><Relationship Id="rId80" Type="http://schemas.openxmlformats.org/officeDocument/2006/relationships/slide" Target="slides/slide75.xml"/><Relationship Id="rId82" Type="http://schemas.openxmlformats.org/officeDocument/2006/relationships/font" Target="fonts/Play-regular.fntdata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8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8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8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1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1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3"/>
          <p:cNvSpPr txBox="1"/>
          <p:nvPr>
            <p:ph type="title"/>
          </p:nvPr>
        </p:nvSpPr>
        <p:spPr>
          <a:xfrm>
            <a:off x="648411" y="2526538"/>
            <a:ext cx="10895177" cy="574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3"/>
          <p:cNvSpPr txBox="1"/>
          <p:nvPr>
            <p:ph idx="1" type="body"/>
          </p:nvPr>
        </p:nvSpPr>
        <p:spPr>
          <a:xfrm>
            <a:off x="642010" y="3206622"/>
            <a:ext cx="8927465" cy="222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1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4"/>
          <p:cNvSpPr txBox="1"/>
          <p:nvPr>
            <p:ph type="title"/>
          </p:nvPr>
        </p:nvSpPr>
        <p:spPr>
          <a:xfrm>
            <a:off x="648411" y="2526538"/>
            <a:ext cx="10895177" cy="574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1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8"/>
          <p:cNvSpPr txBox="1"/>
          <p:nvPr>
            <p:ph idx="1" type="body"/>
          </p:nvPr>
        </p:nvSpPr>
        <p:spPr>
          <a:xfrm>
            <a:off x="658813" y="4728128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88"/>
          <p:cNvSpPr txBox="1"/>
          <p:nvPr>
            <p:ph type="title"/>
          </p:nvPr>
        </p:nvSpPr>
        <p:spPr>
          <a:xfrm>
            <a:off x="622261" y="2783175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8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9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9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89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4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2" name="Google Shape;92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7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97"/>
          <p:cNvSpPr txBox="1"/>
          <p:nvPr>
            <p:ph idx="2" type="body"/>
          </p:nvPr>
        </p:nvSpPr>
        <p:spPr>
          <a:xfrm>
            <a:off x="3359150" y="4646741"/>
            <a:ext cx="8200516" cy="318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97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7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Arial"/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7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9" name="Google Shape;99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8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98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9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4" name="Google Shape;104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9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99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99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9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11" name="Google Shape;111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0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00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0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6" name="Google Shape;116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1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01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0" name="Google Shape;120;p101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21" name="Google Shape;12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2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02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5" name="Google Shape;125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26" name="Google Shape;12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3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03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103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2" name="Google Shape;13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4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4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04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5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5" name="Google Shape;145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9" name="Google Shape;1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6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0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4" name="Google Shape;154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7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107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10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9" name="Google Shape;159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8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2" name="Google Shape;162;p108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08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4" name="Google Shape;164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9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7" name="Google Shape;167;p109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09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0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110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110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10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10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5" name="Google Shape;175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7"/>
          <p:cNvSpPr txBox="1"/>
          <p:nvPr>
            <p:ph idx="1" type="body"/>
          </p:nvPr>
        </p:nvSpPr>
        <p:spPr>
          <a:xfrm>
            <a:off x="658813" y="1773238"/>
            <a:ext cx="10855852" cy="367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77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77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4" name="Google Shape;14;p77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5" name="Google Shape;15;p77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6" name="Google Shape;16;p77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7" name="Google Shape;17;p77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8" name="Google Shape;18;p77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9" name="Google Shape;19;p77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0" name="Google Shape;20;p77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1" name="Google Shape;21;p77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2" name="Google Shape;22;p77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3" name="Google Shape;23;p77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4" name="Google Shape;24;p77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5" name="Google Shape;25;p77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6" name="Google Shape;26;p77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7" name="Google Shape;27;p77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8" name="Google Shape;28;p77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9" name="Google Shape;29;p77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0" name="Google Shape;30;p77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1" name="Google Shape;31;p77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</p:grpSp>
      <p:grpSp>
        <p:nvGrpSpPr>
          <p:cNvPr id="32" name="Google Shape;32;p77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77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4" name="Google Shape;34;p77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5" name="Google Shape;35;p77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6" name="Google Shape;36;p77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7" name="Google Shape;37;p77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8" name="Google Shape;38;p77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9" name="Google Shape;39;p77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0" name="Google Shape;40;p77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1" name="Google Shape;41;p77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2" name="Google Shape;42;p77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3" name="Google Shape;43;p77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4" name="Google Shape;44;p77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5" name="Google Shape;45;p77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6" name="Google Shape;46;p77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7" name="Google Shape;47;p77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8" name="Google Shape;48;p77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9" name="Google Shape;49;p77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50" name="Google Shape;50;p77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51" name="Google Shape;51;p77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16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32.jpg" /><Relationship Id="rId10" Type="http://schemas.openxmlformats.org/officeDocument/2006/relationships/image" Target="../media/image31.png" /><Relationship Id="rId12" Type="http://schemas.openxmlformats.org/officeDocument/2006/relationships/image" Target="../media/image13.png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7.png" /><Relationship Id="rId4" Type="http://schemas.openxmlformats.org/officeDocument/2006/relationships/image" Target="../media/image14.png" /><Relationship Id="rId9" Type="http://schemas.openxmlformats.org/officeDocument/2006/relationships/image" Target="../media/image22.png" /><Relationship Id="rId5" Type="http://schemas.openxmlformats.org/officeDocument/2006/relationships/image" Target="../media/image20.png" /><Relationship Id="rId6" Type="http://schemas.openxmlformats.org/officeDocument/2006/relationships/image" Target="../media/image26.png" /><Relationship Id="rId7" Type="http://schemas.openxmlformats.org/officeDocument/2006/relationships/image" Target="../media/image21.png" /><Relationship Id="rId8" Type="http://schemas.openxmlformats.org/officeDocument/2006/relationships/image" Target="../media/image44.png" /><Relationship Id="rId11" Type="http://schemas.openxmlformats.org/officeDocument/2006/relationships/image" Target="../media/image25.png" /><Relationship Id="rId10" Type="http://schemas.openxmlformats.org/officeDocument/2006/relationships/image" Target="../media/image23.png" /><Relationship Id="rId13" Type="http://schemas.openxmlformats.org/officeDocument/2006/relationships/image" Target="../media/image29.png" /><Relationship Id="rId12" Type="http://schemas.openxmlformats.org/officeDocument/2006/relationships/image" Target="../media/image24.png" /><Relationship Id="rId15" Type="http://schemas.openxmlformats.org/officeDocument/2006/relationships/image" Target="../media/image27.png" /><Relationship Id="rId14" Type="http://schemas.openxmlformats.org/officeDocument/2006/relationships/image" Target="../media/image28.png" /><Relationship Id="rId17" Type="http://schemas.openxmlformats.org/officeDocument/2006/relationships/image" Target="../media/image36.png" /><Relationship Id="rId16" Type="http://schemas.openxmlformats.org/officeDocument/2006/relationships/image" Target="../media/image30.png" /><Relationship Id="rId19" Type="http://schemas.openxmlformats.org/officeDocument/2006/relationships/image" Target="../media/image37.png" /><Relationship Id="rId18" Type="http://schemas.openxmlformats.org/officeDocument/2006/relationships/image" Target="../media/image33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34.png" /><Relationship Id="rId4" Type="http://schemas.openxmlformats.org/officeDocument/2006/relationships/image" Target="../media/image35.png" /><Relationship Id="rId5" Type="http://schemas.openxmlformats.org/officeDocument/2006/relationships/image" Target="../media/image62.png" /><Relationship Id="rId6" Type="http://schemas.openxmlformats.org/officeDocument/2006/relationships/image" Target="../media/image38.png" /><Relationship Id="rId7" Type="http://schemas.openxmlformats.org/officeDocument/2006/relationships/image" Target="../media/image39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83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41.png" /><Relationship Id="rId10" Type="http://schemas.openxmlformats.org/officeDocument/2006/relationships/image" Target="../media/image45.png" /><Relationship Id="rId13" Type="http://schemas.openxmlformats.org/officeDocument/2006/relationships/image" Target="../media/image43.png" /><Relationship Id="rId12" Type="http://schemas.openxmlformats.org/officeDocument/2006/relationships/image" Target="../media/image40.png" /><Relationship Id="rId14" Type="http://schemas.openxmlformats.org/officeDocument/2006/relationships/image" Target="../media/image46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42.png" /><Relationship Id="rId4" Type="http://schemas.openxmlformats.org/officeDocument/2006/relationships/image" Target="../media/image48.png" /><Relationship Id="rId9" Type="http://schemas.openxmlformats.org/officeDocument/2006/relationships/image" Target="../media/image53.png" /><Relationship Id="rId5" Type="http://schemas.openxmlformats.org/officeDocument/2006/relationships/image" Target="../media/image51.png" /><Relationship Id="rId6" Type="http://schemas.openxmlformats.org/officeDocument/2006/relationships/image" Target="../media/image49.png" /><Relationship Id="rId7" Type="http://schemas.openxmlformats.org/officeDocument/2006/relationships/image" Target="../media/image47.png" /><Relationship Id="rId8" Type="http://schemas.openxmlformats.org/officeDocument/2006/relationships/image" Target="../media/image52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55.png" /><Relationship Id="rId4" Type="http://schemas.openxmlformats.org/officeDocument/2006/relationships/image" Target="../media/image54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57.png" /><Relationship Id="rId4" Type="http://schemas.openxmlformats.org/officeDocument/2006/relationships/image" Target="../media/image59.jp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7.png" /><Relationship Id="rId4" Type="http://schemas.openxmlformats.org/officeDocument/2006/relationships/image" Target="../media/image56.png" /><Relationship Id="rId9" Type="http://schemas.openxmlformats.org/officeDocument/2006/relationships/image" Target="../media/image67.png" /><Relationship Id="rId5" Type="http://schemas.openxmlformats.org/officeDocument/2006/relationships/image" Target="../media/image58.jp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Relationship Id="rId8" Type="http://schemas.openxmlformats.org/officeDocument/2006/relationships/image" Target="../media/image63.png" /><Relationship Id="rId11" Type="http://schemas.openxmlformats.org/officeDocument/2006/relationships/image" Target="../media/image70.png" /><Relationship Id="rId10" Type="http://schemas.openxmlformats.org/officeDocument/2006/relationships/image" Target="../media/image66.png" /><Relationship Id="rId13" Type="http://schemas.openxmlformats.org/officeDocument/2006/relationships/image" Target="../media/image68.png" /><Relationship Id="rId12" Type="http://schemas.openxmlformats.org/officeDocument/2006/relationships/image" Target="../media/image65.png" /><Relationship Id="rId14" Type="http://schemas.openxmlformats.org/officeDocument/2006/relationships/image" Target="../media/image71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72.jpg" /><Relationship Id="rId4" Type="http://schemas.openxmlformats.org/officeDocument/2006/relationships/image" Target="../media/image84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74.jpg" /><Relationship Id="rId4" Type="http://schemas.openxmlformats.org/officeDocument/2006/relationships/image" Target="../media/image79.png" /><Relationship Id="rId5" Type="http://schemas.openxmlformats.org/officeDocument/2006/relationships/image" Target="../media/image82.jp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93.png" /><Relationship Id="rId4" Type="http://schemas.openxmlformats.org/officeDocument/2006/relationships/image" Target="../media/image73.jpg" /><Relationship Id="rId5" Type="http://schemas.openxmlformats.org/officeDocument/2006/relationships/image" Target="../media/image77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8.jpg" /><Relationship Id="rId4" Type="http://schemas.openxmlformats.org/officeDocument/2006/relationships/image" Target="../media/image75.png" /><Relationship Id="rId5" Type="http://schemas.openxmlformats.org/officeDocument/2006/relationships/image" Target="../media/image76.png" /><Relationship Id="rId6" Type="http://schemas.openxmlformats.org/officeDocument/2006/relationships/image" Target="../media/image80.png" /><Relationship Id="rId7" Type="http://schemas.openxmlformats.org/officeDocument/2006/relationships/image" Target="../media/image81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6.png" /><Relationship Id="rId4" Type="http://schemas.openxmlformats.org/officeDocument/2006/relationships/image" Target="../media/image103.png" /><Relationship Id="rId9" Type="http://schemas.openxmlformats.org/officeDocument/2006/relationships/image" Target="../media/image90.png" /><Relationship Id="rId5" Type="http://schemas.openxmlformats.org/officeDocument/2006/relationships/image" Target="../media/image85.png" /><Relationship Id="rId6" Type="http://schemas.openxmlformats.org/officeDocument/2006/relationships/image" Target="../media/image88.png" /><Relationship Id="rId7" Type="http://schemas.openxmlformats.org/officeDocument/2006/relationships/image" Target="../media/image89.png" /><Relationship Id="rId8" Type="http://schemas.openxmlformats.org/officeDocument/2006/relationships/image" Target="../media/image101.png" /><Relationship Id="rId11" Type="http://schemas.openxmlformats.org/officeDocument/2006/relationships/image" Target="../media/image91.png" /><Relationship Id="rId10" Type="http://schemas.openxmlformats.org/officeDocument/2006/relationships/image" Target="../media/image92.png" /><Relationship Id="rId13" Type="http://schemas.openxmlformats.org/officeDocument/2006/relationships/image" Target="../media/image107.png" /><Relationship Id="rId12" Type="http://schemas.openxmlformats.org/officeDocument/2006/relationships/image" Target="../media/image104.png" /><Relationship Id="rId14" Type="http://schemas.openxmlformats.org/officeDocument/2006/relationships/image" Target="../media/image98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6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100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102.png" /><Relationship Id="rId10" Type="http://schemas.openxmlformats.org/officeDocument/2006/relationships/image" Target="../media/image115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97.png" /><Relationship Id="rId4" Type="http://schemas.openxmlformats.org/officeDocument/2006/relationships/image" Target="../media/image95.png" /><Relationship Id="rId5" Type="http://schemas.openxmlformats.org/officeDocument/2006/relationships/image" Target="../media/image94.jp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97.png" /><Relationship Id="rId4" Type="http://schemas.openxmlformats.org/officeDocument/2006/relationships/image" Target="../media/image99.png" /><Relationship Id="rId5" Type="http://schemas.openxmlformats.org/officeDocument/2006/relationships/image" Target="../media/image94.jp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2.png" /><Relationship Id="rId4" Type="http://schemas.openxmlformats.org/officeDocument/2006/relationships/image" Target="../media/image106.jpg" /><Relationship Id="rId5" Type="http://schemas.openxmlformats.org/officeDocument/2006/relationships/image" Target="../media/image105.png" /><Relationship Id="rId6" Type="http://schemas.openxmlformats.org/officeDocument/2006/relationships/image" Target="../media/image114.png" /></Relationships>
</file>

<file path=ppt/slides/_rels/slide20.xml.rels><?xml version='1.0' encoding='utf-8'?>
<Relationships xmlns="http://schemas.openxmlformats.org/package/2006/relationships"><Relationship Id="rId20" Type="http://schemas.openxmlformats.org/officeDocument/2006/relationships/image" Target="../media/image129.png" /><Relationship Id="rId22" Type="http://schemas.openxmlformats.org/officeDocument/2006/relationships/image" Target="../media/image125.png" /><Relationship Id="rId21" Type="http://schemas.openxmlformats.org/officeDocument/2006/relationships/image" Target="../media/image128.png" /><Relationship Id="rId23" Type="http://schemas.openxmlformats.org/officeDocument/2006/relationships/image" Target="../media/image130.png" /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2.png" /><Relationship Id="rId4" Type="http://schemas.openxmlformats.org/officeDocument/2006/relationships/image" Target="../media/image127.png" /><Relationship Id="rId9" Type="http://schemas.openxmlformats.org/officeDocument/2006/relationships/image" Target="../media/image120.png" /><Relationship Id="rId5" Type="http://schemas.openxmlformats.org/officeDocument/2006/relationships/image" Target="../media/image108.png" /><Relationship Id="rId6" Type="http://schemas.openxmlformats.org/officeDocument/2006/relationships/image" Target="../media/image109.png" /><Relationship Id="rId7" Type="http://schemas.openxmlformats.org/officeDocument/2006/relationships/image" Target="../media/image110.png" /><Relationship Id="rId8" Type="http://schemas.openxmlformats.org/officeDocument/2006/relationships/image" Target="../media/image111.png" /><Relationship Id="rId11" Type="http://schemas.openxmlformats.org/officeDocument/2006/relationships/image" Target="../media/image124.png" /><Relationship Id="rId10" Type="http://schemas.openxmlformats.org/officeDocument/2006/relationships/image" Target="../media/image113.png" /><Relationship Id="rId13" Type="http://schemas.openxmlformats.org/officeDocument/2006/relationships/image" Target="../media/image117.png" /><Relationship Id="rId12" Type="http://schemas.openxmlformats.org/officeDocument/2006/relationships/image" Target="../media/image116.png" /><Relationship Id="rId15" Type="http://schemas.openxmlformats.org/officeDocument/2006/relationships/image" Target="../media/image121.png" /><Relationship Id="rId14" Type="http://schemas.openxmlformats.org/officeDocument/2006/relationships/image" Target="../media/image118.png" /><Relationship Id="rId17" Type="http://schemas.openxmlformats.org/officeDocument/2006/relationships/image" Target="../media/image119.png" /><Relationship Id="rId16" Type="http://schemas.openxmlformats.org/officeDocument/2006/relationships/image" Target="../media/image123.png" /><Relationship Id="rId19" Type="http://schemas.openxmlformats.org/officeDocument/2006/relationships/image" Target="../media/image122.png" /><Relationship Id="rId18" Type="http://schemas.openxmlformats.org/officeDocument/2006/relationships/image" Target="../media/image126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32.png" /><Relationship Id="rId4" Type="http://schemas.openxmlformats.org/officeDocument/2006/relationships/image" Target="../media/image131.jpg" /><Relationship Id="rId5" Type="http://schemas.openxmlformats.org/officeDocument/2006/relationships/image" Target="../media/image139.jp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33.png" /><Relationship Id="rId4" Type="http://schemas.openxmlformats.org/officeDocument/2006/relationships/image" Target="../media/image140.png" /><Relationship Id="rId5" Type="http://schemas.openxmlformats.org/officeDocument/2006/relationships/image" Target="../media/image144.jp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2.png" /><Relationship Id="rId4" Type="http://schemas.openxmlformats.org/officeDocument/2006/relationships/image" Target="../media/image141.jp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34.jpg" /><Relationship Id="rId4" Type="http://schemas.openxmlformats.org/officeDocument/2006/relationships/image" Target="../media/image137.jp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43.jpg" /><Relationship Id="rId4" Type="http://schemas.openxmlformats.org/officeDocument/2006/relationships/image" Target="../media/image135.png" /><Relationship Id="rId5" Type="http://schemas.openxmlformats.org/officeDocument/2006/relationships/image" Target="../media/image80.png" /><Relationship Id="rId6" Type="http://schemas.openxmlformats.org/officeDocument/2006/relationships/image" Target="../media/image136.png" /><Relationship Id="rId7" Type="http://schemas.openxmlformats.org/officeDocument/2006/relationships/image" Target="../media/image138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42.jpg" /><Relationship Id="rId4" Type="http://schemas.openxmlformats.org/officeDocument/2006/relationships/image" Target="../media/image145.png" /><Relationship Id="rId5" Type="http://schemas.openxmlformats.org/officeDocument/2006/relationships/image" Target="../media/image80.png" /><Relationship Id="rId6" Type="http://schemas.openxmlformats.org/officeDocument/2006/relationships/image" Target="../media/image169.png" /><Relationship Id="rId7" Type="http://schemas.openxmlformats.org/officeDocument/2006/relationships/image" Target="../media/image148.png" /><Relationship Id="rId8" Type="http://schemas.openxmlformats.org/officeDocument/2006/relationships/image" Target="../media/image146.jp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47.png" /><Relationship Id="rId4" Type="http://schemas.openxmlformats.org/officeDocument/2006/relationships/image" Target="../media/image145.png" /><Relationship Id="rId9" Type="http://schemas.openxmlformats.org/officeDocument/2006/relationships/image" Target="../media/image154.jpg" /><Relationship Id="rId5" Type="http://schemas.openxmlformats.org/officeDocument/2006/relationships/image" Target="../media/image80.png" /><Relationship Id="rId6" Type="http://schemas.openxmlformats.org/officeDocument/2006/relationships/image" Target="../media/image169.png" /><Relationship Id="rId7" Type="http://schemas.openxmlformats.org/officeDocument/2006/relationships/image" Target="../media/image149.png" /><Relationship Id="rId8" Type="http://schemas.openxmlformats.org/officeDocument/2006/relationships/hyperlink" Target="https://arize.com/blog/what-is-auc/" TargetMode="External" /><Relationship Id="rId11" Type="http://schemas.openxmlformats.org/officeDocument/2006/relationships/image" Target="../media/image150.png" /><Relationship Id="rId10" Type="http://schemas.openxmlformats.org/officeDocument/2006/relationships/image" Target="../media/image155.png" /><Relationship Id="rId13" Type="http://schemas.openxmlformats.org/officeDocument/2006/relationships/image" Target="../media/image152.png" /><Relationship Id="rId12" Type="http://schemas.openxmlformats.org/officeDocument/2006/relationships/image" Target="../media/image151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53.jpg" /><Relationship Id="rId4" Type="http://schemas.openxmlformats.org/officeDocument/2006/relationships/image" Target="../media/image147.png" /><Relationship Id="rId9" Type="http://schemas.openxmlformats.org/officeDocument/2006/relationships/image" Target="../media/image158.png" /><Relationship Id="rId5" Type="http://schemas.openxmlformats.org/officeDocument/2006/relationships/image" Target="../media/image145.png" /><Relationship Id="rId6" Type="http://schemas.openxmlformats.org/officeDocument/2006/relationships/image" Target="../media/image80.png" /><Relationship Id="rId7" Type="http://schemas.openxmlformats.org/officeDocument/2006/relationships/image" Target="../media/image169.png" /><Relationship Id="rId8" Type="http://schemas.openxmlformats.org/officeDocument/2006/relationships/image" Target="../media/image167.png" /><Relationship Id="rId11" Type="http://schemas.openxmlformats.org/officeDocument/2006/relationships/image" Target="../media/image157.png" /><Relationship Id="rId10" Type="http://schemas.openxmlformats.org/officeDocument/2006/relationships/image" Target="../media/image161.png" /><Relationship Id="rId13" Type="http://schemas.openxmlformats.org/officeDocument/2006/relationships/image" Target="../media/image151.png" /><Relationship Id="rId12" Type="http://schemas.openxmlformats.org/officeDocument/2006/relationships/image" Target="../media/image156.png" /><Relationship Id="rId15" Type="http://schemas.openxmlformats.org/officeDocument/2006/relationships/image" Target="../media/image149.png" /><Relationship Id="rId14" Type="http://schemas.openxmlformats.org/officeDocument/2006/relationships/image" Target="../media/image152.png" /><Relationship Id="rId16" Type="http://schemas.openxmlformats.org/officeDocument/2006/relationships/hyperlink" Target="https://arize.com/blog/what-is-auc/" TargetMode="Externa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59.jpg" /><Relationship Id="rId4" Type="http://schemas.openxmlformats.org/officeDocument/2006/relationships/image" Target="../media/image147.png" /><Relationship Id="rId9" Type="http://schemas.openxmlformats.org/officeDocument/2006/relationships/image" Target="../media/image160.png" /><Relationship Id="rId5" Type="http://schemas.openxmlformats.org/officeDocument/2006/relationships/image" Target="../media/image145.png" /><Relationship Id="rId6" Type="http://schemas.openxmlformats.org/officeDocument/2006/relationships/image" Target="../media/image80.png" /><Relationship Id="rId7" Type="http://schemas.openxmlformats.org/officeDocument/2006/relationships/image" Target="../media/image169.png" /><Relationship Id="rId8" Type="http://schemas.openxmlformats.org/officeDocument/2006/relationships/image" Target="../media/image167.png" /><Relationship Id="rId11" Type="http://schemas.openxmlformats.org/officeDocument/2006/relationships/image" Target="../media/image157.png" /><Relationship Id="rId10" Type="http://schemas.openxmlformats.org/officeDocument/2006/relationships/image" Target="../media/image164.png" /><Relationship Id="rId13" Type="http://schemas.openxmlformats.org/officeDocument/2006/relationships/image" Target="../media/image151.png" /><Relationship Id="rId12" Type="http://schemas.openxmlformats.org/officeDocument/2006/relationships/image" Target="../media/image156.png" /><Relationship Id="rId15" Type="http://schemas.openxmlformats.org/officeDocument/2006/relationships/image" Target="../media/image149.png" /><Relationship Id="rId14" Type="http://schemas.openxmlformats.org/officeDocument/2006/relationships/image" Target="../media/image152.png" /><Relationship Id="rId16" Type="http://schemas.openxmlformats.org/officeDocument/2006/relationships/hyperlink" Target="https://arize.com/blog/what-is-auc/" TargetMode="Externa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66.jpg" /><Relationship Id="rId4" Type="http://schemas.openxmlformats.org/officeDocument/2006/relationships/image" Target="../media/image147.png" /><Relationship Id="rId9" Type="http://schemas.openxmlformats.org/officeDocument/2006/relationships/image" Target="../media/image160.png" /><Relationship Id="rId5" Type="http://schemas.openxmlformats.org/officeDocument/2006/relationships/image" Target="../media/image145.png" /><Relationship Id="rId6" Type="http://schemas.openxmlformats.org/officeDocument/2006/relationships/image" Target="../media/image80.png" /><Relationship Id="rId7" Type="http://schemas.openxmlformats.org/officeDocument/2006/relationships/image" Target="../media/image169.png" /><Relationship Id="rId8" Type="http://schemas.openxmlformats.org/officeDocument/2006/relationships/image" Target="../media/image167.png" /><Relationship Id="rId11" Type="http://schemas.openxmlformats.org/officeDocument/2006/relationships/image" Target="../media/image165.png" /><Relationship Id="rId10" Type="http://schemas.openxmlformats.org/officeDocument/2006/relationships/image" Target="../media/image162.png" /><Relationship Id="rId13" Type="http://schemas.openxmlformats.org/officeDocument/2006/relationships/image" Target="../media/image151.png" /><Relationship Id="rId12" Type="http://schemas.openxmlformats.org/officeDocument/2006/relationships/image" Target="../media/image163.png" /><Relationship Id="rId15" Type="http://schemas.openxmlformats.org/officeDocument/2006/relationships/image" Target="../media/image161.png" /><Relationship Id="rId14" Type="http://schemas.openxmlformats.org/officeDocument/2006/relationships/image" Target="../media/image168.png" /><Relationship Id="rId17" Type="http://schemas.openxmlformats.org/officeDocument/2006/relationships/image" Target="../media/image149.png" /><Relationship Id="rId16" Type="http://schemas.openxmlformats.org/officeDocument/2006/relationships/image" Target="../media/image179.png" /><Relationship Id="rId18" Type="http://schemas.openxmlformats.org/officeDocument/2006/relationships/hyperlink" Target="https://arize.com/blog/what-is-auc/" TargetMode="Externa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70.jpg" /><Relationship Id="rId4" Type="http://schemas.openxmlformats.org/officeDocument/2006/relationships/image" Target="../media/image147.png" /><Relationship Id="rId9" Type="http://schemas.openxmlformats.org/officeDocument/2006/relationships/image" Target="../media/image160.png" /><Relationship Id="rId5" Type="http://schemas.openxmlformats.org/officeDocument/2006/relationships/image" Target="../media/image145.png" /><Relationship Id="rId6" Type="http://schemas.openxmlformats.org/officeDocument/2006/relationships/image" Target="../media/image80.png" /><Relationship Id="rId7" Type="http://schemas.openxmlformats.org/officeDocument/2006/relationships/image" Target="../media/image169.png" /><Relationship Id="rId8" Type="http://schemas.openxmlformats.org/officeDocument/2006/relationships/image" Target="../media/image167.png" /><Relationship Id="rId11" Type="http://schemas.openxmlformats.org/officeDocument/2006/relationships/image" Target="../media/image165.png" /><Relationship Id="rId10" Type="http://schemas.openxmlformats.org/officeDocument/2006/relationships/image" Target="../media/image162.png" /><Relationship Id="rId13" Type="http://schemas.openxmlformats.org/officeDocument/2006/relationships/image" Target="../media/image151.png" /><Relationship Id="rId12" Type="http://schemas.openxmlformats.org/officeDocument/2006/relationships/image" Target="../media/image163.png" /><Relationship Id="rId15" Type="http://schemas.openxmlformats.org/officeDocument/2006/relationships/image" Target="../media/image164.png" /><Relationship Id="rId14" Type="http://schemas.openxmlformats.org/officeDocument/2006/relationships/image" Target="../media/image168.png" /><Relationship Id="rId17" Type="http://schemas.openxmlformats.org/officeDocument/2006/relationships/image" Target="../media/image149.png" /><Relationship Id="rId16" Type="http://schemas.openxmlformats.org/officeDocument/2006/relationships/image" Target="../media/image179.png" /><Relationship Id="rId18" Type="http://schemas.openxmlformats.org/officeDocument/2006/relationships/hyperlink" Target="https://arize.com/blog/what-is-auc/" TargetMode="Externa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71.jpg" /><Relationship Id="rId4" Type="http://schemas.openxmlformats.org/officeDocument/2006/relationships/image" Target="../media/image147.png" /><Relationship Id="rId9" Type="http://schemas.openxmlformats.org/officeDocument/2006/relationships/image" Target="../media/image158.png" /><Relationship Id="rId5" Type="http://schemas.openxmlformats.org/officeDocument/2006/relationships/image" Target="../media/image145.png" /><Relationship Id="rId6" Type="http://schemas.openxmlformats.org/officeDocument/2006/relationships/image" Target="../media/image80.png" /><Relationship Id="rId7" Type="http://schemas.openxmlformats.org/officeDocument/2006/relationships/image" Target="../media/image169.png" /><Relationship Id="rId8" Type="http://schemas.openxmlformats.org/officeDocument/2006/relationships/image" Target="../media/image167.png" /><Relationship Id="rId11" Type="http://schemas.openxmlformats.org/officeDocument/2006/relationships/image" Target="../media/image165.png" /><Relationship Id="rId10" Type="http://schemas.openxmlformats.org/officeDocument/2006/relationships/image" Target="../media/image163.png" /><Relationship Id="rId13" Type="http://schemas.openxmlformats.org/officeDocument/2006/relationships/image" Target="../media/image168.png" /><Relationship Id="rId12" Type="http://schemas.openxmlformats.org/officeDocument/2006/relationships/image" Target="../media/image151.png" /><Relationship Id="rId15" Type="http://schemas.openxmlformats.org/officeDocument/2006/relationships/image" Target="../media/image149.png" /><Relationship Id="rId14" Type="http://schemas.openxmlformats.org/officeDocument/2006/relationships/image" Target="../media/image172.png" /><Relationship Id="rId16" Type="http://schemas.openxmlformats.org/officeDocument/2006/relationships/hyperlink" Target="https://arize.com/blog/what-is-auc/" TargetMode="Externa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73.jpg" /><Relationship Id="rId4" Type="http://schemas.openxmlformats.org/officeDocument/2006/relationships/image" Target="../media/image174.png" /><Relationship Id="rId9" Type="http://schemas.openxmlformats.org/officeDocument/2006/relationships/image" Target="../media/image160.png" /><Relationship Id="rId5" Type="http://schemas.openxmlformats.org/officeDocument/2006/relationships/image" Target="../media/image145.png" /><Relationship Id="rId6" Type="http://schemas.openxmlformats.org/officeDocument/2006/relationships/image" Target="../media/image80.png" /><Relationship Id="rId7" Type="http://schemas.openxmlformats.org/officeDocument/2006/relationships/image" Target="../media/image169.png" /><Relationship Id="rId8" Type="http://schemas.openxmlformats.org/officeDocument/2006/relationships/image" Target="../media/image167.png" /><Relationship Id="rId11" Type="http://schemas.openxmlformats.org/officeDocument/2006/relationships/image" Target="../media/image165.png" /><Relationship Id="rId10" Type="http://schemas.openxmlformats.org/officeDocument/2006/relationships/image" Target="../media/image175.png" /><Relationship Id="rId13" Type="http://schemas.openxmlformats.org/officeDocument/2006/relationships/image" Target="../media/image151.png" /><Relationship Id="rId12" Type="http://schemas.openxmlformats.org/officeDocument/2006/relationships/image" Target="../media/image163.png" /><Relationship Id="rId15" Type="http://schemas.openxmlformats.org/officeDocument/2006/relationships/image" Target="../media/image172.png" /><Relationship Id="rId14" Type="http://schemas.openxmlformats.org/officeDocument/2006/relationships/image" Target="../media/image168.png" /><Relationship Id="rId17" Type="http://schemas.openxmlformats.org/officeDocument/2006/relationships/hyperlink" Target="https://arize.com/blog/what-is-auc/" TargetMode="External" /><Relationship Id="rId16" Type="http://schemas.openxmlformats.org/officeDocument/2006/relationships/image" Target="../media/image149.png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92.jpg" /><Relationship Id="rId4" Type="http://schemas.openxmlformats.org/officeDocument/2006/relationships/image" Target="../media/image145.png" /><Relationship Id="rId5" Type="http://schemas.openxmlformats.org/officeDocument/2006/relationships/image" Target="../media/image80.png" /><Relationship Id="rId6" Type="http://schemas.openxmlformats.org/officeDocument/2006/relationships/image" Target="../media/image169.png" /><Relationship Id="rId7" Type="http://schemas.openxmlformats.org/officeDocument/2006/relationships/image" Target="../media/image178.png" /><Relationship Id="rId8" Type="http://schemas.openxmlformats.org/officeDocument/2006/relationships/hyperlink" Target="https://docs.google.com/forms/d/e/1FAIpQLSfrZOU9TaDWIvxBabf8saK-unmijfOHwkANpARNCrVQ-g3KyQ/viewform" TargetMode="Externa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77.png" /><Relationship Id="rId4" Type="http://schemas.openxmlformats.org/officeDocument/2006/relationships/image" Target="../media/image195.png" /><Relationship Id="rId5" Type="http://schemas.openxmlformats.org/officeDocument/2006/relationships/image" Target="../media/image176.jpg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81.jpg" /><Relationship Id="rId4" Type="http://schemas.openxmlformats.org/officeDocument/2006/relationships/image" Target="../media/image177.png" /><Relationship Id="rId5" Type="http://schemas.openxmlformats.org/officeDocument/2006/relationships/image" Target="../media/image182.png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186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190.png" /><Relationship Id="rId10" Type="http://schemas.openxmlformats.org/officeDocument/2006/relationships/image" Target="../media/image184.png" /><Relationship Id="rId12" Type="http://schemas.openxmlformats.org/officeDocument/2006/relationships/image" Target="../media/image180.jpg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83.jpg" /><Relationship Id="rId4" Type="http://schemas.openxmlformats.org/officeDocument/2006/relationships/image" Target="../media/image187.png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35.png" /><Relationship Id="rId4" Type="http://schemas.openxmlformats.org/officeDocument/2006/relationships/image" Target="../media/image34.png" /><Relationship Id="rId5" Type="http://schemas.openxmlformats.org/officeDocument/2006/relationships/image" Target="../media/image62.png" /><Relationship Id="rId6" Type="http://schemas.openxmlformats.org/officeDocument/2006/relationships/image" Target="../media/image38.png" /><Relationship Id="rId7" Type="http://schemas.openxmlformats.org/officeDocument/2006/relationships/image" Target="../media/image193.png" /><Relationship Id="rId8" Type="http://schemas.openxmlformats.org/officeDocument/2006/relationships/image" Target="../media/image185.png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88.jpg" /><Relationship Id="rId4" Type="http://schemas.openxmlformats.org/officeDocument/2006/relationships/image" Target="../media/image196.png" /><Relationship Id="rId9" Type="http://schemas.openxmlformats.org/officeDocument/2006/relationships/image" Target="../media/image200.png" /><Relationship Id="rId5" Type="http://schemas.openxmlformats.org/officeDocument/2006/relationships/image" Target="../media/image191.png" /><Relationship Id="rId6" Type="http://schemas.openxmlformats.org/officeDocument/2006/relationships/image" Target="../media/image194.png" /><Relationship Id="rId7" Type="http://schemas.openxmlformats.org/officeDocument/2006/relationships/image" Target="../media/image189.png" /><Relationship Id="rId8" Type="http://schemas.openxmlformats.org/officeDocument/2006/relationships/image" Target="../media/image197.png" /><Relationship Id="rId10" Type="http://schemas.openxmlformats.org/officeDocument/2006/relationships/image" Target="../media/image198.png" /></Relationships>
</file>

<file path=ppt/slides/_rels/slide41.xml.rels><?xml version='1.0' encoding='utf-8'?>
<Relationships xmlns="http://schemas.openxmlformats.org/package/2006/relationships"><Relationship Id="rId20" Type="http://schemas.openxmlformats.org/officeDocument/2006/relationships/image" Target="../media/image215.png" /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01.png" /><Relationship Id="rId4" Type="http://schemas.openxmlformats.org/officeDocument/2006/relationships/image" Target="../media/image202.png" /><Relationship Id="rId9" Type="http://schemas.openxmlformats.org/officeDocument/2006/relationships/image" Target="../media/image204.png" /><Relationship Id="rId5" Type="http://schemas.openxmlformats.org/officeDocument/2006/relationships/image" Target="../media/image199.png" /><Relationship Id="rId6" Type="http://schemas.openxmlformats.org/officeDocument/2006/relationships/image" Target="../media/image203.png" /><Relationship Id="rId7" Type="http://schemas.openxmlformats.org/officeDocument/2006/relationships/image" Target="../media/image212.png" /><Relationship Id="rId8" Type="http://schemas.openxmlformats.org/officeDocument/2006/relationships/image" Target="../media/image205.png" /><Relationship Id="rId11" Type="http://schemas.openxmlformats.org/officeDocument/2006/relationships/image" Target="../media/image217.png" /><Relationship Id="rId10" Type="http://schemas.openxmlformats.org/officeDocument/2006/relationships/image" Target="../media/image214.png" /><Relationship Id="rId13" Type="http://schemas.openxmlformats.org/officeDocument/2006/relationships/image" Target="../media/image207.png" /><Relationship Id="rId12" Type="http://schemas.openxmlformats.org/officeDocument/2006/relationships/image" Target="../media/image206.png" /><Relationship Id="rId15" Type="http://schemas.openxmlformats.org/officeDocument/2006/relationships/image" Target="../media/image211.png" /><Relationship Id="rId14" Type="http://schemas.openxmlformats.org/officeDocument/2006/relationships/image" Target="../media/image209.png" /><Relationship Id="rId17" Type="http://schemas.openxmlformats.org/officeDocument/2006/relationships/image" Target="../media/image210.png" /><Relationship Id="rId16" Type="http://schemas.openxmlformats.org/officeDocument/2006/relationships/image" Target="../media/image208.png" /><Relationship Id="rId19" Type="http://schemas.openxmlformats.org/officeDocument/2006/relationships/image" Target="../media/image216.png" /><Relationship Id="rId18" Type="http://schemas.openxmlformats.org/officeDocument/2006/relationships/image" Target="../media/image213.png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18.png" /><Relationship Id="rId4" Type="http://schemas.openxmlformats.org/officeDocument/2006/relationships/image" Target="../media/image228.png" /><Relationship Id="rId5" Type="http://schemas.openxmlformats.org/officeDocument/2006/relationships/image" Target="../media/image220.png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23.png" /><Relationship Id="rId4" Type="http://schemas.openxmlformats.org/officeDocument/2006/relationships/image" Target="../media/image225.png" /><Relationship Id="rId9" Type="http://schemas.openxmlformats.org/officeDocument/2006/relationships/image" Target="../media/image221.png" /><Relationship Id="rId5" Type="http://schemas.openxmlformats.org/officeDocument/2006/relationships/image" Target="../media/image228.png" /><Relationship Id="rId6" Type="http://schemas.openxmlformats.org/officeDocument/2006/relationships/image" Target="../media/image219.png" /><Relationship Id="rId7" Type="http://schemas.openxmlformats.org/officeDocument/2006/relationships/image" Target="../media/image229.png" /><Relationship Id="rId8" Type="http://schemas.openxmlformats.org/officeDocument/2006/relationships/image" Target="../media/image235.png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24.png" /><Relationship Id="rId4" Type="http://schemas.openxmlformats.org/officeDocument/2006/relationships/image" Target="../media/image222.png" /><Relationship Id="rId5" Type="http://schemas.openxmlformats.org/officeDocument/2006/relationships/image" Target="../media/image226.png" /><Relationship Id="rId6" Type="http://schemas.openxmlformats.org/officeDocument/2006/relationships/image" Target="../media/image227.png" /><Relationship Id="rId7" Type="http://schemas.openxmlformats.org/officeDocument/2006/relationships/image" Target="../media/image234.png" /><Relationship Id="rId8" Type="http://schemas.openxmlformats.org/officeDocument/2006/relationships/image" Target="../media/image230.png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54.png" /><Relationship Id="rId4" Type="http://schemas.openxmlformats.org/officeDocument/2006/relationships/image" Target="../media/image231.png" /><Relationship Id="rId5" Type="http://schemas.openxmlformats.org/officeDocument/2006/relationships/image" Target="../media/image226.png" /><Relationship Id="rId6" Type="http://schemas.openxmlformats.org/officeDocument/2006/relationships/image" Target="../media/image233.png" /><Relationship Id="rId7" Type="http://schemas.openxmlformats.org/officeDocument/2006/relationships/image" Target="../media/image230.png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24.png" /><Relationship Id="rId4" Type="http://schemas.openxmlformats.org/officeDocument/2006/relationships/image" Target="../media/image232.png" /><Relationship Id="rId5" Type="http://schemas.openxmlformats.org/officeDocument/2006/relationships/image" Target="../media/image226.png" /><Relationship Id="rId6" Type="http://schemas.openxmlformats.org/officeDocument/2006/relationships/image" Target="../media/image236.png" /><Relationship Id="rId7" Type="http://schemas.openxmlformats.org/officeDocument/2006/relationships/image" Target="../media/image238.png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66.png" /><Relationship Id="rId4" Type="http://schemas.openxmlformats.org/officeDocument/2006/relationships/image" Target="../media/image237.png" /><Relationship Id="rId5" Type="http://schemas.openxmlformats.org/officeDocument/2006/relationships/image" Target="../media/image272.png" /><Relationship Id="rId6" Type="http://schemas.openxmlformats.org/officeDocument/2006/relationships/image" Target="../media/image242.png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35.png" /><Relationship Id="rId4" Type="http://schemas.openxmlformats.org/officeDocument/2006/relationships/image" Target="../media/image239.png" /><Relationship Id="rId5" Type="http://schemas.openxmlformats.org/officeDocument/2006/relationships/image" Target="../media/image38.png" /><Relationship Id="rId6" Type="http://schemas.openxmlformats.org/officeDocument/2006/relationships/image" Target="../media/image241.png" /><Relationship Id="rId7" Type="http://schemas.openxmlformats.org/officeDocument/2006/relationships/image" Target="../media/image243.png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44.png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40.png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45.png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246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247.jpg" /><Relationship Id="rId10" Type="http://schemas.openxmlformats.org/officeDocument/2006/relationships/image" Target="../media/image252.png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263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251.jpg" /><Relationship Id="rId10" Type="http://schemas.openxmlformats.org/officeDocument/2006/relationships/image" Target="../media/image249.png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262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248.jpg" /><Relationship Id="rId10" Type="http://schemas.openxmlformats.org/officeDocument/2006/relationships/image" Target="../media/image310.png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50.png" /><Relationship Id="rId4" Type="http://schemas.openxmlformats.org/officeDocument/2006/relationships/image" Target="../media/image278.jpg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35.png" /><Relationship Id="rId4" Type="http://schemas.openxmlformats.org/officeDocument/2006/relationships/image" Target="../media/image62.png" /><Relationship Id="rId5" Type="http://schemas.openxmlformats.org/officeDocument/2006/relationships/image" Target="../media/image253.png" /><Relationship Id="rId6" Type="http://schemas.openxmlformats.org/officeDocument/2006/relationships/image" Target="../media/image38.png" /><Relationship Id="rId7" Type="http://schemas.openxmlformats.org/officeDocument/2006/relationships/image" Target="../media/image255.png" /><Relationship Id="rId8" Type="http://schemas.openxmlformats.org/officeDocument/2006/relationships/image" Target="../media/image256.png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58.png" /><Relationship Id="rId4" Type="http://schemas.openxmlformats.org/officeDocument/2006/relationships/image" Target="../media/image257.png" /><Relationship Id="rId5" Type="http://schemas.openxmlformats.org/officeDocument/2006/relationships/image" Target="../media/image200.png" /><Relationship Id="rId6" Type="http://schemas.openxmlformats.org/officeDocument/2006/relationships/image" Target="../media/image198.png" /><Relationship Id="rId7" Type="http://schemas.openxmlformats.org/officeDocument/2006/relationships/image" Target="../media/image261.png" /><Relationship Id="rId8" Type="http://schemas.openxmlformats.org/officeDocument/2006/relationships/image" Target="../media/image259.png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60.png" /><Relationship Id="rId4" Type="http://schemas.openxmlformats.org/officeDocument/2006/relationships/image" Target="../media/image264.png" /><Relationship Id="rId5" Type="http://schemas.openxmlformats.org/officeDocument/2006/relationships/image" Target="../media/image265.png" /><Relationship Id="rId6" Type="http://schemas.openxmlformats.org/officeDocument/2006/relationships/image" Target="../media/image268.png" /><Relationship Id="rId7" Type="http://schemas.openxmlformats.org/officeDocument/2006/relationships/image" Target="../media/image270.png" /><Relationship Id="rId8" Type="http://schemas.openxmlformats.org/officeDocument/2006/relationships/image" Target="../media/image269.png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67.png" /><Relationship Id="rId4" Type="http://schemas.openxmlformats.org/officeDocument/2006/relationships/image" Target="../media/image271.png" /><Relationship Id="rId5" Type="http://schemas.openxmlformats.org/officeDocument/2006/relationships/image" Target="../media/image275.png" /><Relationship Id="rId6" Type="http://schemas.openxmlformats.org/officeDocument/2006/relationships/image" Target="../media/image281.png" /><Relationship Id="rId7" Type="http://schemas.openxmlformats.org/officeDocument/2006/relationships/image" Target="../media/image274.png" /><Relationship Id="rId8" Type="http://schemas.openxmlformats.org/officeDocument/2006/relationships/image" Target="../media/image276.png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73.png" /><Relationship Id="rId4" Type="http://schemas.openxmlformats.org/officeDocument/2006/relationships/image" Target="../media/image280.png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77.png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85.png" /><Relationship Id="rId4" Type="http://schemas.openxmlformats.org/officeDocument/2006/relationships/image" Target="../media/image80.png" /><Relationship Id="rId5" Type="http://schemas.openxmlformats.org/officeDocument/2006/relationships/image" Target="../media/image282.png" /><Relationship Id="rId6" Type="http://schemas.openxmlformats.org/officeDocument/2006/relationships/image" Target="../media/image286.png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98.png" /><Relationship Id="rId4" Type="http://schemas.openxmlformats.org/officeDocument/2006/relationships/image" Target="../media/image279.png" /><Relationship Id="rId5" Type="http://schemas.openxmlformats.org/officeDocument/2006/relationships/image" Target="../media/image289.png" /><Relationship Id="rId6" Type="http://schemas.openxmlformats.org/officeDocument/2006/relationships/image" Target="../media/image284.jpg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90.png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88.png" /><Relationship Id="rId4" Type="http://schemas.openxmlformats.org/officeDocument/2006/relationships/image" Target="../media/image283.png" /><Relationship Id="rId5" Type="http://schemas.openxmlformats.org/officeDocument/2006/relationships/image" Target="../media/image287.png" /><Relationship Id="rId6" Type="http://schemas.openxmlformats.org/officeDocument/2006/relationships/image" Target="../media/image312.png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307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296.png" /><Relationship Id="rId10" Type="http://schemas.openxmlformats.org/officeDocument/2006/relationships/image" Target="../media/image308.png" /><Relationship Id="rId12" Type="http://schemas.openxmlformats.org/officeDocument/2006/relationships/image" Target="../media/image293.jpg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291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0" Type="http://schemas.openxmlformats.org/officeDocument/2006/relationships/image" Target="../media/image297.png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9" Type="http://schemas.openxmlformats.org/officeDocument/2006/relationships/image" Target="../media/image292.png" /><Relationship Id="rId5" Type="http://schemas.openxmlformats.org/officeDocument/2006/relationships/image" Target="../media/image15.png" /><Relationship Id="rId6" Type="http://schemas.openxmlformats.org/officeDocument/2006/relationships/image" Target="../media/image6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11" Type="http://schemas.openxmlformats.org/officeDocument/2006/relationships/image" Target="../media/image295.jpg" /><Relationship Id="rId10" Type="http://schemas.openxmlformats.org/officeDocument/2006/relationships/image" Target="../media/image305.png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99.png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94.png" /><Relationship Id="rId4" Type="http://schemas.openxmlformats.org/officeDocument/2006/relationships/image" Target="../media/image309.png" /><Relationship Id="rId9" Type="http://schemas.openxmlformats.org/officeDocument/2006/relationships/image" Target="../media/image303.png" /><Relationship Id="rId5" Type="http://schemas.openxmlformats.org/officeDocument/2006/relationships/image" Target="../media/image302.png" /><Relationship Id="rId6" Type="http://schemas.openxmlformats.org/officeDocument/2006/relationships/image" Target="../media/image304.png" /><Relationship Id="rId7" Type="http://schemas.openxmlformats.org/officeDocument/2006/relationships/image" Target="../media/image301.png" /><Relationship Id="rId8" Type="http://schemas.openxmlformats.org/officeDocument/2006/relationships/image" Target="../media/image300.png" /><Relationship Id="rId10" Type="http://schemas.openxmlformats.org/officeDocument/2006/relationships/image" Target="../media/image256.png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94.png" /><Relationship Id="rId4" Type="http://schemas.openxmlformats.org/officeDocument/2006/relationships/image" Target="../media/image309.png" /><Relationship Id="rId9" Type="http://schemas.openxmlformats.org/officeDocument/2006/relationships/image" Target="../media/image301.png" /><Relationship Id="rId5" Type="http://schemas.openxmlformats.org/officeDocument/2006/relationships/image" Target="../media/image306.png" /><Relationship Id="rId6" Type="http://schemas.openxmlformats.org/officeDocument/2006/relationships/image" Target="../media/image256.png" /><Relationship Id="rId7" Type="http://schemas.openxmlformats.org/officeDocument/2006/relationships/image" Target="../media/image302.png" /><Relationship Id="rId8" Type="http://schemas.openxmlformats.org/officeDocument/2006/relationships/image" Target="../media/image304.png" /><Relationship Id="rId10" Type="http://schemas.openxmlformats.org/officeDocument/2006/relationships/image" Target="../media/image300.png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94.png" /><Relationship Id="rId4" Type="http://schemas.openxmlformats.org/officeDocument/2006/relationships/image" Target="../media/image309.png" /><Relationship Id="rId9" Type="http://schemas.openxmlformats.org/officeDocument/2006/relationships/image" Target="../media/image306.png" /><Relationship Id="rId5" Type="http://schemas.openxmlformats.org/officeDocument/2006/relationships/image" Target="../media/image304.png" /><Relationship Id="rId6" Type="http://schemas.openxmlformats.org/officeDocument/2006/relationships/image" Target="../media/image302.png" /><Relationship Id="rId7" Type="http://schemas.openxmlformats.org/officeDocument/2006/relationships/image" Target="../media/image301.png" /><Relationship Id="rId8" Type="http://schemas.openxmlformats.org/officeDocument/2006/relationships/image" Target="../media/image300.png" /><Relationship Id="rId10" Type="http://schemas.openxmlformats.org/officeDocument/2006/relationships/image" Target="../media/image256.png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94.png" /><Relationship Id="rId4" Type="http://schemas.openxmlformats.org/officeDocument/2006/relationships/image" Target="../media/image309.png" /><Relationship Id="rId9" Type="http://schemas.openxmlformats.org/officeDocument/2006/relationships/image" Target="../media/image256.png" /><Relationship Id="rId5" Type="http://schemas.openxmlformats.org/officeDocument/2006/relationships/image" Target="../media/image302.png" /><Relationship Id="rId6" Type="http://schemas.openxmlformats.org/officeDocument/2006/relationships/image" Target="../media/image304.png" /><Relationship Id="rId7" Type="http://schemas.openxmlformats.org/officeDocument/2006/relationships/image" Target="../media/image301.png" /><Relationship Id="rId8" Type="http://schemas.openxmlformats.org/officeDocument/2006/relationships/image" Target="../media/image306.png" /><Relationship Id="rId10" Type="http://schemas.openxmlformats.org/officeDocument/2006/relationships/image" Target="../media/image300.png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94.png" /><Relationship Id="rId4" Type="http://schemas.openxmlformats.org/officeDocument/2006/relationships/image" Target="../media/image309.png" /><Relationship Id="rId9" Type="http://schemas.openxmlformats.org/officeDocument/2006/relationships/image" Target="../media/image306.png" /><Relationship Id="rId5" Type="http://schemas.openxmlformats.org/officeDocument/2006/relationships/image" Target="../media/image302.png" /><Relationship Id="rId6" Type="http://schemas.openxmlformats.org/officeDocument/2006/relationships/image" Target="../media/image304.png" /><Relationship Id="rId7" Type="http://schemas.openxmlformats.org/officeDocument/2006/relationships/image" Target="../media/image301.png" /><Relationship Id="rId8" Type="http://schemas.openxmlformats.org/officeDocument/2006/relationships/image" Target="../media/image300.png" /><Relationship Id="rId10" Type="http://schemas.openxmlformats.org/officeDocument/2006/relationships/image" Target="../media/image256.png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311.png" /><Relationship Id="rId4" Type="http://schemas.openxmlformats.org/officeDocument/2006/relationships/image" Target="../media/image314.jpg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315.png" /><Relationship Id="rId4" Type="http://schemas.openxmlformats.org/officeDocument/2006/relationships/image" Target="../media/image316.png" /><Relationship Id="rId5" Type="http://schemas.openxmlformats.org/officeDocument/2006/relationships/image" Target="../media/image317.png" /><Relationship Id="rId6" Type="http://schemas.openxmlformats.org/officeDocument/2006/relationships/image" Target="../media/image313.png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"/>
          <p:cNvSpPr txBox="1"/>
          <p:nvPr>
            <p:ph type="title"/>
          </p:nvPr>
        </p:nvSpPr>
        <p:spPr>
          <a:xfrm>
            <a:off x="658825" y="2431955"/>
            <a:ext cx="68358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4800"/>
              <a:t>Признаки и предобработка данных</a:t>
            </a:r>
            <a:endParaRPr sz="4800"/>
          </a:p>
        </p:txBody>
      </p:sp>
      <p:sp>
        <p:nvSpPr>
          <p:cNvPr id="181" name="Google Shape;181;p1"/>
          <p:cNvSpPr txBox="1"/>
          <p:nvPr/>
        </p:nvSpPr>
        <p:spPr>
          <a:xfrm>
            <a:off x="658825" y="4151086"/>
            <a:ext cx="18101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Занятие</a:t>
            </a:r>
            <a:r>
              <a:rPr b="0" i="0" lang="ru-RU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№3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/>
          <p:nvPr/>
        </p:nvSpPr>
        <p:spPr>
          <a:xfrm>
            <a:off x="0" y="4151376"/>
            <a:ext cx="12192000" cy="2707005"/>
          </a:xfrm>
          <a:custGeom>
            <a:rect b="b" l="l" r="r" t="t"/>
            <a:pathLst>
              <a:path extrusionOk="0" h="2707004" w="12192000">
                <a:moveTo>
                  <a:pt x="0" y="2706623"/>
                </a:moveTo>
                <a:lnTo>
                  <a:pt x="12192000" y="2706623"/>
                </a:lnTo>
                <a:lnTo>
                  <a:pt x="12192000" y="0"/>
                </a:lnTo>
                <a:lnTo>
                  <a:pt x="0" y="0"/>
                </a:lnTo>
                <a:lnTo>
                  <a:pt x="0" y="2706623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0" y="0"/>
            <a:ext cx="12192000" cy="2707005"/>
          </a:xfrm>
          <a:custGeom>
            <a:rect b="b" l="l" r="r" t="t"/>
            <a:pathLst>
              <a:path extrusionOk="0" h="2707005" w="12192000">
                <a:moveTo>
                  <a:pt x="0" y="2706624"/>
                </a:moveTo>
                <a:lnTo>
                  <a:pt x="12192000" y="2706624"/>
                </a:lnTo>
                <a:lnTo>
                  <a:pt x="12192000" y="0"/>
                </a:lnTo>
                <a:lnTo>
                  <a:pt x="0" y="0"/>
                </a:lnTo>
                <a:lnTo>
                  <a:pt x="0" y="2706624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5"/>
          <p:cNvGrpSpPr/>
          <p:nvPr/>
        </p:nvGrpSpPr>
        <p:grpSpPr>
          <a:xfrm>
            <a:off x="1320711" y="5774987"/>
            <a:ext cx="513324" cy="305435"/>
            <a:chOff x="1320711" y="5774987"/>
            <a:chExt cx="513324" cy="305435"/>
          </a:xfrm>
        </p:grpSpPr>
        <p:pic>
          <p:nvPicPr>
            <p:cNvPr id="189" name="Google Shape;18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5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5"/>
          <p:cNvGrpSpPr/>
          <p:nvPr/>
        </p:nvGrpSpPr>
        <p:grpSpPr>
          <a:xfrm>
            <a:off x="1891285" y="5762193"/>
            <a:ext cx="1528322" cy="317761"/>
            <a:chOff x="1891285" y="5762193"/>
            <a:chExt cx="1528322" cy="317761"/>
          </a:xfrm>
        </p:grpSpPr>
        <p:pic>
          <p:nvPicPr>
            <p:cNvPr id="192" name="Google Shape;19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5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6" name="Google Shape;196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4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5"/>
          <p:cNvSpPr/>
          <p:nvPr/>
        </p:nvSpPr>
        <p:spPr>
          <a:xfrm>
            <a:off x="665196" y="5714027"/>
            <a:ext cx="485140" cy="481965"/>
          </a:xfrm>
          <a:custGeom>
            <a:rect b="b" l="l" r="r" t="t"/>
            <a:pathLst>
              <a:path extrusionOk="0" h="481964" w="485140">
                <a:moveTo>
                  <a:pt x="252123" y="0"/>
                </a:moveTo>
                <a:lnTo>
                  <a:pt x="232688" y="0"/>
                </a:lnTo>
                <a:lnTo>
                  <a:pt x="160006" y="529"/>
                </a:lnTo>
                <a:lnTo>
                  <a:pt x="104735" y="4232"/>
                </a:lnTo>
                <a:lnTo>
                  <a:pt x="63673" y="14285"/>
                </a:lnTo>
                <a:lnTo>
                  <a:pt x="13875" y="63639"/>
                </a:lnTo>
                <a:lnTo>
                  <a:pt x="3735" y="104326"/>
                </a:lnTo>
                <a:lnTo>
                  <a:pt x="0" y="159095"/>
                </a:lnTo>
                <a:lnTo>
                  <a:pt x="0" y="322399"/>
                </a:lnTo>
                <a:lnTo>
                  <a:pt x="3735" y="377169"/>
                </a:lnTo>
                <a:lnTo>
                  <a:pt x="13875" y="417857"/>
                </a:lnTo>
                <a:lnTo>
                  <a:pt x="63674" y="467202"/>
                </a:lnTo>
                <a:lnTo>
                  <a:pt x="104735" y="477250"/>
                </a:lnTo>
                <a:lnTo>
                  <a:pt x="160006" y="480951"/>
                </a:lnTo>
                <a:lnTo>
                  <a:pt x="232688" y="481480"/>
                </a:lnTo>
                <a:lnTo>
                  <a:pt x="252123" y="481480"/>
                </a:lnTo>
                <a:lnTo>
                  <a:pt x="324807" y="480951"/>
                </a:lnTo>
                <a:lnTo>
                  <a:pt x="380078" y="477250"/>
                </a:lnTo>
                <a:lnTo>
                  <a:pt x="421140" y="467202"/>
                </a:lnTo>
                <a:lnTo>
                  <a:pt x="470951" y="417857"/>
                </a:lnTo>
                <a:lnTo>
                  <a:pt x="481096" y="377169"/>
                </a:lnTo>
                <a:lnTo>
                  <a:pt x="483164" y="346873"/>
                </a:lnTo>
                <a:lnTo>
                  <a:pt x="257996" y="346873"/>
                </a:lnTo>
                <a:lnTo>
                  <a:pt x="213485" y="342340"/>
                </a:lnTo>
                <a:lnTo>
                  <a:pt x="175027" y="329038"/>
                </a:lnTo>
                <a:lnTo>
                  <a:pt x="142848" y="307409"/>
                </a:lnTo>
                <a:lnTo>
                  <a:pt x="117176" y="277894"/>
                </a:lnTo>
                <a:lnTo>
                  <a:pt x="98235" y="240936"/>
                </a:lnTo>
                <a:lnTo>
                  <a:pt x="86253" y="196978"/>
                </a:lnTo>
                <a:lnTo>
                  <a:pt x="81457" y="146461"/>
                </a:lnTo>
                <a:lnTo>
                  <a:pt x="483972" y="146461"/>
                </a:lnTo>
                <a:lnTo>
                  <a:pt x="481096" y="104326"/>
                </a:lnTo>
                <a:lnTo>
                  <a:pt x="470951" y="63639"/>
                </a:lnTo>
                <a:lnTo>
                  <a:pt x="421140" y="14285"/>
                </a:lnTo>
                <a:lnTo>
                  <a:pt x="380078" y="4232"/>
                </a:lnTo>
                <a:lnTo>
                  <a:pt x="324807" y="529"/>
                </a:lnTo>
                <a:lnTo>
                  <a:pt x="252123" y="0"/>
                </a:lnTo>
                <a:close/>
              </a:path>
              <a:path extrusionOk="0" h="481964" w="485140">
                <a:moveTo>
                  <a:pt x="264272" y="275252"/>
                </a:moveTo>
                <a:lnTo>
                  <a:pt x="264272" y="346873"/>
                </a:lnTo>
                <a:lnTo>
                  <a:pt x="348085" y="346873"/>
                </a:lnTo>
                <a:lnTo>
                  <a:pt x="335501" y="320166"/>
                </a:lnTo>
                <a:lnTo>
                  <a:pt x="316807" y="298273"/>
                </a:lnTo>
                <a:lnTo>
                  <a:pt x="292799" y="282775"/>
                </a:lnTo>
                <a:lnTo>
                  <a:pt x="264272" y="275252"/>
                </a:lnTo>
                <a:close/>
              </a:path>
              <a:path extrusionOk="0" h="481964" w="485140">
                <a:moveTo>
                  <a:pt x="483972" y="146461"/>
                </a:moveTo>
                <a:lnTo>
                  <a:pt x="393432" y="146461"/>
                </a:lnTo>
                <a:lnTo>
                  <a:pt x="382301" y="180633"/>
                </a:lnTo>
                <a:lnTo>
                  <a:pt x="364356" y="209201"/>
                </a:lnTo>
                <a:lnTo>
                  <a:pt x="343185" y="231375"/>
                </a:lnTo>
                <a:lnTo>
                  <a:pt x="322374" y="246363"/>
                </a:lnTo>
                <a:lnTo>
                  <a:pt x="344087" y="259134"/>
                </a:lnTo>
                <a:lnTo>
                  <a:pt x="367774" y="279767"/>
                </a:lnTo>
                <a:lnTo>
                  <a:pt x="389563" y="308825"/>
                </a:lnTo>
                <a:lnTo>
                  <a:pt x="405582" y="346873"/>
                </a:lnTo>
                <a:lnTo>
                  <a:pt x="483164" y="346873"/>
                </a:lnTo>
                <a:lnTo>
                  <a:pt x="484834" y="322399"/>
                </a:lnTo>
                <a:lnTo>
                  <a:pt x="484834" y="159095"/>
                </a:lnTo>
                <a:lnTo>
                  <a:pt x="483972" y="146461"/>
                </a:lnTo>
                <a:close/>
              </a:path>
              <a:path extrusionOk="0" h="481964" w="485140">
                <a:moveTo>
                  <a:pt x="212039" y="146461"/>
                </a:moveTo>
                <a:lnTo>
                  <a:pt x="136932" y="146461"/>
                </a:lnTo>
                <a:lnTo>
                  <a:pt x="144880" y="205785"/>
                </a:lnTo>
                <a:lnTo>
                  <a:pt x="163021" y="247318"/>
                </a:lnTo>
                <a:lnTo>
                  <a:pt x="186894" y="273128"/>
                </a:lnTo>
                <a:lnTo>
                  <a:pt x="212039" y="285283"/>
                </a:lnTo>
                <a:lnTo>
                  <a:pt x="212039" y="146461"/>
                </a:lnTo>
                <a:close/>
              </a:path>
              <a:path extrusionOk="0" h="481964" w="485140">
                <a:moveTo>
                  <a:pt x="341199" y="146461"/>
                </a:moveTo>
                <a:lnTo>
                  <a:pt x="264272" y="146461"/>
                </a:lnTo>
                <a:lnTo>
                  <a:pt x="264272" y="225701"/>
                </a:lnTo>
                <a:lnTo>
                  <a:pt x="288192" y="217468"/>
                </a:lnTo>
                <a:lnTo>
                  <a:pt x="310479" y="199698"/>
                </a:lnTo>
                <a:lnTo>
                  <a:pt x="328894" y="175120"/>
                </a:lnTo>
                <a:lnTo>
                  <a:pt x="341199" y="1464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0" y="2706623"/>
            <a:ext cx="12192000" cy="1445260"/>
          </a:xfrm>
          <a:custGeom>
            <a:rect b="b" l="l" r="r" t="t"/>
            <a:pathLst>
              <a:path extrusionOk="0" h="1445260" w="12192000">
                <a:moveTo>
                  <a:pt x="12192000" y="0"/>
                </a:moveTo>
                <a:lnTo>
                  <a:pt x="0" y="0"/>
                </a:lnTo>
                <a:lnTo>
                  <a:pt x="0" y="1444752"/>
                </a:lnTo>
                <a:lnTo>
                  <a:pt x="12192000" y="1444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977" y="534619"/>
            <a:ext cx="2079752" cy="762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5659" y="705612"/>
            <a:ext cx="4572000" cy="573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 txBox="1"/>
          <p:nvPr/>
        </p:nvSpPr>
        <p:spPr>
          <a:xfrm>
            <a:off x="7384542" y="1276045"/>
            <a:ext cx="19189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Пришел на лекцию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7788402" y="2726817"/>
            <a:ext cx="11112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Отметился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668894" y="4151757"/>
            <a:ext cx="13500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Что-то понял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7602473" y="5589523"/>
            <a:ext cx="14846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Оставил отзыв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6" name="Google Shape;206;p5"/>
          <p:cNvGrpSpPr/>
          <p:nvPr/>
        </p:nvGrpSpPr>
        <p:grpSpPr>
          <a:xfrm>
            <a:off x="0" y="1376172"/>
            <a:ext cx="7341107" cy="4058412"/>
            <a:chOff x="0" y="1376172"/>
            <a:chExt cx="7341107" cy="4058412"/>
          </a:xfrm>
        </p:grpSpPr>
        <p:pic>
          <p:nvPicPr>
            <p:cNvPr id="207" name="Google Shape;207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29995" y="1915668"/>
              <a:ext cx="5507736" cy="2930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0" y="1376172"/>
              <a:ext cx="7341107" cy="40584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5"/>
            <p:cNvSpPr/>
            <p:nvPr/>
          </p:nvSpPr>
          <p:spPr>
            <a:xfrm>
              <a:off x="767334" y="3957066"/>
              <a:ext cx="5509260" cy="429895"/>
            </a:xfrm>
            <a:custGeom>
              <a:rect b="b" l="l" r="r" t="t"/>
              <a:pathLst>
                <a:path extrusionOk="0" h="429895" w="5509260">
                  <a:moveTo>
                    <a:pt x="0" y="429768"/>
                  </a:moveTo>
                  <a:lnTo>
                    <a:pt x="5509260" y="429768"/>
                  </a:lnTo>
                  <a:lnTo>
                    <a:pt x="5509260" y="0"/>
                  </a:lnTo>
                  <a:lnTo>
                    <a:pt x="0" y="0"/>
                  </a:lnTo>
                  <a:lnTo>
                    <a:pt x="0" y="429768"/>
                  </a:lnTo>
                  <a:close/>
                </a:path>
              </a:pathLst>
            </a:custGeom>
            <a:noFill/>
            <a:ln cap="flat" cmpd="sng" w="25900">
              <a:solidFill>
                <a:srgbClr val="007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0" y="3817620"/>
            <a:ext cx="5710555" cy="2455545"/>
          </a:xfrm>
          <a:custGeom>
            <a:rect b="b" l="l" r="r" t="t"/>
            <a:pathLst>
              <a:path extrusionOk="0" h="2455545" w="5710555">
                <a:moveTo>
                  <a:pt x="5594223" y="0"/>
                </a:moveTo>
                <a:lnTo>
                  <a:pt x="0" y="0"/>
                </a:lnTo>
                <a:lnTo>
                  <a:pt x="0" y="2455164"/>
                </a:lnTo>
                <a:lnTo>
                  <a:pt x="5594223" y="2455164"/>
                </a:lnTo>
                <a:lnTo>
                  <a:pt x="5639436" y="2446033"/>
                </a:lnTo>
                <a:lnTo>
                  <a:pt x="5676376" y="2421134"/>
                </a:lnTo>
                <a:lnTo>
                  <a:pt x="5701289" y="2384205"/>
                </a:lnTo>
                <a:lnTo>
                  <a:pt x="5710428" y="2338984"/>
                </a:lnTo>
                <a:lnTo>
                  <a:pt x="5710428" y="116204"/>
                </a:lnTo>
                <a:lnTo>
                  <a:pt x="5701289" y="70991"/>
                </a:lnTo>
                <a:lnTo>
                  <a:pt x="5676376" y="34051"/>
                </a:lnTo>
                <a:lnTo>
                  <a:pt x="5639436" y="9138"/>
                </a:lnTo>
                <a:lnTo>
                  <a:pt x="5594223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0" y="1773935"/>
            <a:ext cx="5710555" cy="1744980"/>
          </a:xfrm>
          <a:custGeom>
            <a:rect b="b" l="l" r="r" t="t"/>
            <a:pathLst>
              <a:path extrusionOk="0" h="1744979" w="5710555">
                <a:moveTo>
                  <a:pt x="5627878" y="0"/>
                </a:moveTo>
                <a:lnTo>
                  <a:pt x="0" y="0"/>
                </a:lnTo>
                <a:lnTo>
                  <a:pt x="0" y="1744979"/>
                </a:lnTo>
                <a:lnTo>
                  <a:pt x="5627878" y="1744979"/>
                </a:lnTo>
                <a:lnTo>
                  <a:pt x="5660010" y="1738493"/>
                </a:lnTo>
                <a:lnTo>
                  <a:pt x="5686250" y="1720802"/>
                </a:lnTo>
                <a:lnTo>
                  <a:pt x="5703941" y="1694562"/>
                </a:lnTo>
                <a:lnTo>
                  <a:pt x="5710428" y="1662429"/>
                </a:lnTo>
                <a:lnTo>
                  <a:pt x="5710428" y="82550"/>
                </a:lnTo>
                <a:lnTo>
                  <a:pt x="5703941" y="50417"/>
                </a:lnTo>
                <a:lnTo>
                  <a:pt x="5686250" y="24177"/>
                </a:lnTo>
                <a:lnTo>
                  <a:pt x="5660010" y="6486"/>
                </a:lnTo>
                <a:lnTo>
                  <a:pt x="5627878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06" y="521843"/>
            <a:ext cx="407885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77" y="2073605"/>
            <a:ext cx="260604" cy="31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877" y="2073605"/>
            <a:ext cx="2502027" cy="3188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6"/>
          <p:cNvGrpSpPr/>
          <p:nvPr/>
        </p:nvGrpSpPr>
        <p:grpSpPr>
          <a:xfrm>
            <a:off x="1573402" y="2549651"/>
            <a:ext cx="2094230" cy="252984"/>
            <a:chOff x="1573402" y="2549651"/>
            <a:chExt cx="2094230" cy="252984"/>
          </a:xfrm>
        </p:grpSpPr>
        <p:pic>
          <p:nvPicPr>
            <p:cNvPr id="230" name="Google Shape;230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73402" y="2549651"/>
              <a:ext cx="287654" cy="252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03527" y="2549651"/>
              <a:ext cx="1864105" cy="2529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6"/>
          <p:cNvGrpSpPr/>
          <p:nvPr/>
        </p:nvGrpSpPr>
        <p:grpSpPr>
          <a:xfrm>
            <a:off x="1573402" y="2926079"/>
            <a:ext cx="2954275" cy="252984"/>
            <a:chOff x="1573402" y="2926079"/>
            <a:chExt cx="2954275" cy="252984"/>
          </a:xfrm>
        </p:grpSpPr>
        <p:pic>
          <p:nvPicPr>
            <p:cNvPr id="233" name="Google Shape;233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73402" y="2926079"/>
              <a:ext cx="352424" cy="252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855343" y="2926079"/>
              <a:ext cx="2672334" cy="25298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5" name="Google Shape;23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977" y="4133977"/>
            <a:ext cx="326898" cy="31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6177" y="4133977"/>
            <a:ext cx="2841371" cy="318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6"/>
          <p:cNvGrpSpPr/>
          <p:nvPr/>
        </p:nvGrpSpPr>
        <p:grpSpPr>
          <a:xfrm>
            <a:off x="1573402" y="4609541"/>
            <a:ext cx="2593594" cy="253288"/>
            <a:chOff x="1573402" y="4609541"/>
            <a:chExt cx="2593594" cy="253288"/>
          </a:xfrm>
        </p:grpSpPr>
        <p:pic>
          <p:nvPicPr>
            <p:cNvPr id="238" name="Google Shape;238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573402" y="4609541"/>
              <a:ext cx="337184" cy="253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843150" y="4609541"/>
              <a:ext cx="2323846" cy="2532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" name="Google Shape;240;p6"/>
          <p:cNvGrpSpPr/>
          <p:nvPr/>
        </p:nvGrpSpPr>
        <p:grpSpPr>
          <a:xfrm>
            <a:off x="1573402" y="4986273"/>
            <a:ext cx="3151124" cy="252984"/>
            <a:chOff x="1573402" y="4986273"/>
            <a:chExt cx="3151124" cy="252984"/>
          </a:xfrm>
        </p:grpSpPr>
        <p:pic>
          <p:nvPicPr>
            <p:cNvPr id="241" name="Google Shape;241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573402" y="4986273"/>
              <a:ext cx="401954" cy="252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894966" y="4986273"/>
              <a:ext cx="2829560" cy="2529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p6"/>
          <p:cNvGrpSpPr/>
          <p:nvPr/>
        </p:nvGrpSpPr>
        <p:grpSpPr>
          <a:xfrm>
            <a:off x="1573402" y="5351983"/>
            <a:ext cx="3713352" cy="252984"/>
            <a:chOff x="1573402" y="5351983"/>
            <a:chExt cx="3713352" cy="252984"/>
          </a:xfrm>
        </p:grpSpPr>
        <p:pic>
          <p:nvPicPr>
            <p:cNvPr id="244" name="Google Shape;244;p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573402" y="5351983"/>
              <a:ext cx="401954" cy="252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894966" y="5351983"/>
              <a:ext cx="3391788" cy="2529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6"/>
          <p:cNvGrpSpPr/>
          <p:nvPr/>
        </p:nvGrpSpPr>
        <p:grpSpPr>
          <a:xfrm>
            <a:off x="1573402" y="5717743"/>
            <a:ext cx="2125852" cy="252984"/>
            <a:chOff x="1573402" y="5717743"/>
            <a:chExt cx="2125852" cy="252984"/>
          </a:xfrm>
        </p:grpSpPr>
        <p:pic>
          <p:nvPicPr>
            <p:cNvPr id="247" name="Google Shape;247;p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573402" y="5717743"/>
              <a:ext cx="409574" cy="252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901062" y="5717743"/>
              <a:ext cx="1798192" cy="2529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057900"/>
            <a:ext cx="143255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6057900"/>
            <a:ext cx="143256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6275" y="6057900"/>
            <a:ext cx="141732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9467" y="6057900"/>
            <a:ext cx="141731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2660" y="6057900"/>
            <a:ext cx="141731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706" y="521843"/>
            <a:ext cx="3039618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8"/>
          <p:cNvGrpSpPr/>
          <p:nvPr/>
        </p:nvGrpSpPr>
        <p:grpSpPr>
          <a:xfrm>
            <a:off x="1320711" y="5774987"/>
            <a:ext cx="513324" cy="305435"/>
            <a:chOff x="1320711" y="5774987"/>
            <a:chExt cx="513324" cy="305435"/>
          </a:xfrm>
        </p:grpSpPr>
        <p:pic>
          <p:nvPicPr>
            <p:cNvPr id="275" name="Google Shape;27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8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" name="Google Shape;277;p8"/>
          <p:cNvGrpSpPr/>
          <p:nvPr/>
        </p:nvGrpSpPr>
        <p:grpSpPr>
          <a:xfrm>
            <a:off x="1891285" y="5762193"/>
            <a:ext cx="1528322" cy="317761"/>
            <a:chOff x="1891285" y="5762193"/>
            <a:chExt cx="1528322" cy="317761"/>
          </a:xfrm>
        </p:grpSpPr>
        <p:pic>
          <p:nvPicPr>
            <p:cNvPr id="278" name="Google Shape;27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8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2" name="Google Shape;28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4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4" name="Google Shape;284;p8"/>
          <p:cNvSpPr/>
          <p:nvPr/>
        </p:nvSpPr>
        <p:spPr>
          <a:xfrm>
            <a:off x="665196" y="5714027"/>
            <a:ext cx="485140" cy="481965"/>
          </a:xfrm>
          <a:custGeom>
            <a:rect b="b" l="l" r="r" t="t"/>
            <a:pathLst>
              <a:path extrusionOk="0" h="481964" w="485140">
                <a:moveTo>
                  <a:pt x="252123" y="0"/>
                </a:moveTo>
                <a:lnTo>
                  <a:pt x="232688" y="0"/>
                </a:lnTo>
                <a:lnTo>
                  <a:pt x="160006" y="529"/>
                </a:lnTo>
                <a:lnTo>
                  <a:pt x="104735" y="4232"/>
                </a:lnTo>
                <a:lnTo>
                  <a:pt x="63673" y="14285"/>
                </a:lnTo>
                <a:lnTo>
                  <a:pt x="13875" y="63639"/>
                </a:lnTo>
                <a:lnTo>
                  <a:pt x="3735" y="104326"/>
                </a:lnTo>
                <a:lnTo>
                  <a:pt x="0" y="159095"/>
                </a:lnTo>
                <a:lnTo>
                  <a:pt x="0" y="322399"/>
                </a:lnTo>
                <a:lnTo>
                  <a:pt x="3735" y="377169"/>
                </a:lnTo>
                <a:lnTo>
                  <a:pt x="13875" y="417857"/>
                </a:lnTo>
                <a:lnTo>
                  <a:pt x="63674" y="467202"/>
                </a:lnTo>
                <a:lnTo>
                  <a:pt x="104735" y="477250"/>
                </a:lnTo>
                <a:lnTo>
                  <a:pt x="160006" y="480951"/>
                </a:lnTo>
                <a:lnTo>
                  <a:pt x="232688" y="481480"/>
                </a:lnTo>
                <a:lnTo>
                  <a:pt x="252123" y="481480"/>
                </a:lnTo>
                <a:lnTo>
                  <a:pt x="324807" y="480951"/>
                </a:lnTo>
                <a:lnTo>
                  <a:pt x="380078" y="477250"/>
                </a:lnTo>
                <a:lnTo>
                  <a:pt x="421140" y="467202"/>
                </a:lnTo>
                <a:lnTo>
                  <a:pt x="470951" y="417857"/>
                </a:lnTo>
                <a:lnTo>
                  <a:pt x="481096" y="377169"/>
                </a:lnTo>
                <a:lnTo>
                  <a:pt x="483164" y="346873"/>
                </a:lnTo>
                <a:lnTo>
                  <a:pt x="257996" y="346873"/>
                </a:lnTo>
                <a:lnTo>
                  <a:pt x="213485" y="342340"/>
                </a:lnTo>
                <a:lnTo>
                  <a:pt x="175027" y="329038"/>
                </a:lnTo>
                <a:lnTo>
                  <a:pt x="142848" y="307409"/>
                </a:lnTo>
                <a:lnTo>
                  <a:pt x="117176" y="277894"/>
                </a:lnTo>
                <a:lnTo>
                  <a:pt x="98235" y="240936"/>
                </a:lnTo>
                <a:lnTo>
                  <a:pt x="86253" y="196978"/>
                </a:lnTo>
                <a:lnTo>
                  <a:pt x="81457" y="146461"/>
                </a:lnTo>
                <a:lnTo>
                  <a:pt x="483972" y="146461"/>
                </a:lnTo>
                <a:lnTo>
                  <a:pt x="481096" y="104326"/>
                </a:lnTo>
                <a:lnTo>
                  <a:pt x="470951" y="63639"/>
                </a:lnTo>
                <a:lnTo>
                  <a:pt x="421140" y="14285"/>
                </a:lnTo>
                <a:lnTo>
                  <a:pt x="380078" y="4232"/>
                </a:lnTo>
                <a:lnTo>
                  <a:pt x="324807" y="529"/>
                </a:lnTo>
                <a:lnTo>
                  <a:pt x="252123" y="0"/>
                </a:lnTo>
                <a:close/>
              </a:path>
              <a:path extrusionOk="0" h="481964" w="485140">
                <a:moveTo>
                  <a:pt x="264272" y="275252"/>
                </a:moveTo>
                <a:lnTo>
                  <a:pt x="264272" y="346873"/>
                </a:lnTo>
                <a:lnTo>
                  <a:pt x="348085" y="346873"/>
                </a:lnTo>
                <a:lnTo>
                  <a:pt x="335501" y="320166"/>
                </a:lnTo>
                <a:lnTo>
                  <a:pt x="316807" y="298273"/>
                </a:lnTo>
                <a:lnTo>
                  <a:pt x="292799" y="282775"/>
                </a:lnTo>
                <a:lnTo>
                  <a:pt x="264272" y="275252"/>
                </a:lnTo>
                <a:close/>
              </a:path>
              <a:path extrusionOk="0" h="481964" w="485140">
                <a:moveTo>
                  <a:pt x="483972" y="146461"/>
                </a:moveTo>
                <a:lnTo>
                  <a:pt x="393432" y="146461"/>
                </a:lnTo>
                <a:lnTo>
                  <a:pt x="382301" y="180633"/>
                </a:lnTo>
                <a:lnTo>
                  <a:pt x="364356" y="209201"/>
                </a:lnTo>
                <a:lnTo>
                  <a:pt x="343185" y="231375"/>
                </a:lnTo>
                <a:lnTo>
                  <a:pt x="322374" y="246363"/>
                </a:lnTo>
                <a:lnTo>
                  <a:pt x="344087" y="259134"/>
                </a:lnTo>
                <a:lnTo>
                  <a:pt x="367774" y="279767"/>
                </a:lnTo>
                <a:lnTo>
                  <a:pt x="389563" y="308825"/>
                </a:lnTo>
                <a:lnTo>
                  <a:pt x="405582" y="346873"/>
                </a:lnTo>
                <a:lnTo>
                  <a:pt x="483164" y="346873"/>
                </a:lnTo>
                <a:lnTo>
                  <a:pt x="484834" y="322399"/>
                </a:lnTo>
                <a:lnTo>
                  <a:pt x="484834" y="159095"/>
                </a:lnTo>
                <a:lnTo>
                  <a:pt x="483972" y="146461"/>
                </a:lnTo>
                <a:close/>
              </a:path>
              <a:path extrusionOk="0" h="481964" w="485140">
                <a:moveTo>
                  <a:pt x="212039" y="146461"/>
                </a:moveTo>
                <a:lnTo>
                  <a:pt x="136932" y="146461"/>
                </a:lnTo>
                <a:lnTo>
                  <a:pt x="144880" y="205785"/>
                </a:lnTo>
                <a:lnTo>
                  <a:pt x="163021" y="247318"/>
                </a:lnTo>
                <a:lnTo>
                  <a:pt x="186894" y="273128"/>
                </a:lnTo>
                <a:lnTo>
                  <a:pt x="212039" y="285283"/>
                </a:lnTo>
                <a:lnTo>
                  <a:pt x="212039" y="146461"/>
                </a:lnTo>
                <a:close/>
              </a:path>
              <a:path extrusionOk="0" h="481964" w="485140">
                <a:moveTo>
                  <a:pt x="341199" y="146461"/>
                </a:moveTo>
                <a:lnTo>
                  <a:pt x="264272" y="146461"/>
                </a:lnTo>
                <a:lnTo>
                  <a:pt x="264272" y="225701"/>
                </a:lnTo>
                <a:lnTo>
                  <a:pt x="288192" y="217468"/>
                </a:lnTo>
                <a:lnTo>
                  <a:pt x="310479" y="199698"/>
                </a:lnTo>
                <a:lnTo>
                  <a:pt x="328894" y="175120"/>
                </a:lnTo>
                <a:lnTo>
                  <a:pt x="341199" y="1464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8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286" name="Google Shape;286;p8"/>
            <p:cNvSpPr/>
            <p:nvPr/>
          </p:nvSpPr>
          <p:spPr>
            <a:xfrm>
              <a:off x="0" y="1871472"/>
              <a:ext cx="6096000" cy="3083560"/>
            </a:xfrm>
            <a:custGeom>
              <a:rect b="b" l="l" r="r" t="t"/>
              <a:pathLst>
                <a:path extrusionOk="0" h="3083560" w="6096000">
                  <a:moveTo>
                    <a:pt x="6096000" y="0"/>
                  </a:moveTo>
                  <a:lnTo>
                    <a:pt x="0" y="0"/>
                  </a:lnTo>
                  <a:lnTo>
                    <a:pt x="0" y="3083052"/>
                  </a:lnTo>
                  <a:lnTo>
                    <a:pt x="6096000" y="308305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7" name="Google Shape;287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096000" y="-1"/>
              <a:ext cx="6096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8"/>
            <p:cNvSpPr/>
            <p:nvPr/>
          </p:nvSpPr>
          <p:spPr>
            <a:xfrm>
              <a:off x="609600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9" name="Google Shape;289;p8"/>
          <p:cNvSpPr txBox="1"/>
          <p:nvPr/>
        </p:nvSpPr>
        <p:spPr>
          <a:xfrm>
            <a:off x="3252596" y="4535170"/>
            <a:ext cx="1365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- Lord Kelvin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90" name="Google Shape;290;p8"/>
          <p:cNvGrpSpPr/>
          <p:nvPr/>
        </p:nvGrpSpPr>
        <p:grpSpPr>
          <a:xfrm>
            <a:off x="188658" y="2002065"/>
            <a:ext cx="6122835" cy="2799080"/>
            <a:chOff x="188658" y="2002065"/>
            <a:chExt cx="6122835" cy="2799080"/>
          </a:xfrm>
        </p:grpSpPr>
        <p:sp>
          <p:nvSpPr>
            <p:cNvPr id="291" name="Google Shape;291;p8"/>
            <p:cNvSpPr/>
            <p:nvPr/>
          </p:nvSpPr>
          <p:spPr>
            <a:xfrm>
              <a:off x="188658" y="2002065"/>
              <a:ext cx="5631180" cy="2799080"/>
            </a:xfrm>
            <a:custGeom>
              <a:rect b="b" l="l" r="r" t="t"/>
              <a:pathLst>
                <a:path extrusionOk="0" h="2799079" w="5631180">
                  <a:moveTo>
                    <a:pt x="424002" y="0"/>
                  </a:moveTo>
                  <a:lnTo>
                    <a:pt x="375081" y="2794"/>
                  </a:lnTo>
                  <a:lnTo>
                    <a:pt x="327799" y="10960"/>
                  </a:lnTo>
                  <a:lnTo>
                    <a:pt x="282435" y="24193"/>
                  </a:lnTo>
                  <a:lnTo>
                    <a:pt x="239318" y="42202"/>
                  </a:lnTo>
                  <a:lnTo>
                    <a:pt x="198767" y="64668"/>
                  </a:lnTo>
                  <a:lnTo>
                    <a:pt x="161074" y="91287"/>
                  </a:lnTo>
                  <a:lnTo>
                    <a:pt x="126555" y="121754"/>
                  </a:lnTo>
                  <a:lnTo>
                    <a:pt x="95516" y="155765"/>
                  </a:lnTo>
                  <a:lnTo>
                    <a:pt x="68287" y="193014"/>
                  </a:lnTo>
                  <a:lnTo>
                    <a:pt x="45173" y="233197"/>
                  </a:lnTo>
                  <a:lnTo>
                    <a:pt x="26466" y="275996"/>
                  </a:lnTo>
                  <a:lnTo>
                    <a:pt x="12496" y="321119"/>
                  </a:lnTo>
                  <a:lnTo>
                    <a:pt x="3568" y="368261"/>
                  </a:lnTo>
                  <a:lnTo>
                    <a:pt x="0" y="417093"/>
                  </a:lnTo>
                  <a:lnTo>
                    <a:pt x="0" y="840981"/>
                  </a:lnTo>
                  <a:lnTo>
                    <a:pt x="424002" y="840981"/>
                  </a:lnTo>
                  <a:lnTo>
                    <a:pt x="424002" y="417093"/>
                  </a:lnTo>
                  <a:lnTo>
                    <a:pt x="182105" y="417093"/>
                  </a:lnTo>
                  <a:lnTo>
                    <a:pt x="188175" y="369404"/>
                  </a:lnTo>
                  <a:lnTo>
                    <a:pt x="203022" y="325120"/>
                  </a:lnTo>
                  <a:lnTo>
                    <a:pt x="225704" y="285140"/>
                  </a:lnTo>
                  <a:lnTo>
                    <a:pt x="255282" y="250405"/>
                  </a:lnTo>
                  <a:lnTo>
                    <a:pt x="290842" y="221792"/>
                  </a:lnTo>
                  <a:lnTo>
                    <a:pt x="331444" y="200228"/>
                  </a:lnTo>
                  <a:lnTo>
                    <a:pt x="376135" y="186601"/>
                  </a:lnTo>
                  <a:lnTo>
                    <a:pt x="424002" y="181851"/>
                  </a:lnTo>
                  <a:lnTo>
                    <a:pt x="424002" y="0"/>
                  </a:lnTo>
                  <a:close/>
                </a:path>
                <a:path extrusionOk="0" h="2799079" w="5631180">
                  <a:moveTo>
                    <a:pt x="1059992" y="0"/>
                  </a:moveTo>
                  <a:lnTo>
                    <a:pt x="1011085" y="2794"/>
                  </a:lnTo>
                  <a:lnTo>
                    <a:pt x="963790" y="10960"/>
                  </a:lnTo>
                  <a:lnTo>
                    <a:pt x="918438" y="24193"/>
                  </a:lnTo>
                  <a:lnTo>
                    <a:pt x="875322" y="42202"/>
                  </a:lnTo>
                  <a:lnTo>
                    <a:pt x="834758" y="64668"/>
                  </a:lnTo>
                  <a:lnTo>
                    <a:pt x="797064" y="91287"/>
                  </a:lnTo>
                  <a:lnTo>
                    <a:pt x="762546" y="121754"/>
                  </a:lnTo>
                  <a:lnTo>
                    <a:pt x="731520" y="155765"/>
                  </a:lnTo>
                  <a:lnTo>
                    <a:pt x="704291" y="193014"/>
                  </a:lnTo>
                  <a:lnTo>
                    <a:pt x="681164" y="233197"/>
                  </a:lnTo>
                  <a:lnTo>
                    <a:pt x="662457" y="275996"/>
                  </a:lnTo>
                  <a:lnTo>
                    <a:pt x="648500" y="321119"/>
                  </a:lnTo>
                  <a:lnTo>
                    <a:pt x="639572" y="368261"/>
                  </a:lnTo>
                  <a:lnTo>
                    <a:pt x="635990" y="417093"/>
                  </a:lnTo>
                  <a:lnTo>
                    <a:pt x="635990" y="840981"/>
                  </a:lnTo>
                  <a:lnTo>
                    <a:pt x="1059992" y="840981"/>
                  </a:lnTo>
                  <a:lnTo>
                    <a:pt x="1059992" y="417093"/>
                  </a:lnTo>
                  <a:lnTo>
                    <a:pt x="818108" y="417093"/>
                  </a:lnTo>
                  <a:lnTo>
                    <a:pt x="824166" y="369404"/>
                  </a:lnTo>
                  <a:lnTo>
                    <a:pt x="839012" y="325120"/>
                  </a:lnTo>
                  <a:lnTo>
                    <a:pt x="861695" y="285140"/>
                  </a:lnTo>
                  <a:lnTo>
                    <a:pt x="891286" y="250405"/>
                  </a:lnTo>
                  <a:lnTo>
                    <a:pt x="926833" y="221792"/>
                  </a:lnTo>
                  <a:lnTo>
                    <a:pt x="967435" y="200228"/>
                  </a:lnTo>
                  <a:lnTo>
                    <a:pt x="1012126" y="186601"/>
                  </a:lnTo>
                  <a:lnTo>
                    <a:pt x="1059992" y="181851"/>
                  </a:lnTo>
                  <a:lnTo>
                    <a:pt x="1059992" y="0"/>
                  </a:lnTo>
                  <a:close/>
                </a:path>
                <a:path extrusionOk="0" h="2799079" w="5631180">
                  <a:moveTo>
                    <a:pt x="4995303" y="1957514"/>
                  </a:moveTo>
                  <a:lnTo>
                    <a:pt x="4571619" y="1957514"/>
                  </a:lnTo>
                  <a:lnTo>
                    <a:pt x="4571619" y="2381389"/>
                  </a:lnTo>
                  <a:lnTo>
                    <a:pt x="4813325" y="2381389"/>
                  </a:lnTo>
                  <a:lnTo>
                    <a:pt x="4807255" y="2429091"/>
                  </a:lnTo>
                  <a:lnTo>
                    <a:pt x="4792421" y="2473388"/>
                  </a:lnTo>
                  <a:lnTo>
                    <a:pt x="4769751" y="2513355"/>
                  </a:lnTo>
                  <a:lnTo>
                    <a:pt x="4740199" y="2548102"/>
                  </a:lnTo>
                  <a:lnTo>
                    <a:pt x="4704664" y="2576715"/>
                  </a:lnTo>
                  <a:lnTo>
                    <a:pt x="4664100" y="2598280"/>
                  </a:lnTo>
                  <a:lnTo>
                    <a:pt x="4619447" y="2611894"/>
                  </a:lnTo>
                  <a:lnTo>
                    <a:pt x="4571619" y="2616644"/>
                  </a:lnTo>
                  <a:lnTo>
                    <a:pt x="4571619" y="2798495"/>
                  </a:lnTo>
                  <a:lnTo>
                    <a:pt x="4620488" y="2795701"/>
                  </a:lnTo>
                  <a:lnTo>
                    <a:pt x="4667745" y="2787548"/>
                  </a:lnTo>
                  <a:lnTo>
                    <a:pt x="4713071" y="2774302"/>
                  </a:lnTo>
                  <a:lnTo>
                    <a:pt x="4756150" y="2756306"/>
                  </a:lnTo>
                  <a:lnTo>
                    <a:pt x="4796675" y="2733840"/>
                  </a:lnTo>
                  <a:lnTo>
                    <a:pt x="4834344" y="2707221"/>
                  </a:lnTo>
                  <a:lnTo>
                    <a:pt x="4868837" y="2676753"/>
                  </a:lnTo>
                  <a:lnTo>
                    <a:pt x="4899838" y="2642743"/>
                  </a:lnTo>
                  <a:lnTo>
                    <a:pt x="4927054" y="2605494"/>
                  </a:lnTo>
                  <a:lnTo>
                    <a:pt x="4950155" y="2565311"/>
                  </a:lnTo>
                  <a:lnTo>
                    <a:pt x="4968837" y="2522499"/>
                  </a:lnTo>
                  <a:lnTo>
                    <a:pt x="4982807" y="2477376"/>
                  </a:lnTo>
                  <a:lnTo>
                    <a:pt x="4991722" y="2430234"/>
                  </a:lnTo>
                  <a:lnTo>
                    <a:pt x="4995303" y="2381389"/>
                  </a:lnTo>
                  <a:lnTo>
                    <a:pt x="4995303" y="1957514"/>
                  </a:lnTo>
                  <a:close/>
                </a:path>
                <a:path extrusionOk="0" h="2799079" w="5631180">
                  <a:moveTo>
                    <a:pt x="5630811" y="1957514"/>
                  </a:moveTo>
                  <a:lnTo>
                    <a:pt x="5207139" y="1957514"/>
                  </a:lnTo>
                  <a:lnTo>
                    <a:pt x="5207139" y="2381389"/>
                  </a:lnTo>
                  <a:lnTo>
                    <a:pt x="5448846" y="2381389"/>
                  </a:lnTo>
                  <a:lnTo>
                    <a:pt x="5442775" y="2429091"/>
                  </a:lnTo>
                  <a:lnTo>
                    <a:pt x="5427942" y="2473388"/>
                  </a:lnTo>
                  <a:lnTo>
                    <a:pt x="5405272" y="2513355"/>
                  </a:lnTo>
                  <a:lnTo>
                    <a:pt x="5375707" y="2548102"/>
                  </a:lnTo>
                  <a:lnTo>
                    <a:pt x="5340172" y="2576715"/>
                  </a:lnTo>
                  <a:lnTo>
                    <a:pt x="5299621" y="2598280"/>
                  </a:lnTo>
                  <a:lnTo>
                    <a:pt x="5254955" y="2611894"/>
                  </a:lnTo>
                  <a:lnTo>
                    <a:pt x="5207139" y="2616644"/>
                  </a:lnTo>
                  <a:lnTo>
                    <a:pt x="5207139" y="2798495"/>
                  </a:lnTo>
                  <a:lnTo>
                    <a:pt x="5256009" y="2795701"/>
                  </a:lnTo>
                  <a:lnTo>
                    <a:pt x="5303253" y="2787548"/>
                  </a:lnTo>
                  <a:lnTo>
                    <a:pt x="5348579" y="2774302"/>
                  </a:lnTo>
                  <a:lnTo>
                    <a:pt x="5391658" y="2756306"/>
                  </a:lnTo>
                  <a:lnTo>
                    <a:pt x="5432183" y="2733840"/>
                  </a:lnTo>
                  <a:lnTo>
                    <a:pt x="5469852" y="2707221"/>
                  </a:lnTo>
                  <a:lnTo>
                    <a:pt x="5504345" y="2676753"/>
                  </a:lnTo>
                  <a:lnTo>
                    <a:pt x="5535346" y="2642743"/>
                  </a:lnTo>
                  <a:lnTo>
                    <a:pt x="5562562" y="2605494"/>
                  </a:lnTo>
                  <a:lnTo>
                    <a:pt x="5585663" y="2565311"/>
                  </a:lnTo>
                  <a:lnTo>
                    <a:pt x="5604357" y="2522499"/>
                  </a:lnTo>
                  <a:lnTo>
                    <a:pt x="5618315" y="2477376"/>
                  </a:lnTo>
                  <a:lnTo>
                    <a:pt x="5627243" y="2430234"/>
                  </a:lnTo>
                  <a:lnTo>
                    <a:pt x="5630811" y="2381389"/>
                  </a:lnTo>
                  <a:lnTo>
                    <a:pt x="5630811" y="1957514"/>
                  </a:lnTo>
                  <a:close/>
                </a:path>
              </a:pathLst>
            </a:custGeom>
            <a:solidFill>
              <a:srgbClr val="EBF3F8">
                <a:alpha val="2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2" name="Google Shape;292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58977" y="2393899"/>
              <a:ext cx="624840" cy="73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71397" y="2393899"/>
              <a:ext cx="4074414" cy="73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58977" y="2955290"/>
              <a:ext cx="5652516" cy="729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58977" y="3515817"/>
              <a:ext cx="4214241" cy="73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609845" y="3515817"/>
              <a:ext cx="624839" cy="730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0" y="2708148"/>
            <a:ext cx="6666230" cy="2056130"/>
          </a:xfrm>
          <a:custGeom>
            <a:rect b="b" l="l" r="r" t="t"/>
            <a:pathLst>
              <a:path extrusionOk="0" h="2056129" w="6666230">
                <a:moveTo>
                  <a:pt x="6568694" y="0"/>
                </a:moveTo>
                <a:lnTo>
                  <a:pt x="0" y="0"/>
                </a:lnTo>
                <a:lnTo>
                  <a:pt x="0" y="2055876"/>
                </a:lnTo>
                <a:lnTo>
                  <a:pt x="6568694" y="2055876"/>
                </a:lnTo>
                <a:lnTo>
                  <a:pt x="6606557" y="2048230"/>
                </a:lnTo>
                <a:lnTo>
                  <a:pt x="6637480" y="2027380"/>
                </a:lnTo>
                <a:lnTo>
                  <a:pt x="6658330" y="1996457"/>
                </a:lnTo>
                <a:lnTo>
                  <a:pt x="6665976" y="1958594"/>
                </a:lnTo>
                <a:lnTo>
                  <a:pt x="6665976" y="97281"/>
                </a:lnTo>
                <a:lnTo>
                  <a:pt x="6658330" y="59418"/>
                </a:lnTo>
                <a:lnTo>
                  <a:pt x="6637480" y="28495"/>
                </a:lnTo>
                <a:lnTo>
                  <a:pt x="6606557" y="7645"/>
                </a:lnTo>
                <a:lnTo>
                  <a:pt x="6568694" y="0"/>
                </a:lnTo>
                <a:close/>
              </a:path>
            </a:pathLst>
          </a:custGeom>
          <a:solidFill>
            <a:srgbClr val="275DF6">
              <a:alpha val="6392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77" y="546176"/>
            <a:ext cx="7216267" cy="762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9"/>
          <p:cNvGrpSpPr/>
          <p:nvPr/>
        </p:nvGrpSpPr>
        <p:grpSpPr>
          <a:xfrm>
            <a:off x="990600" y="2918205"/>
            <a:ext cx="5380862" cy="348996"/>
            <a:chOff x="990600" y="2918205"/>
            <a:chExt cx="5380862" cy="348996"/>
          </a:xfrm>
        </p:grpSpPr>
        <p:pic>
          <p:nvPicPr>
            <p:cNvPr id="314" name="Google Shape;314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0600" y="2918205"/>
              <a:ext cx="3168777" cy="348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08373" y="2918205"/>
              <a:ext cx="2363089" cy="348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9"/>
          <p:cNvGrpSpPr/>
          <p:nvPr/>
        </p:nvGrpSpPr>
        <p:grpSpPr>
          <a:xfrm>
            <a:off x="990600" y="3547313"/>
            <a:ext cx="3519804" cy="349300"/>
            <a:chOff x="990600" y="3547313"/>
            <a:chExt cx="3519804" cy="349300"/>
          </a:xfrm>
        </p:grpSpPr>
        <p:pic>
          <p:nvPicPr>
            <p:cNvPr id="317" name="Google Shape;31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90600" y="3547313"/>
              <a:ext cx="2341879" cy="34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76270" y="3547313"/>
              <a:ext cx="1334134" cy="349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9" name="Google Shape;319;p9"/>
          <p:cNvSpPr txBox="1"/>
          <p:nvPr/>
        </p:nvSpPr>
        <p:spPr>
          <a:xfrm>
            <a:off x="634695" y="2905505"/>
            <a:ext cx="123189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rgbClr val="E4F0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1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rgbClr val="E4F0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2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rgbClr val="E4F0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9"/>
          <p:cNvGrpSpPr/>
          <p:nvPr/>
        </p:nvGrpSpPr>
        <p:grpSpPr>
          <a:xfrm>
            <a:off x="990600" y="4177284"/>
            <a:ext cx="4619371" cy="348995"/>
            <a:chOff x="990600" y="4177284"/>
            <a:chExt cx="4619371" cy="348995"/>
          </a:xfrm>
        </p:grpSpPr>
        <p:pic>
          <p:nvPicPr>
            <p:cNvPr id="321" name="Google Shape;321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90600" y="4177284"/>
              <a:ext cx="3027806" cy="348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859022" y="4177284"/>
              <a:ext cx="1750949" cy="34899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10"/>
          <p:cNvGrpSpPr/>
          <p:nvPr/>
        </p:nvGrpSpPr>
        <p:grpSpPr>
          <a:xfrm>
            <a:off x="0" y="1677875"/>
            <a:ext cx="11715882" cy="4751124"/>
            <a:chOff x="0" y="1677875"/>
            <a:chExt cx="11715882" cy="4751124"/>
          </a:xfrm>
        </p:grpSpPr>
        <p:pic>
          <p:nvPicPr>
            <p:cNvPr id="328" name="Google Shape;32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677875"/>
              <a:ext cx="11715882" cy="4751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0"/>
            <p:cNvSpPr/>
            <p:nvPr/>
          </p:nvSpPr>
          <p:spPr>
            <a:xfrm>
              <a:off x="0" y="1773935"/>
              <a:ext cx="11534140" cy="4427220"/>
            </a:xfrm>
            <a:custGeom>
              <a:rect b="b" l="l" r="r" t="t"/>
              <a:pathLst>
                <a:path extrusionOk="0" h="4427220" w="11534140">
                  <a:moveTo>
                    <a:pt x="11325352" y="0"/>
                  </a:moveTo>
                  <a:lnTo>
                    <a:pt x="0" y="0"/>
                  </a:lnTo>
                  <a:lnTo>
                    <a:pt x="0" y="4427220"/>
                  </a:lnTo>
                  <a:lnTo>
                    <a:pt x="11325352" y="4427220"/>
                  </a:lnTo>
                  <a:lnTo>
                    <a:pt x="11373118" y="4421719"/>
                  </a:lnTo>
                  <a:lnTo>
                    <a:pt x="11416962" y="4406051"/>
                  </a:lnTo>
                  <a:lnTo>
                    <a:pt x="11455634" y="4381467"/>
                  </a:lnTo>
                  <a:lnTo>
                    <a:pt x="11487885" y="4349216"/>
                  </a:lnTo>
                  <a:lnTo>
                    <a:pt x="11512467" y="4310548"/>
                  </a:lnTo>
                  <a:lnTo>
                    <a:pt x="11528132" y="4266714"/>
                  </a:lnTo>
                  <a:lnTo>
                    <a:pt x="11533632" y="4218965"/>
                  </a:lnTo>
                  <a:lnTo>
                    <a:pt x="11533632" y="208279"/>
                  </a:lnTo>
                  <a:lnTo>
                    <a:pt x="11528132" y="160513"/>
                  </a:lnTo>
                  <a:lnTo>
                    <a:pt x="11512467" y="116669"/>
                  </a:lnTo>
                  <a:lnTo>
                    <a:pt x="11487885" y="77997"/>
                  </a:lnTo>
                  <a:lnTo>
                    <a:pt x="11455634" y="45746"/>
                  </a:lnTo>
                  <a:lnTo>
                    <a:pt x="11416962" y="21164"/>
                  </a:lnTo>
                  <a:lnTo>
                    <a:pt x="11373118" y="5499"/>
                  </a:lnTo>
                  <a:lnTo>
                    <a:pt x="11325352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0" name="Google Shape;3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566" y="556005"/>
            <a:ext cx="59791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0"/>
          <p:cNvSpPr txBox="1"/>
          <p:nvPr/>
        </p:nvSpPr>
        <p:spPr>
          <a:xfrm>
            <a:off x="674217" y="3460241"/>
            <a:ext cx="9624695" cy="248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{x</a:t>
            </a:r>
            <a:r>
              <a:rPr b="0" baseline="-25000" i="0" lang="ru-RU" sz="13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,…, x</a:t>
            </a:r>
            <a:r>
              <a:rPr b="0" i="0" lang="ru-RU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𝓁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⊂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 – обучающая выборка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b="0" baseline="-25000" i="1" lang="ru-RU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	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= </a:t>
            </a:r>
            <a:r>
              <a:rPr b="0" i="1" lang="ru-RU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(x), </a:t>
            </a:r>
            <a:r>
              <a:rPr b="0" i="1" lang="ru-RU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= 1,…,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𝓁 −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известное множество </a:t>
            </a:r>
            <a:r>
              <a:rPr b="0" i="0" lang="ru-RU" sz="20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ответов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 : X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−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алгоритм, ставящий в соответствие </a:t>
            </a:r>
            <a:r>
              <a:rPr b="0" i="0" lang="ru-RU" sz="20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объекту х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некоторый </a:t>
            </a:r>
            <a:r>
              <a:rPr b="0" i="0" lang="ru-RU" sz="20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ответ у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223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b="0" baseline="-25000" i="1" lang="ru-RU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	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= a(x), i = 1,…,</a:t>
            </a:r>
            <a:r>
              <a:rPr b="0" i="0" lang="ru-RU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𝓁 − </a:t>
            </a:r>
            <a:r>
              <a:rPr b="0" i="0" lang="ru-RU" sz="20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ответы </a:t>
            </a: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(предсказания) нашего алгоритма на выборке Х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descr="$PPTXTitle" id="332" name="Google Shape;332;p10"/>
          <p:cNvSpPr txBox="1"/>
          <p:nvPr>
            <p:ph type="title"/>
          </p:nvPr>
        </p:nvSpPr>
        <p:spPr>
          <a:xfrm>
            <a:off x="648411" y="2526538"/>
            <a:ext cx="10895177" cy="574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275">
            <a:spAutoFit/>
          </a:bodyPr>
          <a:lstStyle/>
          <a:p>
            <a:pPr indent="0" lvl="0" marL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rgbClr val="000000"/>
                </a:solidFill>
              </a:rPr>
              <a:t>Y </a:t>
            </a:r>
            <a:r>
              <a:rPr lang="ru-RU" sz="20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i="1" lang="ru-RU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ℝ </a:t>
            </a:r>
            <a:r>
              <a:rPr lang="ru-RU" sz="2000">
                <a:solidFill>
                  <a:srgbClr val="000000"/>
                </a:solidFill>
              </a:rPr>
              <a:t>– множество </a:t>
            </a:r>
            <a:r>
              <a:rPr lang="ru-RU" sz="2000"/>
              <a:t>ответов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724306" y="2023618"/>
            <a:ext cx="309816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Х – множество </a:t>
            </a:r>
            <a:r>
              <a:rPr b="0" i="0" lang="ru-RU" sz="20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объектов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7061" y="538302"/>
            <a:ext cx="5693918" cy="762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11"/>
          <p:cNvGrpSpPr/>
          <p:nvPr/>
        </p:nvGrpSpPr>
        <p:grpSpPr>
          <a:xfrm>
            <a:off x="2720339" y="1461516"/>
            <a:ext cx="6751320" cy="5158740"/>
            <a:chOff x="2720339" y="1461516"/>
            <a:chExt cx="6751320" cy="5158740"/>
          </a:xfrm>
        </p:grpSpPr>
        <p:sp>
          <p:nvSpPr>
            <p:cNvPr id="341" name="Google Shape;341;p11"/>
            <p:cNvSpPr/>
            <p:nvPr/>
          </p:nvSpPr>
          <p:spPr>
            <a:xfrm>
              <a:off x="2720339" y="1461516"/>
              <a:ext cx="6751320" cy="5158740"/>
            </a:xfrm>
            <a:custGeom>
              <a:rect b="b" l="l" r="r" t="t"/>
              <a:pathLst>
                <a:path extrusionOk="0" h="5158740" w="6751320">
                  <a:moveTo>
                    <a:pt x="6603365" y="0"/>
                  </a:moveTo>
                  <a:lnTo>
                    <a:pt x="147955" y="0"/>
                  </a:lnTo>
                  <a:lnTo>
                    <a:pt x="101209" y="7547"/>
                  </a:lnTo>
                  <a:lnTo>
                    <a:pt x="60597" y="28561"/>
                  </a:lnTo>
                  <a:lnTo>
                    <a:pt x="28561" y="60597"/>
                  </a:lnTo>
                  <a:lnTo>
                    <a:pt x="7547" y="101209"/>
                  </a:lnTo>
                  <a:lnTo>
                    <a:pt x="0" y="147955"/>
                  </a:lnTo>
                  <a:lnTo>
                    <a:pt x="0" y="5010785"/>
                  </a:lnTo>
                  <a:lnTo>
                    <a:pt x="7547" y="5057549"/>
                  </a:lnTo>
                  <a:lnTo>
                    <a:pt x="28561" y="5098164"/>
                  </a:lnTo>
                  <a:lnTo>
                    <a:pt x="60597" y="5130192"/>
                  </a:lnTo>
                  <a:lnTo>
                    <a:pt x="101209" y="5151197"/>
                  </a:lnTo>
                  <a:lnTo>
                    <a:pt x="147955" y="5158740"/>
                  </a:lnTo>
                  <a:lnTo>
                    <a:pt x="6603365" y="5158740"/>
                  </a:lnTo>
                  <a:lnTo>
                    <a:pt x="6650110" y="5151197"/>
                  </a:lnTo>
                  <a:lnTo>
                    <a:pt x="6690722" y="5130192"/>
                  </a:lnTo>
                  <a:lnTo>
                    <a:pt x="6722758" y="5098164"/>
                  </a:lnTo>
                  <a:lnTo>
                    <a:pt x="6743772" y="5057549"/>
                  </a:lnTo>
                  <a:lnTo>
                    <a:pt x="6751319" y="5010785"/>
                  </a:lnTo>
                  <a:lnTo>
                    <a:pt x="6751319" y="147955"/>
                  </a:lnTo>
                  <a:lnTo>
                    <a:pt x="6743772" y="101209"/>
                  </a:lnTo>
                  <a:lnTo>
                    <a:pt x="6722758" y="60597"/>
                  </a:lnTo>
                  <a:lnTo>
                    <a:pt x="6690722" y="28561"/>
                  </a:lnTo>
                  <a:lnTo>
                    <a:pt x="6650110" y="7547"/>
                  </a:lnTo>
                  <a:lnTo>
                    <a:pt x="66033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2" name="Google Shape;34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227" y="1557528"/>
              <a:ext cx="6257544" cy="48615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11"/>
          <p:cNvSpPr txBox="1"/>
          <p:nvPr/>
        </p:nvSpPr>
        <p:spPr>
          <a:xfrm>
            <a:off x="2967227" y="2647188"/>
            <a:ext cx="5803900" cy="356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34925">
            <a:spAutoFit/>
          </a:bodyPr>
          <a:lstStyle/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Курс доллара США к рублю. Экстраполяция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817108" y="6272784"/>
            <a:ext cx="558165" cy="292735"/>
          </a:xfrm>
          <a:custGeom>
            <a:rect b="b" l="l" r="r" t="t"/>
            <a:pathLst>
              <a:path extrusionOk="0" h="292734" w="558164">
                <a:moveTo>
                  <a:pt x="557784" y="0"/>
                </a:moveTo>
                <a:lnTo>
                  <a:pt x="0" y="0"/>
                </a:lnTo>
                <a:lnTo>
                  <a:pt x="0" y="292607"/>
                </a:lnTo>
                <a:lnTo>
                  <a:pt x="557784" y="292607"/>
                </a:lnTo>
                <a:lnTo>
                  <a:pt x="5577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5877305" y="6295440"/>
            <a:ext cx="44069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Дата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46" name="Google Shape;346;p11"/>
          <p:cNvGrpSpPr/>
          <p:nvPr/>
        </p:nvGrpSpPr>
        <p:grpSpPr>
          <a:xfrm>
            <a:off x="2966847" y="4234307"/>
            <a:ext cx="294005" cy="558165"/>
            <a:chOff x="2966847" y="4234307"/>
            <a:chExt cx="294005" cy="558165"/>
          </a:xfrm>
        </p:grpSpPr>
        <p:sp>
          <p:nvSpPr>
            <p:cNvPr id="347" name="Google Shape;347;p11"/>
            <p:cNvSpPr/>
            <p:nvPr/>
          </p:nvSpPr>
          <p:spPr>
            <a:xfrm>
              <a:off x="2966847" y="4234307"/>
              <a:ext cx="294005" cy="558165"/>
            </a:xfrm>
            <a:custGeom>
              <a:rect b="b" l="l" r="r" t="t"/>
              <a:pathLst>
                <a:path extrusionOk="0" h="558164" w="294004">
                  <a:moveTo>
                    <a:pt x="293877" y="0"/>
                  </a:moveTo>
                  <a:lnTo>
                    <a:pt x="0" y="0"/>
                  </a:lnTo>
                  <a:lnTo>
                    <a:pt x="0" y="557657"/>
                  </a:lnTo>
                  <a:lnTo>
                    <a:pt x="293877" y="557657"/>
                  </a:lnTo>
                  <a:lnTo>
                    <a:pt x="2938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3053969" y="4351909"/>
              <a:ext cx="158750" cy="387350"/>
            </a:xfrm>
            <a:custGeom>
              <a:rect b="b" l="l" r="r" t="t"/>
              <a:pathLst>
                <a:path extrusionOk="0" h="387350" w="158750">
                  <a:moveTo>
                    <a:pt x="125603" y="375158"/>
                  </a:moveTo>
                  <a:lnTo>
                    <a:pt x="0" y="375158"/>
                  </a:lnTo>
                  <a:lnTo>
                    <a:pt x="0" y="386969"/>
                  </a:lnTo>
                  <a:lnTo>
                    <a:pt x="125603" y="386969"/>
                  </a:lnTo>
                  <a:lnTo>
                    <a:pt x="125603" y="375158"/>
                  </a:lnTo>
                  <a:close/>
                </a:path>
                <a:path extrusionOk="0" h="387350" w="158750">
                  <a:moveTo>
                    <a:pt x="0" y="299466"/>
                  </a:moveTo>
                  <a:lnTo>
                    <a:pt x="0" y="314579"/>
                  </a:lnTo>
                  <a:lnTo>
                    <a:pt x="56514" y="371602"/>
                  </a:lnTo>
                  <a:lnTo>
                    <a:pt x="56514" y="375158"/>
                  </a:lnTo>
                  <a:lnTo>
                    <a:pt x="66039" y="375158"/>
                  </a:lnTo>
                  <a:lnTo>
                    <a:pt x="66039" y="371602"/>
                  </a:lnTo>
                  <a:lnTo>
                    <a:pt x="75987" y="361315"/>
                  </a:lnTo>
                  <a:lnTo>
                    <a:pt x="60706" y="361315"/>
                  </a:lnTo>
                  <a:lnTo>
                    <a:pt x="0" y="299466"/>
                  </a:lnTo>
                  <a:close/>
                </a:path>
                <a:path extrusionOk="0" h="387350" w="158750">
                  <a:moveTo>
                    <a:pt x="125603" y="294005"/>
                  </a:moveTo>
                  <a:lnTo>
                    <a:pt x="60706" y="361315"/>
                  </a:lnTo>
                  <a:lnTo>
                    <a:pt x="75987" y="361315"/>
                  </a:lnTo>
                  <a:lnTo>
                    <a:pt x="125603" y="310007"/>
                  </a:lnTo>
                  <a:lnTo>
                    <a:pt x="125603" y="294005"/>
                  </a:lnTo>
                  <a:close/>
                </a:path>
                <a:path extrusionOk="0" h="387350" w="158750">
                  <a:moveTo>
                    <a:pt x="31876" y="208280"/>
                  </a:moveTo>
                  <a:lnTo>
                    <a:pt x="31876" y="220472"/>
                  </a:lnTo>
                  <a:lnTo>
                    <a:pt x="113156" y="248793"/>
                  </a:lnTo>
                  <a:lnTo>
                    <a:pt x="113156" y="249809"/>
                  </a:lnTo>
                  <a:lnTo>
                    <a:pt x="31876" y="278257"/>
                  </a:lnTo>
                  <a:lnTo>
                    <a:pt x="31876" y="290576"/>
                  </a:lnTo>
                  <a:lnTo>
                    <a:pt x="126237" y="255397"/>
                  </a:lnTo>
                  <a:lnTo>
                    <a:pt x="150648" y="255397"/>
                  </a:lnTo>
                  <a:lnTo>
                    <a:pt x="149266" y="254232"/>
                  </a:lnTo>
                  <a:lnTo>
                    <a:pt x="144256" y="251126"/>
                  </a:lnTo>
                  <a:lnTo>
                    <a:pt x="137888" y="247997"/>
                  </a:lnTo>
                  <a:lnTo>
                    <a:pt x="130175" y="244856"/>
                  </a:lnTo>
                  <a:lnTo>
                    <a:pt x="31876" y="208280"/>
                  </a:lnTo>
                  <a:close/>
                </a:path>
                <a:path extrusionOk="0" h="387350" w="158750">
                  <a:moveTo>
                    <a:pt x="150648" y="255397"/>
                  </a:moveTo>
                  <a:lnTo>
                    <a:pt x="126237" y="255397"/>
                  </a:lnTo>
                  <a:lnTo>
                    <a:pt x="132080" y="257302"/>
                  </a:lnTo>
                  <a:lnTo>
                    <a:pt x="138303" y="259715"/>
                  </a:lnTo>
                  <a:lnTo>
                    <a:pt x="142620" y="262128"/>
                  </a:lnTo>
                  <a:lnTo>
                    <a:pt x="145161" y="264795"/>
                  </a:lnTo>
                  <a:lnTo>
                    <a:pt x="147574" y="267462"/>
                  </a:lnTo>
                  <a:lnTo>
                    <a:pt x="148844" y="271018"/>
                  </a:lnTo>
                  <a:lnTo>
                    <a:pt x="148717" y="279273"/>
                  </a:lnTo>
                  <a:lnTo>
                    <a:pt x="148462" y="280416"/>
                  </a:lnTo>
                  <a:lnTo>
                    <a:pt x="158369" y="280416"/>
                  </a:lnTo>
                  <a:lnTo>
                    <a:pt x="158521" y="279273"/>
                  </a:lnTo>
                  <a:lnTo>
                    <a:pt x="158632" y="278257"/>
                  </a:lnTo>
                  <a:lnTo>
                    <a:pt x="158750" y="267462"/>
                  </a:lnTo>
                  <a:lnTo>
                    <a:pt x="156844" y="261493"/>
                  </a:lnTo>
                  <a:lnTo>
                    <a:pt x="152907" y="257302"/>
                  </a:lnTo>
                  <a:lnTo>
                    <a:pt x="150648" y="255397"/>
                  </a:lnTo>
                  <a:close/>
                </a:path>
                <a:path extrusionOk="0" h="387350" w="158750">
                  <a:moveTo>
                    <a:pt x="114677" y="114046"/>
                  </a:moveTo>
                  <a:lnTo>
                    <a:pt x="78739" y="114046"/>
                  </a:lnTo>
                  <a:lnTo>
                    <a:pt x="87050" y="114565"/>
                  </a:lnTo>
                  <a:lnTo>
                    <a:pt x="94456" y="116109"/>
                  </a:lnTo>
                  <a:lnTo>
                    <a:pt x="100957" y="118653"/>
                  </a:lnTo>
                  <a:lnTo>
                    <a:pt x="106553" y="122174"/>
                  </a:lnTo>
                  <a:lnTo>
                    <a:pt x="113411" y="127635"/>
                  </a:lnTo>
                  <a:lnTo>
                    <a:pt x="116839" y="135001"/>
                  </a:lnTo>
                  <a:lnTo>
                    <a:pt x="116839" y="153416"/>
                  </a:lnTo>
                  <a:lnTo>
                    <a:pt x="76615" y="174879"/>
                  </a:lnTo>
                  <a:lnTo>
                    <a:pt x="31876" y="174879"/>
                  </a:lnTo>
                  <a:lnTo>
                    <a:pt x="31876" y="185801"/>
                  </a:lnTo>
                  <a:lnTo>
                    <a:pt x="156718" y="185801"/>
                  </a:lnTo>
                  <a:lnTo>
                    <a:pt x="156718" y="174371"/>
                  </a:lnTo>
                  <a:lnTo>
                    <a:pt x="107695" y="174371"/>
                  </a:lnTo>
                  <a:lnTo>
                    <a:pt x="107695" y="173355"/>
                  </a:lnTo>
                  <a:lnTo>
                    <a:pt x="127126" y="148971"/>
                  </a:lnTo>
                  <a:lnTo>
                    <a:pt x="127126" y="141732"/>
                  </a:lnTo>
                  <a:lnTo>
                    <a:pt x="126293" y="133302"/>
                  </a:lnTo>
                  <a:lnTo>
                    <a:pt x="123793" y="125730"/>
                  </a:lnTo>
                  <a:lnTo>
                    <a:pt x="119626" y="119014"/>
                  </a:lnTo>
                  <a:lnTo>
                    <a:pt x="114677" y="114046"/>
                  </a:lnTo>
                  <a:close/>
                </a:path>
                <a:path extrusionOk="0" h="387350" w="158750">
                  <a:moveTo>
                    <a:pt x="78612" y="102362"/>
                  </a:moveTo>
                  <a:lnTo>
                    <a:pt x="38036" y="118653"/>
                  </a:lnTo>
                  <a:lnTo>
                    <a:pt x="30225" y="141732"/>
                  </a:lnTo>
                  <a:lnTo>
                    <a:pt x="30263" y="148971"/>
                  </a:lnTo>
                  <a:lnTo>
                    <a:pt x="50926" y="173863"/>
                  </a:lnTo>
                  <a:lnTo>
                    <a:pt x="50926" y="174879"/>
                  </a:lnTo>
                  <a:lnTo>
                    <a:pt x="80592" y="174879"/>
                  </a:lnTo>
                  <a:lnTo>
                    <a:pt x="70447" y="174228"/>
                  </a:lnTo>
                  <a:lnTo>
                    <a:pt x="63103" y="172656"/>
                  </a:lnTo>
                  <a:lnTo>
                    <a:pt x="56592" y="170037"/>
                  </a:lnTo>
                  <a:lnTo>
                    <a:pt x="50926" y="166370"/>
                  </a:lnTo>
                  <a:lnTo>
                    <a:pt x="44068" y="160782"/>
                  </a:lnTo>
                  <a:lnTo>
                    <a:pt x="40512" y="153416"/>
                  </a:lnTo>
                  <a:lnTo>
                    <a:pt x="40512" y="135001"/>
                  </a:lnTo>
                  <a:lnTo>
                    <a:pt x="78739" y="114046"/>
                  </a:lnTo>
                  <a:lnTo>
                    <a:pt x="114677" y="114046"/>
                  </a:lnTo>
                  <a:lnTo>
                    <a:pt x="113792" y="113157"/>
                  </a:lnTo>
                  <a:lnTo>
                    <a:pt x="106652" y="108416"/>
                  </a:lnTo>
                  <a:lnTo>
                    <a:pt x="98393" y="105044"/>
                  </a:lnTo>
                  <a:lnTo>
                    <a:pt x="89038" y="103030"/>
                  </a:lnTo>
                  <a:lnTo>
                    <a:pt x="78612" y="102362"/>
                  </a:lnTo>
                  <a:close/>
                </a:path>
                <a:path extrusionOk="0" h="387350" w="158750">
                  <a:moveTo>
                    <a:pt x="59436" y="0"/>
                  </a:moveTo>
                  <a:lnTo>
                    <a:pt x="50153" y="1524"/>
                  </a:lnTo>
                  <a:lnTo>
                    <a:pt x="50715" y="1524"/>
                  </a:lnTo>
                  <a:lnTo>
                    <a:pt x="43942" y="5588"/>
                  </a:lnTo>
                  <a:lnTo>
                    <a:pt x="30225" y="38481"/>
                  </a:lnTo>
                  <a:lnTo>
                    <a:pt x="31055" y="47623"/>
                  </a:lnTo>
                  <a:lnTo>
                    <a:pt x="58642" y="77787"/>
                  </a:lnTo>
                  <a:lnTo>
                    <a:pt x="78358" y="80645"/>
                  </a:lnTo>
                  <a:lnTo>
                    <a:pt x="89005" y="79930"/>
                  </a:lnTo>
                  <a:lnTo>
                    <a:pt x="98472" y="77787"/>
                  </a:lnTo>
                  <a:lnTo>
                    <a:pt x="106773" y="74215"/>
                  </a:lnTo>
                  <a:lnTo>
                    <a:pt x="113918" y="69215"/>
                  </a:lnTo>
                  <a:lnTo>
                    <a:pt x="114156" y="68961"/>
                  </a:lnTo>
                  <a:lnTo>
                    <a:pt x="78358" y="68961"/>
                  </a:lnTo>
                  <a:lnTo>
                    <a:pt x="70141" y="68439"/>
                  </a:lnTo>
                  <a:lnTo>
                    <a:pt x="40512" y="47879"/>
                  </a:lnTo>
                  <a:lnTo>
                    <a:pt x="40512" y="31496"/>
                  </a:lnTo>
                  <a:lnTo>
                    <a:pt x="42291" y="25654"/>
                  </a:lnTo>
                  <a:lnTo>
                    <a:pt x="45847" y="20955"/>
                  </a:lnTo>
                  <a:lnTo>
                    <a:pt x="49275" y="16256"/>
                  </a:lnTo>
                  <a:lnTo>
                    <a:pt x="53848" y="13081"/>
                  </a:lnTo>
                  <a:lnTo>
                    <a:pt x="58970" y="11684"/>
                  </a:lnTo>
                  <a:lnTo>
                    <a:pt x="59436" y="11684"/>
                  </a:lnTo>
                  <a:lnTo>
                    <a:pt x="59436" y="0"/>
                  </a:lnTo>
                  <a:close/>
                </a:path>
                <a:path extrusionOk="0" h="387350" w="158750">
                  <a:moveTo>
                    <a:pt x="98551" y="127"/>
                  </a:moveTo>
                  <a:lnTo>
                    <a:pt x="98551" y="11684"/>
                  </a:lnTo>
                  <a:lnTo>
                    <a:pt x="104393" y="13081"/>
                  </a:lnTo>
                  <a:lnTo>
                    <a:pt x="108838" y="16256"/>
                  </a:lnTo>
                  <a:lnTo>
                    <a:pt x="115188" y="25654"/>
                  </a:lnTo>
                  <a:lnTo>
                    <a:pt x="116695" y="30984"/>
                  </a:lnTo>
                  <a:lnTo>
                    <a:pt x="116778" y="47879"/>
                  </a:lnTo>
                  <a:lnTo>
                    <a:pt x="113283" y="55118"/>
                  </a:lnTo>
                  <a:lnTo>
                    <a:pt x="78358" y="68961"/>
                  </a:lnTo>
                  <a:lnTo>
                    <a:pt x="114156" y="68961"/>
                  </a:lnTo>
                  <a:lnTo>
                    <a:pt x="127115" y="38481"/>
                  </a:lnTo>
                  <a:lnTo>
                    <a:pt x="126689" y="31496"/>
                  </a:lnTo>
                  <a:lnTo>
                    <a:pt x="107187" y="1524"/>
                  </a:lnTo>
                  <a:lnTo>
                    <a:pt x="98551" y="1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p12"/>
          <p:cNvGrpSpPr/>
          <p:nvPr/>
        </p:nvGrpSpPr>
        <p:grpSpPr>
          <a:xfrm>
            <a:off x="3352546" y="576706"/>
            <a:ext cx="5800598" cy="762000"/>
            <a:chOff x="3352546" y="576706"/>
            <a:chExt cx="5800598" cy="762000"/>
          </a:xfrm>
        </p:grpSpPr>
        <p:pic>
          <p:nvPicPr>
            <p:cNvPr id="355" name="Google Shape;35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52546" y="576706"/>
              <a:ext cx="2913253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42076" y="576706"/>
              <a:ext cx="3211068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" name="Google Shape;357;p12"/>
          <p:cNvGrpSpPr/>
          <p:nvPr/>
        </p:nvGrpSpPr>
        <p:grpSpPr>
          <a:xfrm>
            <a:off x="1914144" y="1511808"/>
            <a:ext cx="8388350" cy="5120640"/>
            <a:chOff x="1914144" y="1511808"/>
            <a:chExt cx="8388350" cy="5120640"/>
          </a:xfrm>
        </p:grpSpPr>
        <p:sp>
          <p:nvSpPr>
            <p:cNvPr id="358" name="Google Shape;358;p12"/>
            <p:cNvSpPr/>
            <p:nvPr/>
          </p:nvSpPr>
          <p:spPr>
            <a:xfrm>
              <a:off x="1914144" y="1511808"/>
              <a:ext cx="8388350" cy="5120640"/>
            </a:xfrm>
            <a:custGeom>
              <a:rect b="b" l="l" r="r" t="t"/>
              <a:pathLst>
                <a:path extrusionOk="0" h="5120640" w="8388350">
                  <a:moveTo>
                    <a:pt x="8241283" y="0"/>
                  </a:moveTo>
                  <a:lnTo>
                    <a:pt x="146812" y="0"/>
                  </a:lnTo>
                  <a:lnTo>
                    <a:pt x="100429" y="7489"/>
                  </a:lnTo>
                  <a:lnTo>
                    <a:pt x="60130" y="28342"/>
                  </a:lnTo>
                  <a:lnTo>
                    <a:pt x="28342" y="60130"/>
                  </a:lnTo>
                  <a:lnTo>
                    <a:pt x="7489" y="100429"/>
                  </a:lnTo>
                  <a:lnTo>
                    <a:pt x="0" y="146812"/>
                  </a:lnTo>
                  <a:lnTo>
                    <a:pt x="0" y="4973789"/>
                  </a:lnTo>
                  <a:lnTo>
                    <a:pt x="7489" y="5020205"/>
                  </a:lnTo>
                  <a:lnTo>
                    <a:pt x="28342" y="5060517"/>
                  </a:lnTo>
                  <a:lnTo>
                    <a:pt x="60130" y="5092306"/>
                  </a:lnTo>
                  <a:lnTo>
                    <a:pt x="100429" y="5113153"/>
                  </a:lnTo>
                  <a:lnTo>
                    <a:pt x="146812" y="5120640"/>
                  </a:lnTo>
                  <a:lnTo>
                    <a:pt x="8241283" y="5120640"/>
                  </a:lnTo>
                  <a:lnTo>
                    <a:pt x="8287666" y="5113153"/>
                  </a:lnTo>
                  <a:lnTo>
                    <a:pt x="8327965" y="5092306"/>
                  </a:lnTo>
                  <a:lnTo>
                    <a:pt x="8359753" y="5060517"/>
                  </a:lnTo>
                  <a:lnTo>
                    <a:pt x="8380606" y="5020205"/>
                  </a:lnTo>
                  <a:lnTo>
                    <a:pt x="8388096" y="4973789"/>
                  </a:lnTo>
                  <a:lnTo>
                    <a:pt x="8388096" y="146812"/>
                  </a:lnTo>
                  <a:lnTo>
                    <a:pt x="8380606" y="100429"/>
                  </a:lnTo>
                  <a:lnTo>
                    <a:pt x="8359753" y="60130"/>
                  </a:lnTo>
                  <a:lnTo>
                    <a:pt x="8327965" y="28342"/>
                  </a:lnTo>
                  <a:lnTo>
                    <a:pt x="8287666" y="7489"/>
                  </a:lnTo>
                  <a:lnTo>
                    <a:pt x="8241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9" name="Google Shape;359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42160" y="1702308"/>
              <a:ext cx="8086344" cy="4783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79464" y="3742943"/>
              <a:ext cx="149352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56859" y="4142231"/>
              <a:ext cx="149352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30267" y="4514087"/>
              <a:ext cx="149352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72755" y="3282696"/>
              <a:ext cx="149351" cy="149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502396" y="2916936"/>
              <a:ext cx="147827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846576" y="4735068"/>
              <a:ext cx="149352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846576" y="5027675"/>
              <a:ext cx="149352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30267" y="4003547"/>
              <a:ext cx="149352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56859" y="4608575"/>
              <a:ext cx="149352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79464" y="3142487"/>
              <a:ext cx="149352" cy="149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572755" y="3947159"/>
              <a:ext cx="149351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502396" y="3139440"/>
              <a:ext cx="147827" cy="149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041648" y="6193536"/>
              <a:ext cx="149351" cy="14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033515" y="6193536"/>
              <a:ext cx="149352" cy="1493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8030" y="1214471"/>
            <a:ext cx="3861818" cy="1161582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379" name="Google Shape;379;p13"/>
          <p:cNvSpPr txBox="1"/>
          <p:nvPr>
            <p:ph type="title"/>
          </p:nvPr>
        </p:nvSpPr>
        <p:spPr>
          <a:xfrm>
            <a:off x="648411" y="2526538"/>
            <a:ext cx="10895177" cy="574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1400">
            <a:spAutoFit/>
          </a:bodyPr>
          <a:lstStyle/>
          <a:p>
            <a:pPr indent="0" lvl="0" marL="13214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Оптимальное статичное решение – медиана ответов Y.</a:t>
            </a:r>
            <a:endParaRPr/>
          </a:p>
        </p:txBody>
      </p:sp>
      <p:pic>
        <p:nvPicPr>
          <p:cNvPr id="380" name="Google Shape;38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77" y="594994"/>
            <a:ext cx="179832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3"/>
          <p:cNvSpPr txBox="1"/>
          <p:nvPr/>
        </p:nvSpPr>
        <p:spPr>
          <a:xfrm>
            <a:off x="682244" y="3981069"/>
            <a:ext cx="5406390" cy="193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75">
            <a:spAutoFit/>
          </a:bodyPr>
          <a:lstStyle/>
          <a:p>
            <a:pPr indent="-285115" lvl="0" marL="2978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Единицы измерения как у таргета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Сложно интерпретировать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Нечувствителен к выбросам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95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Не дифференцируемая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2" name="Google Shape;382;p13"/>
          <p:cNvSpPr txBox="1"/>
          <p:nvPr/>
        </p:nvSpPr>
        <p:spPr>
          <a:xfrm>
            <a:off x="7595996" y="3358642"/>
            <a:ext cx="3802379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Range of predicted values: (-10,000 to 10,000) | True value: 100</a:t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83" name="Google Shape;383;p13"/>
          <p:cNvGrpSpPr/>
          <p:nvPr/>
        </p:nvGrpSpPr>
        <p:grpSpPr>
          <a:xfrm>
            <a:off x="7193279" y="3646931"/>
            <a:ext cx="4605655" cy="2554605"/>
            <a:chOff x="7193279" y="3646931"/>
            <a:chExt cx="4605655" cy="2554605"/>
          </a:xfrm>
        </p:grpSpPr>
        <p:sp>
          <p:nvSpPr>
            <p:cNvPr id="384" name="Google Shape;384;p13"/>
            <p:cNvSpPr/>
            <p:nvPr/>
          </p:nvSpPr>
          <p:spPr>
            <a:xfrm>
              <a:off x="7193279" y="3646931"/>
              <a:ext cx="4605655" cy="2554605"/>
            </a:xfrm>
            <a:custGeom>
              <a:rect b="b" l="l" r="r" t="t"/>
              <a:pathLst>
                <a:path extrusionOk="0" h="2554604" w="4605655">
                  <a:moveTo>
                    <a:pt x="0" y="2554224"/>
                  </a:moveTo>
                  <a:lnTo>
                    <a:pt x="4605528" y="2554224"/>
                  </a:lnTo>
                  <a:lnTo>
                    <a:pt x="4605528" y="0"/>
                  </a:lnTo>
                  <a:lnTo>
                    <a:pt x="0" y="0"/>
                  </a:lnTo>
                  <a:lnTo>
                    <a:pt x="0" y="2554224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7336535" y="3745991"/>
              <a:ext cx="4252595" cy="2378710"/>
            </a:xfrm>
            <a:custGeom>
              <a:rect b="b" l="l" r="r" t="t"/>
              <a:pathLst>
                <a:path extrusionOk="0" h="2378710" w="4252595">
                  <a:moveTo>
                    <a:pt x="0" y="0"/>
                  </a:moveTo>
                  <a:lnTo>
                    <a:pt x="2129028" y="2378113"/>
                  </a:lnTo>
                </a:path>
                <a:path extrusionOk="0" h="2378710" w="4252595">
                  <a:moveTo>
                    <a:pt x="2129028" y="2378113"/>
                  </a:moveTo>
                  <a:lnTo>
                    <a:pt x="4252468" y="0"/>
                  </a:lnTo>
                </a:path>
              </a:pathLst>
            </a:custGeom>
            <a:noFill/>
            <a:ln cap="flat" cmpd="sng" w="9525">
              <a:solidFill>
                <a:srgbClr val="007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13"/>
          <p:cNvSpPr txBox="1"/>
          <p:nvPr/>
        </p:nvSpPr>
        <p:spPr>
          <a:xfrm rot="-5400000">
            <a:off x="6314333" y="4770601"/>
            <a:ext cx="603885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MAE Loss</a:t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7" name="Google Shape;387;p13"/>
          <p:cNvSpPr txBox="1"/>
          <p:nvPr/>
        </p:nvSpPr>
        <p:spPr>
          <a:xfrm>
            <a:off x="6742303" y="3699509"/>
            <a:ext cx="32766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10000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>
            <a:off x="6788022" y="4167377"/>
            <a:ext cx="28130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8000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>
            <a:off x="6788022" y="4633417"/>
            <a:ext cx="281940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6000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6786498" y="5101844"/>
            <a:ext cx="28321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4000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1" name="Google Shape;391;p13"/>
          <p:cNvSpPr txBox="1"/>
          <p:nvPr/>
        </p:nvSpPr>
        <p:spPr>
          <a:xfrm>
            <a:off x="6791070" y="5569711"/>
            <a:ext cx="27813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2" name="Google Shape;392;p13"/>
          <p:cNvSpPr txBox="1"/>
          <p:nvPr/>
        </p:nvSpPr>
        <p:spPr>
          <a:xfrm>
            <a:off x="6980046" y="6036361"/>
            <a:ext cx="8953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3" name="Google Shape;393;p13"/>
          <p:cNvSpPr txBox="1"/>
          <p:nvPr/>
        </p:nvSpPr>
        <p:spPr>
          <a:xfrm>
            <a:off x="7137018" y="3685159"/>
            <a:ext cx="7429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4" name="Google Shape;394;p13"/>
          <p:cNvSpPr txBox="1"/>
          <p:nvPr/>
        </p:nvSpPr>
        <p:spPr>
          <a:xfrm>
            <a:off x="7137018" y="4153280"/>
            <a:ext cx="7429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13"/>
          <p:cNvSpPr txBox="1"/>
          <p:nvPr/>
        </p:nvSpPr>
        <p:spPr>
          <a:xfrm>
            <a:off x="7137018" y="4619625"/>
            <a:ext cx="7429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6" name="Google Shape;396;p13"/>
          <p:cNvSpPr txBox="1"/>
          <p:nvPr/>
        </p:nvSpPr>
        <p:spPr>
          <a:xfrm>
            <a:off x="7137018" y="5087492"/>
            <a:ext cx="7429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7" name="Google Shape;397;p13"/>
          <p:cNvSpPr txBox="1"/>
          <p:nvPr/>
        </p:nvSpPr>
        <p:spPr>
          <a:xfrm>
            <a:off x="7137018" y="5555691"/>
            <a:ext cx="7429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7137018" y="6022035"/>
            <a:ext cx="7429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9" name="Google Shape;399;p13"/>
          <p:cNvSpPr txBox="1"/>
          <p:nvPr/>
        </p:nvSpPr>
        <p:spPr>
          <a:xfrm>
            <a:off x="9137395" y="6246070"/>
            <a:ext cx="698500" cy="42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0" lvl="0" marL="0" marR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Predictions</a:t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7171181" y="6299708"/>
            <a:ext cx="37655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-10000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7735061" y="6299708"/>
            <a:ext cx="32131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-7500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2" name="Google Shape;402;p13"/>
          <p:cNvSpPr txBox="1"/>
          <p:nvPr/>
        </p:nvSpPr>
        <p:spPr>
          <a:xfrm>
            <a:off x="8270240" y="6299708"/>
            <a:ext cx="32893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-5000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>
            <a:off x="8785352" y="6299708"/>
            <a:ext cx="32575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-2500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13"/>
          <p:cNvSpPr txBox="1"/>
          <p:nvPr/>
        </p:nvSpPr>
        <p:spPr>
          <a:xfrm>
            <a:off x="9875011" y="6299708"/>
            <a:ext cx="27749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2500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10394950" y="6299708"/>
            <a:ext cx="28003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5000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0943590" y="6299708"/>
            <a:ext cx="27241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7500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11431269" y="6299708"/>
            <a:ext cx="32766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10000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 rot="5400000">
            <a:off x="11510589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 rot="5400000">
            <a:off x="10992429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 rot="5400000">
            <a:off x="10474270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 rot="5400000">
            <a:off x="9955729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13"/>
          <p:cNvSpPr txBox="1"/>
          <p:nvPr/>
        </p:nvSpPr>
        <p:spPr>
          <a:xfrm rot="5400000">
            <a:off x="9437569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 rot="5400000">
            <a:off x="8919409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4" name="Google Shape;414;p13"/>
          <p:cNvSpPr txBox="1"/>
          <p:nvPr/>
        </p:nvSpPr>
        <p:spPr>
          <a:xfrm rot="5400000">
            <a:off x="8401248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 rot="5400000">
            <a:off x="7882835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6" name="Google Shape;416;p13"/>
          <p:cNvSpPr txBox="1"/>
          <p:nvPr/>
        </p:nvSpPr>
        <p:spPr>
          <a:xfrm rot="5400000">
            <a:off x="7364674" y="6149505"/>
            <a:ext cx="742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endParaRPr b="0" i="0" sz="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9172" y="1169407"/>
            <a:ext cx="3844260" cy="1144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77" y="594994"/>
            <a:ext cx="1700783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5"/>
          <p:cNvSpPr txBox="1"/>
          <p:nvPr/>
        </p:nvSpPr>
        <p:spPr>
          <a:xfrm>
            <a:off x="682244" y="4146446"/>
            <a:ext cx="4351655" cy="1462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725">
            <a:spAutoFit/>
          </a:bodyPr>
          <a:lstStyle/>
          <a:p>
            <a:pPr indent="-285115" lvl="0" marL="2978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Дифференцируемая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95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Чувствительна к выбросам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Сложно интерпретировать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descr="$PPTXTitle" id="424" name="Google Shape;424;p15"/>
          <p:cNvSpPr txBox="1"/>
          <p:nvPr>
            <p:ph type="title"/>
          </p:nvPr>
        </p:nvSpPr>
        <p:spPr>
          <a:xfrm>
            <a:off x="648411" y="2526538"/>
            <a:ext cx="10895177" cy="574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700">
            <a:spAutoFit/>
          </a:bodyPr>
          <a:lstStyle/>
          <a:p>
            <a:pPr indent="0" lvl="0" marL="1338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Оптимальное статичное решение – среднее ответов Y.</a:t>
            </a:r>
            <a:endParaRPr/>
          </a:p>
        </p:txBody>
      </p:sp>
      <p:pic>
        <p:nvPicPr>
          <p:cNvPr id="425" name="Google Shape;4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5277" y="3455747"/>
            <a:ext cx="4938337" cy="281389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5"/>
          <p:cNvSpPr txBox="1"/>
          <p:nvPr/>
        </p:nvSpPr>
        <p:spPr>
          <a:xfrm>
            <a:off x="7048627" y="3235579"/>
            <a:ext cx="38373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Range of predicted values: (-10,000 to 10,000) | True value: 100</a:t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8619490" y="6365544"/>
            <a:ext cx="69532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Predictions</a:t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 rot="-5400000">
            <a:off x="5884274" y="4770222"/>
            <a:ext cx="604520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MAE Loss</a:t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16"/>
          <p:cNvGrpSpPr/>
          <p:nvPr/>
        </p:nvGrpSpPr>
        <p:grpSpPr>
          <a:xfrm>
            <a:off x="243797" y="4077990"/>
            <a:ext cx="8975661" cy="2456276"/>
            <a:chOff x="243797" y="4077990"/>
            <a:chExt cx="8975661" cy="2456276"/>
          </a:xfrm>
        </p:grpSpPr>
        <p:pic>
          <p:nvPicPr>
            <p:cNvPr id="434" name="Google Shape;43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3797" y="4077990"/>
              <a:ext cx="8975661" cy="2456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16"/>
            <p:cNvSpPr/>
            <p:nvPr/>
          </p:nvSpPr>
          <p:spPr>
            <a:xfrm>
              <a:off x="420623" y="4174236"/>
              <a:ext cx="8610600" cy="2155190"/>
            </a:xfrm>
            <a:custGeom>
              <a:rect b="b" l="l" r="r" t="t"/>
              <a:pathLst>
                <a:path extrusionOk="0" h="2155190" w="8610600">
                  <a:moveTo>
                    <a:pt x="8509254" y="0"/>
                  </a:moveTo>
                  <a:lnTo>
                    <a:pt x="101371" y="0"/>
                  </a:lnTo>
                  <a:lnTo>
                    <a:pt x="61914" y="7959"/>
                  </a:lnTo>
                  <a:lnTo>
                    <a:pt x="29692" y="29670"/>
                  </a:lnTo>
                  <a:lnTo>
                    <a:pt x="7966" y="61882"/>
                  </a:lnTo>
                  <a:lnTo>
                    <a:pt x="0" y="101345"/>
                  </a:lnTo>
                  <a:lnTo>
                    <a:pt x="0" y="2053564"/>
                  </a:lnTo>
                  <a:lnTo>
                    <a:pt x="7966" y="2093021"/>
                  </a:lnTo>
                  <a:lnTo>
                    <a:pt x="29692" y="2125243"/>
                  </a:lnTo>
                  <a:lnTo>
                    <a:pt x="61914" y="2146969"/>
                  </a:lnTo>
                  <a:lnTo>
                    <a:pt x="101371" y="2154936"/>
                  </a:lnTo>
                  <a:lnTo>
                    <a:pt x="8509254" y="2154936"/>
                  </a:lnTo>
                  <a:lnTo>
                    <a:pt x="8548717" y="2146969"/>
                  </a:lnTo>
                  <a:lnTo>
                    <a:pt x="8580929" y="2125243"/>
                  </a:lnTo>
                  <a:lnTo>
                    <a:pt x="8602640" y="2093021"/>
                  </a:lnTo>
                  <a:lnTo>
                    <a:pt x="8610600" y="2053564"/>
                  </a:lnTo>
                  <a:lnTo>
                    <a:pt x="8610600" y="101345"/>
                  </a:lnTo>
                  <a:lnTo>
                    <a:pt x="8602640" y="61882"/>
                  </a:lnTo>
                  <a:lnTo>
                    <a:pt x="8580929" y="29670"/>
                  </a:lnTo>
                  <a:lnTo>
                    <a:pt x="8548717" y="7959"/>
                  </a:lnTo>
                  <a:lnTo>
                    <a:pt x="8509254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6" name="Google Shape;4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1104" y="1549564"/>
            <a:ext cx="5848015" cy="12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977" y="594994"/>
            <a:ext cx="2076831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6"/>
          <p:cNvSpPr txBox="1"/>
          <p:nvPr/>
        </p:nvSpPr>
        <p:spPr>
          <a:xfrm>
            <a:off x="682244" y="4406646"/>
            <a:ext cx="7581900" cy="1461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75">
            <a:spAutoFit/>
          </a:bodyPr>
          <a:lstStyle/>
          <a:p>
            <a:pPr indent="-285115" lvl="0" marL="2978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Дифференцируемая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Чувствительна к выбросам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Интерпретация: стандартное отклонение ответа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descr="$PPTXTitle" id="439" name="Google Shape;439;p16"/>
          <p:cNvSpPr txBox="1"/>
          <p:nvPr>
            <p:ph type="title"/>
          </p:nvPr>
        </p:nvSpPr>
        <p:spPr>
          <a:xfrm>
            <a:off x="1942338" y="3261817"/>
            <a:ext cx="8309609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Оптимальное статичное решение – среднее ответов 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7893" y="1584749"/>
            <a:ext cx="6948678" cy="22625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17"/>
          <p:cNvGrpSpPr/>
          <p:nvPr/>
        </p:nvGrpSpPr>
        <p:grpSpPr>
          <a:xfrm>
            <a:off x="233124" y="4078079"/>
            <a:ext cx="10915744" cy="2553640"/>
            <a:chOff x="233124" y="4078079"/>
            <a:chExt cx="10915744" cy="2553640"/>
          </a:xfrm>
        </p:grpSpPr>
        <p:pic>
          <p:nvPicPr>
            <p:cNvPr id="446" name="Google Shape;44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124" y="4078079"/>
              <a:ext cx="10915744" cy="2553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17"/>
            <p:cNvSpPr/>
            <p:nvPr/>
          </p:nvSpPr>
          <p:spPr>
            <a:xfrm>
              <a:off x="420624" y="4174236"/>
              <a:ext cx="10552430" cy="2251075"/>
            </a:xfrm>
            <a:custGeom>
              <a:rect b="b" l="l" r="r" t="t"/>
              <a:pathLst>
                <a:path extrusionOk="0" h="2251075" w="10552430">
                  <a:moveTo>
                    <a:pt x="10446258" y="0"/>
                  </a:moveTo>
                  <a:lnTo>
                    <a:pt x="105879" y="0"/>
                  </a:lnTo>
                  <a:lnTo>
                    <a:pt x="64668" y="8316"/>
                  </a:lnTo>
                  <a:lnTo>
                    <a:pt x="31013" y="31003"/>
                  </a:lnTo>
                  <a:lnTo>
                    <a:pt x="8321" y="64668"/>
                  </a:lnTo>
                  <a:lnTo>
                    <a:pt x="0" y="105918"/>
                  </a:lnTo>
                  <a:lnTo>
                    <a:pt x="0" y="2145068"/>
                  </a:lnTo>
                  <a:lnTo>
                    <a:pt x="8321" y="2186279"/>
                  </a:lnTo>
                  <a:lnTo>
                    <a:pt x="31013" y="2219934"/>
                  </a:lnTo>
                  <a:lnTo>
                    <a:pt x="64668" y="2242626"/>
                  </a:lnTo>
                  <a:lnTo>
                    <a:pt x="105879" y="2250948"/>
                  </a:lnTo>
                  <a:lnTo>
                    <a:pt x="10446258" y="2250948"/>
                  </a:lnTo>
                  <a:lnTo>
                    <a:pt x="10487507" y="2242626"/>
                  </a:lnTo>
                  <a:lnTo>
                    <a:pt x="10521172" y="2219934"/>
                  </a:lnTo>
                  <a:lnTo>
                    <a:pt x="10543859" y="2186279"/>
                  </a:lnTo>
                  <a:lnTo>
                    <a:pt x="10552176" y="2145068"/>
                  </a:lnTo>
                  <a:lnTo>
                    <a:pt x="10552176" y="105918"/>
                  </a:lnTo>
                  <a:lnTo>
                    <a:pt x="10543859" y="64668"/>
                  </a:lnTo>
                  <a:lnTo>
                    <a:pt x="10521172" y="31003"/>
                  </a:lnTo>
                  <a:lnTo>
                    <a:pt x="10487507" y="8316"/>
                  </a:lnTo>
                  <a:lnTo>
                    <a:pt x="10446258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" name="Google Shape;448;p17"/>
          <p:cNvGrpSpPr/>
          <p:nvPr/>
        </p:nvGrpSpPr>
        <p:grpSpPr>
          <a:xfrm>
            <a:off x="658977" y="594994"/>
            <a:ext cx="3337713" cy="762000"/>
            <a:chOff x="658977" y="594994"/>
            <a:chExt cx="3337713" cy="762000"/>
          </a:xfrm>
        </p:grpSpPr>
        <p:pic>
          <p:nvPicPr>
            <p:cNvPr id="449" name="Google Shape;449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8977" y="594994"/>
              <a:ext cx="77114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0" name="Google Shape;45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44549" y="594994"/>
              <a:ext cx="51815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03655" y="594994"/>
              <a:ext cx="2693035" cy="76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2" name="Google Shape;452;p17"/>
          <p:cNvSpPr txBox="1"/>
          <p:nvPr/>
        </p:nvSpPr>
        <p:spPr>
          <a:xfrm>
            <a:off x="694131" y="4307229"/>
            <a:ext cx="9816465" cy="186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725">
            <a:spAutoFit/>
          </a:bodyPr>
          <a:lstStyle/>
          <a:p>
            <a:pPr indent="-285115" lvl="0" marL="2978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Дифференцируемая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Чувствительна к выбросам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180" marR="508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Хорошо интерпретируется: насколько наша модель лучше, чем 	константное решение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18"/>
          <p:cNvGrpSpPr/>
          <p:nvPr/>
        </p:nvGrpSpPr>
        <p:grpSpPr>
          <a:xfrm>
            <a:off x="483022" y="594994"/>
            <a:ext cx="10906634" cy="3790422"/>
            <a:chOff x="483022" y="594994"/>
            <a:chExt cx="10906634" cy="3790422"/>
          </a:xfrm>
        </p:grpSpPr>
        <p:pic>
          <p:nvPicPr>
            <p:cNvPr id="458" name="Google Shape;45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3022" y="1359195"/>
              <a:ext cx="10906634" cy="3026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0560" y="1455419"/>
              <a:ext cx="10520172" cy="27188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18"/>
            <p:cNvSpPr/>
            <p:nvPr/>
          </p:nvSpPr>
          <p:spPr>
            <a:xfrm>
              <a:off x="1164336" y="1569719"/>
              <a:ext cx="9820910" cy="2374900"/>
            </a:xfrm>
            <a:custGeom>
              <a:rect b="b" l="l" r="r" t="t"/>
              <a:pathLst>
                <a:path extrusionOk="0" h="2374900" w="9820910">
                  <a:moveTo>
                    <a:pt x="9532620" y="1668780"/>
                  </a:moveTo>
                  <a:lnTo>
                    <a:pt x="0" y="1668780"/>
                  </a:lnTo>
                  <a:lnTo>
                    <a:pt x="0" y="2374392"/>
                  </a:lnTo>
                  <a:lnTo>
                    <a:pt x="9532620" y="2374392"/>
                  </a:lnTo>
                  <a:lnTo>
                    <a:pt x="9532620" y="1668780"/>
                  </a:lnTo>
                  <a:close/>
                </a:path>
                <a:path extrusionOk="0" h="2374900" w="9820910">
                  <a:moveTo>
                    <a:pt x="9820656" y="0"/>
                  </a:moveTo>
                  <a:lnTo>
                    <a:pt x="288036" y="0"/>
                  </a:lnTo>
                  <a:lnTo>
                    <a:pt x="288036" y="422148"/>
                  </a:lnTo>
                  <a:lnTo>
                    <a:pt x="9820656" y="422148"/>
                  </a:lnTo>
                  <a:lnTo>
                    <a:pt x="9820656" y="0"/>
                  </a:lnTo>
                  <a:close/>
                </a:path>
              </a:pathLst>
            </a:custGeom>
            <a:solidFill>
              <a:srgbClr val="ECFA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1" name="Google Shape;461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8977" y="594994"/>
              <a:ext cx="2143760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45385" y="594994"/>
              <a:ext cx="765810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3" name="Google Shape;463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55925" y="594994"/>
              <a:ext cx="2139696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45817" y="1717497"/>
              <a:ext cx="3458336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14310" y="1734007"/>
              <a:ext cx="3562604" cy="3188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18"/>
            <p:cNvSpPr/>
            <p:nvPr/>
          </p:nvSpPr>
          <p:spPr>
            <a:xfrm>
              <a:off x="1604772" y="1722119"/>
              <a:ext cx="9532620" cy="422275"/>
            </a:xfrm>
            <a:custGeom>
              <a:rect b="b" l="l" r="r" t="t"/>
              <a:pathLst>
                <a:path extrusionOk="0" h="422275" w="9532620">
                  <a:moveTo>
                    <a:pt x="953262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9532620" y="422148"/>
                  </a:lnTo>
                  <a:lnTo>
                    <a:pt x="9532620" y="0"/>
                  </a:lnTo>
                  <a:close/>
                </a:path>
              </a:pathLst>
            </a:custGeom>
            <a:solidFill>
              <a:srgbClr val="ECFA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836676" y="3206496"/>
              <a:ext cx="10200640" cy="847725"/>
            </a:xfrm>
            <a:custGeom>
              <a:rect b="b" l="l" r="r" t="t"/>
              <a:pathLst>
                <a:path extrusionOk="0" h="847725" w="10200640">
                  <a:moveTo>
                    <a:pt x="10058908" y="0"/>
                  </a:moveTo>
                  <a:lnTo>
                    <a:pt x="141224" y="0"/>
                  </a:lnTo>
                  <a:lnTo>
                    <a:pt x="96588" y="7201"/>
                  </a:lnTo>
                  <a:lnTo>
                    <a:pt x="57821" y="27253"/>
                  </a:lnTo>
                  <a:lnTo>
                    <a:pt x="27249" y="57826"/>
                  </a:lnTo>
                  <a:lnTo>
                    <a:pt x="7200" y="96593"/>
                  </a:lnTo>
                  <a:lnTo>
                    <a:pt x="0" y="141224"/>
                  </a:lnTo>
                  <a:lnTo>
                    <a:pt x="0" y="706119"/>
                  </a:lnTo>
                  <a:lnTo>
                    <a:pt x="7200" y="750750"/>
                  </a:lnTo>
                  <a:lnTo>
                    <a:pt x="27249" y="789517"/>
                  </a:lnTo>
                  <a:lnTo>
                    <a:pt x="57821" y="820090"/>
                  </a:lnTo>
                  <a:lnTo>
                    <a:pt x="96588" y="840142"/>
                  </a:lnTo>
                  <a:lnTo>
                    <a:pt x="141224" y="847343"/>
                  </a:lnTo>
                  <a:lnTo>
                    <a:pt x="10058908" y="847343"/>
                  </a:lnTo>
                  <a:lnTo>
                    <a:pt x="10103538" y="840142"/>
                  </a:lnTo>
                  <a:lnTo>
                    <a:pt x="10142305" y="820090"/>
                  </a:lnTo>
                  <a:lnTo>
                    <a:pt x="10172878" y="789517"/>
                  </a:lnTo>
                  <a:lnTo>
                    <a:pt x="10192930" y="750750"/>
                  </a:lnTo>
                  <a:lnTo>
                    <a:pt x="10200132" y="706119"/>
                  </a:lnTo>
                  <a:lnTo>
                    <a:pt x="10200132" y="141224"/>
                  </a:lnTo>
                  <a:lnTo>
                    <a:pt x="10192930" y="96593"/>
                  </a:lnTo>
                  <a:lnTo>
                    <a:pt x="10172878" y="57826"/>
                  </a:lnTo>
                  <a:lnTo>
                    <a:pt x="10142305" y="27253"/>
                  </a:lnTo>
                  <a:lnTo>
                    <a:pt x="10103538" y="7201"/>
                  </a:lnTo>
                  <a:lnTo>
                    <a:pt x="10058908" y="0"/>
                  </a:lnTo>
                  <a:close/>
                </a:path>
              </a:pathLst>
            </a:cu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8" name="Google Shape;468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059301" y="3322319"/>
              <a:ext cx="4225162" cy="2865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835530" y="3723386"/>
              <a:ext cx="2262250" cy="252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984625" y="3723386"/>
              <a:ext cx="844727" cy="252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1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519416" y="3723386"/>
              <a:ext cx="2233422" cy="252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1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640823" y="3723386"/>
              <a:ext cx="845083" cy="2529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3" name="Google Shape;473;p18"/>
          <p:cNvSpPr txBox="1"/>
          <p:nvPr/>
        </p:nvSpPr>
        <p:spPr>
          <a:xfrm>
            <a:off x="694131" y="4461509"/>
            <a:ext cx="8155305" cy="178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5115" lvl="0" marL="297180" marR="116141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Присваивают большой вес абсолютно более 	маленьким объектам =&gt; смещены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Нечувствительны к выбросам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115" lvl="0" marL="297815" marR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0077FF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Хорошо интерпретируются: относительный прирост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8" name="Google Shape;478;p19"/>
          <p:cNvGraphicFramePr/>
          <p:nvPr/>
        </p:nvGraphicFramePr>
        <p:xfrm>
          <a:off x="1441513" y="14638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{74D2948A-BE8B-4DB4-A467-5794DFDA2758}</a:tableStyleId>
              </a:tblPr>
              <a:tblGrid>
                <a:gridCol w="2496175"/>
                <a:gridCol w="2531750"/>
                <a:gridCol w="2525400"/>
                <a:gridCol w="2525400"/>
              </a:tblGrid>
              <a:tr h="1183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Аномальные значения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11836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Учитываем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Не учитываем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76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(выбросы)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88275" marB="0" marR="0" marL="0">
                    <a:lnL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36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18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8255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Интерпретируемость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82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Важна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RMSE, R-квадрат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MSPE, MAPE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3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Не важна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MSE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MAE</a:t>
                      </a:r>
                      <a:endParaRPr sz="16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77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9" name="Google Shape;4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77" y="594994"/>
            <a:ext cx="2809747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20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485" name="Google Shape;485;p20"/>
            <p:cNvSpPr/>
            <p:nvPr/>
          </p:nvSpPr>
          <p:spPr>
            <a:xfrm>
              <a:off x="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0" y="6858000"/>
                  </a:moveTo>
                  <a:lnTo>
                    <a:pt x="6096000" y="68580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6" name="Google Shape;48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20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8" name="Google Shape;48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20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2" name="Google Shape;492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5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20"/>
            <p:cNvSpPr/>
            <p:nvPr/>
          </p:nvSpPr>
          <p:spPr>
            <a:xfrm>
              <a:off x="665196" y="5714027"/>
              <a:ext cx="485140" cy="481965"/>
            </a:xfrm>
            <a:custGeom>
              <a:rect b="b" l="l" r="r" t="t"/>
              <a:pathLst>
                <a:path extrusionOk="0" h="481964" w="485140">
                  <a:moveTo>
                    <a:pt x="252123" y="0"/>
                  </a:moveTo>
                  <a:lnTo>
                    <a:pt x="232688" y="0"/>
                  </a:lnTo>
                  <a:lnTo>
                    <a:pt x="160006" y="529"/>
                  </a:lnTo>
                  <a:lnTo>
                    <a:pt x="104735" y="4232"/>
                  </a:lnTo>
                  <a:lnTo>
                    <a:pt x="63673" y="14285"/>
                  </a:lnTo>
                  <a:lnTo>
                    <a:pt x="13875" y="63639"/>
                  </a:lnTo>
                  <a:lnTo>
                    <a:pt x="3735" y="104326"/>
                  </a:lnTo>
                  <a:lnTo>
                    <a:pt x="0" y="159095"/>
                  </a:lnTo>
                  <a:lnTo>
                    <a:pt x="0" y="322399"/>
                  </a:lnTo>
                  <a:lnTo>
                    <a:pt x="3735" y="377169"/>
                  </a:lnTo>
                  <a:lnTo>
                    <a:pt x="13875" y="417857"/>
                  </a:lnTo>
                  <a:lnTo>
                    <a:pt x="63674" y="467202"/>
                  </a:lnTo>
                  <a:lnTo>
                    <a:pt x="104735" y="477250"/>
                  </a:lnTo>
                  <a:lnTo>
                    <a:pt x="160006" y="480951"/>
                  </a:lnTo>
                  <a:lnTo>
                    <a:pt x="232688" y="481480"/>
                  </a:lnTo>
                  <a:lnTo>
                    <a:pt x="252123" y="481480"/>
                  </a:lnTo>
                  <a:lnTo>
                    <a:pt x="324807" y="480951"/>
                  </a:lnTo>
                  <a:lnTo>
                    <a:pt x="380078" y="477250"/>
                  </a:lnTo>
                  <a:lnTo>
                    <a:pt x="421140" y="467202"/>
                  </a:lnTo>
                  <a:lnTo>
                    <a:pt x="470951" y="417857"/>
                  </a:lnTo>
                  <a:lnTo>
                    <a:pt x="481096" y="377169"/>
                  </a:lnTo>
                  <a:lnTo>
                    <a:pt x="483164" y="346873"/>
                  </a:lnTo>
                  <a:lnTo>
                    <a:pt x="257996" y="346873"/>
                  </a:lnTo>
                  <a:lnTo>
                    <a:pt x="213485" y="342340"/>
                  </a:lnTo>
                  <a:lnTo>
                    <a:pt x="175027" y="329038"/>
                  </a:lnTo>
                  <a:lnTo>
                    <a:pt x="142848" y="307409"/>
                  </a:lnTo>
                  <a:lnTo>
                    <a:pt x="117176" y="277894"/>
                  </a:lnTo>
                  <a:lnTo>
                    <a:pt x="98235" y="240936"/>
                  </a:lnTo>
                  <a:lnTo>
                    <a:pt x="86253" y="196978"/>
                  </a:lnTo>
                  <a:lnTo>
                    <a:pt x="81457" y="146461"/>
                  </a:lnTo>
                  <a:lnTo>
                    <a:pt x="483972" y="146461"/>
                  </a:lnTo>
                  <a:lnTo>
                    <a:pt x="481096" y="104326"/>
                  </a:lnTo>
                  <a:lnTo>
                    <a:pt x="470951" y="63639"/>
                  </a:lnTo>
                  <a:lnTo>
                    <a:pt x="421140" y="14285"/>
                  </a:lnTo>
                  <a:lnTo>
                    <a:pt x="380078" y="4232"/>
                  </a:lnTo>
                  <a:lnTo>
                    <a:pt x="324807" y="529"/>
                  </a:lnTo>
                  <a:lnTo>
                    <a:pt x="252123" y="0"/>
                  </a:lnTo>
                  <a:close/>
                </a:path>
                <a:path extrusionOk="0" h="481964" w="485140">
                  <a:moveTo>
                    <a:pt x="264272" y="275252"/>
                  </a:moveTo>
                  <a:lnTo>
                    <a:pt x="264272" y="346873"/>
                  </a:lnTo>
                  <a:lnTo>
                    <a:pt x="348085" y="346873"/>
                  </a:lnTo>
                  <a:lnTo>
                    <a:pt x="335501" y="320166"/>
                  </a:lnTo>
                  <a:lnTo>
                    <a:pt x="316807" y="298273"/>
                  </a:lnTo>
                  <a:lnTo>
                    <a:pt x="292799" y="282775"/>
                  </a:lnTo>
                  <a:lnTo>
                    <a:pt x="264272" y="275252"/>
                  </a:lnTo>
                  <a:close/>
                </a:path>
                <a:path extrusionOk="0" h="481964" w="485140">
                  <a:moveTo>
                    <a:pt x="483972" y="146461"/>
                  </a:moveTo>
                  <a:lnTo>
                    <a:pt x="393432" y="146461"/>
                  </a:lnTo>
                  <a:lnTo>
                    <a:pt x="382301" y="180633"/>
                  </a:lnTo>
                  <a:lnTo>
                    <a:pt x="364356" y="209201"/>
                  </a:lnTo>
                  <a:lnTo>
                    <a:pt x="343185" y="231375"/>
                  </a:lnTo>
                  <a:lnTo>
                    <a:pt x="322374" y="246363"/>
                  </a:lnTo>
                  <a:lnTo>
                    <a:pt x="344087" y="259134"/>
                  </a:lnTo>
                  <a:lnTo>
                    <a:pt x="367774" y="279767"/>
                  </a:lnTo>
                  <a:lnTo>
                    <a:pt x="389563" y="308825"/>
                  </a:lnTo>
                  <a:lnTo>
                    <a:pt x="405582" y="346873"/>
                  </a:lnTo>
                  <a:lnTo>
                    <a:pt x="483164" y="346873"/>
                  </a:lnTo>
                  <a:lnTo>
                    <a:pt x="484834" y="322399"/>
                  </a:lnTo>
                  <a:lnTo>
                    <a:pt x="484834" y="159095"/>
                  </a:lnTo>
                  <a:lnTo>
                    <a:pt x="483972" y="146461"/>
                  </a:lnTo>
                  <a:close/>
                </a:path>
                <a:path extrusionOk="0" h="481964" w="485140">
                  <a:moveTo>
                    <a:pt x="212039" y="146461"/>
                  </a:moveTo>
                  <a:lnTo>
                    <a:pt x="136932" y="146461"/>
                  </a:lnTo>
                  <a:lnTo>
                    <a:pt x="144880" y="205785"/>
                  </a:lnTo>
                  <a:lnTo>
                    <a:pt x="163021" y="247318"/>
                  </a:lnTo>
                  <a:lnTo>
                    <a:pt x="186894" y="273128"/>
                  </a:lnTo>
                  <a:lnTo>
                    <a:pt x="212039" y="285283"/>
                  </a:lnTo>
                  <a:lnTo>
                    <a:pt x="212039" y="146461"/>
                  </a:lnTo>
                  <a:close/>
                </a:path>
                <a:path extrusionOk="0" h="481964" w="485140">
                  <a:moveTo>
                    <a:pt x="341199" y="146461"/>
                  </a:moveTo>
                  <a:lnTo>
                    <a:pt x="264272" y="146461"/>
                  </a:lnTo>
                  <a:lnTo>
                    <a:pt x="264272" y="225701"/>
                  </a:lnTo>
                  <a:lnTo>
                    <a:pt x="288192" y="217468"/>
                  </a:lnTo>
                  <a:lnTo>
                    <a:pt x="310479" y="199698"/>
                  </a:lnTo>
                  <a:lnTo>
                    <a:pt x="328894" y="175120"/>
                  </a:lnTo>
                  <a:lnTo>
                    <a:pt x="341199" y="146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5" name="Google Shape;495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8977" y="536448"/>
              <a:ext cx="2485771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58977" y="1267663"/>
              <a:ext cx="4953889" cy="762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7" name="Google Shape;497;p20"/>
          <p:cNvSpPr txBox="1"/>
          <p:nvPr/>
        </p:nvSpPr>
        <p:spPr>
          <a:xfrm>
            <a:off x="0" y="2801111"/>
            <a:ext cx="6096000" cy="1257300"/>
          </a:xfrm>
          <a:prstGeom prst="rect">
            <a:avLst/>
          </a:pr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9135" marR="885825" rtl="0" algn="l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your binary classification model outputs 0.5</a:t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98" name="Google Shape;498;p20"/>
          <p:cNvGrpSpPr/>
          <p:nvPr/>
        </p:nvGrpSpPr>
        <p:grpSpPr>
          <a:xfrm>
            <a:off x="6096000" y="-1"/>
            <a:ext cx="6096000" cy="6858001"/>
            <a:chOff x="6096000" y="-1"/>
            <a:chExt cx="6096000" cy="6858001"/>
          </a:xfrm>
        </p:grpSpPr>
        <p:pic>
          <p:nvPicPr>
            <p:cNvPr id="499" name="Google Shape;499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096000" y="-1"/>
              <a:ext cx="6096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20"/>
            <p:cNvSpPr/>
            <p:nvPr/>
          </p:nvSpPr>
          <p:spPr>
            <a:xfrm>
              <a:off x="609600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>
                <a:alpha val="313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505;p21"/>
          <p:cNvGrpSpPr/>
          <p:nvPr/>
        </p:nvGrpSpPr>
        <p:grpSpPr>
          <a:xfrm>
            <a:off x="233124" y="4649463"/>
            <a:ext cx="10915744" cy="1750685"/>
            <a:chOff x="233124" y="4649463"/>
            <a:chExt cx="10915744" cy="1750685"/>
          </a:xfrm>
        </p:grpSpPr>
        <p:pic>
          <p:nvPicPr>
            <p:cNvPr id="506" name="Google Shape;50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124" y="4649463"/>
              <a:ext cx="10915744" cy="17506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21"/>
            <p:cNvSpPr/>
            <p:nvPr/>
          </p:nvSpPr>
          <p:spPr>
            <a:xfrm>
              <a:off x="420624" y="4745735"/>
              <a:ext cx="10552430" cy="1455420"/>
            </a:xfrm>
            <a:custGeom>
              <a:rect b="b" l="l" r="r" t="t"/>
              <a:pathLst>
                <a:path extrusionOk="0" h="1455420" w="10552430">
                  <a:moveTo>
                    <a:pt x="10483723" y="0"/>
                  </a:moveTo>
                  <a:lnTo>
                    <a:pt x="68465" y="0"/>
                  </a:lnTo>
                  <a:lnTo>
                    <a:pt x="41817" y="5373"/>
                  </a:lnTo>
                  <a:lnTo>
                    <a:pt x="20054" y="20034"/>
                  </a:lnTo>
                  <a:lnTo>
                    <a:pt x="5381" y="41790"/>
                  </a:lnTo>
                  <a:lnTo>
                    <a:pt x="0" y="68452"/>
                  </a:lnTo>
                  <a:lnTo>
                    <a:pt x="0" y="1386954"/>
                  </a:lnTo>
                  <a:lnTo>
                    <a:pt x="5381" y="1413602"/>
                  </a:lnTo>
                  <a:lnTo>
                    <a:pt x="20054" y="1435365"/>
                  </a:lnTo>
                  <a:lnTo>
                    <a:pt x="41817" y="1450038"/>
                  </a:lnTo>
                  <a:lnTo>
                    <a:pt x="68465" y="1455420"/>
                  </a:lnTo>
                  <a:lnTo>
                    <a:pt x="10483723" y="1455420"/>
                  </a:lnTo>
                  <a:lnTo>
                    <a:pt x="10510385" y="1450038"/>
                  </a:lnTo>
                  <a:lnTo>
                    <a:pt x="10532141" y="1435365"/>
                  </a:lnTo>
                  <a:lnTo>
                    <a:pt x="10546802" y="1413602"/>
                  </a:lnTo>
                  <a:lnTo>
                    <a:pt x="10552176" y="1386954"/>
                  </a:lnTo>
                  <a:lnTo>
                    <a:pt x="10552176" y="68452"/>
                  </a:lnTo>
                  <a:lnTo>
                    <a:pt x="10546802" y="41790"/>
                  </a:lnTo>
                  <a:lnTo>
                    <a:pt x="10532141" y="20034"/>
                  </a:lnTo>
                  <a:lnTo>
                    <a:pt x="10510385" y="5373"/>
                  </a:lnTo>
                  <a:lnTo>
                    <a:pt x="10483723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8" name="Google Shape;5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77" y="594994"/>
            <a:ext cx="300583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1"/>
          <p:cNvSpPr txBox="1"/>
          <p:nvPr/>
        </p:nvSpPr>
        <p:spPr>
          <a:xfrm>
            <a:off x="694131" y="5070043"/>
            <a:ext cx="9602470" cy="830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= np.array([1, 1, 1, 2, 1, 1, 1, 2]) – какое лучшее константное предсказание?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descr="$PPTXTitle" id="510" name="Google Shape;510;p21"/>
          <p:cNvSpPr txBox="1"/>
          <p:nvPr>
            <p:ph type="title"/>
          </p:nvPr>
        </p:nvSpPr>
        <p:spPr>
          <a:xfrm>
            <a:off x="6299708" y="2998089"/>
            <a:ext cx="532892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>
                <a:solidFill>
                  <a:srgbClr val="000000"/>
                </a:solidFill>
              </a:rPr>
              <a:t>-	доля правильных предсказаний</a:t>
            </a:r>
            <a:endParaRPr/>
          </a:p>
        </p:txBody>
      </p:sp>
      <p:pic>
        <p:nvPicPr>
          <p:cNvPr id="511" name="Google Shape;5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263" y="2443464"/>
            <a:ext cx="5232400" cy="137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22"/>
          <p:cNvGrpSpPr/>
          <p:nvPr/>
        </p:nvGrpSpPr>
        <p:grpSpPr>
          <a:xfrm>
            <a:off x="233124" y="4649463"/>
            <a:ext cx="10915744" cy="1750685"/>
            <a:chOff x="233124" y="4649463"/>
            <a:chExt cx="10915744" cy="1750685"/>
          </a:xfrm>
        </p:grpSpPr>
        <p:pic>
          <p:nvPicPr>
            <p:cNvPr id="517" name="Google Shape;517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124" y="4649463"/>
              <a:ext cx="10915744" cy="17506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22"/>
            <p:cNvSpPr/>
            <p:nvPr/>
          </p:nvSpPr>
          <p:spPr>
            <a:xfrm>
              <a:off x="420624" y="4745735"/>
              <a:ext cx="10552430" cy="1455420"/>
            </a:xfrm>
            <a:custGeom>
              <a:rect b="b" l="l" r="r" t="t"/>
              <a:pathLst>
                <a:path extrusionOk="0" h="1455420" w="10552430">
                  <a:moveTo>
                    <a:pt x="10483723" y="0"/>
                  </a:moveTo>
                  <a:lnTo>
                    <a:pt x="68465" y="0"/>
                  </a:lnTo>
                  <a:lnTo>
                    <a:pt x="41817" y="5373"/>
                  </a:lnTo>
                  <a:lnTo>
                    <a:pt x="20054" y="20034"/>
                  </a:lnTo>
                  <a:lnTo>
                    <a:pt x="5381" y="41790"/>
                  </a:lnTo>
                  <a:lnTo>
                    <a:pt x="0" y="68452"/>
                  </a:lnTo>
                  <a:lnTo>
                    <a:pt x="0" y="1386954"/>
                  </a:lnTo>
                  <a:lnTo>
                    <a:pt x="5381" y="1413602"/>
                  </a:lnTo>
                  <a:lnTo>
                    <a:pt x="20054" y="1435365"/>
                  </a:lnTo>
                  <a:lnTo>
                    <a:pt x="41817" y="1450038"/>
                  </a:lnTo>
                  <a:lnTo>
                    <a:pt x="68465" y="1455420"/>
                  </a:lnTo>
                  <a:lnTo>
                    <a:pt x="10483723" y="1455420"/>
                  </a:lnTo>
                  <a:lnTo>
                    <a:pt x="10510385" y="1450038"/>
                  </a:lnTo>
                  <a:lnTo>
                    <a:pt x="10532141" y="1435365"/>
                  </a:lnTo>
                  <a:lnTo>
                    <a:pt x="10546802" y="1413602"/>
                  </a:lnTo>
                  <a:lnTo>
                    <a:pt x="10552176" y="1386954"/>
                  </a:lnTo>
                  <a:lnTo>
                    <a:pt x="10552176" y="68452"/>
                  </a:lnTo>
                  <a:lnTo>
                    <a:pt x="10546802" y="41790"/>
                  </a:lnTo>
                  <a:lnTo>
                    <a:pt x="10532141" y="20034"/>
                  </a:lnTo>
                  <a:lnTo>
                    <a:pt x="10510385" y="5373"/>
                  </a:lnTo>
                  <a:lnTo>
                    <a:pt x="10483723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9" name="Google Shape;5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77" y="594994"/>
            <a:ext cx="3033268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263" y="2443464"/>
            <a:ext cx="5232400" cy="1371187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521" name="Google Shape;521;p22"/>
          <p:cNvSpPr txBox="1"/>
          <p:nvPr>
            <p:ph type="title"/>
          </p:nvPr>
        </p:nvSpPr>
        <p:spPr>
          <a:xfrm>
            <a:off x="5940678" y="2891408"/>
            <a:ext cx="5505450" cy="830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3535" lvl="0" marL="3556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>
                <a:solidFill>
                  <a:srgbClr val="000000"/>
                </a:solidFill>
              </a:rPr>
              <a:t>-  ОЧЕНЬ большая чувствительность к дисбалансу классов</a:t>
            </a:r>
            <a:endParaRPr/>
          </a:p>
        </p:txBody>
      </p:sp>
      <p:sp>
        <p:nvSpPr>
          <p:cNvPr id="522" name="Google Shape;522;p22"/>
          <p:cNvSpPr txBox="1"/>
          <p:nvPr/>
        </p:nvSpPr>
        <p:spPr>
          <a:xfrm>
            <a:off x="821537" y="5268544"/>
            <a:ext cx="928687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Оптимальное статичное решение – самый популярный класс.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77" y="594994"/>
            <a:ext cx="5130419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8" name="Google Shape;528;p23"/>
          <p:cNvGrpSpPr/>
          <p:nvPr/>
        </p:nvGrpSpPr>
        <p:grpSpPr>
          <a:xfrm>
            <a:off x="3026420" y="2108757"/>
            <a:ext cx="5888621" cy="4226510"/>
            <a:chOff x="3026420" y="2108757"/>
            <a:chExt cx="5888621" cy="4226510"/>
          </a:xfrm>
        </p:grpSpPr>
        <p:pic>
          <p:nvPicPr>
            <p:cNvPr id="529" name="Google Shape;529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26420" y="2108757"/>
              <a:ext cx="5888621" cy="42265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78807" y="2930652"/>
              <a:ext cx="601979" cy="2011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" name="Google Shape;531;p23"/>
            <p:cNvSpPr/>
            <p:nvPr/>
          </p:nvSpPr>
          <p:spPr>
            <a:xfrm>
              <a:off x="3504691" y="2280792"/>
              <a:ext cx="1007110" cy="659765"/>
            </a:xfrm>
            <a:custGeom>
              <a:rect b="b" l="l" r="r" t="t"/>
              <a:pathLst>
                <a:path extrusionOk="0" h="659764" w="1007110">
                  <a:moveTo>
                    <a:pt x="954628" y="584043"/>
                  </a:moveTo>
                  <a:lnTo>
                    <a:pt x="929386" y="586867"/>
                  </a:lnTo>
                  <a:lnTo>
                    <a:pt x="976630" y="659765"/>
                  </a:lnTo>
                  <a:lnTo>
                    <a:pt x="999599" y="597281"/>
                  </a:lnTo>
                  <a:lnTo>
                    <a:pt x="956563" y="597281"/>
                  </a:lnTo>
                  <a:lnTo>
                    <a:pt x="954628" y="584043"/>
                  </a:lnTo>
                  <a:close/>
                </a:path>
                <a:path extrusionOk="0" h="659764" w="1007110">
                  <a:moveTo>
                    <a:pt x="980351" y="581166"/>
                  </a:moveTo>
                  <a:lnTo>
                    <a:pt x="954628" y="584043"/>
                  </a:lnTo>
                  <a:lnTo>
                    <a:pt x="956563" y="597281"/>
                  </a:lnTo>
                  <a:lnTo>
                    <a:pt x="982218" y="593471"/>
                  </a:lnTo>
                  <a:lnTo>
                    <a:pt x="980351" y="581166"/>
                  </a:lnTo>
                  <a:close/>
                </a:path>
                <a:path extrusionOk="0" h="659764" w="1007110">
                  <a:moveTo>
                    <a:pt x="1006602" y="578231"/>
                  </a:moveTo>
                  <a:lnTo>
                    <a:pt x="980351" y="581166"/>
                  </a:lnTo>
                  <a:lnTo>
                    <a:pt x="982218" y="593471"/>
                  </a:lnTo>
                  <a:lnTo>
                    <a:pt x="956563" y="597281"/>
                  </a:lnTo>
                  <a:lnTo>
                    <a:pt x="999599" y="597281"/>
                  </a:lnTo>
                  <a:lnTo>
                    <a:pt x="1006602" y="578231"/>
                  </a:lnTo>
                  <a:close/>
                </a:path>
                <a:path extrusionOk="0" h="659764" w="1007110">
                  <a:moveTo>
                    <a:pt x="979501" y="575564"/>
                  </a:moveTo>
                  <a:lnTo>
                    <a:pt x="953388" y="575564"/>
                  </a:lnTo>
                  <a:lnTo>
                    <a:pt x="954628" y="584043"/>
                  </a:lnTo>
                  <a:lnTo>
                    <a:pt x="980351" y="581166"/>
                  </a:lnTo>
                  <a:lnTo>
                    <a:pt x="979501" y="575564"/>
                  </a:lnTo>
                  <a:close/>
                </a:path>
                <a:path extrusionOk="0" h="659764" w="1007110">
                  <a:moveTo>
                    <a:pt x="429462" y="124713"/>
                  </a:moveTo>
                  <a:lnTo>
                    <a:pt x="474906" y="142048"/>
                  </a:lnTo>
                  <a:lnTo>
                    <a:pt x="514734" y="158799"/>
                  </a:lnTo>
                  <a:lnTo>
                    <a:pt x="554880" y="177000"/>
                  </a:lnTo>
                  <a:lnTo>
                    <a:pt x="555114" y="177162"/>
                  </a:lnTo>
                  <a:lnTo>
                    <a:pt x="593849" y="196400"/>
                  </a:lnTo>
                  <a:lnTo>
                    <a:pt x="629503" y="215657"/>
                  </a:lnTo>
                  <a:lnTo>
                    <a:pt x="663418" y="235461"/>
                  </a:lnTo>
                  <a:lnTo>
                    <a:pt x="695949" y="256153"/>
                  </a:lnTo>
                  <a:lnTo>
                    <a:pt x="695812" y="256153"/>
                  </a:lnTo>
                  <a:lnTo>
                    <a:pt x="726535" y="277458"/>
                  </a:lnTo>
                  <a:lnTo>
                    <a:pt x="757155" y="300505"/>
                  </a:lnTo>
                  <a:lnTo>
                    <a:pt x="809115" y="345499"/>
                  </a:lnTo>
                  <a:lnTo>
                    <a:pt x="809186" y="345651"/>
                  </a:lnTo>
                  <a:lnTo>
                    <a:pt x="833120" y="369570"/>
                  </a:lnTo>
                  <a:lnTo>
                    <a:pt x="855430" y="394255"/>
                  </a:lnTo>
                  <a:lnTo>
                    <a:pt x="855894" y="394789"/>
                  </a:lnTo>
                  <a:lnTo>
                    <a:pt x="875169" y="418585"/>
                  </a:lnTo>
                  <a:lnTo>
                    <a:pt x="875236" y="418798"/>
                  </a:lnTo>
                  <a:lnTo>
                    <a:pt x="875778" y="419340"/>
                  </a:lnTo>
                  <a:lnTo>
                    <a:pt x="875638" y="419340"/>
                  </a:lnTo>
                  <a:lnTo>
                    <a:pt x="893719" y="444585"/>
                  </a:lnTo>
                  <a:lnTo>
                    <a:pt x="893980" y="444974"/>
                  </a:lnTo>
                  <a:lnTo>
                    <a:pt x="909409" y="469467"/>
                  </a:lnTo>
                  <a:lnTo>
                    <a:pt x="923671" y="495935"/>
                  </a:lnTo>
                  <a:lnTo>
                    <a:pt x="931428" y="512953"/>
                  </a:lnTo>
                  <a:lnTo>
                    <a:pt x="935736" y="522351"/>
                  </a:lnTo>
                  <a:lnTo>
                    <a:pt x="945474" y="548562"/>
                  </a:lnTo>
                  <a:lnTo>
                    <a:pt x="953643" y="577215"/>
                  </a:lnTo>
                  <a:lnTo>
                    <a:pt x="953388" y="575564"/>
                  </a:lnTo>
                  <a:lnTo>
                    <a:pt x="979501" y="575564"/>
                  </a:lnTo>
                  <a:lnTo>
                    <a:pt x="978788" y="570865"/>
                  </a:lnTo>
                  <a:lnTo>
                    <a:pt x="959866" y="512953"/>
                  </a:lnTo>
                  <a:lnTo>
                    <a:pt x="932180" y="457073"/>
                  </a:lnTo>
                  <a:lnTo>
                    <a:pt x="907532" y="419340"/>
                  </a:lnTo>
                  <a:lnTo>
                    <a:pt x="875778" y="419340"/>
                  </a:lnTo>
                  <a:lnTo>
                    <a:pt x="875342" y="418798"/>
                  </a:lnTo>
                  <a:lnTo>
                    <a:pt x="907145" y="418798"/>
                  </a:lnTo>
                  <a:lnTo>
                    <a:pt x="896112" y="403352"/>
                  </a:lnTo>
                  <a:lnTo>
                    <a:pt x="852170" y="351917"/>
                  </a:lnTo>
                  <a:lnTo>
                    <a:pt x="800608" y="302895"/>
                  </a:lnTo>
                  <a:lnTo>
                    <a:pt x="741934" y="256540"/>
                  </a:lnTo>
                  <a:lnTo>
                    <a:pt x="741376" y="256153"/>
                  </a:lnTo>
                  <a:lnTo>
                    <a:pt x="695949" y="256153"/>
                  </a:lnTo>
                  <a:lnTo>
                    <a:pt x="695353" y="255855"/>
                  </a:lnTo>
                  <a:lnTo>
                    <a:pt x="740947" y="255855"/>
                  </a:lnTo>
                  <a:lnTo>
                    <a:pt x="710057" y="234442"/>
                  </a:lnTo>
                  <a:lnTo>
                    <a:pt x="676529" y="213106"/>
                  </a:lnTo>
                  <a:lnTo>
                    <a:pt x="641223" y="192532"/>
                  </a:lnTo>
                  <a:lnTo>
                    <a:pt x="604393" y="172720"/>
                  </a:lnTo>
                  <a:lnTo>
                    <a:pt x="566166" y="153670"/>
                  </a:lnTo>
                  <a:lnTo>
                    <a:pt x="526288" y="135509"/>
                  </a:lnTo>
                  <a:lnTo>
                    <a:pt x="504570" y="126364"/>
                  </a:lnTo>
                  <a:lnTo>
                    <a:pt x="434195" y="126364"/>
                  </a:lnTo>
                  <a:lnTo>
                    <a:pt x="429462" y="124713"/>
                  </a:lnTo>
                  <a:close/>
                </a:path>
                <a:path extrusionOk="0" h="659764" w="1007110">
                  <a:moveTo>
                    <a:pt x="726657" y="277458"/>
                  </a:moveTo>
                  <a:lnTo>
                    <a:pt x="726529" y="277458"/>
                  </a:lnTo>
                  <a:lnTo>
                    <a:pt x="728487" y="278816"/>
                  </a:lnTo>
                  <a:lnTo>
                    <a:pt x="726992" y="277689"/>
                  </a:lnTo>
                  <a:lnTo>
                    <a:pt x="726657" y="277458"/>
                  </a:lnTo>
                  <a:close/>
                </a:path>
                <a:path extrusionOk="0" h="659764" w="1007110">
                  <a:moveTo>
                    <a:pt x="694251" y="255072"/>
                  </a:moveTo>
                  <a:lnTo>
                    <a:pt x="695353" y="255855"/>
                  </a:lnTo>
                  <a:lnTo>
                    <a:pt x="695949" y="256153"/>
                  </a:lnTo>
                  <a:lnTo>
                    <a:pt x="694246" y="255072"/>
                  </a:lnTo>
                  <a:close/>
                </a:path>
                <a:path extrusionOk="0" h="659764" w="1007110">
                  <a:moveTo>
                    <a:pt x="553805" y="176513"/>
                  </a:moveTo>
                  <a:lnTo>
                    <a:pt x="554749" y="177000"/>
                  </a:lnTo>
                  <a:lnTo>
                    <a:pt x="555236" y="177162"/>
                  </a:lnTo>
                  <a:lnTo>
                    <a:pt x="553803" y="176513"/>
                  </a:lnTo>
                  <a:close/>
                </a:path>
                <a:path extrusionOk="0" h="659764" w="1007110">
                  <a:moveTo>
                    <a:pt x="201084" y="59218"/>
                  </a:moveTo>
                  <a:lnTo>
                    <a:pt x="253899" y="71459"/>
                  </a:lnTo>
                  <a:lnTo>
                    <a:pt x="299966" y="83517"/>
                  </a:lnTo>
                  <a:lnTo>
                    <a:pt x="346140" y="96956"/>
                  </a:lnTo>
                  <a:lnTo>
                    <a:pt x="390506" y="111125"/>
                  </a:lnTo>
                  <a:lnTo>
                    <a:pt x="434195" y="126364"/>
                  </a:lnTo>
                  <a:lnTo>
                    <a:pt x="504570" y="126364"/>
                  </a:lnTo>
                  <a:lnTo>
                    <a:pt x="442595" y="101854"/>
                  </a:lnTo>
                  <a:lnTo>
                    <a:pt x="398525" y="86487"/>
                  </a:lnTo>
                  <a:lnTo>
                    <a:pt x="353313" y="72009"/>
                  </a:lnTo>
                  <a:lnTo>
                    <a:pt x="311831" y="60027"/>
                  </a:lnTo>
                  <a:lnTo>
                    <a:pt x="205002" y="60027"/>
                  </a:lnTo>
                  <a:lnTo>
                    <a:pt x="201084" y="59218"/>
                  </a:lnTo>
                  <a:close/>
                </a:path>
                <a:path extrusionOk="0" h="659764" w="1007110">
                  <a:moveTo>
                    <a:pt x="299988" y="83517"/>
                  </a:moveTo>
                  <a:lnTo>
                    <a:pt x="299787" y="83517"/>
                  </a:lnTo>
                  <a:lnTo>
                    <a:pt x="301845" y="84057"/>
                  </a:lnTo>
                  <a:lnTo>
                    <a:pt x="299988" y="83517"/>
                  </a:lnTo>
                  <a:close/>
                </a:path>
                <a:path extrusionOk="0" h="659764" w="1007110">
                  <a:moveTo>
                    <a:pt x="51191" y="32405"/>
                  </a:moveTo>
                  <a:lnTo>
                    <a:pt x="104611" y="40584"/>
                  </a:lnTo>
                  <a:lnTo>
                    <a:pt x="155168" y="49737"/>
                  </a:lnTo>
                  <a:lnTo>
                    <a:pt x="205002" y="60027"/>
                  </a:lnTo>
                  <a:lnTo>
                    <a:pt x="311831" y="60027"/>
                  </a:lnTo>
                  <a:lnTo>
                    <a:pt x="306705" y="58547"/>
                  </a:lnTo>
                  <a:lnTo>
                    <a:pt x="258953" y="46101"/>
                  </a:lnTo>
                  <a:lnTo>
                    <a:pt x="209931" y="34671"/>
                  </a:lnTo>
                  <a:lnTo>
                    <a:pt x="200351" y="32677"/>
                  </a:lnTo>
                  <a:lnTo>
                    <a:pt x="53248" y="32677"/>
                  </a:lnTo>
                  <a:lnTo>
                    <a:pt x="51191" y="32405"/>
                  </a:lnTo>
                  <a:close/>
                </a:path>
                <a:path extrusionOk="0" h="659764" w="1007110">
                  <a:moveTo>
                    <a:pt x="155203" y="49737"/>
                  </a:moveTo>
                  <a:lnTo>
                    <a:pt x="154939" y="49737"/>
                  </a:lnTo>
                  <a:lnTo>
                    <a:pt x="157157" y="50141"/>
                  </a:lnTo>
                  <a:lnTo>
                    <a:pt x="155203" y="49737"/>
                  </a:lnTo>
                  <a:close/>
                </a:path>
                <a:path extrusionOk="0" h="659764" w="1007110">
                  <a:moveTo>
                    <a:pt x="104658" y="40584"/>
                  </a:moveTo>
                  <a:lnTo>
                    <a:pt x="104285" y="40584"/>
                  </a:lnTo>
                  <a:lnTo>
                    <a:pt x="106790" y="40970"/>
                  </a:lnTo>
                  <a:lnTo>
                    <a:pt x="104658" y="40584"/>
                  </a:lnTo>
                  <a:close/>
                </a:path>
                <a:path extrusionOk="0" h="659764" w="1007110">
                  <a:moveTo>
                    <a:pt x="3429" y="0"/>
                  </a:moveTo>
                  <a:lnTo>
                    <a:pt x="0" y="25654"/>
                  </a:lnTo>
                  <a:lnTo>
                    <a:pt x="53248" y="32677"/>
                  </a:lnTo>
                  <a:lnTo>
                    <a:pt x="200351" y="32677"/>
                  </a:lnTo>
                  <a:lnTo>
                    <a:pt x="159893" y="24257"/>
                  </a:lnTo>
                  <a:lnTo>
                    <a:pt x="108712" y="14986"/>
                  </a:lnTo>
                  <a:lnTo>
                    <a:pt x="56515" y="6985"/>
                  </a:lnTo>
                  <a:lnTo>
                    <a:pt x="342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2" name="Google Shape;532;p23"/>
          <p:cNvSpPr txBox="1"/>
          <p:nvPr/>
        </p:nvSpPr>
        <p:spPr>
          <a:xfrm>
            <a:off x="457606" y="2118105"/>
            <a:ext cx="30397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True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– совпадение ответов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33" name="Google Shape;533;p23"/>
          <p:cNvGrpSpPr/>
          <p:nvPr/>
        </p:nvGrpSpPr>
        <p:grpSpPr>
          <a:xfrm>
            <a:off x="7022592" y="4521708"/>
            <a:ext cx="2252852" cy="655320"/>
            <a:chOff x="7022592" y="4521708"/>
            <a:chExt cx="2252852" cy="655320"/>
          </a:xfrm>
        </p:grpSpPr>
        <p:pic>
          <p:nvPicPr>
            <p:cNvPr id="534" name="Google Shape;534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22592" y="4521708"/>
              <a:ext cx="911351" cy="3078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23"/>
            <p:cNvSpPr/>
            <p:nvPr/>
          </p:nvSpPr>
          <p:spPr>
            <a:xfrm>
              <a:off x="7479030" y="4822698"/>
              <a:ext cx="1796414" cy="354330"/>
            </a:xfrm>
            <a:custGeom>
              <a:rect b="b" l="l" r="r" t="t"/>
              <a:pathLst>
                <a:path extrusionOk="0" h="354329" w="1796415">
                  <a:moveTo>
                    <a:pt x="48550" y="62518"/>
                  </a:moveTo>
                  <a:lnTo>
                    <a:pt x="25159" y="74342"/>
                  </a:lnTo>
                  <a:lnTo>
                    <a:pt x="34036" y="86740"/>
                  </a:lnTo>
                  <a:lnTo>
                    <a:pt x="56896" y="104775"/>
                  </a:lnTo>
                  <a:lnTo>
                    <a:pt x="111760" y="137668"/>
                  </a:lnTo>
                  <a:lnTo>
                    <a:pt x="180594" y="168782"/>
                  </a:lnTo>
                  <a:lnTo>
                    <a:pt x="219964" y="183387"/>
                  </a:lnTo>
                  <a:lnTo>
                    <a:pt x="262636" y="197612"/>
                  </a:lnTo>
                  <a:lnTo>
                    <a:pt x="308355" y="211454"/>
                  </a:lnTo>
                  <a:lnTo>
                    <a:pt x="357785" y="224669"/>
                  </a:lnTo>
                  <a:lnTo>
                    <a:pt x="408813" y="237362"/>
                  </a:lnTo>
                  <a:lnTo>
                    <a:pt x="463296" y="249427"/>
                  </a:lnTo>
                  <a:lnTo>
                    <a:pt x="520446" y="260984"/>
                  </a:lnTo>
                  <a:lnTo>
                    <a:pt x="580136" y="272033"/>
                  </a:lnTo>
                  <a:lnTo>
                    <a:pt x="642366" y="282447"/>
                  </a:lnTo>
                  <a:lnTo>
                    <a:pt x="706881" y="292226"/>
                  </a:lnTo>
                  <a:lnTo>
                    <a:pt x="773684" y="301370"/>
                  </a:lnTo>
                  <a:lnTo>
                    <a:pt x="842645" y="309752"/>
                  </a:lnTo>
                  <a:lnTo>
                    <a:pt x="913638" y="317626"/>
                  </a:lnTo>
                  <a:lnTo>
                    <a:pt x="986409" y="324738"/>
                  </a:lnTo>
                  <a:lnTo>
                    <a:pt x="1061212" y="331088"/>
                  </a:lnTo>
                  <a:lnTo>
                    <a:pt x="1137539" y="336803"/>
                  </a:lnTo>
                  <a:lnTo>
                    <a:pt x="1215517" y="341756"/>
                  </a:lnTo>
                  <a:lnTo>
                    <a:pt x="1294892" y="345820"/>
                  </a:lnTo>
                  <a:lnTo>
                    <a:pt x="1457705" y="351789"/>
                  </a:lnTo>
                  <a:lnTo>
                    <a:pt x="1625092" y="354329"/>
                  </a:lnTo>
                  <a:lnTo>
                    <a:pt x="1795906" y="353313"/>
                  </a:lnTo>
                  <a:lnTo>
                    <a:pt x="1795784" y="328421"/>
                  </a:lnTo>
                  <a:lnTo>
                    <a:pt x="1625346" y="328421"/>
                  </a:lnTo>
                  <a:lnTo>
                    <a:pt x="1458774" y="325888"/>
                  </a:lnTo>
                  <a:lnTo>
                    <a:pt x="1296797" y="319945"/>
                  </a:lnTo>
                  <a:lnTo>
                    <a:pt x="1217041" y="315849"/>
                  </a:lnTo>
                  <a:lnTo>
                    <a:pt x="1063371" y="305307"/>
                  </a:lnTo>
                  <a:lnTo>
                    <a:pt x="988947" y="298979"/>
                  </a:lnTo>
                  <a:lnTo>
                    <a:pt x="989162" y="298979"/>
                  </a:lnTo>
                  <a:lnTo>
                    <a:pt x="916429" y="291870"/>
                  </a:lnTo>
                  <a:lnTo>
                    <a:pt x="916656" y="291870"/>
                  </a:lnTo>
                  <a:lnTo>
                    <a:pt x="845691" y="284097"/>
                  </a:lnTo>
                  <a:lnTo>
                    <a:pt x="777109" y="275747"/>
                  </a:lnTo>
                  <a:lnTo>
                    <a:pt x="777334" y="275747"/>
                  </a:lnTo>
                  <a:lnTo>
                    <a:pt x="710692" y="266572"/>
                  </a:lnTo>
                  <a:lnTo>
                    <a:pt x="646543" y="256914"/>
                  </a:lnTo>
                  <a:lnTo>
                    <a:pt x="584701" y="246548"/>
                  </a:lnTo>
                  <a:lnTo>
                    <a:pt x="584922" y="246548"/>
                  </a:lnTo>
                  <a:lnTo>
                    <a:pt x="525517" y="235630"/>
                  </a:lnTo>
                  <a:lnTo>
                    <a:pt x="525738" y="235630"/>
                  </a:lnTo>
                  <a:lnTo>
                    <a:pt x="468747" y="224203"/>
                  </a:lnTo>
                  <a:lnTo>
                    <a:pt x="468960" y="224203"/>
                  </a:lnTo>
                  <a:lnTo>
                    <a:pt x="414891" y="212170"/>
                  </a:lnTo>
                  <a:lnTo>
                    <a:pt x="415236" y="212170"/>
                  </a:lnTo>
                  <a:lnTo>
                    <a:pt x="363765" y="199485"/>
                  </a:lnTo>
                  <a:lnTo>
                    <a:pt x="315728" y="186540"/>
                  </a:lnTo>
                  <a:lnTo>
                    <a:pt x="270382" y="172846"/>
                  </a:lnTo>
                  <a:lnTo>
                    <a:pt x="228853" y="159003"/>
                  </a:lnTo>
                  <a:lnTo>
                    <a:pt x="190296" y="144722"/>
                  </a:lnTo>
                  <a:lnTo>
                    <a:pt x="154961" y="129675"/>
                  </a:lnTo>
                  <a:lnTo>
                    <a:pt x="124315" y="115007"/>
                  </a:lnTo>
                  <a:lnTo>
                    <a:pt x="123932" y="114848"/>
                  </a:lnTo>
                  <a:lnTo>
                    <a:pt x="123326" y="114557"/>
                  </a:lnTo>
                  <a:lnTo>
                    <a:pt x="123496" y="114557"/>
                  </a:lnTo>
                  <a:lnTo>
                    <a:pt x="96429" y="99694"/>
                  </a:lnTo>
                  <a:lnTo>
                    <a:pt x="95616" y="99187"/>
                  </a:lnTo>
                  <a:lnTo>
                    <a:pt x="72699" y="84192"/>
                  </a:lnTo>
                  <a:lnTo>
                    <a:pt x="72506" y="84192"/>
                  </a:lnTo>
                  <a:lnTo>
                    <a:pt x="54921" y="70231"/>
                  </a:lnTo>
                  <a:lnTo>
                    <a:pt x="54101" y="70231"/>
                  </a:lnTo>
                  <a:lnTo>
                    <a:pt x="51562" y="67563"/>
                  </a:lnTo>
                  <a:lnTo>
                    <a:pt x="52182" y="67563"/>
                  </a:lnTo>
                  <a:lnTo>
                    <a:pt x="48550" y="62518"/>
                  </a:lnTo>
                  <a:close/>
                </a:path>
                <a:path extrusionOk="0" h="354329" w="1796415">
                  <a:moveTo>
                    <a:pt x="1795779" y="327532"/>
                  </a:moveTo>
                  <a:lnTo>
                    <a:pt x="1625091" y="328421"/>
                  </a:lnTo>
                  <a:lnTo>
                    <a:pt x="1795784" y="328421"/>
                  </a:lnTo>
                  <a:lnTo>
                    <a:pt x="1795779" y="327532"/>
                  </a:lnTo>
                  <a:close/>
                </a:path>
                <a:path extrusionOk="0" h="354329" w="1796415">
                  <a:moveTo>
                    <a:pt x="989162" y="298979"/>
                  </a:moveTo>
                  <a:lnTo>
                    <a:pt x="988947" y="298979"/>
                  </a:lnTo>
                  <a:lnTo>
                    <a:pt x="990650" y="299124"/>
                  </a:lnTo>
                  <a:lnTo>
                    <a:pt x="989162" y="298979"/>
                  </a:lnTo>
                  <a:close/>
                </a:path>
                <a:path extrusionOk="0" h="354329" w="1796415">
                  <a:moveTo>
                    <a:pt x="916682" y="291870"/>
                  </a:moveTo>
                  <a:lnTo>
                    <a:pt x="916429" y="291870"/>
                  </a:lnTo>
                  <a:lnTo>
                    <a:pt x="918534" y="292076"/>
                  </a:lnTo>
                  <a:lnTo>
                    <a:pt x="916682" y="291870"/>
                  </a:lnTo>
                  <a:close/>
                </a:path>
                <a:path extrusionOk="0" h="354329" w="1796415">
                  <a:moveTo>
                    <a:pt x="835583" y="282862"/>
                  </a:moveTo>
                  <a:lnTo>
                    <a:pt x="845691" y="284097"/>
                  </a:lnTo>
                  <a:lnTo>
                    <a:pt x="846691" y="284097"/>
                  </a:lnTo>
                  <a:lnTo>
                    <a:pt x="835583" y="282862"/>
                  </a:lnTo>
                  <a:close/>
                </a:path>
                <a:path extrusionOk="0" h="354329" w="1796415">
                  <a:moveTo>
                    <a:pt x="777334" y="275747"/>
                  </a:moveTo>
                  <a:lnTo>
                    <a:pt x="777109" y="275747"/>
                  </a:lnTo>
                  <a:lnTo>
                    <a:pt x="779058" y="275984"/>
                  </a:lnTo>
                  <a:lnTo>
                    <a:pt x="777334" y="275747"/>
                  </a:lnTo>
                  <a:close/>
                </a:path>
                <a:path extrusionOk="0" h="354329" w="1796415">
                  <a:moveTo>
                    <a:pt x="641218" y="256021"/>
                  </a:moveTo>
                  <a:lnTo>
                    <a:pt x="646543" y="256914"/>
                  </a:lnTo>
                  <a:lnTo>
                    <a:pt x="647096" y="256914"/>
                  </a:lnTo>
                  <a:lnTo>
                    <a:pt x="641218" y="256021"/>
                  </a:lnTo>
                  <a:close/>
                </a:path>
                <a:path extrusionOk="0" h="354329" w="1796415">
                  <a:moveTo>
                    <a:pt x="584922" y="246548"/>
                  </a:moveTo>
                  <a:lnTo>
                    <a:pt x="584701" y="246548"/>
                  </a:lnTo>
                  <a:lnTo>
                    <a:pt x="587358" y="246994"/>
                  </a:lnTo>
                  <a:lnTo>
                    <a:pt x="584922" y="246548"/>
                  </a:lnTo>
                  <a:close/>
                </a:path>
                <a:path extrusionOk="0" h="354329" w="1796415">
                  <a:moveTo>
                    <a:pt x="525738" y="235630"/>
                  </a:moveTo>
                  <a:lnTo>
                    <a:pt x="525517" y="235630"/>
                  </a:lnTo>
                  <a:lnTo>
                    <a:pt x="528323" y="236145"/>
                  </a:lnTo>
                  <a:lnTo>
                    <a:pt x="525738" y="235630"/>
                  </a:lnTo>
                  <a:close/>
                </a:path>
                <a:path extrusionOk="0" h="354329" w="1796415">
                  <a:moveTo>
                    <a:pt x="468960" y="224203"/>
                  </a:moveTo>
                  <a:lnTo>
                    <a:pt x="468747" y="224203"/>
                  </a:lnTo>
                  <a:lnTo>
                    <a:pt x="471067" y="224669"/>
                  </a:lnTo>
                  <a:lnTo>
                    <a:pt x="468960" y="224203"/>
                  </a:lnTo>
                  <a:close/>
                </a:path>
                <a:path extrusionOk="0" h="354329" w="1796415">
                  <a:moveTo>
                    <a:pt x="415269" y="212170"/>
                  </a:moveTo>
                  <a:lnTo>
                    <a:pt x="414891" y="212170"/>
                  </a:lnTo>
                  <a:lnTo>
                    <a:pt x="418446" y="212961"/>
                  </a:lnTo>
                  <a:lnTo>
                    <a:pt x="415269" y="212170"/>
                  </a:lnTo>
                  <a:close/>
                </a:path>
                <a:path extrusionOk="0" h="354329" w="1796415">
                  <a:moveTo>
                    <a:pt x="124053" y="114848"/>
                  </a:moveTo>
                  <a:lnTo>
                    <a:pt x="124265" y="115007"/>
                  </a:lnTo>
                  <a:lnTo>
                    <a:pt x="124653" y="115193"/>
                  </a:lnTo>
                  <a:lnTo>
                    <a:pt x="124450" y="115007"/>
                  </a:lnTo>
                  <a:lnTo>
                    <a:pt x="124053" y="114848"/>
                  </a:lnTo>
                  <a:close/>
                </a:path>
                <a:path extrusionOk="0" h="354329" w="1796415">
                  <a:moveTo>
                    <a:pt x="123496" y="114557"/>
                  </a:moveTo>
                  <a:lnTo>
                    <a:pt x="123326" y="114557"/>
                  </a:lnTo>
                  <a:lnTo>
                    <a:pt x="124053" y="114848"/>
                  </a:lnTo>
                  <a:lnTo>
                    <a:pt x="123496" y="114557"/>
                  </a:lnTo>
                  <a:close/>
                </a:path>
                <a:path extrusionOk="0" h="354329" w="1796415">
                  <a:moveTo>
                    <a:pt x="0" y="0"/>
                  </a:moveTo>
                  <a:lnTo>
                    <a:pt x="220" y="50291"/>
                  </a:lnTo>
                  <a:lnTo>
                    <a:pt x="274" y="62518"/>
                  </a:lnTo>
                  <a:lnTo>
                    <a:pt x="380" y="86868"/>
                  </a:lnTo>
                  <a:lnTo>
                    <a:pt x="25159" y="74342"/>
                  </a:lnTo>
                  <a:lnTo>
                    <a:pt x="18669" y="65277"/>
                  </a:lnTo>
                  <a:lnTo>
                    <a:pt x="39750" y="50291"/>
                  </a:lnTo>
                  <a:lnTo>
                    <a:pt x="67672" y="50291"/>
                  </a:lnTo>
                  <a:lnTo>
                    <a:pt x="0" y="0"/>
                  </a:lnTo>
                  <a:close/>
                </a:path>
                <a:path extrusionOk="0" h="354329" w="1796415">
                  <a:moveTo>
                    <a:pt x="71886" y="83660"/>
                  </a:moveTo>
                  <a:lnTo>
                    <a:pt x="72506" y="84192"/>
                  </a:lnTo>
                  <a:lnTo>
                    <a:pt x="72699" y="84192"/>
                  </a:lnTo>
                  <a:lnTo>
                    <a:pt x="71886" y="83660"/>
                  </a:lnTo>
                  <a:close/>
                </a:path>
                <a:path extrusionOk="0" h="354329" w="1796415">
                  <a:moveTo>
                    <a:pt x="39750" y="50291"/>
                  </a:moveTo>
                  <a:lnTo>
                    <a:pt x="18669" y="65277"/>
                  </a:lnTo>
                  <a:lnTo>
                    <a:pt x="25159" y="74342"/>
                  </a:lnTo>
                  <a:lnTo>
                    <a:pt x="48550" y="62518"/>
                  </a:lnTo>
                  <a:lnTo>
                    <a:pt x="39750" y="50291"/>
                  </a:lnTo>
                  <a:close/>
                </a:path>
                <a:path extrusionOk="0" h="354329" w="1796415">
                  <a:moveTo>
                    <a:pt x="51562" y="67563"/>
                  </a:moveTo>
                  <a:lnTo>
                    <a:pt x="54101" y="70231"/>
                  </a:lnTo>
                  <a:lnTo>
                    <a:pt x="53009" y="68713"/>
                  </a:lnTo>
                  <a:lnTo>
                    <a:pt x="51562" y="67563"/>
                  </a:lnTo>
                  <a:close/>
                </a:path>
                <a:path extrusionOk="0" h="354329" w="1796415">
                  <a:moveTo>
                    <a:pt x="53009" y="68713"/>
                  </a:moveTo>
                  <a:lnTo>
                    <a:pt x="54101" y="70231"/>
                  </a:lnTo>
                  <a:lnTo>
                    <a:pt x="54921" y="70231"/>
                  </a:lnTo>
                  <a:lnTo>
                    <a:pt x="53009" y="68713"/>
                  </a:lnTo>
                  <a:close/>
                </a:path>
                <a:path extrusionOk="0" h="354329" w="1796415">
                  <a:moveTo>
                    <a:pt x="52182" y="67563"/>
                  </a:moveTo>
                  <a:lnTo>
                    <a:pt x="51562" y="67563"/>
                  </a:lnTo>
                  <a:lnTo>
                    <a:pt x="53009" y="68713"/>
                  </a:lnTo>
                  <a:lnTo>
                    <a:pt x="52182" y="67563"/>
                  </a:lnTo>
                  <a:close/>
                </a:path>
                <a:path extrusionOk="0" h="354329" w="1796415">
                  <a:moveTo>
                    <a:pt x="67672" y="50291"/>
                  </a:moveTo>
                  <a:lnTo>
                    <a:pt x="39750" y="50291"/>
                  </a:lnTo>
                  <a:lnTo>
                    <a:pt x="48550" y="62518"/>
                  </a:lnTo>
                  <a:lnTo>
                    <a:pt x="69723" y="51815"/>
                  </a:lnTo>
                  <a:lnTo>
                    <a:pt x="67672" y="50291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6" name="Google Shape;536;p23"/>
          <p:cNvSpPr txBox="1"/>
          <p:nvPr/>
        </p:nvSpPr>
        <p:spPr>
          <a:xfrm>
            <a:off x="9354057" y="4900879"/>
            <a:ext cx="2140585" cy="781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7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Positive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– значение предсказания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77" y="594994"/>
            <a:ext cx="5130419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" name="Google Shape;542;p24"/>
          <p:cNvGrpSpPr/>
          <p:nvPr/>
        </p:nvGrpSpPr>
        <p:grpSpPr>
          <a:xfrm>
            <a:off x="2809494" y="2228850"/>
            <a:ext cx="7317105" cy="4078604"/>
            <a:chOff x="2809494" y="2228850"/>
            <a:chExt cx="7317105" cy="4078604"/>
          </a:xfrm>
        </p:grpSpPr>
        <p:sp>
          <p:nvSpPr>
            <p:cNvPr id="543" name="Google Shape;543;p24"/>
            <p:cNvSpPr/>
            <p:nvPr/>
          </p:nvSpPr>
          <p:spPr>
            <a:xfrm>
              <a:off x="2809494" y="2542794"/>
              <a:ext cx="1013460" cy="2512060"/>
            </a:xfrm>
            <a:custGeom>
              <a:rect b="b" l="l" r="r" t="t"/>
              <a:pathLst>
                <a:path extrusionOk="0" h="2512060" w="1013460">
                  <a:moveTo>
                    <a:pt x="0" y="1255775"/>
                  </a:moveTo>
                  <a:lnTo>
                    <a:pt x="1013459" y="1255775"/>
                  </a:lnTo>
                  <a:lnTo>
                    <a:pt x="1013459" y="0"/>
                  </a:lnTo>
                  <a:lnTo>
                    <a:pt x="0" y="0"/>
                  </a:lnTo>
                  <a:lnTo>
                    <a:pt x="0" y="1255775"/>
                  </a:lnTo>
                  <a:close/>
                </a:path>
                <a:path extrusionOk="0" h="2512060" w="1013460">
                  <a:moveTo>
                    <a:pt x="0" y="2511551"/>
                  </a:moveTo>
                  <a:lnTo>
                    <a:pt x="1013459" y="2511551"/>
                  </a:lnTo>
                  <a:lnTo>
                    <a:pt x="1013459" y="1255775"/>
                  </a:lnTo>
                  <a:lnTo>
                    <a:pt x="0" y="1255775"/>
                  </a:lnTo>
                  <a:lnTo>
                    <a:pt x="0" y="2511551"/>
                  </a:lnTo>
                  <a:close/>
                </a:path>
              </a:pathLst>
            </a:custGeom>
            <a:noFill/>
            <a:ln cap="flat" cmpd="sng" w="19800">
              <a:solidFill>
                <a:srgbClr val="007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3821430" y="3798569"/>
              <a:ext cx="1888489" cy="1256030"/>
            </a:xfrm>
            <a:custGeom>
              <a:rect b="b" l="l" r="r" t="t"/>
              <a:pathLst>
                <a:path extrusionOk="0" h="1256029" w="1888489">
                  <a:moveTo>
                    <a:pt x="1888236" y="0"/>
                  </a:moveTo>
                  <a:lnTo>
                    <a:pt x="0" y="0"/>
                  </a:lnTo>
                  <a:lnTo>
                    <a:pt x="0" y="1255775"/>
                  </a:lnTo>
                  <a:lnTo>
                    <a:pt x="1888236" y="1255775"/>
                  </a:lnTo>
                  <a:lnTo>
                    <a:pt x="1888236" y="0"/>
                  </a:lnTo>
                  <a:close/>
                </a:path>
              </a:pathLst>
            </a:custGeom>
            <a:solidFill>
              <a:srgbClr val="EF1271">
                <a:alpha val="6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3821430" y="3798569"/>
              <a:ext cx="1888489" cy="1256030"/>
            </a:xfrm>
            <a:custGeom>
              <a:rect b="b" l="l" r="r" t="t"/>
              <a:pathLst>
                <a:path extrusionOk="0" h="1256029" w="1888489">
                  <a:moveTo>
                    <a:pt x="0" y="1255775"/>
                  </a:moveTo>
                  <a:lnTo>
                    <a:pt x="1888236" y="1255775"/>
                  </a:lnTo>
                  <a:lnTo>
                    <a:pt x="1888236" y="0"/>
                  </a:lnTo>
                  <a:lnTo>
                    <a:pt x="0" y="0"/>
                  </a:lnTo>
                  <a:lnTo>
                    <a:pt x="0" y="1255775"/>
                  </a:lnTo>
                  <a:close/>
                </a:path>
              </a:pathLst>
            </a:custGeom>
            <a:noFill/>
            <a:ln cap="flat" cmpd="sng" w="19800">
              <a:solidFill>
                <a:srgbClr val="007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5709666" y="3798569"/>
              <a:ext cx="1888489" cy="1256030"/>
            </a:xfrm>
            <a:custGeom>
              <a:rect b="b" l="l" r="r" t="t"/>
              <a:pathLst>
                <a:path extrusionOk="0" h="1256029" w="1888490">
                  <a:moveTo>
                    <a:pt x="1888236" y="0"/>
                  </a:moveTo>
                  <a:lnTo>
                    <a:pt x="0" y="0"/>
                  </a:lnTo>
                  <a:lnTo>
                    <a:pt x="0" y="1255775"/>
                  </a:lnTo>
                  <a:lnTo>
                    <a:pt x="1888236" y="1255775"/>
                  </a:lnTo>
                  <a:lnTo>
                    <a:pt x="1888236" y="0"/>
                  </a:lnTo>
                  <a:close/>
                </a:path>
              </a:pathLst>
            </a:custGeom>
            <a:solidFill>
              <a:srgbClr val="8BCD56">
                <a:alpha val="7294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5709666" y="3798569"/>
              <a:ext cx="1888489" cy="1256030"/>
            </a:xfrm>
            <a:custGeom>
              <a:rect b="b" l="l" r="r" t="t"/>
              <a:pathLst>
                <a:path extrusionOk="0" h="1256029" w="1888490">
                  <a:moveTo>
                    <a:pt x="0" y="1255775"/>
                  </a:moveTo>
                  <a:lnTo>
                    <a:pt x="1888236" y="1255775"/>
                  </a:lnTo>
                  <a:lnTo>
                    <a:pt x="1888236" y="0"/>
                  </a:lnTo>
                  <a:lnTo>
                    <a:pt x="0" y="0"/>
                  </a:lnTo>
                  <a:lnTo>
                    <a:pt x="0" y="1255775"/>
                  </a:lnTo>
                  <a:close/>
                </a:path>
              </a:pathLst>
            </a:custGeom>
            <a:noFill/>
            <a:ln cap="flat" cmpd="sng" w="19800">
              <a:solidFill>
                <a:srgbClr val="007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3822954" y="2542794"/>
              <a:ext cx="1888489" cy="1256030"/>
            </a:xfrm>
            <a:custGeom>
              <a:rect b="b" l="l" r="r" t="t"/>
              <a:pathLst>
                <a:path extrusionOk="0" h="1256029" w="1888489">
                  <a:moveTo>
                    <a:pt x="1888236" y="0"/>
                  </a:moveTo>
                  <a:lnTo>
                    <a:pt x="0" y="0"/>
                  </a:lnTo>
                  <a:lnTo>
                    <a:pt x="0" y="1255775"/>
                  </a:lnTo>
                  <a:lnTo>
                    <a:pt x="1888236" y="1255775"/>
                  </a:lnTo>
                  <a:lnTo>
                    <a:pt x="1888236" y="0"/>
                  </a:lnTo>
                  <a:close/>
                </a:path>
              </a:pathLst>
            </a:custGeom>
            <a:solidFill>
              <a:srgbClr val="8BCD56">
                <a:alpha val="7294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3822954" y="2542794"/>
              <a:ext cx="1888489" cy="1256030"/>
            </a:xfrm>
            <a:custGeom>
              <a:rect b="b" l="l" r="r" t="t"/>
              <a:pathLst>
                <a:path extrusionOk="0" h="1256029" w="1888489">
                  <a:moveTo>
                    <a:pt x="0" y="1255775"/>
                  </a:moveTo>
                  <a:lnTo>
                    <a:pt x="1888236" y="1255775"/>
                  </a:lnTo>
                  <a:lnTo>
                    <a:pt x="1888236" y="0"/>
                  </a:lnTo>
                  <a:lnTo>
                    <a:pt x="0" y="0"/>
                  </a:lnTo>
                  <a:lnTo>
                    <a:pt x="0" y="1255775"/>
                  </a:lnTo>
                  <a:close/>
                </a:path>
              </a:pathLst>
            </a:custGeom>
            <a:noFill/>
            <a:ln cap="flat" cmpd="sng" w="19800">
              <a:solidFill>
                <a:srgbClr val="007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5711189" y="2542794"/>
              <a:ext cx="1888489" cy="1256030"/>
            </a:xfrm>
            <a:custGeom>
              <a:rect b="b" l="l" r="r" t="t"/>
              <a:pathLst>
                <a:path extrusionOk="0" h="1256029" w="1888490">
                  <a:moveTo>
                    <a:pt x="1888236" y="0"/>
                  </a:moveTo>
                  <a:lnTo>
                    <a:pt x="0" y="0"/>
                  </a:lnTo>
                  <a:lnTo>
                    <a:pt x="0" y="1255775"/>
                  </a:lnTo>
                  <a:lnTo>
                    <a:pt x="1888236" y="1255775"/>
                  </a:lnTo>
                  <a:lnTo>
                    <a:pt x="1888236" y="0"/>
                  </a:lnTo>
                  <a:close/>
                </a:path>
              </a:pathLst>
            </a:custGeom>
            <a:solidFill>
              <a:srgbClr val="EF1271">
                <a:alpha val="6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3822954" y="2228850"/>
              <a:ext cx="6303645" cy="4078604"/>
            </a:xfrm>
            <a:custGeom>
              <a:rect b="b" l="l" r="r" t="t"/>
              <a:pathLst>
                <a:path extrusionOk="0" h="4078604" w="6303645">
                  <a:moveTo>
                    <a:pt x="1888236" y="1569720"/>
                  </a:moveTo>
                  <a:lnTo>
                    <a:pt x="3776472" y="1569720"/>
                  </a:lnTo>
                  <a:lnTo>
                    <a:pt x="3776472" y="313944"/>
                  </a:lnTo>
                  <a:lnTo>
                    <a:pt x="1888236" y="313944"/>
                  </a:lnTo>
                  <a:lnTo>
                    <a:pt x="1888236" y="1569720"/>
                  </a:lnTo>
                  <a:close/>
                </a:path>
                <a:path extrusionOk="0" h="4078604" w="6303645">
                  <a:moveTo>
                    <a:pt x="3784092" y="1569720"/>
                  </a:moveTo>
                  <a:lnTo>
                    <a:pt x="6303264" y="1569720"/>
                  </a:lnTo>
                  <a:lnTo>
                    <a:pt x="6303264" y="313944"/>
                  </a:lnTo>
                  <a:lnTo>
                    <a:pt x="3784092" y="313944"/>
                  </a:lnTo>
                  <a:lnTo>
                    <a:pt x="3784092" y="1569720"/>
                  </a:lnTo>
                  <a:close/>
                </a:path>
                <a:path extrusionOk="0" h="4078604" w="6303645">
                  <a:moveTo>
                    <a:pt x="3781044" y="2825496"/>
                  </a:moveTo>
                  <a:lnTo>
                    <a:pt x="6300216" y="2825496"/>
                  </a:lnTo>
                  <a:lnTo>
                    <a:pt x="6300216" y="1569720"/>
                  </a:lnTo>
                  <a:lnTo>
                    <a:pt x="3781044" y="1569720"/>
                  </a:lnTo>
                  <a:lnTo>
                    <a:pt x="3781044" y="2825496"/>
                  </a:lnTo>
                  <a:close/>
                </a:path>
                <a:path extrusionOk="0" h="4078604" w="6303645">
                  <a:moveTo>
                    <a:pt x="0" y="4078224"/>
                  </a:moveTo>
                  <a:lnTo>
                    <a:pt x="1888236" y="4078224"/>
                  </a:lnTo>
                  <a:lnTo>
                    <a:pt x="1888236" y="2822448"/>
                  </a:lnTo>
                  <a:lnTo>
                    <a:pt x="0" y="2822448"/>
                  </a:lnTo>
                  <a:lnTo>
                    <a:pt x="0" y="4078224"/>
                  </a:lnTo>
                  <a:close/>
                </a:path>
                <a:path extrusionOk="0" h="4078604" w="6303645">
                  <a:moveTo>
                    <a:pt x="1888236" y="4078224"/>
                  </a:moveTo>
                  <a:lnTo>
                    <a:pt x="3776472" y="4078224"/>
                  </a:lnTo>
                  <a:lnTo>
                    <a:pt x="3776472" y="2822448"/>
                  </a:lnTo>
                  <a:lnTo>
                    <a:pt x="1888236" y="2822448"/>
                  </a:lnTo>
                  <a:lnTo>
                    <a:pt x="1888236" y="4078224"/>
                  </a:lnTo>
                  <a:close/>
                </a:path>
                <a:path extrusionOk="0" h="4078604" w="6303645">
                  <a:moveTo>
                    <a:pt x="3784092" y="4078224"/>
                  </a:moveTo>
                  <a:lnTo>
                    <a:pt x="6303264" y="4078224"/>
                  </a:lnTo>
                  <a:lnTo>
                    <a:pt x="6303264" y="2822448"/>
                  </a:lnTo>
                  <a:lnTo>
                    <a:pt x="3784092" y="2822448"/>
                  </a:lnTo>
                  <a:lnTo>
                    <a:pt x="3784092" y="4078224"/>
                  </a:lnTo>
                  <a:close/>
                </a:path>
                <a:path extrusionOk="0" h="4078604" w="6303645">
                  <a:moveTo>
                    <a:pt x="0" y="316991"/>
                  </a:moveTo>
                  <a:lnTo>
                    <a:pt x="1888236" y="316991"/>
                  </a:lnTo>
                  <a:lnTo>
                    <a:pt x="1888236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  <a:path extrusionOk="0" h="4078604" w="6303645">
                  <a:moveTo>
                    <a:pt x="1888236" y="316991"/>
                  </a:moveTo>
                  <a:lnTo>
                    <a:pt x="3776472" y="316991"/>
                  </a:lnTo>
                  <a:lnTo>
                    <a:pt x="3776472" y="0"/>
                  </a:lnTo>
                  <a:lnTo>
                    <a:pt x="1888236" y="0"/>
                  </a:lnTo>
                  <a:lnTo>
                    <a:pt x="1888236" y="316991"/>
                  </a:lnTo>
                  <a:close/>
                </a:path>
              </a:pathLst>
            </a:custGeom>
            <a:noFill/>
            <a:ln cap="flat" cmpd="sng" w="19800">
              <a:solidFill>
                <a:srgbClr val="007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52" name="Google Shape;5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0939" y="1668779"/>
            <a:ext cx="1375283" cy="318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0246" y="3638041"/>
            <a:ext cx="945896" cy="31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1953" y="2290317"/>
            <a:ext cx="67208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0189" y="2290317"/>
            <a:ext cx="776668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43479" y="3091942"/>
            <a:ext cx="67894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40430" y="4349241"/>
            <a:ext cx="77701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27602" y="3093720"/>
            <a:ext cx="1195235" cy="17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30189" y="3091307"/>
            <a:ext cx="1350771" cy="17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94709" y="4349241"/>
            <a:ext cx="1232357" cy="17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30189" y="4352797"/>
            <a:ext cx="1314322" cy="1752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2" name="Google Shape;562;p24"/>
          <p:cNvGrpSpPr/>
          <p:nvPr/>
        </p:nvGrpSpPr>
        <p:grpSpPr>
          <a:xfrm>
            <a:off x="7725156" y="4240657"/>
            <a:ext cx="1900047" cy="359664"/>
            <a:chOff x="7725156" y="4240657"/>
            <a:chExt cx="1900047" cy="359664"/>
          </a:xfrm>
        </p:grpSpPr>
        <p:pic>
          <p:nvPicPr>
            <p:cNvPr id="563" name="Google Shape;563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725156" y="4240657"/>
              <a:ext cx="1900047" cy="1752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725156" y="4425061"/>
              <a:ext cx="1297686" cy="1752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5" name="Google Shape;565;p24"/>
          <p:cNvGrpSpPr/>
          <p:nvPr/>
        </p:nvGrpSpPr>
        <p:grpSpPr>
          <a:xfrm>
            <a:off x="7725156" y="3006598"/>
            <a:ext cx="1864868" cy="359664"/>
            <a:chOff x="7725156" y="3006598"/>
            <a:chExt cx="1864868" cy="359664"/>
          </a:xfrm>
        </p:grpSpPr>
        <p:pic>
          <p:nvPicPr>
            <p:cNvPr id="566" name="Google Shape;566;p2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725156" y="3006598"/>
              <a:ext cx="1864868" cy="1752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p2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725156" y="3191002"/>
              <a:ext cx="1829816" cy="1752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8" name="Google Shape;568;p24"/>
          <p:cNvGrpSpPr/>
          <p:nvPr/>
        </p:nvGrpSpPr>
        <p:grpSpPr>
          <a:xfrm>
            <a:off x="3897757" y="5406212"/>
            <a:ext cx="1413256" cy="544702"/>
            <a:chOff x="3897757" y="5406212"/>
            <a:chExt cx="1413256" cy="544702"/>
          </a:xfrm>
        </p:grpSpPr>
        <p:pic>
          <p:nvPicPr>
            <p:cNvPr id="569" name="Google Shape;569;p2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897757" y="5406212"/>
              <a:ext cx="1413256" cy="17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0" name="Google Shape;570;p2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897757" y="5591251"/>
              <a:ext cx="761441" cy="175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2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897757" y="5775655"/>
              <a:ext cx="1317498" cy="1752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2" name="Google Shape;572;p24"/>
          <p:cNvGrpSpPr/>
          <p:nvPr/>
        </p:nvGrpSpPr>
        <p:grpSpPr>
          <a:xfrm>
            <a:off x="7725156" y="5484571"/>
            <a:ext cx="1549400" cy="359663"/>
            <a:chOff x="7725156" y="5484571"/>
            <a:chExt cx="1549400" cy="359663"/>
          </a:xfrm>
        </p:grpSpPr>
        <p:pic>
          <p:nvPicPr>
            <p:cNvPr id="573" name="Google Shape;573;p2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725156" y="5484571"/>
              <a:ext cx="838250" cy="175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2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725156" y="5668975"/>
              <a:ext cx="1549400" cy="1752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5" name="Google Shape;575;p24"/>
          <p:cNvGrpSpPr/>
          <p:nvPr/>
        </p:nvGrpSpPr>
        <p:grpSpPr>
          <a:xfrm>
            <a:off x="5819266" y="5497372"/>
            <a:ext cx="1390904" cy="360273"/>
            <a:chOff x="5819266" y="5497372"/>
            <a:chExt cx="1390904" cy="360273"/>
          </a:xfrm>
        </p:grpSpPr>
        <p:pic>
          <p:nvPicPr>
            <p:cNvPr id="576" name="Google Shape;576;p2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819266" y="5497372"/>
              <a:ext cx="1390904" cy="17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7" name="Google Shape;577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819266" y="5682386"/>
              <a:ext cx="1375790" cy="1752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6502907" y="691895"/>
            <a:ext cx="5017135" cy="5988050"/>
          </a:xfrm>
          <a:custGeom>
            <a:rect b="b" l="l" r="r" t="t"/>
            <a:pathLst>
              <a:path extrusionOk="0" h="5988050" w="5017134">
                <a:moveTo>
                  <a:pt x="4892421" y="0"/>
                </a:moveTo>
                <a:lnTo>
                  <a:pt x="124587" y="0"/>
                </a:lnTo>
                <a:lnTo>
                  <a:pt x="76080" y="9786"/>
                </a:lnTo>
                <a:lnTo>
                  <a:pt x="36480" y="36480"/>
                </a:lnTo>
                <a:lnTo>
                  <a:pt x="9786" y="76080"/>
                </a:lnTo>
                <a:lnTo>
                  <a:pt x="0" y="124587"/>
                </a:lnTo>
                <a:lnTo>
                  <a:pt x="0" y="5863221"/>
                </a:lnTo>
                <a:lnTo>
                  <a:pt x="9786" y="5911709"/>
                </a:lnTo>
                <a:lnTo>
                  <a:pt x="36480" y="5951307"/>
                </a:lnTo>
                <a:lnTo>
                  <a:pt x="76080" y="5978005"/>
                </a:lnTo>
                <a:lnTo>
                  <a:pt x="124587" y="5987795"/>
                </a:lnTo>
                <a:lnTo>
                  <a:pt x="4892421" y="5987795"/>
                </a:lnTo>
                <a:lnTo>
                  <a:pt x="4940927" y="5978005"/>
                </a:lnTo>
                <a:lnTo>
                  <a:pt x="4980527" y="5951307"/>
                </a:lnTo>
                <a:lnTo>
                  <a:pt x="5007221" y="5911709"/>
                </a:lnTo>
                <a:lnTo>
                  <a:pt x="5017008" y="5863221"/>
                </a:lnTo>
                <a:lnTo>
                  <a:pt x="5017008" y="124587"/>
                </a:lnTo>
                <a:lnTo>
                  <a:pt x="5007221" y="76080"/>
                </a:lnTo>
                <a:lnTo>
                  <a:pt x="4980527" y="36480"/>
                </a:lnTo>
                <a:lnTo>
                  <a:pt x="4940927" y="9786"/>
                </a:lnTo>
                <a:lnTo>
                  <a:pt x="48924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4" name="Google Shape;5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77" y="594994"/>
            <a:ext cx="5130419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5" name="Google Shape;585;p25"/>
          <p:cNvGrpSpPr/>
          <p:nvPr/>
        </p:nvGrpSpPr>
        <p:grpSpPr>
          <a:xfrm>
            <a:off x="672083" y="2226564"/>
            <a:ext cx="5283835" cy="3213100"/>
            <a:chOff x="672083" y="2226564"/>
            <a:chExt cx="5283835" cy="3213100"/>
          </a:xfrm>
        </p:grpSpPr>
        <p:sp>
          <p:nvSpPr>
            <p:cNvPr id="586" name="Google Shape;586;p25"/>
            <p:cNvSpPr/>
            <p:nvPr/>
          </p:nvSpPr>
          <p:spPr>
            <a:xfrm>
              <a:off x="672083" y="2226564"/>
              <a:ext cx="5283835" cy="3213100"/>
            </a:xfrm>
            <a:custGeom>
              <a:rect b="b" l="l" r="r" t="t"/>
              <a:pathLst>
                <a:path extrusionOk="0" h="3213100" w="5283835">
                  <a:moveTo>
                    <a:pt x="5116449" y="0"/>
                  </a:moveTo>
                  <a:lnTo>
                    <a:pt x="167208" y="0"/>
                  </a:lnTo>
                  <a:lnTo>
                    <a:pt x="122759" y="5969"/>
                  </a:lnTo>
                  <a:lnTo>
                    <a:pt x="82817" y="22817"/>
                  </a:lnTo>
                  <a:lnTo>
                    <a:pt x="48975" y="48958"/>
                  </a:lnTo>
                  <a:lnTo>
                    <a:pt x="22829" y="82804"/>
                  </a:lnTo>
                  <a:lnTo>
                    <a:pt x="5973" y="122766"/>
                  </a:lnTo>
                  <a:lnTo>
                    <a:pt x="0" y="167259"/>
                  </a:lnTo>
                  <a:lnTo>
                    <a:pt x="0" y="3045333"/>
                  </a:lnTo>
                  <a:lnTo>
                    <a:pt x="5973" y="3089825"/>
                  </a:lnTo>
                  <a:lnTo>
                    <a:pt x="22829" y="3129788"/>
                  </a:lnTo>
                  <a:lnTo>
                    <a:pt x="48975" y="3163633"/>
                  </a:lnTo>
                  <a:lnTo>
                    <a:pt x="82817" y="3189774"/>
                  </a:lnTo>
                  <a:lnTo>
                    <a:pt x="122759" y="3206623"/>
                  </a:lnTo>
                  <a:lnTo>
                    <a:pt x="167208" y="3212592"/>
                  </a:lnTo>
                  <a:lnTo>
                    <a:pt x="5116449" y="3212592"/>
                  </a:lnTo>
                  <a:lnTo>
                    <a:pt x="5160941" y="3206623"/>
                  </a:lnTo>
                  <a:lnTo>
                    <a:pt x="5200904" y="3189774"/>
                  </a:lnTo>
                  <a:lnTo>
                    <a:pt x="5234749" y="3163633"/>
                  </a:lnTo>
                  <a:lnTo>
                    <a:pt x="5260890" y="3129788"/>
                  </a:lnTo>
                  <a:lnTo>
                    <a:pt x="5277739" y="3089825"/>
                  </a:lnTo>
                  <a:lnTo>
                    <a:pt x="5283708" y="3045333"/>
                  </a:lnTo>
                  <a:lnTo>
                    <a:pt x="5283708" y="167259"/>
                  </a:lnTo>
                  <a:lnTo>
                    <a:pt x="5277739" y="122766"/>
                  </a:lnTo>
                  <a:lnTo>
                    <a:pt x="5260890" y="82804"/>
                  </a:lnTo>
                  <a:lnTo>
                    <a:pt x="5234749" y="48958"/>
                  </a:lnTo>
                  <a:lnTo>
                    <a:pt x="5200904" y="22817"/>
                  </a:lnTo>
                  <a:lnTo>
                    <a:pt x="5160941" y="5969"/>
                  </a:lnTo>
                  <a:lnTo>
                    <a:pt x="51164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7" name="Google Shape;58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299" y="2511552"/>
              <a:ext cx="4858512" cy="27416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8" name="Google Shape;58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1216" y="807719"/>
            <a:ext cx="4672583" cy="5663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9996" y="594994"/>
            <a:ext cx="3395599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594" name="Google Shape;594;p26"/>
          <p:cNvSpPr txBox="1"/>
          <p:nvPr>
            <p:ph type="title"/>
          </p:nvPr>
        </p:nvSpPr>
        <p:spPr>
          <a:xfrm>
            <a:off x="1828926" y="1589024"/>
            <a:ext cx="8537575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16573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rgbClr val="000000"/>
                </a:solidFill>
              </a:rPr>
              <a:t>a : X </a:t>
            </a:r>
            <a:r>
              <a:rPr lang="ru-RU" sz="20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lang="ru-RU" sz="2000">
                <a:solidFill>
                  <a:srgbClr val="000000"/>
                </a:solidFill>
              </a:rPr>
              <a:t>Y’,Y’ </a:t>
            </a:r>
            <a:r>
              <a:rPr lang="ru-RU" sz="20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lang="ru-RU" sz="2000">
                <a:solidFill>
                  <a:srgbClr val="000000"/>
                </a:solidFill>
              </a:rPr>
              <a:t>(0,1) </a:t>
            </a:r>
            <a:r>
              <a:rPr lang="ru-RU" sz="20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− </a:t>
            </a:r>
            <a:r>
              <a:rPr lang="ru-RU" sz="2000">
                <a:solidFill>
                  <a:srgbClr val="000000"/>
                </a:solidFill>
              </a:rPr>
              <a:t>алгоритм предсказывает значение от 0 до 1 (например, вероятность принадлежности к положительному классу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595" name="Google Shape;5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7104" y="2528265"/>
            <a:ext cx="6858634" cy="3188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26"/>
          <p:cNvGrpSpPr/>
          <p:nvPr/>
        </p:nvGrpSpPr>
        <p:grpSpPr>
          <a:xfrm>
            <a:off x="2177478" y="3045306"/>
            <a:ext cx="7837042" cy="3593364"/>
            <a:chOff x="2177478" y="3045306"/>
            <a:chExt cx="7837042" cy="3593364"/>
          </a:xfrm>
        </p:grpSpPr>
        <p:pic>
          <p:nvPicPr>
            <p:cNvPr id="597" name="Google Shape;597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77478" y="3045306"/>
              <a:ext cx="7837042" cy="35139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26"/>
            <p:cNvSpPr/>
            <p:nvPr/>
          </p:nvSpPr>
          <p:spPr>
            <a:xfrm>
              <a:off x="5908548" y="6361175"/>
              <a:ext cx="1061085" cy="277495"/>
            </a:xfrm>
            <a:custGeom>
              <a:rect b="b" l="l" r="r" t="t"/>
              <a:pathLst>
                <a:path extrusionOk="0" h="277495" w="1061084">
                  <a:moveTo>
                    <a:pt x="1060703" y="0"/>
                  </a:moveTo>
                  <a:lnTo>
                    <a:pt x="0" y="0"/>
                  </a:lnTo>
                  <a:lnTo>
                    <a:pt x="0" y="277368"/>
                  </a:lnTo>
                  <a:lnTo>
                    <a:pt x="1060703" y="277368"/>
                  </a:lnTo>
                  <a:lnTo>
                    <a:pt x="10607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p26"/>
          <p:cNvSpPr txBox="1"/>
          <p:nvPr/>
        </p:nvSpPr>
        <p:spPr>
          <a:xfrm>
            <a:off x="6013450" y="6390233"/>
            <a:ext cx="8502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score_value</a:t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77" y="594994"/>
            <a:ext cx="5130419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7"/>
          <p:cNvGrpSpPr/>
          <p:nvPr/>
        </p:nvGrpSpPr>
        <p:grpSpPr>
          <a:xfrm>
            <a:off x="467868" y="1976627"/>
            <a:ext cx="11256264" cy="4546092"/>
            <a:chOff x="467868" y="1976627"/>
            <a:chExt cx="11256264" cy="4546092"/>
          </a:xfrm>
        </p:grpSpPr>
        <p:pic>
          <p:nvPicPr>
            <p:cNvPr id="606" name="Google Shape;60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7868" y="1976627"/>
              <a:ext cx="11256264" cy="45460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27"/>
            <p:cNvSpPr/>
            <p:nvPr/>
          </p:nvSpPr>
          <p:spPr>
            <a:xfrm>
              <a:off x="1132331" y="3057144"/>
              <a:ext cx="382905" cy="382905"/>
            </a:xfrm>
            <a:custGeom>
              <a:rect b="b" l="l" r="r" t="t"/>
              <a:pathLst>
                <a:path extrusionOk="0" h="382904" w="382905">
                  <a:moveTo>
                    <a:pt x="191262" y="0"/>
                  </a:moveTo>
                  <a:lnTo>
                    <a:pt x="147409" y="5049"/>
                  </a:lnTo>
                  <a:lnTo>
                    <a:pt x="107152" y="19434"/>
                  </a:lnTo>
                  <a:lnTo>
                    <a:pt x="71639" y="42007"/>
                  </a:lnTo>
                  <a:lnTo>
                    <a:pt x="42019" y="71623"/>
                  </a:lnTo>
                  <a:lnTo>
                    <a:pt x="19440" y="107135"/>
                  </a:lnTo>
                  <a:lnTo>
                    <a:pt x="5051" y="147397"/>
                  </a:lnTo>
                  <a:lnTo>
                    <a:pt x="0" y="191261"/>
                  </a:lnTo>
                  <a:lnTo>
                    <a:pt x="5051" y="235126"/>
                  </a:lnTo>
                  <a:lnTo>
                    <a:pt x="19440" y="275388"/>
                  </a:lnTo>
                  <a:lnTo>
                    <a:pt x="42019" y="310900"/>
                  </a:lnTo>
                  <a:lnTo>
                    <a:pt x="71639" y="340516"/>
                  </a:lnTo>
                  <a:lnTo>
                    <a:pt x="107152" y="363089"/>
                  </a:lnTo>
                  <a:lnTo>
                    <a:pt x="147409" y="377474"/>
                  </a:lnTo>
                  <a:lnTo>
                    <a:pt x="191262" y="382523"/>
                  </a:lnTo>
                  <a:lnTo>
                    <a:pt x="235126" y="377474"/>
                  </a:lnTo>
                  <a:lnTo>
                    <a:pt x="275388" y="363089"/>
                  </a:lnTo>
                  <a:lnTo>
                    <a:pt x="310900" y="340516"/>
                  </a:lnTo>
                  <a:lnTo>
                    <a:pt x="340516" y="310900"/>
                  </a:lnTo>
                  <a:lnTo>
                    <a:pt x="363089" y="275388"/>
                  </a:lnTo>
                  <a:lnTo>
                    <a:pt x="377474" y="235126"/>
                  </a:lnTo>
                  <a:lnTo>
                    <a:pt x="382524" y="191261"/>
                  </a:lnTo>
                  <a:lnTo>
                    <a:pt x="377474" y="147397"/>
                  </a:lnTo>
                  <a:lnTo>
                    <a:pt x="363089" y="107135"/>
                  </a:lnTo>
                  <a:lnTo>
                    <a:pt x="340516" y="71623"/>
                  </a:lnTo>
                  <a:lnTo>
                    <a:pt x="310900" y="42007"/>
                  </a:lnTo>
                  <a:lnTo>
                    <a:pt x="275388" y="19434"/>
                  </a:lnTo>
                  <a:lnTo>
                    <a:pt x="235126" y="5049"/>
                  </a:lnTo>
                  <a:lnTo>
                    <a:pt x="191262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1132332" y="3541775"/>
              <a:ext cx="3637915" cy="1508760"/>
            </a:xfrm>
            <a:custGeom>
              <a:rect b="b" l="l" r="r" t="t"/>
              <a:pathLst>
                <a:path extrusionOk="0" h="1508760" w="3637915">
                  <a:moveTo>
                    <a:pt x="382524" y="1315212"/>
                  </a:moveTo>
                  <a:lnTo>
                    <a:pt x="377469" y="1271549"/>
                  </a:lnTo>
                  <a:lnTo>
                    <a:pt x="363080" y="1231468"/>
                  </a:lnTo>
                  <a:lnTo>
                    <a:pt x="340512" y="1196098"/>
                  </a:lnTo>
                  <a:lnTo>
                    <a:pt x="310896" y="1166583"/>
                  </a:lnTo>
                  <a:lnTo>
                    <a:pt x="275386" y="1144092"/>
                  </a:lnTo>
                  <a:lnTo>
                    <a:pt x="235115" y="1129753"/>
                  </a:lnTo>
                  <a:lnTo>
                    <a:pt x="191262" y="1124712"/>
                  </a:lnTo>
                  <a:lnTo>
                    <a:pt x="147408" y="1129753"/>
                  </a:lnTo>
                  <a:lnTo>
                    <a:pt x="107149" y="1144092"/>
                  </a:lnTo>
                  <a:lnTo>
                    <a:pt x="71628" y="1166583"/>
                  </a:lnTo>
                  <a:lnTo>
                    <a:pt x="42011" y="1196098"/>
                  </a:lnTo>
                  <a:lnTo>
                    <a:pt x="19431" y="1231468"/>
                  </a:lnTo>
                  <a:lnTo>
                    <a:pt x="5041" y="1271549"/>
                  </a:lnTo>
                  <a:lnTo>
                    <a:pt x="0" y="1315212"/>
                  </a:lnTo>
                  <a:lnTo>
                    <a:pt x="5041" y="1358887"/>
                  </a:lnTo>
                  <a:lnTo>
                    <a:pt x="19431" y="1398968"/>
                  </a:lnTo>
                  <a:lnTo>
                    <a:pt x="42011" y="1434338"/>
                  </a:lnTo>
                  <a:lnTo>
                    <a:pt x="71628" y="1463852"/>
                  </a:lnTo>
                  <a:lnTo>
                    <a:pt x="107149" y="1486344"/>
                  </a:lnTo>
                  <a:lnTo>
                    <a:pt x="147408" y="1500682"/>
                  </a:lnTo>
                  <a:lnTo>
                    <a:pt x="191262" y="1505712"/>
                  </a:lnTo>
                  <a:lnTo>
                    <a:pt x="235115" y="1500682"/>
                  </a:lnTo>
                  <a:lnTo>
                    <a:pt x="275386" y="1486344"/>
                  </a:lnTo>
                  <a:lnTo>
                    <a:pt x="310896" y="1463852"/>
                  </a:lnTo>
                  <a:lnTo>
                    <a:pt x="340512" y="1434338"/>
                  </a:lnTo>
                  <a:lnTo>
                    <a:pt x="363080" y="1398968"/>
                  </a:lnTo>
                  <a:lnTo>
                    <a:pt x="377469" y="1358887"/>
                  </a:lnTo>
                  <a:lnTo>
                    <a:pt x="382524" y="1315212"/>
                  </a:lnTo>
                  <a:close/>
                </a:path>
                <a:path extrusionOk="0" h="1508760" w="3637915">
                  <a:moveTo>
                    <a:pt x="382524" y="190500"/>
                  </a:moveTo>
                  <a:lnTo>
                    <a:pt x="377469" y="146837"/>
                  </a:lnTo>
                  <a:lnTo>
                    <a:pt x="363080" y="106756"/>
                  </a:lnTo>
                  <a:lnTo>
                    <a:pt x="340512" y="71386"/>
                  </a:lnTo>
                  <a:lnTo>
                    <a:pt x="310896" y="41871"/>
                  </a:lnTo>
                  <a:lnTo>
                    <a:pt x="275386" y="19380"/>
                  </a:lnTo>
                  <a:lnTo>
                    <a:pt x="235115" y="5041"/>
                  </a:lnTo>
                  <a:lnTo>
                    <a:pt x="191262" y="0"/>
                  </a:lnTo>
                  <a:lnTo>
                    <a:pt x="147408" y="5041"/>
                  </a:lnTo>
                  <a:lnTo>
                    <a:pt x="107149" y="19380"/>
                  </a:lnTo>
                  <a:lnTo>
                    <a:pt x="71628" y="41871"/>
                  </a:lnTo>
                  <a:lnTo>
                    <a:pt x="42011" y="71386"/>
                  </a:lnTo>
                  <a:lnTo>
                    <a:pt x="19431" y="106756"/>
                  </a:lnTo>
                  <a:lnTo>
                    <a:pt x="5041" y="146837"/>
                  </a:lnTo>
                  <a:lnTo>
                    <a:pt x="0" y="190500"/>
                  </a:lnTo>
                  <a:lnTo>
                    <a:pt x="5041" y="234175"/>
                  </a:lnTo>
                  <a:lnTo>
                    <a:pt x="19431" y="274256"/>
                  </a:lnTo>
                  <a:lnTo>
                    <a:pt x="42011" y="309626"/>
                  </a:lnTo>
                  <a:lnTo>
                    <a:pt x="71628" y="339140"/>
                  </a:lnTo>
                  <a:lnTo>
                    <a:pt x="107149" y="361632"/>
                  </a:lnTo>
                  <a:lnTo>
                    <a:pt x="147408" y="375970"/>
                  </a:lnTo>
                  <a:lnTo>
                    <a:pt x="191262" y="381000"/>
                  </a:lnTo>
                  <a:lnTo>
                    <a:pt x="235115" y="375970"/>
                  </a:lnTo>
                  <a:lnTo>
                    <a:pt x="275386" y="361632"/>
                  </a:lnTo>
                  <a:lnTo>
                    <a:pt x="310896" y="339140"/>
                  </a:lnTo>
                  <a:lnTo>
                    <a:pt x="340512" y="309626"/>
                  </a:lnTo>
                  <a:lnTo>
                    <a:pt x="363080" y="274256"/>
                  </a:lnTo>
                  <a:lnTo>
                    <a:pt x="377469" y="234175"/>
                  </a:lnTo>
                  <a:lnTo>
                    <a:pt x="382524" y="190500"/>
                  </a:lnTo>
                  <a:close/>
                </a:path>
                <a:path extrusionOk="0" h="1508760" w="3637915">
                  <a:moveTo>
                    <a:pt x="841248" y="1315212"/>
                  </a:moveTo>
                  <a:lnTo>
                    <a:pt x="836193" y="1271549"/>
                  </a:lnTo>
                  <a:lnTo>
                    <a:pt x="821804" y="1231468"/>
                  </a:lnTo>
                  <a:lnTo>
                    <a:pt x="799236" y="1196098"/>
                  </a:lnTo>
                  <a:lnTo>
                    <a:pt x="769620" y="1166583"/>
                  </a:lnTo>
                  <a:lnTo>
                    <a:pt x="734110" y="1144092"/>
                  </a:lnTo>
                  <a:lnTo>
                    <a:pt x="693839" y="1129753"/>
                  </a:lnTo>
                  <a:lnTo>
                    <a:pt x="649986" y="1124712"/>
                  </a:lnTo>
                  <a:lnTo>
                    <a:pt x="606120" y="1129753"/>
                  </a:lnTo>
                  <a:lnTo>
                    <a:pt x="565848" y="1144092"/>
                  </a:lnTo>
                  <a:lnTo>
                    <a:pt x="530339" y="1166583"/>
                  </a:lnTo>
                  <a:lnTo>
                    <a:pt x="500722" y="1196098"/>
                  </a:lnTo>
                  <a:lnTo>
                    <a:pt x="478155" y="1231468"/>
                  </a:lnTo>
                  <a:lnTo>
                    <a:pt x="463765" y="1271549"/>
                  </a:lnTo>
                  <a:lnTo>
                    <a:pt x="458724" y="1315212"/>
                  </a:lnTo>
                  <a:lnTo>
                    <a:pt x="463765" y="1358887"/>
                  </a:lnTo>
                  <a:lnTo>
                    <a:pt x="478155" y="1398968"/>
                  </a:lnTo>
                  <a:lnTo>
                    <a:pt x="500722" y="1434338"/>
                  </a:lnTo>
                  <a:lnTo>
                    <a:pt x="530339" y="1463852"/>
                  </a:lnTo>
                  <a:lnTo>
                    <a:pt x="565848" y="1486344"/>
                  </a:lnTo>
                  <a:lnTo>
                    <a:pt x="606120" y="1500682"/>
                  </a:lnTo>
                  <a:lnTo>
                    <a:pt x="649986" y="1505712"/>
                  </a:lnTo>
                  <a:lnTo>
                    <a:pt x="693839" y="1500682"/>
                  </a:lnTo>
                  <a:lnTo>
                    <a:pt x="734110" y="1486344"/>
                  </a:lnTo>
                  <a:lnTo>
                    <a:pt x="769620" y="1463852"/>
                  </a:lnTo>
                  <a:lnTo>
                    <a:pt x="799236" y="1434338"/>
                  </a:lnTo>
                  <a:lnTo>
                    <a:pt x="821804" y="1398968"/>
                  </a:lnTo>
                  <a:lnTo>
                    <a:pt x="836193" y="1358887"/>
                  </a:lnTo>
                  <a:lnTo>
                    <a:pt x="841248" y="1315212"/>
                  </a:lnTo>
                  <a:close/>
                </a:path>
                <a:path extrusionOk="0" h="1508760" w="3637915">
                  <a:moveTo>
                    <a:pt x="1306068" y="1315212"/>
                  </a:moveTo>
                  <a:lnTo>
                    <a:pt x="1301013" y="1271549"/>
                  </a:lnTo>
                  <a:lnTo>
                    <a:pt x="1286624" y="1231468"/>
                  </a:lnTo>
                  <a:lnTo>
                    <a:pt x="1264056" y="1196098"/>
                  </a:lnTo>
                  <a:lnTo>
                    <a:pt x="1234440" y="1166583"/>
                  </a:lnTo>
                  <a:lnTo>
                    <a:pt x="1198930" y="1144092"/>
                  </a:lnTo>
                  <a:lnTo>
                    <a:pt x="1158659" y="1129753"/>
                  </a:lnTo>
                  <a:lnTo>
                    <a:pt x="1114806" y="1124712"/>
                  </a:lnTo>
                  <a:lnTo>
                    <a:pt x="1070940" y="1129753"/>
                  </a:lnTo>
                  <a:lnTo>
                    <a:pt x="1030668" y="1144092"/>
                  </a:lnTo>
                  <a:lnTo>
                    <a:pt x="995159" y="1166583"/>
                  </a:lnTo>
                  <a:lnTo>
                    <a:pt x="965542" y="1196098"/>
                  </a:lnTo>
                  <a:lnTo>
                    <a:pt x="942975" y="1231468"/>
                  </a:lnTo>
                  <a:lnTo>
                    <a:pt x="928585" y="1271549"/>
                  </a:lnTo>
                  <a:lnTo>
                    <a:pt x="923544" y="1315212"/>
                  </a:lnTo>
                  <a:lnTo>
                    <a:pt x="928585" y="1358887"/>
                  </a:lnTo>
                  <a:lnTo>
                    <a:pt x="942975" y="1398968"/>
                  </a:lnTo>
                  <a:lnTo>
                    <a:pt x="965542" y="1434338"/>
                  </a:lnTo>
                  <a:lnTo>
                    <a:pt x="995159" y="1463852"/>
                  </a:lnTo>
                  <a:lnTo>
                    <a:pt x="1030668" y="1486344"/>
                  </a:lnTo>
                  <a:lnTo>
                    <a:pt x="1070940" y="1500682"/>
                  </a:lnTo>
                  <a:lnTo>
                    <a:pt x="1114806" y="1505712"/>
                  </a:lnTo>
                  <a:lnTo>
                    <a:pt x="1158659" y="1500682"/>
                  </a:lnTo>
                  <a:lnTo>
                    <a:pt x="1198930" y="1486344"/>
                  </a:lnTo>
                  <a:lnTo>
                    <a:pt x="1234440" y="1463852"/>
                  </a:lnTo>
                  <a:lnTo>
                    <a:pt x="1264056" y="1434338"/>
                  </a:lnTo>
                  <a:lnTo>
                    <a:pt x="1286624" y="1398968"/>
                  </a:lnTo>
                  <a:lnTo>
                    <a:pt x="1301013" y="1358887"/>
                  </a:lnTo>
                  <a:lnTo>
                    <a:pt x="1306068" y="1315212"/>
                  </a:lnTo>
                  <a:close/>
                </a:path>
                <a:path extrusionOk="0" h="1508760" w="3637915">
                  <a:moveTo>
                    <a:pt x="1773936" y="1318260"/>
                  </a:moveTo>
                  <a:lnTo>
                    <a:pt x="1768881" y="1274597"/>
                  </a:lnTo>
                  <a:lnTo>
                    <a:pt x="1754492" y="1234516"/>
                  </a:lnTo>
                  <a:lnTo>
                    <a:pt x="1731924" y="1199146"/>
                  </a:lnTo>
                  <a:lnTo>
                    <a:pt x="1702308" y="1169631"/>
                  </a:lnTo>
                  <a:lnTo>
                    <a:pt x="1666798" y="1147140"/>
                  </a:lnTo>
                  <a:lnTo>
                    <a:pt x="1626527" y="1132801"/>
                  </a:lnTo>
                  <a:lnTo>
                    <a:pt x="1582674" y="1127760"/>
                  </a:lnTo>
                  <a:lnTo>
                    <a:pt x="1538808" y="1132801"/>
                  </a:lnTo>
                  <a:lnTo>
                    <a:pt x="1498536" y="1147140"/>
                  </a:lnTo>
                  <a:lnTo>
                    <a:pt x="1463027" y="1169631"/>
                  </a:lnTo>
                  <a:lnTo>
                    <a:pt x="1433410" y="1199146"/>
                  </a:lnTo>
                  <a:lnTo>
                    <a:pt x="1410843" y="1234516"/>
                  </a:lnTo>
                  <a:lnTo>
                    <a:pt x="1396453" y="1274597"/>
                  </a:lnTo>
                  <a:lnTo>
                    <a:pt x="1391412" y="1318260"/>
                  </a:lnTo>
                  <a:lnTo>
                    <a:pt x="1396453" y="1361935"/>
                  </a:lnTo>
                  <a:lnTo>
                    <a:pt x="1410843" y="1402016"/>
                  </a:lnTo>
                  <a:lnTo>
                    <a:pt x="1433410" y="1437386"/>
                  </a:lnTo>
                  <a:lnTo>
                    <a:pt x="1463027" y="1466900"/>
                  </a:lnTo>
                  <a:lnTo>
                    <a:pt x="1498536" y="1489392"/>
                  </a:lnTo>
                  <a:lnTo>
                    <a:pt x="1538808" y="1503730"/>
                  </a:lnTo>
                  <a:lnTo>
                    <a:pt x="1582674" y="1508760"/>
                  </a:lnTo>
                  <a:lnTo>
                    <a:pt x="1626527" y="1503730"/>
                  </a:lnTo>
                  <a:lnTo>
                    <a:pt x="1666798" y="1489392"/>
                  </a:lnTo>
                  <a:lnTo>
                    <a:pt x="1702308" y="1466900"/>
                  </a:lnTo>
                  <a:lnTo>
                    <a:pt x="1731924" y="1437386"/>
                  </a:lnTo>
                  <a:lnTo>
                    <a:pt x="1754492" y="1402016"/>
                  </a:lnTo>
                  <a:lnTo>
                    <a:pt x="1768881" y="1361935"/>
                  </a:lnTo>
                  <a:lnTo>
                    <a:pt x="1773936" y="1318260"/>
                  </a:lnTo>
                  <a:close/>
                </a:path>
                <a:path extrusionOk="0" h="1508760" w="3637915">
                  <a:moveTo>
                    <a:pt x="2238756" y="1318260"/>
                  </a:moveTo>
                  <a:lnTo>
                    <a:pt x="2233701" y="1274597"/>
                  </a:lnTo>
                  <a:lnTo>
                    <a:pt x="2219312" y="1234516"/>
                  </a:lnTo>
                  <a:lnTo>
                    <a:pt x="2196744" y="1199146"/>
                  </a:lnTo>
                  <a:lnTo>
                    <a:pt x="2167128" y="1169631"/>
                  </a:lnTo>
                  <a:lnTo>
                    <a:pt x="2131618" y="1147140"/>
                  </a:lnTo>
                  <a:lnTo>
                    <a:pt x="2091347" y="1132801"/>
                  </a:lnTo>
                  <a:lnTo>
                    <a:pt x="2047494" y="1127760"/>
                  </a:lnTo>
                  <a:lnTo>
                    <a:pt x="2003628" y="1132801"/>
                  </a:lnTo>
                  <a:lnTo>
                    <a:pt x="1963356" y="1147140"/>
                  </a:lnTo>
                  <a:lnTo>
                    <a:pt x="1927847" y="1169631"/>
                  </a:lnTo>
                  <a:lnTo>
                    <a:pt x="1898230" y="1199146"/>
                  </a:lnTo>
                  <a:lnTo>
                    <a:pt x="1875663" y="1234516"/>
                  </a:lnTo>
                  <a:lnTo>
                    <a:pt x="1861273" y="1274597"/>
                  </a:lnTo>
                  <a:lnTo>
                    <a:pt x="1856232" y="1318260"/>
                  </a:lnTo>
                  <a:lnTo>
                    <a:pt x="1861273" y="1361935"/>
                  </a:lnTo>
                  <a:lnTo>
                    <a:pt x="1875663" y="1402016"/>
                  </a:lnTo>
                  <a:lnTo>
                    <a:pt x="1898230" y="1437386"/>
                  </a:lnTo>
                  <a:lnTo>
                    <a:pt x="1927847" y="1466900"/>
                  </a:lnTo>
                  <a:lnTo>
                    <a:pt x="1963356" y="1489392"/>
                  </a:lnTo>
                  <a:lnTo>
                    <a:pt x="2003628" y="1503730"/>
                  </a:lnTo>
                  <a:lnTo>
                    <a:pt x="2047494" y="1508760"/>
                  </a:lnTo>
                  <a:lnTo>
                    <a:pt x="2091347" y="1503730"/>
                  </a:lnTo>
                  <a:lnTo>
                    <a:pt x="2131618" y="1489392"/>
                  </a:lnTo>
                  <a:lnTo>
                    <a:pt x="2167128" y="1466900"/>
                  </a:lnTo>
                  <a:lnTo>
                    <a:pt x="2196744" y="1437386"/>
                  </a:lnTo>
                  <a:lnTo>
                    <a:pt x="2219312" y="1402016"/>
                  </a:lnTo>
                  <a:lnTo>
                    <a:pt x="2233701" y="1361935"/>
                  </a:lnTo>
                  <a:lnTo>
                    <a:pt x="2238756" y="1318260"/>
                  </a:lnTo>
                  <a:close/>
                </a:path>
                <a:path extrusionOk="0" h="1508760" w="3637915">
                  <a:moveTo>
                    <a:pt x="2705100" y="1315212"/>
                  </a:moveTo>
                  <a:lnTo>
                    <a:pt x="2700058" y="1271549"/>
                  </a:lnTo>
                  <a:lnTo>
                    <a:pt x="2685719" y="1231468"/>
                  </a:lnTo>
                  <a:lnTo>
                    <a:pt x="2663228" y="1196098"/>
                  </a:lnTo>
                  <a:lnTo>
                    <a:pt x="2633713" y="1166583"/>
                  </a:lnTo>
                  <a:lnTo>
                    <a:pt x="2598343" y="1144092"/>
                  </a:lnTo>
                  <a:lnTo>
                    <a:pt x="2558262" y="1129753"/>
                  </a:lnTo>
                  <a:lnTo>
                    <a:pt x="2514600" y="1124712"/>
                  </a:lnTo>
                  <a:lnTo>
                    <a:pt x="2470924" y="1129753"/>
                  </a:lnTo>
                  <a:lnTo>
                    <a:pt x="2430843" y="1144092"/>
                  </a:lnTo>
                  <a:lnTo>
                    <a:pt x="2395474" y="1166583"/>
                  </a:lnTo>
                  <a:lnTo>
                    <a:pt x="2365959" y="1196098"/>
                  </a:lnTo>
                  <a:lnTo>
                    <a:pt x="2343467" y="1231468"/>
                  </a:lnTo>
                  <a:lnTo>
                    <a:pt x="2329129" y="1271549"/>
                  </a:lnTo>
                  <a:lnTo>
                    <a:pt x="2324100" y="1315212"/>
                  </a:lnTo>
                  <a:lnTo>
                    <a:pt x="2329129" y="1358887"/>
                  </a:lnTo>
                  <a:lnTo>
                    <a:pt x="2343467" y="1398968"/>
                  </a:lnTo>
                  <a:lnTo>
                    <a:pt x="2365959" y="1434338"/>
                  </a:lnTo>
                  <a:lnTo>
                    <a:pt x="2395474" y="1463852"/>
                  </a:lnTo>
                  <a:lnTo>
                    <a:pt x="2430843" y="1486344"/>
                  </a:lnTo>
                  <a:lnTo>
                    <a:pt x="2470924" y="1500682"/>
                  </a:lnTo>
                  <a:lnTo>
                    <a:pt x="2514600" y="1505712"/>
                  </a:lnTo>
                  <a:lnTo>
                    <a:pt x="2558262" y="1500682"/>
                  </a:lnTo>
                  <a:lnTo>
                    <a:pt x="2598343" y="1486344"/>
                  </a:lnTo>
                  <a:lnTo>
                    <a:pt x="2633713" y="1463852"/>
                  </a:lnTo>
                  <a:lnTo>
                    <a:pt x="2663228" y="1434338"/>
                  </a:lnTo>
                  <a:lnTo>
                    <a:pt x="2685719" y="1398968"/>
                  </a:lnTo>
                  <a:lnTo>
                    <a:pt x="2700058" y="1358887"/>
                  </a:lnTo>
                  <a:lnTo>
                    <a:pt x="2705100" y="1315212"/>
                  </a:lnTo>
                  <a:close/>
                </a:path>
                <a:path extrusionOk="0" h="1508760" w="3637915">
                  <a:moveTo>
                    <a:pt x="3172968" y="1318260"/>
                  </a:moveTo>
                  <a:lnTo>
                    <a:pt x="3167926" y="1274597"/>
                  </a:lnTo>
                  <a:lnTo>
                    <a:pt x="3153587" y="1234516"/>
                  </a:lnTo>
                  <a:lnTo>
                    <a:pt x="3131096" y="1199146"/>
                  </a:lnTo>
                  <a:lnTo>
                    <a:pt x="3101581" y="1169631"/>
                  </a:lnTo>
                  <a:lnTo>
                    <a:pt x="3066211" y="1147140"/>
                  </a:lnTo>
                  <a:lnTo>
                    <a:pt x="3026130" y="1132801"/>
                  </a:lnTo>
                  <a:lnTo>
                    <a:pt x="2982468" y="1127760"/>
                  </a:lnTo>
                  <a:lnTo>
                    <a:pt x="2938792" y="1132801"/>
                  </a:lnTo>
                  <a:lnTo>
                    <a:pt x="2898711" y="1147140"/>
                  </a:lnTo>
                  <a:lnTo>
                    <a:pt x="2863342" y="1169631"/>
                  </a:lnTo>
                  <a:lnTo>
                    <a:pt x="2833827" y="1199146"/>
                  </a:lnTo>
                  <a:lnTo>
                    <a:pt x="2811335" y="1234516"/>
                  </a:lnTo>
                  <a:lnTo>
                    <a:pt x="2796997" y="1274597"/>
                  </a:lnTo>
                  <a:lnTo>
                    <a:pt x="2791968" y="1318260"/>
                  </a:lnTo>
                  <a:lnTo>
                    <a:pt x="2796997" y="1361935"/>
                  </a:lnTo>
                  <a:lnTo>
                    <a:pt x="2811335" y="1402016"/>
                  </a:lnTo>
                  <a:lnTo>
                    <a:pt x="2833827" y="1437386"/>
                  </a:lnTo>
                  <a:lnTo>
                    <a:pt x="2863342" y="1466900"/>
                  </a:lnTo>
                  <a:lnTo>
                    <a:pt x="2898711" y="1489392"/>
                  </a:lnTo>
                  <a:lnTo>
                    <a:pt x="2938792" y="1503730"/>
                  </a:lnTo>
                  <a:lnTo>
                    <a:pt x="2982468" y="1508760"/>
                  </a:lnTo>
                  <a:lnTo>
                    <a:pt x="3026130" y="1503730"/>
                  </a:lnTo>
                  <a:lnTo>
                    <a:pt x="3066211" y="1489392"/>
                  </a:lnTo>
                  <a:lnTo>
                    <a:pt x="3101581" y="1466900"/>
                  </a:lnTo>
                  <a:lnTo>
                    <a:pt x="3131096" y="1437386"/>
                  </a:lnTo>
                  <a:lnTo>
                    <a:pt x="3153587" y="1402016"/>
                  </a:lnTo>
                  <a:lnTo>
                    <a:pt x="3167926" y="1361935"/>
                  </a:lnTo>
                  <a:lnTo>
                    <a:pt x="3172968" y="1318260"/>
                  </a:lnTo>
                  <a:close/>
                </a:path>
                <a:path extrusionOk="0" h="1508760" w="3637915">
                  <a:moveTo>
                    <a:pt x="3637788" y="1318260"/>
                  </a:moveTo>
                  <a:lnTo>
                    <a:pt x="3632746" y="1274597"/>
                  </a:lnTo>
                  <a:lnTo>
                    <a:pt x="3618407" y="1234516"/>
                  </a:lnTo>
                  <a:lnTo>
                    <a:pt x="3595916" y="1199146"/>
                  </a:lnTo>
                  <a:lnTo>
                    <a:pt x="3566401" y="1169631"/>
                  </a:lnTo>
                  <a:lnTo>
                    <a:pt x="3531031" y="1147140"/>
                  </a:lnTo>
                  <a:lnTo>
                    <a:pt x="3490950" y="1132801"/>
                  </a:lnTo>
                  <a:lnTo>
                    <a:pt x="3447288" y="1127760"/>
                  </a:lnTo>
                  <a:lnTo>
                    <a:pt x="3403612" y="1132801"/>
                  </a:lnTo>
                  <a:lnTo>
                    <a:pt x="3363531" y="1147140"/>
                  </a:lnTo>
                  <a:lnTo>
                    <a:pt x="3328162" y="1169631"/>
                  </a:lnTo>
                  <a:lnTo>
                    <a:pt x="3298647" y="1199146"/>
                  </a:lnTo>
                  <a:lnTo>
                    <a:pt x="3276155" y="1234516"/>
                  </a:lnTo>
                  <a:lnTo>
                    <a:pt x="3261817" y="1274597"/>
                  </a:lnTo>
                  <a:lnTo>
                    <a:pt x="3256788" y="1318260"/>
                  </a:lnTo>
                  <a:lnTo>
                    <a:pt x="3261817" y="1361935"/>
                  </a:lnTo>
                  <a:lnTo>
                    <a:pt x="3276155" y="1402016"/>
                  </a:lnTo>
                  <a:lnTo>
                    <a:pt x="3298647" y="1437386"/>
                  </a:lnTo>
                  <a:lnTo>
                    <a:pt x="3328162" y="1466900"/>
                  </a:lnTo>
                  <a:lnTo>
                    <a:pt x="3363531" y="1489392"/>
                  </a:lnTo>
                  <a:lnTo>
                    <a:pt x="3403612" y="1503730"/>
                  </a:lnTo>
                  <a:lnTo>
                    <a:pt x="3447288" y="1508760"/>
                  </a:lnTo>
                  <a:lnTo>
                    <a:pt x="3490950" y="1503730"/>
                  </a:lnTo>
                  <a:lnTo>
                    <a:pt x="3531031" y="1489392"/>
                  </a:lnTo>
                  <a:lnTo>
                    <a:pt x="3566401" y="1466900"/>
                  </a:lnTo>
                  <a:lnTo>
                    <a:pt x="3595916" y="1437386"/>
                  </a:lnTo>
                  <a:lnTo>
                    <a:pt x="3618407" y="1402016"/>
                  </a:lnTo>
                  <a:lnTo>
                    <a:pt x="3632746" y="1361935"/>
                  </a:lnTo>
                  <a:lnTo>
                    <a:pt x="3637788" y="1318260"/>
                  </a:lnTo>
                  <a:close/>
                </a:path>
              </a:pathLst>
            </a:custGeom>
            <a:solidFill>
              <a:srgbClr val="EF127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4856988" y="4669535"/>
              <a:ext cx="382905" cy="381000"/>
            </a:xfrm>
            <a:custGeom>
              <a:rect b="b" l="l" r="r" t="t"/>
              <a:pathLst>
                <a:path extrusionOk="0" h="381000" w="382904">
                  <a:moveTo>
                    <a:pt x="191262" y="0"/>
                  </a:moveTo>
                  <a:lnTo>
                    <a:pt x="147397" y="5034"/>
                  </a:lnTo>
                  <a:lnTo>
                    <a:pt x="107135" y="19372"/>
                  </a:lnTo>
                  <a:lnTo>
                    <a:pt x="71623" y="41867"/>
                  </a:lnTo>
                  <a:lnTo>
                    <a:pt x="42007" y="71374"/>
                  </a:lnTo>
                  <a:lnTo>
                    <a:pt x="19434" y="106746"/>
                  </a:lnTo>
                  <a:lnTo>
                    <a:pt x="5049" y="146837"/>
                  </a:lnTo>
                  <a:lnTo>
                    <a:pt x="0" y="190500"/>
                  </a:lnTo>
                  <a:lnTo>
                    <a:pt x="5049" y="234162"/>
                  </a:lnTo>
                  <a:lnTo>
                    <a:pt x="19434" y="274253"/>
                  </a:lnTo>
                  <a:lnTo>
                    <a:pt x="42007" y="309625"/>
                  </a:lnTo>
                  <a:lnTo>
                    <a:pt x="71623" y="339132"/>
                  </a:lnTo>
                  <a:lnTo>
                    <a:pt x="107135" y="361627"/>
                  </a:lnTo>
                  <a:lnTo>
                    <a:pt x="147397" y="375965"/>
                  </a:lnTo>
                  <a:lnTo>
                    <a:pt x="191262" y="381000"/>
                  </a:lnTo>
                  <a:lnTo>
                    <a:pt x="235126" y="375965"/>
                  </a:lnTo>
                  <a:lnTo>
                    <a:pt x="275388" y="361627"/>
                  </a:lnTo>
                  <a:lnTo>
                    <a:pt x="310900" y="339132"/>
                  </a:lnTo>
                  <a:lnTo>
                    <a:pt x="340516" y="309625"/>
                  </a:lnTo>
                  <a:lnTo>
                    <a:pt x="363089" y="274253"/>
                  </a:lnTo>
                  <a:lnTo>
                    <a:pt x="377474" y="234162"/>
                  </a:lnTo>
                  <a:lnTo>
                    <a:pt x="382524" y="190500"/>
                  </a:lnTo>
                  <a:lnTo>
                    <a:pt x="377474" y="146837"/>
                  </a:lnTo>
                  <a:lnTo>
                    <a:pt x="363089" y="106746"/>
                  </a:lnTo>
                  <a:lnTo>
                    <a:pt x="340516" y="71374"/>
                  </a:lnTo>
                  <a:lnTo>
                    <a:pt x="310900" y="41867"/>
                  </a:lnTo>
                  <a:lnTo>
                    <a:pt x="275388" y="19372"/>
                  </a:lnTo>
                  <a:lnTo>
                    <a:pt x="235126" y="5034"/>
                  </a:lnTo>
                  <a:lnTo>
                    <a:pt x="191262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5321808" y="46695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127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5780532" y="46695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6245352" y="46695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127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6716268" y="46695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500" y="0"/>
                  </a:move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837"/>
                  </a:lnTo>
                  <a:lnTo>
                    <a:pt x="361627" y="106746"/>
                  </a:lnTo>
                  <a:lnTo>
                    <a:pt x="339132" y="71374"/>
                  </a:lnTo>
                  <a:lnTo>
                    <a:pt x="309625" y="41867"/>
                  </a:lnTo>
                  <a:lnTo>
                    <a:pt x="274253" y="19372"/>
                  </a:lnTo>
                  <a:lnTo>
                    <a:pt x="234162" y="503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7187184" y="4669535"/>
              <a:ext cx="844550" cy="381000"/>
            </a:xfrm>
            <a:custGeom>
              <a:rect b="b" l="l" r="r" t="t"/>
              <a:pathLst>
                <a:path extrusionOk="0" h="381000" w="844550">
                  <a:moveTo>
                    <a:pt x="381000" y="190500"/>
                  </a:moveTo>
                  <a:lnTo>
                    <a:pt x="375958" y="146837"/>
                  </a:lnTo>
                  <a:lnTo>
                    <a:pt x="361619" y="106756"/>
                  </a:lnTo>
                  <a:lnTo>
                    <a:pt x="339128" y="71386"/>
                  </a:lnTo>
                  <a:lnTo>
                    <a:pt x="309613" y="41871"/>
                  </a:lnTo>
                  <a:lnTo>
                    <a:pt x="274243" y="19380"/>
                  </a:lnTo>
                  <a:lnTo>
                    <a:pt x="234162" y="5041"/>
                  </a:lnTo>
                  <a:lnTo>
                    <a:pt x="190500" y="0"/>
                  </a:lnTo>
                  <a:lnTo>
                    <a:pt x="146824" y="5041"/>
                  </a:lnTo>
                  <a:lnTo>
                    <a:pt x="106743" y="19380"/>
                  </a:lnTo>
                  <a:lnTo>
                    <a:pt x="71374" y="41871"/>
                  </a:lnTo>
                  <a:lnTo>
                    <a:pt x="41859" y="71386"/>
                  </a:lnTo>
                  <a:lnTo>
                    <a:pt x="19367" y="106756"/>
                  </a:lnTo>
                  <a:lnTo>
                    <a:pt x="5029" y="146837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56"/>
                  </a:lnTo>
                  <a:lnTo>
                    <a:pt x="41859" y="309626"/>
                  </a:lnTo>
                  <a:lnTo>
                    <a:pt x="71374" y="339140"/>
                  </a:lnTo>
                  <a:lnTo>
                    <a:pt x="106743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62" y="375970"/>
                  </a:lnTo>
                  <a:lnTo>
                    <a:pt x="274243" y="361632"/>
                  </a:lnTo>
                  <a:lnTo>
                    <a:pt x="309613" y="339140"/>
                  </a:lnTo>
                  <a:lnTo>
                    <a:pt x="339128" y="309626"/>
                  </a:lnTo>
                  <a:lnTo>
                    <a:pt x="361619" y="274256"/>
                  </a:lnTo>
                  <a:lnTo>
                    <a:pt x="375958" y="234175"/>
                  </a:lnTo>
                  <a:lnTo>
                    <a:pt x="381000" y="190500"/>
                  </a:lnTo>
                  <a:close/>
                </a:path>
                <a:path extrusionOk="0" h="381000" w="844550">
                  <a:moveTo>
                    <a:pt x="844296" y="190500"/>
                  </a:moveTo>
                  <a:lnTo>
                    <a:pt x="839254" y="146837"/>
                  </a:lnTo>
                  <a:lnTo>
                    <a:pt x="824915" y="106756"/>
                  </a:lnTo>
                  <a:lnTo>
                    <a:pt x="802424" y="71386"/>
                  </a:lnTo>
                  <a:lnTo>
                    <a:pt x="772909" y="41871"/>
                  </a:lnTo>
                  <a:lnTo>
                    <a:pt x="737539" y="19380"/>
                  </a:lnTo>
                  <a:lnTo>
                    <a:pt x="697458" y="5041"/>
                  </a:lnTo>
                  <a:lnTo>
                    <a:pt x="653796" y="0"/>
                  </a:lnTo>
                  <a:lnTo>
                    <a:pt x="610120" y="5041"/>
                  </a:lnTo>
                  <a:lnTo>
                    <a:pt x="570039" y="19380"/>
                  </a:lnTo>
                  <a:lnTo>
                    <a:pt x="534670" y="41871"/>
                  </a:lnTo>
                  <a:lnTo>
                    <a:pt x="505155" y="71386"/>
                  </a:lnTo>
                  <a:lnTo>
                    <a:pt x="482663" y="106756"/>
                  </a:lnTo>
                  <a:lnTo>
                    <a:pt x="468325" y="146837"/>
                  </a:lnTo>
                  <a:lnTo>
                    <a:pt x="463296" y="190500"/>
                  </a:lnTo>
                  <a:lnTo>
                    <a:pt x="468325" y="234175"/>
                  </a:lnTo>
                  <a:lnTo>
                    <a:pt x="482663" y="274256"/>
                  </a:lnTo>
                  <a:lnTo>
                    <a:pt x="505155" y="309626"/>
                  </a:lnTo>
                  <a:lnTo>
                    <a:pt x="534670" y="339140"/>
                  </a:lnTo>
                  <a:lnTo>
                    <a:pt x="570039" y="361632"/>
                  </a:lnTo>
                  <a:lnTo>
                    <a:pt x="610120" y="375970"/>
                  </a:lnTo>
                  <a:lnTo>
                    <a:pt x="653796" y="381000"/>
                  </a:lnTo>
                  <a:lnTo>
                    <a:pt x="697458" y="375970"/>
                  </a:lnTo>
                  <a:lnTo>
                    <a:pt x="737539" y="361632"/>
                  </a:lnTo>
                  <a:lnTo>
                    <a:pt x="772909" y="339140"/>
                  </a:lnTo>
                  <a:lnTo>
                    <a:pt x="802424" y="309626"/>
                  </a:lnTo>
                  <a:lnTo>
                    <a:pt x="824915" y="274256"/>
                  </a:lnTo>
                  <a:lnTo>
                    <a:pt x="839254" y="234175"/>
                  </a:lnTo>
                  <a:lnTo>
                    <a:pt x="844296" y="190500"/>
                  </a:lnTo>
                  <a:close/>
                </a:path>
              </a:pathLst>
            </a:custGeom>
            <a:solidFill>
              <a:srgbClr val="EF127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8112252" y="4666487"/>
              <a:ext cx="2703830" cy="388620"/>
            </a:xfrm>
            <a:custGeom>
              <a:rect b="b" l="l" r="r" t="t"/>
              <a:pathLst>
                <a:path extrusionOk="0" h="388620" w="2703829">
                  <a:moveTo>
                    <a:pt x="381000" y="198120"/>
                  </a:moveTo>
                  <a:lnTo>
                    <a:pt x="375958" y="154457"/>
                  </a:lnTo>
                  <a:lnTo>
                    <a:pt x="361619" y="114376"/>
                  </a:lnTo>
                  <a:lnTo>
                    <a:pt x="339128" y="79006"/>
                  </a:lnTo>
                  <a:lnTo>
                    <a:pt x="309613" y="49491"/>
                  </a:lnTo>
                  <a:lnTo>
                    <a:pt x="274243" y="27000"/>
                  </a:lnTo>
                  <a:lnTo>
                    <a:pt x="234162" y="12661"/>
                  </a:lnTo>
                  <a:lnTo>
                    <a:pt x="190500" y="7620"/>
                  </a:lnTo>
                  <a:lnTo>
                    <a:pt x="146824" y="12661"/>
                  </a:lnTo>
                  <a:lnTo>
                    <a:pt x="106743" y="27000"/>
                  </a:lnTo>
                  <a:lnTo>
                    <a:pt x="71374" y="49491"/>
                  </a:lnTo>
                  <a:lnTo>
                    <a:pt x="41859" y="79006"/>
                  </a:lnTo>
                  <a:lnTo>
                    <a:pt x="19367" y="114376"/>
                  </a:lnTo>
                  <a:lnTo>
                    <a:pt x="5029" y="154457"/>
                  </a:lnTo>
                  <a:lnTo>
                    <a:pt x="0" y="198120"/>
                  </a:lnTo>
                  <a:lnTo>
                    <a:pt x="5029" y="241795"/>
                  </a:lnTo>
                  <a:lnTo>
                    <a:pt x="19367" y="281876"/>
                  </a:lnTo>
                  <a:lnTo>
                    <a:pt x="41859" y="317246"/>
                  </a:lnTo>
                  <a:lnTo>
                    <a:pt x="71374" y="346760"/>
                  </a:lnTo>
                  <a:lnTo>
                    <a:pt x="106743" y="369252"/>
                  </a:lnTo>
                  <a:lnTo>
                    <a:pt x="146824" y="383590"/>
                  </a:lnTo>
                  <a:lnTo>
                    <a:pt x="190500" y="388620"/>
                  </a:lnTo>
                  <a:lnTo>
                    <a:pt x="234162" y="383590"/>
                  </a:lnTo>
                  <a:lnTo>
                    <a:pt x="274243" y="369252"/>
                  </a:lnTo>
                  <a:lnTo>
                    <a:pt x="309613" y="346760"/>
                  </a:lnTo>
                  <a:lnTo>
                    <a:pt x="339128" y="317246"/>
                  </a:lnTo>
                  <a:lnTo>
                    <a:pt x="361619" y="281876"/>
                  </a:lnTo>
                  <a:lnTo>
                    <a:pt x="375958" y="241795"/>
                  </a:lnTo>
                  <a:lnTo>
                    <a:pt x="381000" y="198120"/>
                  </a:lnTo>
                  <a:close/>
                </a:path>
                <a:path extrusionOk="0" h="388620" w="2703829">
                  <a:moveTo>
                    <a:pt x="847344" y="190500"/>
                  </a:moveTo>
                  <a:lnTo>
                    <a:pt x="842302" y="146837"/>
                  </a:lnTo>
                  <a:lnTo>
                    <a:pt x="827963" y="106756"/>
                  </a:lnTo>
                  <a:lnTo>
                    <a:pt x="805472" y="71386"/>
                  </a:lnTo>
                  <a:lnTo>
                    <a:pt x="775957" y="41871"/>
                  </a:lnTo>
                  <a:lnTo>
                    <a:pt x="740587" y="19380"/>
                  </a:lnTo>
                  <a:lnTo>
                    <a:pt x="700506" y="5041"/>
                  </a:lnTo>
                  <a:lnTo>
                    <a:pt x="656844" y="0"/>
                  </a:lnTo>
                  <a:lnTo>
                    <a:pt x="613168" y="5041"/>
                  </a:lnTo>
                  <a:lnTo>
                    <a:pt x="573087" y="19380"/>
                  </a:lnTo>
                  <a:lnTo>
                    <a:pt x="537718" y="41871"/>
                  </a:lnTo>
                  <a:lnTo>
                    <a:pt x="508203" y="71386"/>
                  </a:lnTo>
                  <a:lnTo>
                    <a:pt x="485711" y="106756"/>
                  </a:lnTo>
                  <a:lnTo>
                    <a:pt x="471373" y="146837"/>
                  </a:lnTo>
                  <a:lnTo>
                    <a:pt x="466344" y="190500"/>
                  </a:lnTo>
                  <a:lnTo>
                    <a:pt x="471373" y="234175"/>
                  </a:lnTo>
                  <a:lnTo>
                    <a:pt x="485711" y="274256"/>
                  </a:lnTo>
                  <a:lnTo>
                    <a:pt x="508203" y="309626"/>
                  </a:lnTo>
                  <a:lnTo>
                    <a:pt x="537718" y="339140"/>
                  </a:lnTo>
                  <a:lnTo>
                    <a:pt x="573087" y="361632"/>
                  </a:lnTo>
                  <a:lnTo>
                    <a:pt x="613168" y="375970"/>
                  </a:lnTo>
                  <a:lnTo>
                    <a:pt x="656844" y="381000"/>
                  </a:lnTo>
                  <a:lnTo>
                    <a:pt x="700506" y="375970"/>
                  </a:lnTo>
                  <a:lnTo>
                    <a:pt x="740587" y="361632"/>
                  </a:lnTo>
                  <a:lnTo>
                    <a:pt x="775957" y="339140"/>
                  </a:lnTo>
                  <a:lnTo>
                    <a:pt x="805472" y="309626"/>
                  </a:lnTo>
                  <a:lnTo>
                    <a:pt x="827963" y="274256"/>
                  </a:lnTo>
                  <a:lnTo>
                    <a:pt x="842302" y="234175"/>
                  </a:lnTo>
                  <a:lnTo>
                    <a:pt x="847344" y="190500"/>
                  </a:lnTo>
                  <a:close/>
                </a:path>
                <a:path extrusionOk="0" h="388620" w="2703829">
                  <a:moveTo>
                    <a:pt x="1312164" y="198120"/>
                  </a:moveTo>
                  <a:lnTo>
                    <a:pt x="1307109" y="154457"/>
                  </a:lnTo>
                  <a:lnTo>
                    <a:pt x="1292720" y="114376"/>
                  </a:lnTo>
                  <a:lnTo>
                    <a:pt x="1270152" y="79006"/>
                  </a:lnTo>
                  <a:lnTo>
                    <a:pt x="1240536" y="49491"/>
                  </a:lnTo>
                  <a:lnTo>
                    <a:pt x="1205026" y="27000"/>
                  </a:lnTo>
                  <a:lnTo>
                    <a:pt x="1164755" y="12661"/>
                  </a:lnTo>
                  <a:lnTo>
                    <a:pt x="1120902" y="7620"/>
                  </a:lnTo>
                  <a:lnTo>
                    <a:pt x="1077036" y="12661"/>
                  </a:lnTo>
                  <a:lnTo>
                    <a:pt x="1036764" y="27000"/>
                  </a:lnTo>
                  <a:lnTo>
                    <a:pt x="1001255" y="49491"/>
                  </a:lnTo>
                  <a:lnTo>
                    <a:pt x="971638" y="79006"/>
                  </a:lnTo>
                  <a:lnTo>
                    <a:pt x="949071" y="114376"/>
                  </a:lnTo>
                  <a:lnTo>
                    <a:pt x="934681" y="154457"/>
                  </a:lnTo>
                  <a:lnTo>
                    <a:pt x="929640" y="198120"/>
                  </a:lnTo>
                  <a:lnTo>
                    <a:pt x="934681" y="241795"/>
                  </a:lnTo>
                  <a:lnTo>
                    <a:pt x="949071" y="281876"/>
                  </a:lnTo>
                  <a:lnTo>
                    <a:pt x="971638" y="317246"/>
                  </a:lnTo>
                  <a:lnTo>
                    <a:pt x="1001255" y="346760"/>
                  </a:lnTo>
                  <a:lnTo>
                    <a:pt x="1036764" y="369252"/>
                  </a:lnTo>
                  <a:lnTo>
                    <a:pt x="1077036" y="383590"/>
                  </a:lnTo>
                  <a:lnTo>
                    <a:pt x="1120902" y="388620"/>
                  </a:lnTo>
                  <a:lnTo>
                    <a:pt x="1164755" y="383590"/>
                  </a:lnTo>
                  <a:lnTo>
                    <a:pt x="1205026" y="369252"/>
                  </a:lnTo>
                  <a:lnTo>
                    <a:pt x="1240536" y="346760"/>
                  </a:lnTo>
                  <a:lnTo>
                    <a:pt x="1270152" y="317246"/>
                  </a:lnTo>
                  <a:lnTo>
                    <a:pt x="1292720" y="281876"/>
                  </a:lnTo>
                  <a:lnTo>
                    <a:pt x="1307109" y="241795"/>
                  </a:lnTo>
                  <a:lnTo>
                    <a:pt x="1312164" y="198120"/>
                  </a:lnTo>
                  <a:close/>
                </a:path>
                <a:path extrusionOk="0" h="388620" w="2703829">
                  <a:moveTo>
                    <a:pt x="1775460" y="198120"/>
                  </a:moveTo>
                  <a:lnTo>
                    <a:pt x="1770418" y="154457"/>
                  </a:lnTo>
                  <a:lnTo>
                    <a:pt x="1756079" y="114376"/>
                  </a:lnTo>
                  <a:lnTo>
                    <a:pt x="1733588" y="79006"/>
                  </a:lnTo>
                  <a:lnTo>
                    <a:pt x="1704073" y="49491"/>
                  </a:lnTo>
                  <a:lnTo>
                    <a:pt x="1668703" y="27000"/>
                  </a:lnTo>
                  <a:lnTo>
                    <a:pt x="1628622" y="12661"/>
                  </a:lnTo>
                  <a:lnTo>
                    <a:pt x="1584960" y="7620"/>
                  </a:lnTo>
                  <a:lnTo>
                    <a:pt x="1541284" y="12661"/>
                  </a:lnTo>
                  <a:lnTo>
                    <a:pt x="1501203" y="27000"/>
                  </a:lnTo>
                  <a:lnTo>
                    <a:pt x="1465834" y="49491"/>
                  </a:lnTo>
                  <a:lnTo>
                    <a:pt x="1436319" y="79006"/>
                  </a:lnTo>
                  <a:lnTo>
                    <a:pt x="1413827" y="114376"/>
                  </a:lnTo>
                  <a:lnTo>
                    <a:pt x="1399489" y="154457"/>
                  </a:lnTo>
                  <a:lnTo>
                    <a:pt x="1394460" y="198120"/>
                  </a:lnTo>
                  <a:lnTo>
                    <a:pt x="1399489" y="241795"/>
                  </a:lnTo>
                  <a:lnTo>
                    <a:pt x="1413827" y="281876"/>
                  </a:lnTo>
                  <a:lnTo>
                    <a:pt x="1436319" y="317246"/>
                  </a:lnTo>
                  <a:lnTo>
                    <a:pt x="1465834" y="346760"/>
                  </a:lnTo>
                  <a:lnTo>
                    <a:pt x="1501203" y="369252"/>
                  </a:lnTo>
                  <a:lnTo>
                    <a:pt x="1541284" y="383590"/>
                  </a:lnTo>
                  <a:lnTo>
                    <a:pt x="1584960" y="388620"/>
                  </a:lnTo>
                  <a:lnTo>
                    <a:pt x="1628622" y="383590"/>
                  </a:lnTo>
                  <a:lnTo>
                    <a:pt x="1668703" y="369252"/>
                  </a:lnTo>
                  <a:lnTo>
                    <a:pt x="1704073" y="346760"/>
                  </a:lnTo>
                  <a:lnTo>
                    <a:pt x="1733588" y="317246"/>
                  </a:lnTo>
                  <a:lnTo>
                    <a:pt x="1756079" y="281876"/>
                  </a:lnTo>
                  <a:lnTo>
                    <a:pt x="1770418" y="241795"/>
                  </a:lnTo>
                  <a:lnTo>
                    <a:pt x="1775460" y="198120"/>
                  </a:lnTo>
                  <a:close/>
                </a:path>
                <a:path extrusionOk="0" h="388620" w="2703829">
                  <a:moveTo>
                    <a:pt x="2238756" y="198120"/>
                  </a:moveTo>
                  <a:lnTo>
                    <a:pt x="2233714" y="154457"/>
                  </a:lnTo>
                  <a:lnTo>
                    <a:pt x="2219375" y="114376"/>
                  </a:lnTo>
                  <a:lnTo>
                    <a:pt x="2196884" y="79006"/>
                  </a:lnTo>
                  <a:lnTo>
                    <a:pt x="2167369" y="49491"/>
                  </a:lnTo>
                  <a:lnTo>
                    <a:pt x="2131999" y="27000"/>
                  </a:lnTo>
                  <a:lnTo>
                    <a:pt x="2091918" y="12661"/>
                  </a:lnTo>
                  <a:lnTo>
                    <a:pt x="2048256" y="7620"/>
                  </a:lnTo>
                  <a:lnTo>
                    <a:pt x="2004580" y="12661"/>
                  </a:lnTo>
                  <a:lnTo>
                    <a:pt x="1964499" y="27000"/>
                  </a:lnTo>
                  <a:lnTo>
                    <a:pt x="1929130" y="49491"/>
                  </a:lnTo>
                  <a:lnTo>
                    <a:pt x="1899615" y="79006"/>
                  </a:lnTo>
                  <a:lnTo>
                    <a:pt x="1877123" y="114376"/>
                  </a:lnTo>
                  <a:lnTo>
                    <a:pt x="1862785" y="154457"/>
                  </a:lnTo>
                  <a:lnTo>
                    <a:pt x="1857756" y="198120"/>
                  </a:lnTo>
                  <a:lnTo>
                    <a:pt x="1862785" y="241795"/>
                  </a:lnTo>
                  <a:lnTo>
                    <a:pt x="1877123" y="281876"/>
                  </a:lnTo>
                  <a:lnTo>
                    <a:pt x="1899615" y="317246"/>
                  </a:lnTo>
                  <a:lnTo>
                    <a:pt x="1929130" y="346760"/>
                  </a:lnTo>
                  <a:lnTo>
                    <a:pt x="1964499" y="369252"/>
                  </a:lnTo>
                  <a:lnTo>
                    <a:pt x="2004580" y="383590"/>
                  </a:lnTo>
                  <a:lnTo>
                    <a:pt x="2048256" y="388620"/>
                  </a:lnTo>
                  <a:lnTo>
                    <a:pt x="2091918" y="383590"/>
                  </a:lnTo>
                  <a:lnTo>
                    <a:pt x="2131999" y="369252"/>
                  </a:lnTo>
                  <a:lnTo>
                    <a:pt x="2167369" y="346760"/>
                  </a:lnTo>
                  <a:lnTo>
                    <a:pt x="2196884" y="317246"/>
                  </a:lnTo>
                  <a:lnTo>
                    <a:pt x="2219375" y="281876"/>
                  </a:lnTo>
                  <a:lnTo>
                    <a:pt x="2233714" y="241795"/>
                  </a:lnTo>
                  <a:lnTo>
                    <a:pt x="2238756" y="198120"/>
                  </a:lnTo>
                  <a:close/>
                </a:path>
                <a:path extrusionOk="0" h="388620" w="2703829">
                  <a:moveTo>
                    <a:pt x="2703576" y="198120"/>
                  </a:moveTo>
                  <a:lnTo>
                    <a:pt x="2698534" y="154457"/>
                  </a:lnTo>
                  <a:lnTo>
                    <a:pt x="2684195" y="114376"/>
                  </a:lnTo>
                  <a:lnTo>
                    <a:pt x="2661704" y="79006"/>
                  </a:lnTo>
                  <a:lnTo>
                    <a:pt x="2632189" y="49491"/>
                  </a:lnTo>
                  <a:lnTo>
                    <a:pt x="2596819" y="27000"/>
                  </a:lnTo>
                  <a:lnTo>
                    <a:pt x="2556738" y="12661"/>
                  </a:lnTo>
                  <a:lnTo>
                    <a:pt x="2513076" y="7620"/>
                  </a:lnTo>
                  <a:lnTo>
                    <a:pt x="2469400" y="12661"/>
                  </a:lnTo>
                  <a:lnTo>
                    <a:pt x="2429319" y="27000"/>
                  </a:lnTo>
                  <a:lnTo>
                    <a:pt x="2393950" y="49491"/>
                  </a:lnTo>
                  <a:lnTo>
                    <a:pt x="2364435" y="79006"/>
                  </a:lnTo>
                  <a:lnTo>
                    <a:pt x="2341943" y="114376"/>
                  </a:lnTo>
                  <a:lnTo>
                    <a:pt x="2327605" y="154457"/>
                  </a:lnTo>
                  <a:lnTo>
                    <a:pt x="2322576" y="198120"/>
                  </a:lnTo>
                  <a:lnTo>
                    <a:pt x="2327605" y="241795"/>
                  </a:lnTo>
                  <a:lnTo>
                    <a:pt x="2341943" y="281876"/>
                  </a:lnTo>
                  <a:lnTo>
                    <a:pt x="2364435" y="317246"/>
                  </a:lnTo>
                  <a:lnTo>
                    <a:pt x="2393950" y="346760"/>
                  </a:lnTo>
                  <a:lnTo>
                    <a:pt x="2429319" y="369252"/>
                  </a:lnTo>
                  <a:lnTo>
                    <a:pt x="2469400" y="383590"/>
                  </a:lnTo>
                  <a:lnTo>
                    <a:pt x="2513076" y="388620"/>
                  </a:lnTo>
                  <a:lnTo>
                    <a:pt x="2556738" y="383590"/>
                  </a:lnTo>
                  <a:lnTo>
                    <a:pt x="2596819" y="369252"/>
                  </a:lnTo>
                  <a:lnTo>
                    <a:pt x="2632189" y="346760"/>
                  </a:lnTo>
                  <a:lnTo>
                    <a:pt x="2661704" y="317246"/>
                  </a:lnTo>
                  <a:lnTo>
                    <a:pt x="2684195" y="281876"/>
                  </a:lnTo>
                  <a:lnTo>
                    <a:pt x="2698534" y="241795"/>
                  </a:lnTo>
                  <a:lnTo>
                    <a:pt x="2703576" y="19812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1" name="Google Shape;621;p28"/>
          <p:cNvGrpSpPr/>
          <p:nvPr/>
        </p:nvGrpSpPr>
        <p:grpSpPr>
          <a:xfrm>
            <a:off x="333756" y="606551"/>
            <a:ext cx="11569065" cy="6052185"/>
            <a:chOff x="333756" y="606551"/>
            <a:chExt cx="11569065" cy="6052185"/>
          </a:xfrm>
        </p:grpSpPr>
        <p:sp>
          <p:nvSpPr>
            <p:cNvPr id="622" name="Google Shape;622;p28"/>
            <p:cNvSpPr/>
            <p:nvPr/>
          </p:nvSpPr>
          <p:spPr>
            <a:xfrm>
              <a:off x="333756" y="606551"/>
              <a:ext cx="11569065" cy="6052185"/>
            </a:xfrm>
            <a:custGeom>
              <a:rect b="b" l="l" r="r" t="t"/>
              <a:pathLst>
                <a:path extrusionOk="0" h="6052184" w="11569065">
                  <a:moveTo>
                    <a:pt x="11568684" y="2457831"/>
                  </a:moveTo>
                  <a:lnTo>
                    <a:pt x="11561280" y="2421217"/>
                  </a:lnTo>
                  <a:lnTo>
                    <a:pt x="11541100" y="2391308"/>
                  </a:lnTo>
                  <a:lnTo>
                    <a:pt x="11511191" y="2371128"/>
                  </a:lnTo>
                  <a:lnTo>
                    <a:pt x="11474577" y="2363724"/>
                  </a:lnTo>
                  <a:lnTo>
                    <a:pt x="5850636" y="2363724"/>
                  </a:lnTo>
                  <a:lnTo>
                    <a:pt x="5850636" y="94234"/>
                  </a:lnTo>
                  <a:lnTo>
                    <a:pt x="5843232" y="57543"/>
                  </a:lnTo>
                  <a:lnTo>
                    <a:pt x="5823039" y="27597"/>
                  </a:lnTo>
                  <a:lnTo>
                    <a:pt x="5793092" y="7404"/>
                  </a:lnTo>
                  <a:lnTo>
                    <a:pt x="5756402" y="0"/>
                  </a:lnTo>
                  <a:lnTo>
                    <a:pt x="94195" y="0"/>
                  </a:lnTo>
                  <a:lnTo>
                    <a:pt x="57531" y="7404"/>
                  </a:lnTo>
                  <a:lnTo>
                    <a:pt x="27584" y="27597"/>
                  </a:lnTo>
                  <a:lnTo>
                    <a:pt x="7391" y="57543"/>
                  </a:lnTo>
                  <a:lnTo>
                    <a:pt x="0" y="94234"/>
                  </a:lnTo>
                  <a:lnTo>
                    <a:pt x="0" y="3595370"/>
                  </a:lnTo>
                  <a:lnTo>
                    <a:pt x="7391" y="3632073"/>
                  </a:lnTo>
                  <a:lnTo>
                    <a:pt x="27584" y="3662019"/>
                  </a:lnTo>
                  <a:lnTo>
                    <a:pt x="57531" y="3682212"/>
                  </a:lnTo>
                  <a:lnTo>
                    <a:pt x="94195" y="3689604"/>
                  </a:lnTo>
                  <a:lnTo>
                    <a:pt x="5718048" y="3689604"/>
                  </a:lnTo>
                  <a:lnTo>
                    <a:pt x="5718048" y="5957646"/>
                  </a:lnTo>
                  <a:lnTo>
                    <a:pt x="5725439" y="5994311"/>
                  </a:lnTo>
                  <a:lnTo>
                    <a:pt x="5745619" y="6024232"/>
                  </a:lnTo>
                  <a:lnTo>
                    <a:pt x="5775528" y="6044412"/>
                  </a:lnTo>
                  <a:lnTo>
                    <a:pt x="5812155" y="6051804"/>
                  </a:lnTo>
                  <a:lnTo>
                    <a:pt x="11474577" y="6051804"/>
                  </a:lnTo>
                  <a:lnTo>
                    <a:pt x="11511191" y="6044412"/>
                  </a:lnTo>
                  <a:lnTo>
                    <a:pt x="11541100" y="6024232"/>
                  </a:lnTo>
                  <a:lnTo>
                    <a:pt x="11561280" y="5994311"/>
                  </a:lnTo>
                  <a:lnTo>
                    <a:pt x="11568684" y="5957646"/>
                  </a:lnTo>
                  <a:lnTo>
                    <a:pt x="11568684" y="24578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3" name="Google Shape;623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9956" y="691895"/>
              <a:ext cx="5686044" cy="3543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4" name="Google Shape;624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60008" y="3032759"/>
              <a:ext cx="5673851" cy="354787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00" y="1603032"/>
            <a:ext cx="11429999" cy="349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0" name="Google Shape;630;p29"/>
          <p:cNvGrpSpPr/>
          <p:nvPr/>
        </p:nvGrpSpPr>
        <p:grpSpPr>
          <a:xfrm>
            <a:off x="658977" y="594994"/>
            <a:ext cx="3395345" cy="762000"/>
            <a:chOff x="658977" y="594994"/>
            <a:chExt cx="3395345" cy="762000"/>
          </a:xfrm>
        </p:grpSpPr>
        <p:pic>
          <p:nvPicPr>
            <p:cNvPr id="631" name="Google Shape;63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8977" y="594994"/>
              <a:ext cx="69494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06449" y="594994"/>
              <a:ext cx="51815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3" name="Google Shape;633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5529" y="594994"/>
              <a:ext cx="2788793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4" name="Google Shape;634;p29"/>
          <p:cNvGrpSpPr/>
          <p:nvPr/>
        </p:nvGrpSpPr>
        <p:grpSpPr>
          <a:xfrm>
            <a:off x="187452" y="5067337"/>
            <a:ext cx="11007090" cy="1536953"/>
            <a:chOff x="187452" y="5067337"/>
            <a:chExt cx="11007090" cy="1536953"/>
          </a:xfrm>
        </p:grpSpPr>
        <p:pic>
          <p:nvPicPr>
            <p:cNvPr id="635" name="Google Shape;635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7452" y="5067337"/>
              <a:ext cx="11007090" cy="15369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6" name="Google Shape;636;p29"/>
            <p:cNvSpPr/>
            <p:nvPr/>
          </p:nvSpPr>
          <p:spPr>
            <a:xfrm>
              <a:off x="420624" y="5209031"/>
              <a:ext cx="10552430" cy="1176655"/>
            </a:xfrm>
            <a:custGeom>
              <a:rect b="b" l="l" r="r" t="t"/>
              <a:pathLst>
                <a:path extrusionOk="0" h="1176654" w="10552430">
                  <a:moveTo>
                    <a:pt x="10496804" y="0"/>
                  </a:moveTo>
                  <a:lnTo>
                    <a:pt x="55346" y="0"/>
                  </a:lnTo>
                  <a:lnTo>
                    <a:pt x="33802" y="4347"/>
                  </a:lnTo>
                  <a:lnTo>
                    <a:pt x="16209" y="16208"/>
                  </a:lnTo>
                  <a:lnTo>
                    <a:pt x="4349" y="33807"/>
                  </a:lnTo>
                  <a:lnTo>
                    <a:pt x="0" y="55372"/>
                  </a:lnTo>
                  <a:lnTo>
                    <a:pt x="0" y="1121181"/>
                  </a:lnTo>
                  <a:lnTo>
                    <a:pt x="4349" y="1142725"/>
                  </a:lnTo>
                  <a:lnTo>
                    <a:pt x="16209" y="1160318"/>
                  </a:lnTo>
                  <a:lnTo>
                    <a:pt x="33802" y="1172178"/>
                  </a:lnTo>
                  <a:lnTo>
                    <a:pt x="55346" y="1176528"/>
                  </a:lnTo>
                  <a:lnTo>
                    <a:pt x="10496804" y="1176528"/>
                  </a:lnTo>
                  <a:lnTo>
                    <a:pt x="10518368" y="1172178"/>
                  </a:lnTo>
                  <a:lnTo>
                    <a:pt x="10535967" y="1160318"/>
                  </a:lnTo>
                  <a:lnTo>
                    <a:pt x="10547828" y="1142725"/>
                  </a:lnTo>
                  <a:lnTo>
                    <a:pt x="10552176" y="1121181"/>
                  </a:lnTo>
                  <a:lnTo>
                    <a:pt x="10552176" y="55372"/>
                  </a:lnTo>
                  <a:lnTo>
                    <a:pt x="10547828" y="33807"/>
                  </a:lnTo>
                  <a:lnTo>
                    <a:pt x="10535967" y="16208"/>
                  </a:lnTo>
                  <a:lnTo>
                    <a:pt x="10518368" y="4347"/>
                  </a:lnTo>
                  <a:lnTo>
                    <a:pt x="10496804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7" name="Google Shape;637;p29"/>
          <p:cNvSpPr txBox="1"/>
          <p:nvPr/>
        </p:nvSpPr>
        <p:spPr>
          <a:xfrm>
            <a:off x="802640" y="5347512"/>
            <a:ext cx="8881745" cy="830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Стремится к нулю, если precision или recall близки к нулю. </a:t>
            </a:r>
            <a:r>
              <a:rPr b="0" i="0" lang="ru-RU" sz="24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Коэффициент </a:t>
            </a:r>
            <a:r>
              <a:rPr b="0" i="0" lang="ru-RU" sz="2400" u="none" cap="none" strike="noStrike">
                <a:solidFill>
                  <a:srgbClr val="0077FF"/>
                </a:solidFill>
                <a:latin typeface="Cambria Math"/>
                <a:ea typeface="Cambria Math"/>
                <a:cs typeface="Cambria Math"/>
                <a:sym typeface="Cambria Math"/>
              </a:rPr>
              <a:t>𝜷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отвечает за пропорцию между метриками.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1" y="2592185"/>
            <a:ext cx="3647375" cy="3806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3" name="Google Shape;643;p30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644" name="Google Shape;644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5" name="Google Shape;645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6" name="Google Shape;646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7" name="Google Shape;647;p30"/>
          <p:cNvGrpSpPr/>
          <p:nvPr/>
        </p:nvGrpSpPr>
        <p:grpSpPr>
          <a:xfrm>
            <a:off x="425195" y="1440192"/>
            <a:ext cx="11007090" cy="1155941"/>
            <a:chOff x="425195" y="1440192"/>
            <a:chExt cx="11007090" cy="1155941"/>
          </a:xfrm>
        </p:grpSpPr>
        <p:pic>
          <p:nvPicPr>
            <p:cNvPr id="648" name="Google Shape;648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5195" y="1440192"/>
              <a:ext cx="11007090" cy="11559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9" name="Google Shape;649;p30"/>
            <p:cNvSpPr/>
            <p:nvPr/>
          </p:nvSpPr>
          <p:spPr>
            <a:xfrm>
              <a:off x="658368" y="1581912"/>
              <a:ext cx="10552430" cy="800100"/>
            </a:xfrm>
            <a:custGeom>
              <a:rect b="b" l="l" r="r" t="t"/>
              <a:pathLst>
                <a:path extrusionOk="0" h="800100" w="10552430">
                  <a:moveTo>
                    <a:pt x="10418317" y="0"/>
                  </a:moveTo>
                  <a:lnTo>
                    <a:pt x="133883" y="0"/>
                  </a:lnTo>
                  <a:lnTo>
                    <a:pt x="91566" y="6825"/>
                  </a:lnTo>
                  <a:lnTo>
                    <a:pt x="54814" y="25830"/>
                  </a:lnTo>
                  <a:lnTo>
                    <a:pt x="25832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666241"/>
                  </a:lnTo>
                  <a:lnTo>
                    <a:pt x="6825" y="708546"/>
                  </a:lnTo>
                  <a:lnTo>
                    <a:pt x="25832" y="745290"/>
                  </a:lnTo>
                  <a:lnTo>
                    <a:pt x="54814" y="774269"/>
                  </a:lnTo>
                  <a:lnTo>
                    <a:pt x="91566" y="793274"/>
                  </a:lnTo>
                  <a:lnTo>
                    <a:pt x="133883" y="800100"/>
                  </a:lnTo>
                  <a:lnTo>
                    <a:pt x="10418317" y="800100"/>
                  </a:lnTo>
                  <a:lnTo>
                    <a:pt x="10460622" y="793274"/>
                  </a:lnTo>
                  <a:lnTo>
                    <a:pt x="10497366" y="774269"/>
                  </a:lnTo>
                  <a:lnTo>
                    <a:pt x="10526345" y="745290"/>
                  </a:lnTo>
                  <a:lnTo>
                    <a:pt x="10545350" y="708546"/>
                  </a:lnTo>
                  <a:lnTo>
                    <a:pt x="10552176" y="666241"/>
                  </a:lnTo>
                  <a:lnTo>
                    <a:pt x="10552176" y="133858"/>
                  </a:lnTo>
                  <a:lnTo>
                    <a:pt x="10545350" y="91553"/>
                  </a:lnTo>
                  <a:lnTo>
                    <a:pt x="10526345" y="54809"/>
                  </a:lnTo>
                  <a:lnTo>
                    <a:pt x="10497366" y="25830"/>
                  </a:lnTo>
                  <a:lnTo>
                    <a:pt x="10460622" y="6825"/>
                  </a:lnTo>
                  <a:lnTo>
                    <a:pt x="10418317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650" name="Google Shape;650;p30"/>
          <p:cNvSpPr txBox="1"/>
          <p:nvPr>
            <p:ph type="title"/>
          </p:nvPr>
        </p:nvSpPr>
        <p:spPr>
          <a:xfrm>
            <a:off x="802640" y="1790826"/>
            <a:ext cx="964501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rgbClr val="000000"/>
                </a:solidFill>
              </a:rPr>
              <a:t>Area Under the ROC curve определяет долю правильно отранжированных пар</a:t>
            </a:r>
            <a:endParaRPr sz="2000"/>
          </a:p>
        </p:txBody>
      </p:sp>
      <p:pic>
        <p:nvPicPr>
          <p:cNvPr id="651" name="Google Shape;651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2359" y="3685794"/>
            <a:ext cx="3612287" cy="163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31"/>
          <p:cNvGrpSpPr/>
          <p:nvPr/>
        </p:nvGrpSpPr>
        <p:grpSpPr>
          <a:xfrm>
            <a:off x="6163047" y="1967130"/>
            <a:ext cx="4045470" cy="906567"/>
            <a:chOff x="6163047" y="1967130"/>
            <a:chExt cx="4045470" cy="906567"/>
          </a:xfrm>
        </p:grpSpPr>
        <p:pic>
          <p:nvPicPr>
            <p:cNvPr id="657" name="Google Shape;657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304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31"/>
            <p:cNvSpPr/>
            <p:nvPr/>
          </p:nvSpPr>
          <p:spPr>
            <a:xfrm>
              <a:off x="631545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9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9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31"/>
          <p:cNvGrpSpPr/>
          <p:nvPr/>
        </p:nvGrpSpPr>
        <p:grpSpPr>
          <a:xfrm>
            <a:off x="1994907" y="1967130"/>
            <a:ext cx="4045470" cy="906567"/>
            <a:chOff x="1994907" y="1967130"/>
            <a:chExt cx="4045470" cy="906567"/>
          </a:xfrm>
        </p:grpSpPr>
        <p:pic>
          <p:nvPicPr>
            <p:cNvPr id="660" name="Google Shape;660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9490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31"/>
            <p:cNvSpPr/>
            <p:nvPr/>
          </p:nvSpPr>
          <p:spPr>
            <a:xfrm>
              <a:off x="214731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8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8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31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663" name="Google Shape;663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4" name="Google Shape;664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5" name="Google Shape;665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6" name="Google Shape;666;p31"/>
          <p:cNvGrpSpPr/>
          <p:nvPr/>
        </p:nvGrpSpPr>
        <p:grpSpPr>
          <a:xfrm>
            <a:off x="3883047" y="5562113"/>
            <a:ext cx="4414475" cy="827843"/>
            <a:chOff x="3883047" y="5562113"/>
            <a:chExt cx="4414475" cy="827843"/>
          </a:xfrm>
        </p:grpSpPr>
        <p:pic>
          <p:nvPicPr>
            <p:cNvPr id="667" name="Google Shape;667;p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883047" y="5562113"/>
              <a:ext cx="4414475" cy="827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31"/>
            <p:cNvSpPr/>
            <p:nvPr/>
          </p:nvSpPr>
          <p:spPr>
            <a:xfrm>
              <a:off x="4059936" y="5681471"/>
              <a:ext cx="4072254" cy="520065"/>
            </a:xfrm>
            <a:custGeom>
              <a:rect b="b" l="l" r="r" t="t"/>
              <a:pathLst>
                <a:path extrusionOk="0" h="520064" w="4072254">
                  <a:moveTo>
                    <a:pt x="3988562" y="0"/>
                  </a:moveTo>
                  <a:lnTo>
                    <a:pt x="83565" y="0"/>
                  </a:lnTo>
                  <a:lnTo>
                    <a:pt x="51059" y="6569"/>
                  </a:lnTo>
                  <a:lnTo>
                    <a:pt x="24495" y="24485"/>
                  </a:lnTo>
                  <a:lnTo>
                    <a:pt x="6574" y="51059"/>
                  </a:lnTo>
                  <a:lnTo>
                    <a:pt x="0" y="83604"/>
                  </a:lnTo>
                  <a:lnTo>
                    <a:pt x="0" y="436079"/>
                  </a:lnTo>
                  <a:lnTo>
                    <a:pt x="6574" y="468624"/>
                  </a:lnTo>
                  <a:lnTo>
                    <a:pt x="24495" y="495198"/>
                  </a:lnTo>
                  <a:lnTo>
                    <a:pt x="51059" y="513114"/>
                  </a:lnTo>
                  <a:lnTo>
                    <a:pt x="83565" y="519683"/>
                  </a:lnTo>
                  <a:lnTo>
                    <a:pt x="3988562" y="519683"/>
                  </a:lnTo>
                  <a:lnTo>
                    <a:pt x="4021068" y="513114"/>
                  </a:lnTo>
                  <a:lnTo>
                    <a:pt x="4047632" y="495198"/>
                  </a:lnTo>
                  <a:lnTo>
                    <a:pt x="4065553" y="468624"/>
                  </a:lnTo>
                  <a:lnTo>
                    <a:pt x="4072128" y="436079"/>
                  </a:lnTo>
                  <a:lnTo>
                    <a:pt x="4072128" y="83604"/>
                  </a:lnTo>
                  <a:lnTo>
                    <a:pt x="4065553" y="51059"/>
                  </a:lnTo>
                  <a:lnTo>
                    <a:pt x="4047632" y="24485"/>
                  </a:lnTo>
                  <a:lnTo>
                    <a:pt x="4021068" y="6569"/>
                  </a:lnTo>
                  <a:lnTo>
                    <a:pt x="3988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9" name="Google Shape;669;p31"/>
          <p:cNvSpPr txBox="1"/>
          <p:nvPr/>
        </p:nvSpPr>
        <p:spPr>
          <a:xfrm>
            <a:off x="4610861" y="5817209"/>
            <a:ext cx="297751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8"/>
              </a:rPr>
              <a:t>https://arize.com/blog/what-is-auc/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70" name="Google Shape;670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9283" y="3084708"/>
            <a:ext cx="9933432" cy="21010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1" name="Google Shape;671;p31"/>
          <p:cNvGrpSpPr/>
          <p:nvPr/>
        </p:nvGrpSpPr>
        <p:grpSpPr>
          <a:xfrm>
            <a:off x="2609342" y="2207717"/>
            <a:ext cx="2913735" cy="318820"/>
            <a:chOff x="2609342" y="2207717"/>
            <a:chExt cx="2913735" cy="318820"/>
          </a:xfrm>
        </p:grpSpPr>
        <p:pic>
          <p:nvPicPr>
            <p:cNvPr id="672" name="Google Shape;672;p3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609342" y="2207717"/>
              <a:ext cx="227977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3" name="Google Shape;673;p3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768850" y="2207717"/>
              <a:ext cx="754227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4" name="Google Shape;674;p31"/>
          <p:cNvGrpSpPr/>
          <p:nvPr/>
        </p:nvGrpSpPr>
        <p:grpSpPr>
          <a:xfrm>
            <a:off x="6737604" y="2207717"/>
            <a:ext cx="2994761" cy="318820"/>
            <a:chOff x="6737604" y="2207717"/>
            <a:chExt cx="2994761" cy="318820"/>
          </a:xfrm>
        </p:grpSpPr>
        <p:pic>
          <p:nvPicPr>
            <p:cNvPr id="675" name="Google Shape;675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737604" y="2207717"/>
              <a:ext cx="235851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6" name="Google Shape;676;p3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978138" y="2207717"/>
              <a:ext cx="754227" cy="3188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952" y="3103150"/>
            <a:ext cx="9930384" cy="2400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2" name="Google Shape;682;p32"/>
          <p:cNvGrpSpPr/>
          <p:nvPr/>
        </p:nvGrpSpPr>
        <p:grpSpPr>
          <a:xfrm>
            <a:off x="6163047" y="1967130"/>
            <a:ext cx="4045470" cy="906567"/>
            <a:chOff x="6163047" y="1967130"/>
            <a:chExt cx="4045470" cy="906567"/>
          </a:xfrm>
        </p:grpSpPr>
        <p:pic>
          <p:nvPicPr>
            <p:cNvPr id="683" name="Google Shape;683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6304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p32"/>
            <p:cNvSpPr/>
            <p:nvPr/>
          </p:nvSpPr>
          <p:spPr>
            <a:xfrm>
              <a:off x="631545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9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9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5" name="Google Shape;685;p32"/>
          <p:cNvGrpSpPr/>
          <p:nvPr/>
        </p:nvGrpSpPr>
        <p:grpSpPr>
          <a:xfrm>
            <a:off x="1994907" y="1967130"/>
            <a:ext cx="4045470" cy="906567"/>
            <a:chOff x="1994907" y="1967130"/>
            <a:chExt cx="4045470" cy="906567"/>
          </a:xfrm>
        </p:grpSpPr>
        <p:pic>
          <p:nvPicPr>
            <p:cNvPr id="686" name="Google Shape;686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9490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p32"/>
            <p:cNvSpPr/>
            <p:nvPr/>
          </p:nvSpPr>
          <p:spPr>
            <a:xfrm>
              <a:off x="214731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8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8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p32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689" name="Google Shape;689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1" name="Google Shape;691;p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2" name="Google Shape;692;p32"/>
          <p:cNvGrpSpPr/>
          <p:nvPr/>
        </p:nvGrpSpPr>
        <p:grpSpPr>
          <a:xfrm>
            <a:off x="2665729" y="2207717"/>
            <a:ext cx="2822067" cy="318820"/>
            <a:chOff x="2665729" y="2207717"/>
            <a:chExt cx="2822067" cy="318820"/>
          </a:xfrm>
        </p:grpSpPr>
        <p:pic>
          <p:nvPicPr>
            <p:cNvPr id="693" name="Google Shape;693;p3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65729" y="2207717"/>
              <a:ext cx="224447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4" name="Google Shape;694;p3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92090" y="2207717"/>
              <a:ext cx="176022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5" name="Google Shape;695;p3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09438" y="2207717"/>
              <a:ext cx="18592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6" name="Google Shape;696;p3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02402" y="2207717"/>
              <a:ext cx="198120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7" name="Google Shape;697;p3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01462" y="2207717"/>
              <a:ext cx="386334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8" name="Google Shape;698;p32"/>
          <p:cNvGrpSpPr/>
          <p:nvPr/>
        </p:nvGrpSpPr>
        <p:grpSpPr>
          <a:xfrm>
            <a:off x="6737604" y="2207717"/>
            <a:ext cx="2994761" cy="318820"/>
            <a:chOff x="6737604" y="2207717"/>
            <a:chExt cx="2994761" cy="318820"/>
          </a:xfrm>
        </p:grpSpPr>
        <p:pic>
          <p:nvPicPr>
            <p:cNvPr id="699" name="Google Shape;699;p3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737604" y="2207717"/>
              <a:ext cx="235851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3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978138" y="2207717"/>
              <a:ext cx="754227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1" name="Google Shape;701;p32"/>
          <p:cNvGrpSpPr/>
          <p:nvPr/>
        </p:nvGrpSpPr>
        <p:grpSpPr>
          <a:xfrm>
            <a:off x="3883047" y="5562113"/>
            <a:ext cx="4414475" cy="827843"/>
            <a:chOff x="3883047" y="5562113"/>
            <a:chExt cx="4414475" cy="827843"/>
          </a:xfrm>
        </p:grpSpPr>
        <p:pic>
          <p:nvPicPr>
            <p:cNvPr id="702" name="Google Shape;702;p3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883047" y="5562113"/>
              <a:ext cx="4414475" cy="827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3" name="Google Shape;703;p32"/>
            <p:cNvSpPr/>
            <p:nvPr/>
          </p:nvSpPr>
          <p:spPr>
            <a:xfrm>
              <a:off x="4059936" y="5681471"/>
              <a:ext cx="4072254" cy="520065"/>
            </a:xfrm>
            <a:custGeom>
              <a:rect b="b" l="l" r="r" t="t"/>
              <a:pathLst>
                <a:path extrusionOk="0" h="520064" w="4072254">
                  <a:moveTo>
                    <a:pt x="3988562" y="0"/>
                  </a:moveTo>
                  <a:lnTo>
                    <a:pt x="83565" y="0"/>
                  </a:lnTo>
                  <a:lnTo>
                    <a:pt x="51059" y="6569"/>
                  </a:lnTo>
                  <a:lnTo>
                    <a:pt x="24495" y="24485"/>
                  </a:lnTo>
                  <a:lnTo>
                    <a:pt x="6574" y="51059"/>
                  </a:lnTo>
                  <a:lnTo>
                    <a:pt x="0" y="83604"/>
                  </a:lnTo>
                  <a:lnTo>
                    <a:pt x="0" y="436079"/>
                  </a:lnTo>
                  <a:lnTo>
                    <a:pt x="6574" y="468624"/>
                  </a:lnTo>
                  <a:lnTo>
                    <a:pt x="24495" y="495198"/>
                  </a:lnTo>
                  <a:lnTo>
                    <a:pt x="51059" y="513114"/>
                  </a:lnTo>
                  <a:lnTo>
                    <a:pt x="83565" y="519683"/>
                  </a:lnTo>
                  <a:lnTo>
                    <a:pt x="3988562" y="519683"/>
                  </a:lnTo>
                  <a:lnTo>
                    <a:pt x="4021068" y="513114"/>
                  </a:lnTo>
                  <a:lnTo>
                    <a:pt x="4047632" y="495198"/>
                  </a:lnTo>
                  <a:lnTo>
                    <a:pt x="4065553" y="468624"/>
                  </a:lnTo>
                  <a:lnTo>
                    <a:pt x="4072128" y="436079"/>
                  </a:lnTo>
                  <a:lnTo>
                    <a:pt x="4072128" y="83604"/>
                  </a:lnTo>
                  <a:lnTo>
                    <a:pt x="4065553" y="51059"/>
                  </a:lnTo>
                  <a:lnTo>
                    <a:pt x="4047632" y="24485"/>
                  </a:lnTo>
                  <a:lnTo>
                    <a:pt x="4021068" y="6569"/>
                  </a:lnTo>
                  <a:lnTo>
                    <a:pt x="3988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32"/>
          <p:cNvSpPr txBox="1"/>
          <p:nvPr/>
        </p:nvSpPr>
        <p:spPr>
          <a:xfrm>
            <a:off x="4610861" y="5817209"/>
            <a:ext cx="297751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6"/>
              </a:rPr>
              <a:t>https://arize.com/blog/what-is-auc/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39" y="3092258"/>
            <a:ext cx="9951720" cy="2417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0" name="Google Shape;710;p33"/>
          <p:cNvGrpSpPr/>
          <p:nvPr/>
        </p:nvGrpSpPr>
        <p:grpSpPr>
          <a:xfrm>
            <a:off x="6163047" y="1967130"/>
            <a:ext cx="4045470" cy="906567"/>
            <a:chOff x="6163047" y="1967130"/>
            <a:chExt cx="4045470" cy="906567"/>
          </a:xfrm>
        </p:grpSpPr>
        <p:pic>
          <p:nvPicPr>
            <p:cNvPr id="711" name="Google Shape;711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6304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p33"/>
            <p:cNvSpPr/>
            <p:nvPr/>
          </p:nvSpPr>
          <p:spPr>
            <a:xfrm>
              <a:off x="631545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9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9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3" name="Google Shape;713;p33"/>
          <p:cNvGrpSpPr/>
          <p:nvPr/>
        </p:nvGrpSpPr>
        <p:grpSpPr>
          <a:xfrm>
            <a:off x="1994907" y="1967130"/>
            <a:ext cx="4045470" cy="906567"/>
            <a:chOff x="1994907" y="1967130"/>
            <a:chExt cx="4045470" cy="906567"/>
          </a:xfrm>
        </p:grpSpPr>
        <p:pic>
          <p:nvPicPr>
            <p:cNvPr id="714" name="Google Shape;714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9490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5" name="Google Shape;715;p33"/>
            <p:cNvSpPr/>
            <p:nvPr/>
          </p:nvSpPr>
          <p:spPr>
            <a:xfrm>
              <a:off x="214731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8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8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33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717" name="Google Shape;717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8" name="Google Shape;718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0" name="Google Shape;720;p33"/>
          <p:cNvGrpSpPr/>
          <p:nvPr/>
        </p:nvGrpSpPr>
        <p:grpSpPr>
          <a:xfrm>
            <a:off x="2638298" y="2207717"/>
            <a:ext cx="2876931" cy="318820"/>
            <a:chOff x="2638298" y="2207717"/>
            <a:chExt cx="2876931" cy="318820"/>
          </a:xfrm>
        </p:grpSpPr>
        <p:pic>
          <p:nvPicPr>
            <p:cNvPr id="721" name="Google Shape;721;p3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38298" y="2207717"/>
              <a:ext cx="224447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2" name="Google Shape;722;p3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64658" y="2207717"/>
              <a:ext cx="185165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3" name="Google Shape;723;p3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888102" y="2207717"/>
              <a:ext cx="283463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4" name="Google Shape;724;p3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29835" y="2207717"/>
              <a:ext cx="198120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5" name="Google Shape;725;p3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28895" y="2207717"/>
              <a:ext cx="386334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6" name="Google Shape;726;p33"/>
          <p:cNvGrpSpPr/>
          <p:nvPr/>
        </p:nvGrpSpPr>
        <p:grpSpPr>
          <a:xfrm>
            <a:off x="6737604" y="2207717"/>
            <a:ext cx="2994761" cy="318820"/>
            <a:chOff x="6737604" y="2207717"/>
            <a:chExt cx="2994761" cy="318820"/>
          </a:xfrm>
        </p:grpSpPr>
        <p:pic>
          <p:nvPicPr>
            <p:cNvPr id="727" name="Google Shape;727;p3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737604" y="2207717"/>
              <a:ext cx="235851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8" name="Google Shape;728;p3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978138" y="2207717"/>
              <a:ext cx="754227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9" name="Google Shape;729;p33"/>
          <p:cNvGrpSpPr/>
          <p:nvPr/>
        </p:nvGrpSpPr>
        <p:grpSpPr>
          <a:xfrm>
            <a:off x="3883047" y="5562113"/>
            <a:ext cx="4414475" cy="827843"/>
            <a:chOff x="3883047" y="5562113"/>
            <a:chExt cx="4414475" cy="827843"/>
          </a:xfrm>
        </p:grpSpPr>
        <p:pic>
          <p:nvPicPr>
            <p:cNvPr id="730" name="Google Shape;730;p3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883047" y="5562113"/>
              <a:ext cx="4414475" cy="827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1" name="Google Shape;731;p33"/>
            <p:cNvSpPr/>
            <p:nvPr/>
          </p:nvSpPr>
          <p:spPr>
            <a:xfrm>
              <a:off x="4059936" y="5681471"/>
              <a:ext cx="4072254" cy="520065"/>
            </a:xfrm>
            <a:custGeom>
              <a:rect b="b" l="l" r="r" t="t"/>
              <a:pathLst>
                <a:path extrusionOk="0" h="520064" w="4072254">
                  <a:moveTo>
                    <a:pt x="3988562" y="0"/>
                  </a:moveTo>
                  <a:lnTo>
                    <a:pt x="83565" y="0"/>
                  </a:lnTo>
                  <a:lnTo>
                    <a:pt x="51059" y="6569"/>
                  </a:lnTo>
                  <a:lnTo>
                    <a:pt x="24495" y="24485"/>
                  </a:lnTo>
                  <a:lnTo>
                    <a:pt x="6574" y="51059"/>
                  </a:lnTo>
                  <a:lnTo>
                    <a:pt x="0" y="83604"/>
                  </a:lnTo>
                  <a:lnTo>
                    <a:pt x="0" y="436079"/>
                  </a:lnTo>
                  <a:lnTo>
                    <a:pt x="6574" y="468624"/>
                  </a:lnTo>
                  <a:lnTo>
                    <a:pt x="24495" y="495198"/>
                  </a:lnTo>
                  <a:lnTo>
                    <a:pt x="51059" y="513114"/>
                  </a:lnTo>
                  <a:lnTo>
                    <a:pt x="83565" y="519683"/>
                  </a:lnTo>
                  <a:lnTo>
                    <a:pt x="3988562" y="519683"/>
                  </a:lnTo>
                  <a:lnTo>
                    <a:pt x="4021068" y="513114"/>
                  </a:lnTo>
                  <a:lnTo>
                    <a:pt x="4047632" y="495198"/>
                  </a:lnTo>
                  <a:lnTo>
                    <a:pt x="4065553" y="468624"/>
                  </a:lnTo>
                  <a:lnTo>
                    <a:pt x="4072128" y="436079"/>
                  </a:lnTo>
                  <a:lnTo>
                    <a:pt x="4072128" y="83604"/>
                  </a:lnTo>
                  <a:lnTo>
                    <a:pt x="4065553" y="51059"/>
                  </a:lnTo>
                  <a:lnTo>
                    <a:pt x="4047632" y="24485"/>
                  </a:lnTo>
                  <a:lnTo>
                    <a:pt x="4021068" y="6569"/>
                  </a:lnTo>
                  <a:lnTo>
                    <a:pt x="3988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2" name="Google Shape;732;p33"/>
          <p:cNvSpPr txBox="1"/>
          <p:nvPr/>
        </p:nvSpPr>
        <p:spPr>
          <a:xfrm>
            <a:off x="4606290" y="5817209"/>
            <a:ext cx="298704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6"/>
              </a:rPr>
              <a:t>https://arize.com/blog/what-is-auc/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663" y="3091021"/>
            <a:ext cx="9948672" cy="2125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8" name="Google Shape;738;p34"/>
          <p:cNvGrpSpPr/>
          <p:nvPr/>
        </p:nvGrpSpPr>
        <p:grpSpPr>
          <a:xfrm>
            <a:off x="6163047" y="1967130"/>
            <a:ext cx="4045470" cy="906567"/>
            <a:chOff x="6163047" y="1967130"/>
            <a:chExt cx="4045470" cy="906567"/>
          </a:xfrm>
        </p:grpSpPr>
        <p:pic>
          <p:nvPicPr>
            <p:cNvPr id="739" name="Google Shape;73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6304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0" name="Google Shape;740;p34"/>
            <p:cNvSpPr/>
            <p:nvPr/>
          </p:nvSpPr>
          <p:spPr>
            <a:xfrm>
              <a:off x="631545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9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9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1" name="Google Shape;741;p34"/>
          <p:cNvGrpSpPr/>
          <p:nvPr/>
        </p:nvGrpSpPr>
        <p:grpSpPr>
          <a:xfrm>
            <a:off x="1994907" y="1967130"/>
            <a:ext cx="4045470" cy="906567"/>
            <a:chOff x="1994907" y="1967130"/>
            <a:chExt cx="4045470" cy="906567"/>
          </a:xfrm>
        </p:grpSpPr>
        <p:pic>
          <p:nvPicPr>
            <p:cNvPr id="742" name="Google Shape;742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9490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3" name="Google Shape;743;p34"/>
            <p:cNvSpPr/>
            <p:nvPr/>
          </p:nvSpPr>
          <p:spPr>
            <a:xfrm>
              <a:off x="214731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8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8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4" name="Google Shape;744;p34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745" name="Google Shape;745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6" name="Google Shape;746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7" name="Google Shape;747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8" name="Google Shape;748;p34"/>
          <p:cNvGrpSpPr/>
          <p:nvPr/>
        </p:nvGrpSpPr>
        <p:grpSpPr>
          <a:xfrm>
            <a:off x="2632201" y="2207717"/>
            <a:ext cx="2889124" cy="318820"/>
            <a:chOff x="2632201" y="2207717"/>
            <a:chExt cx="2889124" cy="318820"/>
          </a:xfrm>
        </p:grpSpPr>
        <p:pic>
          <p:nvPicPr>
            <p:cNvPr id="749" name="Google Shape;749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32201" y="2207717"/>
              <a:ext cx="224447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0" name="Google Shape;750;p3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58181" y="2207717"/>
              <a:ext cx="185623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1" name="Google Shape;751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882006" y="2207717"/>
              <a:ext cx="307848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2" name="Google Shape;752;p3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35930" y="2207717"/>
              <a:ext cx="198120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3" name="Google Shape;753;p3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34991" y="2207717"/>
              <a:ext cx="386334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4" name="Google Shape;754;p34"/>
          <p:cNvGrpSpPr/>
          <p:nvPr/>
        </p:nvGrpSpPr>
        <p:grpSpPr>
          <a:xfrm>
            <a:off x="6774180" y="2207717"/>
            <a:ext cx="2933954" cy="318820"/>
            <a:chOff x="6774180" y="2207717"/>
            <a:chExt cx="2933954" cy="318820"/>
          </a:xfrm>
        </p:grpSpPr>
        <p:pic>
          <p:nvPicPr>
            <p:cNvPr id="755" name="Google Shape;755;p3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774180" y="2207717"/>
              <a:ext cx="235851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6" name="Google Shape;756;p3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014714" y="2207717"/>
              <a:ext cx="18745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7" name="Google Shape;757;p3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139682" y="2207717"/>
              <a:ext cx="18592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8" name="Google Shape;758;p3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232646" y="2207717"/>
              <a:ext cx="475488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9" name="Google Shape;759;p34"/>
          <p:cNvGrpSpPr/>
          <p:nvPr/>
        </p:nvGrpSpPr>
        <p:grpSpPr>
          <a:xfrm>
            <a:off x="3883047" y="5562113"/>
            <a:ext cx="4414475" cy="827843"/>
            <a:chOff x="3883047" y="5562113"/>
            <a:chExt cx="4414475" cy="827843"/>
          </a:xfrm>
        </p:grpSpPr>
        <p:pic>
          <p:nvPicPr>
            <p:cNvPr id="760" name="Google Shape;760;p3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883047" y="5562113"/>
              <a:ext cx="4414475" cy="827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1" name="Google Shape;761;p34"/>
            <p:cNvSpPr/>
            <p:nvPr/>
          </p:nvSpPr>
          <p:spPr>
            <a:xfrm>
              <a:off x="4059936" y="5681471"/>
              <a:ext cx="4072254" cy="520065"/>
            </a:xfrm>
            <a:custGeom>
              <a:rect b="b" l="l" r="r" t="t"/>
              <a:pathLst>
                <a:path extrusionOk="0" h="520064" w="4072254">
                  <a:moveTo>
                    <a:pt x="3988562" y="0"/>
                  </a:moveTo>
                  <a:lnTo>
                    <a:pt x="83565" y="0"/>
                  </a:lnTo>
                  <a:lnTo>
                    <a:pt x="51059" y="6569"/>
                  </a:lnTo>
                  <a:lnTo>
                    <a:pt x="24495" y="24485"/>
                  </a:lnTo>
                  <a:lnTo>
                    <a:pt x="6574" y="51059"/>
                  </a:lnTo>
                  <a:lnTo>
                    <a:pt x="0" y="83604"/>
                  </a:lnTo>
                  <a:lnTo>
                    <a:pt x="0" y="436079"/>
                  </a:lnTo>
                  <a:lnTo>
                    <a:pt x="6574" y="468624"/>
                  </a:lnTo>
                  <a:lnTo>
                    <a:pt x="24495" y="495198"/>
                  </a:lnTo>
                  <a:lnTo>
                    <a:pt x="51059" y="513114"/>
                  </a:lnTo>
                  <a:lnTo>
                    <a:pt x="83565" y="519683"/>
                  </a:lnTo>
                  <a:lnTo>
                    <a:pt x="3988562" y="519683"/>
                  </a:lnTo>
                  <a:lnTo>
                    <a:pt x="4021068" y="513114"/>
                  </a:lnTo>
                  <a:lnTo>
                    <a:pt x="4047632" y="495198"/>
                  </a:lnTo>
                  <a:lnTo>
                    <a:pt x="4065553" y="468624"/>
                  </a:lnTo>
                  <a:lnTo>
                    <a:pt x="4072128" y="436079"/>
                  </a:lnTo>
                  <a:lnTo>
                    <a:pt x="4072128" y="83604"/>
                  </a:lnTo>
                  <a:lnTo>
                    <a:pt x="4065553" y="51059"/>
                  </a:lnTo>
                  <a:lnTo>
                    <a:pt x="4047632" y="24485"/>
                  </a:lnTo>
                  <a:lnTo>
                    <a:pt x="4021068" y="6569"/>
                  </a:lnTo>
                  <a:lnTo>
                    <a:pt x="3988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2" name="Google Shape;762;p34"/>
          <p:cNvSpPr txBox="1"/>
          <p:nvPr/>
        </p:nvSpPr>
        <p:spPr>
          <a:xfrm>
            <a:off x="4610861" y="5817209"/>
            <a:ext cx="297751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8"/>
              </a:rPr>
              <a:t>https://arize.com/blog/what-is-auc/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663" y="3098459"/>
            <a:ext cx="9948672" cy="20978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35"/>
          <p:cNvGrpSpPr/>
          <p:nvPr/>
        </p:nvGrpSpPr>
        <p:grpSpPr>
          <a:xfrm>
            <a:off x="6163047" y="1967130"/>
            <a:ext cx="4045470" cy="906567"/>
            <a:chOff x="6163047" y="1967130"/>
            <a:chExt cx="4045470" cy="906567"/>
          </a:xfrm>
        </p:grpSpPr>
        <p:pic>
          <p:nvPicPr>
            <p:cNvPr id="769" name="Google Shape;769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6304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0" name="Google Shape;770;p35"/>
            <p:cNvSpPr/>
            <p:nvPr/>
          </p:nvSpPr>
          <p:spPr>
            <a:xfrm>
              <a:off x="631545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9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9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1" name="Google Shape;771;p35"/>
          <p:cNvGrpSpPr/>
          <p:nvPr/>
        </p:nvGrpSpPr>
        <p:grpSpPr>
          <a:xfrm>
            <a:off x="1994907" y="1967130"/>
            <a:ext cx="4045470" cy="906567"/>
            <a:chOff x="1994907" y="1967130"/>
            <a:chExt cx="4045470" cy="906567"/>
          </a:xfrm>
        </p:grpSpPr>
        <p:pic>
          <p:nvPicPr>
            <p:cNvPr id="772" name="Google Shape;772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9490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3" name="Google Shape;773;p35"/>
            <p:cNvSpPr/>
            <p:nvPr/>
          </p:nvSpPr>
          <p:spPr>
            <a:xfrm>
              <a:off x="214731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8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8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4" name="Google Shape;774;p35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775" name="Google Shape;775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6" name="Google Shape;776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7" name="Google Shape;777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8" name="Google Shape;778;p35"/>
          <p:cNvGrpSpPr/>
          <p:nvPr/>
        </p:nvGrpSpPr>
        <p:grpSpPr>
          <a:xfrm>
            <a:off x="2632201" y="2207717"/>
            <a:ext cx="2889124" cy="318820"/>
            <a:chOff x="2632201" y="2207717"/>
            <a:chExt cx="2889124" cy="318820"/>
          </a:xfrm>
        </p:grpSpPr>
        <p:pic>
          <p:nvPicPr>
            <p:cNvPr id="779" name="Google Shape;779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32201" y="2207717"/>
              <a:ext cx="224447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58181" y="2207717"/>
              <a:ext cx="185623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1" name="Google Shape;781;p3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882006" y="2207717"/>
              <a:ext cx="307848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2" name="Google Shape;782;p3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35930" y="2207717"/>
              <a:ext cx="198120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3" name="Google Shape;783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34991" y="2207717"/>
              <a:ext cx="386334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4" name="Google Shape;784;p35"/>
          <p:cNvGrpSpPr/>
          <p:nvPr/>
        </p:nvGrpSpPr>
        <p:grpSpPr>
          <a:xfrm>
            <a:off x="6749795" y="2207717"/>
            <a:ext cx="2982721" cy="318820"/>
            <a:chOff x="6749795" y="2207717"/>
            <a:chExt cx="2982721" cy="318820"/>
          </a:xfrm>
        </p:grpSpPr>
        <p:pic>
          <p:nvPicPr>
            <p:cNvPr id="785" name="Google Shape;785;p3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749795" y="2207717"/>
              <a:ext cx="235851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6" name="Google Shape;786;p3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990329" y="2207717"/>
              <a:ext cx="18745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7" name="Google Shape;787;p3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115297" y="2207717"/>
              <a:ext cx="283464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8" name="Google Shape;788;p3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257029" y="2207717"/>
              <a:ext cx="475487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9" name="Google Shape;789;p35"/>
          <p:cNvGrpSpPr/>
          <p:nvPr/>
        </p:nvGrpSpPr>
        <p:grpSpPr>
          <a:xfrm>
            <a:off x="3883047" y="5562113"/>
            <a:ext cx="4414475" cy="827843"/>
            <a:chOff x="3883047" y="5562113"/>
            <a:chExt cx="4414475" cy="827843"/>
          </a:xfrm>
        </p:grpSpPr>
        <p:pic>
          <p:nvPicPr>
            <p:cNvPr id="790" name="Google Shape;790;p3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883047" y="5562113"/>
              <a:ext cx="4414475" cy="827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1" name="Google Shape;791;p35"/>
            <p:cNvSpPr/>
            <p:nvPr/>
          </p:nvSpPr>
          <p:spPr>
            <a:xfrm>
              <a:off x="4059936" y="5681471"/>
              <a:ext cx="4072254" cy="520065"/>
            </a:xfrm>
            <a:custGeom>
              <a:rect b="b" l="l" r="r" t="t"/>
              <a:pathLst>
                <a:path extrusionOk="0" h="520064" w="4072254">
                  <a:moveTo>
                    <a:pt x="3988562" y="0"/>
                  </a:moveTo>
                  <a:lnTo>
                    <a:pt x="83565" y="0"/>
                  </a:lnTo>
                  <a:lnTo>
                    <a:pt x="51059" y="6569"/>
                  </a:lnTo>
                  <a:lnTo>
                    <a:pt x="24495" y="24485"/>
                  </a:lnTo>
                  <a:lnTo>
                    <a:pt x="6574" y="51059"/>
                  </a:lnTo>
                  <a:lnTo>
                    <a:pt x="0" y="83604"/>
                  </a:lnTo>
                  <a:lnTo>
                    <a:pt x="0" y="436079"/>
                  </a:lnTo>
                  <a:lnTo>
                    <a:pt x="6574" y="468624"/>
                  </a:lnTo>
                  <a:lnTo>
                    <a:pt x="24495" y="495198"/>
                  </a:lnTo>
                  <a:lnTo>
                    <a:pt x="51059" y="513114"/>
                  </a:lnTo>
                  <a:lnTo>
                    <a:pt x="83565" y="519683"/>
                  </a:lnTo>
                  <a:lnTo>
                    <a:pt x="3988562" y="519683"/>
                  </a:lnTo>
                  <a:lnTo>
                    <a:pt x="4021068" y="513114"/>
                  </a:lnTo>
                  <a:lnTo>
                    <a:pt x="4047632" y="495198"/>
                  </a:lnTo>
                  <a:lnTo>
                    <a:pt x="4065553" y="468624"/>
                  </a:lnTo>
                  <a:lnTo>
                    <a:pt x="4072128" y="436079"/>
                  </a:lnTo>
                  <a:lnTo>
                    <a:pt x="4072128" y="83604"/>
                  </a:lnTo>
                  <a:lnTo>
                    <a:pt x="4065553" y="51059"/>
                  </a:lnTo>
                  <a:lnTo>
                    <a:pt x="4047632" y="24485"/>
                  </a:lnTo>
                  <a:lnTo>
                    <a:pt x="4021068" y="6569"/>
                  </a:lnTo>
                  <a:lnTo>
                    <a:pt x="3988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2" name="Google Shape;792;p35"/>
          <p:cNvSpPr txBox="1"/>
          <p:nvPr/>
        </p:nvSpPr>
        <p:spPr>
          <a:xfrm>
            <a:off x="4606290" y="5817209"/>
            <a:ext cx="298704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8"/>
              </a:rPr>
              <a:t>https://arize.com/blog/what-is-auc/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663" y="3096801"/>
            <a:ext cx="9948672" cy="24109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8" name="Google Shape;798;p36"/>
          <p:cNvGrpSpPr/>
          <p:nvPr/>
        </p:nvGrpSpPr>
        <p:grpSpPr>
          <a:xfrm>
            <a:off x="6163047" y="1967130"/>
            <a:ext cx="4045470" cy="906567"/>
            <a:chOff x="6163047" y="1967130"/>
            <a:chExt cx="4045470" cy="906567"/>
          </a:xfrm>
        </p:grpSpPr>
        <p:pic>
          <p:nvPicPr>
            <p:cNvPr id="799" name="Google Shape;799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6304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36"/>
            <p:cNvSpPr/>
            <p:nvPr/>
          </p:nvSpPr>
          <p:spPr>
            <a:xfrm>
              <a:off x="631545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9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9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1" name="Google Shape;801;p36"/>
          <p:cNvGrpSpPr/>
          <p:nvPr/>
        </p:nvGrpSpPr>
        <p:grpSpPr>
          <a:xfrm>
            <a:off x="1994907" y="1967130"/>
            <a:ext cx="4045470" cy="906567"/>
            <a:chOff x="1994907" y="1967130"/>
            <a:chExt cx="4045470" cy="906567"/>
          </a:xfrm>
        </p:grpSpPr>
        <p:pic>
          <p:nvPicPr>
            <p:cNvPr id="802" name="Google Shape;80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94907" y="1967130"/>
              <a:ext cx="4045470" cy="906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3" name="Google Shape;803;p36"/>
            <p:cNvSpPr/>
            <p:nvPr/>
          </p:nvSpPr>
          <p:spPr>
            <a:xfrm>
              <a:off x="2147315" y="2063496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8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8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4" name="Google Shape;804;p36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805" name="Google Shape;805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6" name="Google Shape;806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7" name="Google Shape;807;p3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8" name="Google Shape;808;p36"/>
          <p:cNvGrpSpPr/>
          <p:nvPr/>
        </p:nvGrpSpPr>
        <p:grpSpPr>
          <a:xfrm>
            <a:off x="2583433" y="2207717"/>
            <a:ext cx="2986659" cy="318820"/>
            <a:chOff x="2583433" y="2207717"/>
            <a:chExt cx="2986659" cy="318820"/>
          </a:xfrm>
        </p:grpSpPr>
        <p:pic>
          <p:nvPicPr>
            <p:cNvPr id="809" name="Google Shape;809;p3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83433" y="2207717"/>
              <a:ext cx="224447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0" name="Google Shape;810;p3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09794" y="2207717"/>
              <a:ext cx="176022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1" name="Google Shape;811;p3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827142" y="2207717"/>
              <a:ext cx="386334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2" name="Google Shape;812;p3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84698" y="2207717"/>
              <a:ext cx="198120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3" name="Google Shape;813;p3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183758" y="2207717"/>
              <a:ext cx="386334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4" name="Google Shape;814;p36"/>
          <p:cNvGrpSpPr/>
          <p:nvPr/>
        </p:nvGrpSpPr>
        <p:grpSpPr>
          <a:xfrm>
            <a:off x="6691248" y="2207717"/>
            <a:ext cx="3098672" cy="318820"/>
            <a:chOff x="6691248" y="2207717"/>
            <a:chExt cx="3098672" cy="318820"/>
          </a:xfrm>
        </p:grpSpPr>
        <p:pic>
          <p:nvPicPr>
            <p:cNvPr id="815" name="Google Shape;815;p3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691248" y="2207717"/>
              <a:ext cx="235851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6" name="Google Shape;816;p3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931909" y="2207717"/>
              <a:ext cx="18745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7" name="Google Shape;817;p3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056877" y="2207717"/>
              <a:ext cx="386333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8" name="Google Shape;818;p3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314433" y="2207717"/>
              <a:ext cx="475487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9" name="Google Shape;819;p36"/>
          <p:cNvGrpSpPr/>
          <p:nvPr/>
        </p:nvGrpSpPr>
        <p:grpSpPr>
          <a:xfrm>
            <a:off x="3883047" y="5562113"/>
            <a:ext cx="4414475" cy="827843"/>
            <a:chOff x="3883047" y="5562113"/>
            <a:chExt cx="4414475" cy="827843"/>
          </a:xfrm>
        </p:grpSpPr>
        <p:pic>
          <p:nvPicPr>
            <p:cNvPr id="820" name="Google Shape;820;p3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883047" y="5562113"/>
              <a:ext cx="4414475" cy="827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36"/>
            <p:cNvSpPr/>
            <p:nvPr/>
          </p:nvSpPr>
          <p:spPr>
            <a:xfrm>
              <a:off x="4059936" y="5681471"/>
              <a:ext cx="4072254" cy="520065"/>
            </a:xfrm>
            <a:custGeom>
              <a:rect b="b" l="l" r="r" t="t"/>
              <a:pathLst>
                <a:path extrusionOk="0" h="520064" w="4072254">
                  <a:moveTo>
                    <a:pt x="3988562" y="0"/>
                  </a:moveTo>
                  <a:lnTo>
                    <a:pt x="83565" y="0"/>
                  </a:lnTo>
                  <a:lnTo>
                    <a:pt x="51059" y="6569"/>
                  </a:lnTo>
                  <a:lnTo>
                    <a:pt x="24495" y="24485"/>
                  </a:lnTo>
                  <a:lnTo>
                    <a:pt x="6574" y="51059"/>
                  </a:lnTo>
                  <a:lnTo>
                    <a:pt x="0" y="83604"/>
                  </a:lnTo>
                  <a:lnTo>
                    <a:pt x="0" y="436079"/>
                  </a:lnTo>
                  <a:lnTo>
                    <a:pt x="6574" y="468624"/>
                  </a:lnTo>
                  <a:lnTo>
                    <a:pt x="24495" y="495198"/>
                  </a:lnTo>
                  <a:lnTo>
                    <a:pt x="51059" y="513114"/>
                  </a:lnTo>
                  <a:lnTo>
                    <a:pt x="83565" y="519683"/>
                  </a:lnTo>
                  <a:lnTo>
                    <a:pt x="3988562" y="519683"/>
                  </a:lnTo>
                  <a:lnTo>
                    <a:pt x="4021068" y="513114"/>
                  </a:lnTo>
                  <a:lnTo>
                    <a:pt x="4047632" y="495198"/>
                  </a:lnTo>
                  <a:lnTo>
                    <a:pt x="4065553" y="468624"/>
                  </a:lnTo>
                  <a:lnTo>
                    <a:pt x="4072128" y="436079"/>
                  </a:lnTo>
                  <a:lnTo>
                    <a:pt x="4072128" y="83604"/>
                  </a:lnTo>
                  <a:lnTo>
                    <a:pt x="4065553" y="51059"/>
                  </a:lnTo>
                  <a:lnTo>
                    <a:pt x="4047632" y="24485"/>
                  </a:lnTo>
                  <a:lnTo>
                    <a:pt x="4021068" y="6569"/>
                  </a:lnTo>
                  <a:lnTo>
                    <a:pt x="3988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2" name="Google Shape;822;p36"/>
          <p:cNvSpPr txBox="1"/>
          <p:nvPr/>
        </p:nvSpPr>
        <p:spPr>
          <a:xfrm>
            <a:off x="4610861" y="5817209"/>
            <a:ext cx="297751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6"/>
              </a:rPr>
              <a:t>https://arize.com/blog/what-is-auc/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" name="Google Shape;827;p37"/>
          <p:cNvGrpSpPr/>
          <p:nvPr/>
        </p:nvGrpSpPr>
        <p:grpSpPr>
          <a:xfrm>
            <a:off x="1139952" y="1921802"/>
            <a:ext cx="9912096" cy="3582886"/>
            <a:chOff x="1139952" y="1921802"/>
            <a:chExt cx="9912096" cy="3582886"/>
          </a:xfrm>
        </p:grpSpPr>
        <p:pic>
          <p:nvPicPr>
            <p:cNvPr id="828" name="Google Shape;828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9952" y="2887980"/>
              <a:ext cx="9912096" cy="2616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9" name="Google Shape;829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17336" y="1921802"/>
              <a:ext cx="4114038" cy="974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0" name="Google Shape;830;p37"/>
            <p:cNvSpPr/>
            <p:nvPr/>
          </p:nvSpPr>
          <p:spPr>
            <a:xfrm>
              <a:off x="6315455" y="2063495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9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9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1" name="Google Shape;831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49196" y="1921802"/>
              <a:ext cx="4114037" cy="974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2" name="Google Shape;832;p37"/>
            <p:cNvSpPr/>
            <p:nvPr/>
          </p:nvSpPr>
          <p:spPr>
            <a:xfrm>
              <a:off x="2147316" y="2063495"/>
              <a:ext cx="3729354" cy="620395"/>
            </a:xfrm>
            <a:custGeom>
              <a:rect b="b" l="l" r="r" t="t"/>
              <a:pathLst>
                <a:path extrusionOk="0" h="620394" w="3729354">
                  <a:moveTo>
                    <a:pt x="3625469" y="0"/>
                  </a:moveTo>
                  <a:lnTo>
                    <a:pt x="103758" y="0"/>
                  </a:lnTo>
                  <a:lnTo>
                    <a:pt x="63382" y="8157"/>
                  </a:lnTo>
                  <a:lnTo>
                    <a:pt x="30400" y="30400"/>
                  </a:lnTo>
                  <a:lnTo>
                    <a:pt x="8157" y="63382"/>
                  </a:lnTo>
                  <a:lnTo>
                    <a:pt x="0" y="103758"/>
                  </a:lnTo>
                  <a:lnTo>
                    <a:pt x="0" y="516508"/>
                  </a:lnTo>
                  <a:lnTo>
                    <a:pt x="8157" y="556885"/>
                  </a:lnTo>
                  <a:lnTo>
                    <a:pt x="30400" y="589867"/>
                  </a:lnTo>
                  <a:lnTo>
                    <a:pt x="63382" y="612110"/>
                  </a:lnTo>
                  <a:lnTo>
                    <a:pt x="103758" y="620267"/>
                  </a:lnTo>
                  <a:lnTo>
                    <a:pt x="3625469" y="620267"/>
                  </a:lnTo>
                  <a:lnTo>
                    <a:pt x="3665845" y="612110"/>
                  </a:lnTo>
                  <a:lnTo>
                    <a:pt x="3698827" y="589867"/>
                  </a:lnTo>
                  <a:lnTo>
                    <a:pt x="3721070" y="556885"/>
                  </a:lnTo>
                  <a:lnTo>
                    <a:pt x="3729228" y="516508"/>
                  </a:lnTo>
                  <a:lnTo>
                    <a:pt x="3729228" y="103758"/>
                  </a:lnTo>
                  <a:lnTo>
                    <a:pt x="3721070" y="63382"/>
                  </a:lnTo>
                  <a:lnTo>
                    <a:pt x="3698827" y="30400"/>
                  </a:lnTo>
                  <a:lnTo>
                    <a:pt x="3665845" y="8157"/>
                  </a:lnTo>
                  <a:lnTo>
                    <a:pt x="3625469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37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834" name="Google Shape;834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5" name="Google Shape;835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6" name="Google Shape;836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7" name="Google Shape;837;p37"/>
          <p:cNvGrpSpPr/>
          <p:nvPr/>
        </p:nvGrpSpPr>
        <p:grpSpPr>
          <a:xfrm>
            <a:off x="2626105" y="2207717"/>
            <a:ext cx="2899792" cy="318820"/>
            <a:chOff x="2626105" y="2207717"/>
            <a:chExt cx="2899792" cy="318820"/>
          </a:xfrm>
        </p:grpSpPr>
        <p:pic>
          <p:nvPicPr>
            <p:cNvPr id="838" name="Google Shape;838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26105" y="2207717"/>
              <a:ext cx="224447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9" name="Google Shape;839;p3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52085" y="2207717"/>
              <a:ext cx="185623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0" name="Google Shape;840;p3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875910" y="2207717"/>
              <a:ext cx="329184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1" name="Google Shape;841;p3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40502" y="2207717"/>
              <a:ext cx="198120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2" name="Google Shape;842;p3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39563" y="2207717"/>
              <a:ext cx="386334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3" name="Google Shape;843;p37"/>
          <p:cNvGrpSpPr/>
          <p:nvPr/>
        </p:nvGrpSpPr>
        <p:grpSpPr>
          <a:xfrm>
            <a:off x="6738493" y="2207717"/>
            <a:ext cx="3005708" cy="318820"/>
            <a:chOff x="6738493" y="2207717"/>
            <a:chExt cx="3005708" cy="318820"/>
          </a:xfrm>
        </p:grpSpPr>
        <p:pic>
          <p:nvPicPr>
            <p:cNvPr id="844" name="Google Shape;844;p3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738493" y="2207717"/>
              <a:ext cx="2358517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5" name="Google Shape;845;p3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979154" y="2207717"/>
              <a:ext cx="187451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6" name="Google Shape;846;p3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104122" y="2207717"/>
              <a:ext cx="329183" cy="318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7" name="Google Shape;847;p3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68714" y="2207717"/>
              <a:ext cx="475487" cy="3188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8" name="Google Shape;848;p37"/>
          <p:cNvGrpSpPr/>
          <p:nvPr/>
        </p:nvGrpSpPr>
        <p:grpSpPr>
          <a:xfrm>
            <a:off x="3883047" y="5562113"/>
            <a:ext cx="4414475" cy="827843"/>
            <a:chOff x="3883047" y="5562113"/>
            <a:chExt cx="4414475" cy="827843"/>
          </a:xfrm>
        </p:grpSpPr>
        <p:pic>
          <p:nvPicPr>
            <p:cNvPr id="849" name="Google Shape;849;p3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883047" y="5562113"/>
              <a:ext cx="4414475" cy="827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0" name="Google Shape;850;p37"/>
            <p:cNvSpPr/>
            <p:nvPr/>
          </p:nvSpPr>
          <p:spPr>
            <a:xfrm>
              <a:off x="4059936" y="5681471"/>
              <a:ext cx="4072254" cy="520065"/>
            </a:xfrm>
            <a:custGeom>
              <a:rect b="b" l="l" r="r" t="t"/>
              <a:pathLst>
                <a:path extrusionOk="0" h="520064" w="4072254">
                  <a:moveTo>
                    <a:pt x="3988562" y="0"/>
                  </a:moveTo>
                  <a:lnTo>
                    <a:pt x="83565" y="0"/>
                  </a:lnTo>
                  <a:lnTo>
                    <a:pt x="51059" y="6569"/>
                  </a:lnTo>
                  <a:lnTo>
                    <a:pt x="24495" y="24485"/>
                  </a:lnTo>
                  <a:lnTo>
                    <a:pt x="6574" y="51059"/>
                  </a:lnTo>
                  <a:lnTo>
                    <a:pt x="0" y="83604"/>
                  </a:lnTo>
                  <a:lnTo>
                    <a:pt x="0" y="436079"/>
                  </a:lnTo>
                  <a:lnTo>
                    <a:pt x="6574" y="468624"/>
                  </a:lnTo>
                  <a:lnTo>
                    <a:pt x="24495" y="495198"/>
                  </a:lnTo>
                  <a:lnTo>
                    <a:pt x="51059" y="513114"/>
                  </a:lnTo>
                  <a:lnTo>
                    <a:pt x="83565" y="519683"/>
                  </a:lnTo>
                  <a:lnTo>
                    <a:pt x="3988562" y="519683"/>
                  </a:lnTo>
                  <a:lnTo>
                    <a:pt x="4021068" y="513114"/>
                  </a:lnTo>
                  <a:lnTo>
                    <a:pt x="4047632" y="495198"/>
                  </a:lnTo>
                  <a:lnTo>
                    <a:pt x="4065553" y="468624"/>
                  </a:lnTo>
                  <a:lnTo>
                    <a:pt x="4072128" y="436079"/>
                  </a:lnTo>
                  <a:lnTo>
                    <a:pt x="4072128" y="83604"/>
                  </a:lnTo>
                  <a:lnTo>
                    <a:pt x="4065553" y="51059"/>
                  </a:lnTo>
                  <a:lnTo>
                    <a:pt x="4047632" y="24485"/>
                  </a:lnTo>
                  <a:lnTo>
                    <a:pt x="4021068" y="6569"/>
                  </a:lnTo>
                  <a:lnTo>
                    <a:pt x="3988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1" name="Google Shape;851;p37"/>
          <p:cNvSpPr txBox="1"/>
          <p:nvPr/>
        </p:nvSpPr>
        <p:spPr>
          <a:xfrm>
            <a:off x="4606290" y="5817209"/>
            <a:ext cx="298704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7"/>
              </a:rPr>
              <a:t>https://arize.com/blog/what-is-auc/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2552" y="2358407"/>
            <a:ext cx="7992054" cy="20490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7" name="Google Shape;857;p38"/>
          <p:cNvGrpSpPr/>
          <p:nvPr/>
        </p:nvGrpSpPr>
        <p:grpSpPr>
          <a:xfrm>
            <a:off x="658977" y="594994"/>
            <a:ext cx="3315488" cy="762000"/>
            <a:chOff x="658977" y="594994"/>
            <a:chExt cx="3315488" cy="762000"/>
          </a:xfrm>
        </p:grpSpPr>
        <p:pic>
          <p:nvPicPr>
            <p:cNvPr id="858" name="Google Shape;858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8977" y="594994"/>
              <a:ext cx="173126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9" name="Google Shape;859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57450" y="594994"/>
              <a:ext cx="51876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0" name="Google Shape;860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16785" y="594994"/>
              <a:ext cx="1757680" cy="76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1" name="Google Shape;861;p38"/>
          <p:cNvGrpSpPr/>
          <p:nvPr/>
        </p:nvGrpSpPr>
        <p:grpSpPr>
          <a:xfrm>
            <a:off x="469370" y="4884148"/>
            <a:ext cx="11241829" cy="1477887"/>
            <a:chOff x="469370" y="4884148"/>
            <a:chExt cx="11241829" cy="1477887"/>
          </a:xfrm>
        </p:grpSpPr>
        <p:pic>
          <p:nvPicPr>
            <p:cNvPr id="862" name="Google Shape;862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9370" y="4884148"/>
              <a:ext cx="11241829" cy="1477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38"/>
            <p:cNvSpPr/>
            <p:nvPr/>
          </p:nvSpPr>
          <p:spPr>
            <a:xfrm>
              <a:off x="658367" y="4980431"/>
              <a:ext cx="10875645" cy="1186180"/>
            </a:xfrm>
            <a:custGeom>
              <a:rect b="b" l="l" r="r" t="t"/>
              <a:pathLst>
                <a:path extrusionOk="0" h="1186179" w="10875645">
                  <a:moveTo>
                    <a:pt x="10676890" y="0"/>
                  </a:moveTo>
                  <a:lnTo>
                    <a:pt x="198399" y="0"/>
                  </a:lnTo>
                  <a:lnTo>
                    <a:pt x="152907" y="5236"/>
                  </a:lnTo>
                  <a:lnTo>
                    <a:pt x="111147" y="20155"/>
                  </a:lnTo>
                  <a:lnTo>
                    <a:pt x="74309" y="43567"/>
                  </a:lnTo>
                  <a:lnTo>
                    <a:pt x="43585" y="74283"/>
                  </a:lnTo>
                  <a:lnTo>
                    <a:pt x="20165" y="111115"/>
                  </a:lnTo>
                  <a:lnTo>
                    <a:pt x="5239" y="152875"/>
                  </a:lnTo>
                  <a:lnTo>
                    <a:pt x="0" y="198374"/>
                  </a:lnTo>
                  <a:lnTo>
                    <a:pt x="0" y="987272"/>
                  </a:lnTo>
                  <a:lnTo>
                    <a:pt x="5239" y="1032764"/>
                  </a:lnTo>
                  <a:lnTo>
                    <a:pt x="20165" y="1074524"/>
                  </a:lnTo>
                  <a:lnTo>
                    <a:pt x="43585" y="1111362"/>
                  </a:lnTo>
                  <a:lnTo>
                    <a:pt x="74309" y="1142086"/>
                  </a:lnTo>
                  <a:lnTo>
                    <a:pt x="111147" y="1165506"/>
                  </a:lnTo>
                  <a:lnTo>
                    <a:pt x="152907" y="1180432"/>
                  </a:lnTo>
                  <a:lnTo>
                    <a:pt x="198399" y="1185672"/>
                  </a:lnTo>
                  <a:lnTo>
                    <a:pt x="10676890" y="1185672"/>
                  </a:lnTo>
                  <a:lnTo>
                    <a:pt x="10722388" y="1180432"/>
                  </a:lnTo>
                  <a:lnTo>
                    <a:pt x="10764148" y="1165506"/>
                  </a:lnTo>
                  <a:lnTo>
                    <a:pt x="10800980" y="1142086"/>
                  </a:lnTo>
                  <a:lnTo>
                    <a:pt x="10831696" y="1111362"/>
                  </a:lnTo>
                  <a:lnTo>
                    <a:pt x="10855108" y="1074524"/>
                  </a:lnTo>
                  <a:lnTo>
                    <a:pt x="10870027" y="1032764"/>
                  </a:lnTo>
                  <a:lnTo>
                    <a:pt x="10875264" y="987272"/>
                  </a:lnTo>
                  <a:lnTo>
                    <a:pt x="10875264" y="198374"/>
                  </a:lnTo>
                  <a:lnTo>
                    <a:pt x="10870027" y="152875"/>
                  </a:lnTo>
                  <a:lnTo>
                    <a:pt x="10855108" y="111115"/>
                  </a:lnTo>
                  <a:lnTo>
                    <a:pt x="10831696" y="74283"/>
                  </a:lnTo>
                  <a:lnTo>
                    <a:pt x="10800980" y="43567"/>
                  </a:lnTo>
                  <a:lnTo>
                    <a:pt x="10764148" y="20155"/>
                  </a:lnTo>
                  <a:lnTo>
                    <a:pt x="10722388" y="5236"/>
                  </a:lnTo>
                  <a:lnTo>
                    <a:pt x="10676890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4" name="Google Shape;864;p38"/>
          <p:cNvSpPr txBox="1"/>
          <p:nvPr/>
        </p:nvSpPr>
        <p:spPr>
          <a:xfrm>
            <a:off x="864514" y="5090246"/>
            <a:ext cx="10475595" cy="8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Соответственно, ROC-AUC слабо чувствительна на несбалансированных выборках.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Очень интересный </a:t>
            </a:r>
            <a:r>
              <a:rPr b="0" i="0" lang="ru-RU" sz="2000" u="sng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тест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5" name="Google Shape;865;p38"/>
          <p:cNvSpPr txBox="1"/>
          <p:nvPr/>
        </p:nvSpPr>
        <p:spPr>
          <a:xfrm>
            <a:off x="6857238" y="1682953"/>
            <a:ext cx="33915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*только пары с разными метками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973" y="530682"/>
            <a:ext cx="2731389" cy="762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1" name="Google Shape;871;p39"/>
          <p:cNvGrpSpPr/>
          <p:nvPr/>
        </p:nvGrpSpPr>
        <p:grpSpPr>
          <a:xfrm>
            <a:off x="469370" y="4379874"/>
            <a:ext cx="11241829" cy="1986610"/>
            <a:chOff x="469370" y="4379874"/>
            <a:chExt cx="11241829" cy="1986610"/>
          </a:xfrm>
        </p:grpSpPr>
        <p:pic>
          <p:nvPicPr>
            <p:cNvPr id="872" name="Google Shape;872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370" y="4379874"/>
              <a:ext cx="11241829" cy="1986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3" name="Google Shape;873;p39"/>
            <p:cNvSpPr/>
            <p:nvPr/>
          </p:nvSpPr>
          <p:spPr>
            <a:xfrm>
              <a:off x="658367" y="4475988"/>
              <a:ext cx="10875645" cy="1690370"/>
            </a:xfrm>
            <a:custGeom>
              <a:rect b="b" l="l" r="r" t="t"/>
              <a:pathLst>
                <a:path extrusionOk="0" h="1690370" w="10875645">
                  <a:moveTo>
                    <a:pt x="10592435" y="0"/>
                  </a:moveTo>
                  <a:lnTo>
                    <a:pt x="282828" y="0"/>
                  </a:lnTo>
                  <a:lnTo>
                    <a:pt x="236950" y="3701"/>
                  </a:lnTo>
                  <a:lnTo>
                    <a:pt x="193430" y="14418"/>
                  </a:lnTo>
                  <a:lnTo>
                    <a:pt x="152849" y="31567"/>
                  </a:lnTo>
                  <a:lnTo>
                    <a:pt x="115790" y="54567"/>
                  </a:lnTo>
                  <a:lnTo>
                    <a:pt x="82835" y="82835"/>
                  </a:lnTo>
                  <a:lnTo>
                    <a:pt x="54567" y="115790"/>
                  </a:lnTo>
                  <a:lnTo>
                    <a:pt x="31567" y="152849"/>
                  </a:lnTo>
                  <a:lnTo>
                    <a:pt x="14418" y="193430"/>
                  </a:lnTo>
                  <a:lnTo>
                    <a:pt x="3701" y="236950"/>
                  </a:lnTo>
                  <a:lnTo>
                    <a:pt x="0" y="282829"/>
                  </a:lnTo>
                  <a:lnTo>
                    <a:pt x="0" y="1407287"/>
                  </a:lnTo>
                  <a:lnTo>
                    <a:pt x="3701" y="1453165"/>
                  </a:lnTo>
                  <a:lnTo>
                    <a:pt x="14418" y="1496685"/>
                  </a:lnTo>
                  <a:lnTo>
                    <a:pt x="31567" y="1537266"/>
                  </a:lnTo>
                  <a:lnTo>
                    <a:pt x="54567" y="1574325"/>
                  </a:lnTo>
                  <a:lnTo>
                    <a:pt x="82835" y="1607280"/>
                  </a:lnTo>
                  <a:lnTo>
                    <a:pt x="115790" y="1635548"/>
                  </a:lnTo>
                  <a:lnTo>
                    <a:pt x="152849" y="1658548"/>
                  </a:lnTo>
                  <a:lnTo>
                    <a:pt x="193430" y="1675697"/>
                  </a:lnTo>
                  <a:lnTo>
                    <a:pt x="236950" y="1686414"/>
                  </a:lnTo>
                  <a:lnTo>
                    <a:pt x="282828" y="1690116"/>
                  </a:lnTo>
                  <a:lnTo>
                    <a:pt x="10592435" y="1690116"/>
                  </a:lnTo>
                  <a:lnTo>
                    <a:pt x="10638313" y="1686414"/>
                  </a:lnTo>
                  <a:lnTo>
                    <a:pt x="10681833" y="1675697"/>
                  </a:lnTo>
                  <a:lnTo>
                    <a:pt x="10722414" y="1658548"/>
                  </a:lnTo>
                  <a:lnTo>
                    <a:pt x="10759473" y="1635548"/>
                  </a:lnTo>
                  <a:lnTo>
                    <a:pt x="10792428" y="1607280"/>
                  </a:lnTo>
                  <a:lnTo>
                    <a:pt x="10820696" y="1574325"/>
                  </a:lnTo>
                  <a:lnTo>
                    <a:pt x="10843696" y="1537266"/>
                  </a:lnTo>
                  <a:lnTo>
                    <a:pt x="10860845" y="1496685"/>
                  </a:lnTo>
                  <a:lnTo>
                    <a:pt x="10871562" y="1453165"/>
                  </a:lnTo>
                  <a:lnTo>
                    <a:pt x="10875264" y="1407287"/>
                  </a:lnTo>
                  <a:lnTo>
                    <a:pt x="10875264" y="282829"/>
                  </a:lnTo>
                  <a:lnTo>
                    <a:pt x="10871562" y="236950"/>
                  </a:lnTo>
                  <a:lnTo>
                    <a:pt x="10860845" y="193430"/>
                  </a:lnTo>
                  <a:lnTo>
                    <a:pt x="10843696" y="152849"/>
                  </a:lnTo>
                  <a:lnTo>
                    <a:pt x="10820696" y="115790"/>
                  </a:lnTo>
                  <a:lnTo>
                    <a:pt x="10792428" y="82835"/>
                  </a:lnTo>
                  <a:lnTo>
                    <a:pt x="10759473" y="54567"/>
                  </a:lnTo>
                  <a:lnTo>
                    <a:pt x="10722414" y="31567"/>
                  </a:lnTo>
                  <a:lnTo>
                    <a:pt x="10681833" y="14418"/>
                  </a:lnTo>
                  <a:lnTo>
                    <a:pt x="10638313" y="3701"/>
                  </a:lnTo>
                  <a:lnTo>
                    <a:pt x="10592435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4" name="Google Shape;87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7130" y="2362652"/>
            <a:ext cx="8439388" cy="130561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39"/>
          <p:cNvSpPr txBox="1"/>
          <p:nvPr/>
        </p:nvSpPr>
        <p:spPr>
          <a:xfrm>
            <a:off x="984300" y="4923485"/>
            <a:ext cx="8759190" cy="864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Выводится из метода максимального правдоподобия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1805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В ходе построения алгоритма данное выражение минимизируется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606" y="839753"/>
            <a:ext cx="5708603" cy="5606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77" y="594994"/>
            <a:ext cx="2731388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2" name="Google Shape;882;p40"/>
          <p:cNvGrpSpPr/>
          <p:nvPr/>
        </p:nvGrpSpPr>
        <p:grpSpPr>
          <a:xfrm>
            <a:off x="269658" y="2493251"/>
            <a:ext cx="5749468" cy="2788176"/>
            <a:chOff x="269658" y="2493251"/>
            <a:chExt cx="5749468" cy="2788176"/>
          </a:xfrm>
        </p:grpSpPr>
        <p:pic>
          <p:nvPicPr>
            <p:cNvPr id="883" name="Google Shape;883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9658" y="2493251"/>
              <a:ext cx="5749468" cy="2788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" name="Google Shape;884;p40"/>
            <p:cNvSpPr/>
            <p:nvPr/>
          </p:nvSpPr>
          <p:spPr>
            <a:xfrm>
              <a:off x="431292" y="2589276"/>
              <a:ext cx="5438140" cy="2484120"/>
            </a:xfrm>
            <a:custGeom>
              <a:rect b="b" l="l" r="r" t="t"/>
              <a:pathLst>
                <a:path extrusionOk="0" h="2484120" w="5438140">
                  <a:moveTo>
                    <a:pt x="5264912" y="0"/>
                  </a:moveTo>
                  <a:lnTo>
                    <a:pt x="172669" y="0"/>
                  </a:lnTo>
                  <a:lnTo>
                    <a:pt x="126766" y="6170"/>
                  </a:lnTo>
                  <a:lnTo>
                    <a:pt x="85518" y="23584"/>
                  </a:lnTo>
                  <a:lnTo>
                    <a:pt x="50572" y="50593"/>
                  </a:lnTo>
                  <a:lnTo>
                    <a:pt x="23574" y="85550"/>
                  </a:lnTo>
                  <a:lnTo>
                    <a:pt x="6167" y="126808"/>
                  </a:lnTo>
                  <a:lnTo>
                    <a:pt x="0" y="172720"/>
                  </a:lnTo>
                  <a:lnTo>
                    <a:pt x="0" y="2311400"/>
                  </a:lnTo>
                  <a:lnTo>
                    <a:pt x="6167" y="2357311"/>
                  </a:lnTo>
                  <a:lnTo>
                    <a:pt x="23574" y="2398569"/>
                  </a:lnTo>
                  <a:lnTo>
                    <a:pt x="50572" y="2433526"/>
                  </a:lnTo>
                  <a:lnTo>
                    <a:pt x="85518" y="2460535"/>
                  </a:lnTo>
                  <a:lnTo>
                    <a:pt x="126766" y="2477949"/>
                  </a:lnTo>
                  <a:lnTo>
                    <a:pt x="172669" y="2484120"/>
                  </a:lnTo>
                  <a:lnTo>
                    <a:pt x="5264912" y="2484120"/>
                  </a:lnTo>
                  <a:lnTo>
                    <a:pt x="5310823" y="2477949"/>
                  </a:lnTo>
                  <a:lnTo>
                    <a:pt x="5352081" y="2460535"/>
                  </a:lnTo>
                  <a:lnTo>
                    <a:pt x="5387038" y="2433526"/>
                  </a:lnTo>
                  <a:lnTo>
                    <a:pt x="5414047" y="2398569"/>
                  </a:lnTo>
                  <a:lnTo>
                    <a:pt x="5431461" y="2357311"/>
                  </a:lnTo>
                  <a:lnTo>
                    <a:pt x="5437632" y="2311400"/>
                  </a:lnTo>
                  <a:lnTo>
                    <a:pt x="5437632" y="172720"/>
                  </a:lnTo>
                  <a:lnTo>
                    <a:pt x="5431461" y="126808"/>
                  </a:lnTo>
                  <a:lnTo>
                    <a:pt x="5414047" y="85550"/>
                  </a:lnTo>
                  <a:lnTo>
                    <a:pt x="5387038" y="50593"/>
                  </a:lnTo>
                  <a:lnTo>
                    <a:pt x="5352081" y="23584"/>
                  </a:lnTo>
                  <a:lnTo>
                    <a:pt x="5310823" y="6170"/>
                  </a:lnTo>
                  <a:lnTo>
                    <a:pt x="5264912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5" name="Google Shape;885;p40"/>
          <p:cNvSpPr txBox="1"/>
          <p:nvPr/>
        </p:nvSpPr>
        <p:spPr>
          <a:xfrm>
            <a:off x="638657" y="2877773"/>
            <a:ext cx="4919980" cy="8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 неправильном предсказании значение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функционала уходит в бесконечность.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6" name="Google Shape;886;p40"/>
          <p:cNvSpPr txBox="1"/>
          <p:nvPr/>
        </p:nvSpPr>
        <p:spPr>
          <a:xfrm>
            <a:off x="638657" y="4402658"/>
            <a:ext cx="504888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&gt; Лечится ограничением значений функции.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41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892" name="Google Shape;892;p41"/>
            <p:cNvSpPr/>
            <p:nvPr/>
          </p:nvSpPr>
          <p:spPr>
            <a:xfrm>
              <a:off x="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0" y="6858000"/>
                  </a:moveTo>
                  <a:lnTo>
                    <a:pt x="6096000" y="68580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3" name="Google Shape;893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41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5" name="Google Shape;895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6" name="Google Shape;896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7" name="Google Shape;897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8" name="Google Shape;898;p41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9" name="Google Shape;899;p4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5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0" name="Google Shape;900;p4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1" name="Google Shape;901;p41"/>
            <p:cNvSpPr/>
            <p:nvPr/>
          </p:nvSpPr>
          <p:spPr>
            <a:xfrm>
              <a:off x="665196" y="5714027"/>
              <a:ext cx="485140" cy="481965"/>
            </a:xfrm>
            <a:custGeom>
              <a:rect b="b" l="l" r="r" t="t"/>
              <a:pathLst>
                <a:path extrusionOk="0" h="481964" w="485140">
                  <a:moveTo>
                    <a:pt x="252123" y="0"/>
                  </a:moveTo>
                  <a:lnTo>
                    <a:pt x="232688" y="0"/>
                  </a:lnTo>
                  <a:lnTo>
                    <a:pt x="160006" y="529"/>
                  </a:lnTo>
                  <a:lnTo>
                    <a:pt x="104735" y="4232"/>
                  </a:lnTo>
                  <a:lnTo>
                    <a:pt x="63673" y="14285"/>
                  </a:lnTo>
                  <a:lnTo>
                    <a:pt x="13875" y="63639"/>
                  </a:lnTo>
                  <a:lnTo>
                    <a:pt x="3735" y="104326"/>
                  </a:lnTo>
                  <a:lnTo>
                    <a:pt x="0" y="159095"/>
                  </a:lnTo>
                  <a:lnTo>
                    <a:pt x="0" y="322399"/>
                  </a:lnTo>
                  <a:lnTo>
                    <a:pt x="3735" y="377169"/>
                  </a:lnTo>
                  <a:lnTo>
                    <a:pt x="13875" y="417857"/>
                  </a:lnTo>
                  <a:lnTo>
                    <a:pt x="63674" y="467202"/>
                  </a:lnTo>
                  <a:lnTo>
                    <a:pt x="104735" y="477250"/>
                  </a:lnTo>
                  <a:lnTo>
                    <a:pt x="160006" y="480951"/>
                  </a:lnTo>
                  <a:lnTo>
                    <a:pt x="232688" y="481480"/>
                  </a:lnTo>
                  <a:lnTo>
                    <a:pt x="252123" y="481480"/>
                  </a:lnTo>
                  <a:lnTo>
                    <a:pt x="324807" y="480951"/>
                  </a:lnTo>
                  <a:lnTo>
                    <a:pt x="380078" y="477250"/>
                  </a:lnTo>
                  <a:lnTo>
                    <a:pt x="421140" y="467202"/>
                  </a:lnTo>
                  <a:lnTo>
                    <a:pt x="470951" y="417857"/>
                  </a:lnTo>
                  <a:lnTo>
                    <a:pt x="481096" y="377169"/>
                  </a:lnTo>
                  <a:lnTo>
                    <a:pt x="483164" y="346873"/>
                  </a:lnTo>
                  <a:lnTo>
                    <a:pt x="257996" y="346873"/>
                  </a:lnTo>
                  <a:lnTo>
                    <a:pt x="213485" y="342340"/>
                  </a:lnTo>
                  <a:lnTo>
                    <a:pt x="175027" y="329038"/>
                  </a:lnTo>
                  <a:lnTo>
                    <a:pt x="142848" y="307409"/>
                  </a:lnTo>
                  <a:lnTo>
                    <a:pt x="117176" y="277894"/>
                  </a:lnTo>
                  <a:lnTo>
                    <a:pt x="98235" y="240936"/>
                  </a:lnTo>
                  <a:lnTo>
                    <a:pt x="86253" y="196978"/>
                  </a:lnTo>
                  <a:lnTo>
                    <a:pt x="81457" y="146461"/>
                  </a:lnTo>
                  <a:lnTo>
                    <a:pt x="483972" y="146461"/>
                  </a:lnTo>
                  <a:lnTo>
                    <a:pt x="481096" y="104326"/>
                  </a:lnTo>
                  <a:lnTo>
                    <a:pt x="470951" y="63639"/>
                  </a:lnTo>
                  <a:lnTo>
                    <a:pt x="421140" y="14285"/>
                  </a:lnTo>
                  <a:lnTo>
                    <a:pt x="380078" y="4232"/>
                  </a:lnTo>
                  <a:lnTo>
                    <a:pt x="324807" y="529"/>
                  </a:lnTo>
                  <a:lnTo>
                    <a:pt x="252123" y="0"/>
                  </a:lnTo>
                  <a:close/>
                </a:path>
                <a:path extrusionOk="0" h="481964" w="485140">
                  <a:moveTo>
                    <a:pt x="264272" y="275252"/>
                  </a:moveTo>
                  <a:lnTo>
                    <a:pt x="264272" y="346873"/>
                  </a:lnTo>
                  <a:lnTo>
                    <a:pt x="348085" y="346873"/>
                  </a:lnTo>
                  <a:lnTo>
                    <a:pt x="335501" y="320166"/>
                  </a:lnTo>
                  <a:lnTo>
                    <a:pt x="316807" y="298273"/>
                  </a:lnTo>
                  <a:lnTo>
                    <a:pt x="292799" y="282775"/>
                  </a:lnTo>
                  <a:lnTo>
                    <a:pt x="264272" y="275252"/>
                  </a:lnTo>
                  <a:close/>
                </a:path>
                <a:path extrusionOk="0" h="481964" w="485140">
                  <a:moveTo>
                    <a:pt x="483972" y="146461"/>
                  </a:moveTo>
                  <a:lnTo>
                    <a:pt x="393432" y="146461"/>
                  </a:lnTo>
                  <a:lnTo>
                    <a:pt x="382301" y="180633"/>
                  </a:lnTo>
                  <a:lnTo>
                    <a:pt x="364356" y="209201"/>
                  </a:lnTo>
                  <a:lnTo>
                    <a:pt x="343185" y="231375"/>
                  </a:lnTo>
                  <a:lnTo>
                    <a:pt x="322374" y="246363"/>
                  </a:lnTo>
                  <a:lnTo>
                    <a:pt x="344087" y="259134"/>
                  </a:lnTo>
                  <a:lnTo>
                    <a:pt x="367774" y="279767"/>
                  </a:lnTo>
                  <a:lnTo>
                    <a:pt x="389563" y="308825"/>
                  </a:lnTo>
                  <a:lnTo>
                    <a:pt x="405582" y="346873"/>
                  </a:lnTo>
                  <a:lnTo>
                    <a:pt x="483164" y="346873"/>
                  </a:lnTo>
                  <a:lnTo>
                    <a:pt x="484834" y="322399"/>
                  </a:lnTo>
                  <a:lnTo>
                    <a:pt x="484834" y="159095"/>
                  </a:lnTo>
                  <a:lnTo>
                    <a:pt x="483972" y="146461"/>
                  </a:lnTo>
                  <a:close/>
                </a:path>
                <a:path extrusionOk="0" h="481964" w="485140">
                  <a:moveTo>
                    <a:pt x="212039" y="146461"/>
                  </a:moveTo>
                  <a:lnTo>
                    <a:pt x="136932" y="146461"/>
                  </a:lnTo>
                  <a:lnTo>
                    <a:pt x="144880" y="205785"/>
                  </a:lnTo>
                  <a:lnTo>
                    <a:pt x="163021" y="247318"/>
                  </a:lnTo>
                  <a:lnTo>
                    <a:pt x="186894" y="273128"/>
                  </a:lnTo>
                  <a:lnTo>
                    <a:pt x="212039" y="285283"/>
                  </a:lnTo>
                  <a:lnTo>
                    <a:pt x="212039" y="146461"/>
                  </a:lnTo>
                  <a:close/>
                </a:path>
                <a:path extrusionOk="0" h="481964" w="485140">
                  <a:moveTo>
                    <a:pt x="341199" y="146461"/>
                  </a:moveTo>
                  <a:lnTo>
                    <a:pt x="264272" y="146461"/>
                  </a:lnTo>
                  <a:lnTo>
                    <a:pt x="264272" y="225701"/>
                  </a:lnTo>
                  <a:lnTo>
                    <a:pt x="288192" y="217468"/>
                  </a:lnTo>
                  <a:lnTo>
                    <a:pt x="310479" y="199698"/>
                  </a:lnTo>
                  <a:lnTo>
                    <a:pt x="328894" y="175120"/>
                  </a:lnTo>
                  <a:lnTo>
                    <a:pt x="341199" y="146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2" name="Google Shape;902;p4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8977" y="536448"/>
              <a:ext cx="4601083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3" name="Google Shape;903;p4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58977" y="1267663"/>
              <a:ext cx="1907794" cy="762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4" name="Google Shape;904;p41"/>
          <p:cNvSpPr txBox="1"/>
          <p:nvPr/>
        </p:nvSpPr>
        <p:spPr>
          <a:xfrm>
            <a:off x="0" y="3115055"/>
            <a:ext cx="6096000" cy="1257300"/>
          </a:xfrm>
          <a:prstGeom prst="rect">
            <a:avLst/>
          </a:pr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106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876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Открываем jupyter notebook)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05" name="Google Shape;905;p41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906" name="Google Shape;906;p4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096000" y="0"/>
              <a:ext cx="6096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41"/>
            <p:cNvSpPr/>
            <p:nvPr/>
          </p:nvSpPr>
          <p:spPr>
            <a:xfrm>
              <a:off x="609600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8" name="Google Shape;908;p4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112764" y="1132332"/>
              <a:ext cx="6079236" cy="4593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4060" y="1599972"/>
            <a:ext cx="9313386" cy="425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77" y="594994"/>
            <a:ext cx="6058027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43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43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43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43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43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3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43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3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3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9" name="Google Shape;92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057900"/>
            <a:ext cx="143255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6057900"/>
            <a:ext cx="143256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6275" y="6057900"/>
            <a:ext cx="141732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9467" y="6057900"/>
            <a:ext cx="141731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2660" y="6057900"/>
            <a:ext cx="141731" cy="1432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4" name="Google Shape;934;p43"/>
          <p:cNvGrpSpPr/>
          <p:nvPr/>
        </p:nvGrpSpPr>
        <p:grpSpPr>
          <a:xfrm>
            <a:off x="622706" y="521843"/>
            <a:ext cx="5451094" cy="1347215"/>
            <a:chOff x="622706" y="521843"/>
            <a:chExt cx="5451094" cy="1347215"/>
          </a:xfrm>
        </p:grpSpPr>
        <p:pic>
          <p:nvPicPr>
            <p:cNvPr id="935" name="Google Shape;935;p4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2706" y="521843"/>
              <a:ext cx="5451094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6" name="Google Shape;936;p4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22706" y="1106754"/>
              <a:ext cx="3011805" cy="7623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898" y="3943834"/>
            <a:ext cx="8106613" cy="26058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2" name="Google Shape;942;p44"/>
          <p:cNvGrpSpPr/>
          <p:nvPr/>
        </p:nvGrpSpPr>
        <p:grpSpPr>
          <a:xfrm>
            <a:off x="166037" y="1498021"/>
            <a:ext cx="11866783" cy="2396595"/>
            <a:chOff x="166037" y="1498021"/>
            <a:chExt cx="11866783" cy="2396595"/>
          </a:xfrm>
        </p:grpSpPr>
        <p:pic>
          <p:nvPicPr>
            <p:cNvPr id="943" name="Google Shape;943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6037" y="1498021"/>
              <a:ext cx="11866783" cy="2396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p44"/>
            <p:cNvSpPr/>
            <p:nvPr/>
          </p:nvSpPr>
          <p:spPr>
            <a:xfrm>
              <a:off x="358140" y="1594104"/>
              <a:ext cx="11494135" cy="2095500"/>
            </a:xfrm>
            <a:custGeom>
              <a:rect b="b" l="l" r="r" t="t"/>
              <a:pathLst>
                <a:path extrusionOk="0" h="2095500" w="11494135">
                  <a:moveTo>
                    <a:pt x="11293983" y="0"/>
                  </a:moveTo>
                  <a:lnTo>
                    <a:pt x="199986" y="0"/>
                  </a:lnTo>
                  <a:lnTo>
                    <a:pt x="154131" y="5281"/>
                  </a:lnTo>
                  <a:lnTo>
                    <a:pt x="112036" y="20327"/>
                  </a:lnTo>
                  <a:lnTo>
                    <a:pt x="74904" y="43937"/>
                  </a:lnTo>
                  <a:lnTo>
                    <a:pt x="43934" y="74911"/>
                  </a:lnTo>
                  <a:lnTo>
                    <a:pt x="20326" y="112050"/>
                  </a:lnTo>
                  <a:lnTo>
                    <a:pt x="5281" y="154155"/>
                  </a:lnTo>
                  <a:lnTo>
                    <a:pt x="0" y="200025"/>
                  </a:lnTo>
                  <a:lnTo>
                    <a:pt x="0" y="1895475"/>
                  </a:lnTo>
                  <a:lnTo>
                    <a:pt x="5281" y="1941344"/>
                  </a:lnTo>
                  <a:lnTo>
                    <a:pt x="20326" y="1983449"/>
                  </a:lnTo>
                  <a:lnTo>
                    <a:pt x="43934" y="2020588"/>
                  </a:lnTo>
                  <a:lnTo>
                    <a:pt x="74904" y="2051562"/>
                  </a:lnTo>
                  <a:lnTo>
                    <a:pt x="112036" y="2075172"/>
                  </a:lnTo>
                  <a:lnTo>
                    <a:pt x="154131" y="2090218"/>
                  </a:lnTo>
                  <a:lnTo>
                    <a:pt x="199986" y="2095500"/>
                  </a:lnTo>
                  <a:lnTo>
                    <a:pt x="11293983" y="2095500"/>
                  </a:lnTo>
                  <a:lnTo>
                    <a:pt x="11339852" y="2090218"/>
                  </a:lnTo>
                  <a:lnTo>
                    <a:pt x="11381957" y="2075172"/>
                  </a:lnTo>
                  <a:lnTo>
                    <a:pt x="11419096" y="2051562"/>
                  </a:lnTo>
                  <a:lnTo>
                    <a:pt x="11450070" y="2020588"/>
                  </a:lnTo>
                  <a:lnTo>
                    <a:pt x="11473680" y="1983449"/>
                  </a:lnTo>
                  <a:lnTo>
                    <a:pt x="11488726" y="1941344"/>
                  </a:lnTo>
                  <a:lnTo>
                    <a:pt x="11494008" y="1895475"/>
                  </a:lnTo>
                  <a:lnTo>
                    <a:pt x="11494008" y="200025"/>
                  </a:lnTo>
                  <a:lnTo>
                    <a:pt x="11488726" y="154155"/>
                  </a:lnTo>
                  <a:lnTo>
                    <a:pt x="11473680" y="112050"/>
                  </a:lnTo>
                  <a:lnTo>
                    <a:pt x="11450070" y="74911"/>
                  </a:lnTo>
                  <a:lnTo>
                    <a:pt x="11419096" y="43937"/>
                  </a:lnTo>
                  <a:lnTo>
                    <a:pt x="11381957" y="20327"/>
                  </a:lnTo>
                  <a:lnTo>
                    <a:pt x="11339852" y="5281"/>
                  </a:lnTo>
                  <a:lnTo>
                    <a:pt x="11293983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45" name="Google Shape;94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9966" y="594994"/>
            <a:ext cx="9025382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02330" y="1712976"/>
            <a:ext cx="6577457" cy="4434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44"/>
          <p:cNvGrpSpPr/>
          <p:nvPr/>
        </p:nvGrpSpPr>
        <p:grpSpPr>
          <a:xfrm>
            <a:off x="524255" y="2398725"/>
            <a:ext cx="11203687" cy="1139113"/>
            <a:chOff x="524255" y="2398725"/>
            <a:chExt cx="11203687" cy="1139113"/>
          </a:xfrm>
        </p:grpSpPr>
        <p:pic>
          <p:nvPicPr>
            <p:cNvPr id="948" name="Google Shape;948;p4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41720" y="2398725"/>
              <a:ext cx="5586222" cy="11391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9" name="Google Shape;949;p44"/>
            <p:cNvSpPr/>
            <p:nvPr/>
          </p:nvSpPr>
          <p:spPr>
            <a:xfrm>
              <a:off x="6347459" y="2540508"/>
              <a:ext cx="5186680" cy="783590"/>
            </a:xfrm>
            <a:custGeom>
              <a:rect b="b" l="l" r="r" t="t"/>
              <a:pathLst>
                <a:path extrusionOk="0" h="783589" w="5186680">
                  <a:moveTo>
                    <a:pt x="5067808" y="0"/>
                  </a:moveTo>
                  <a:lnTo>
                    <a:pt x="118363" y="0"/>
                  </a:lnTo>
                  <a:lnTo>
                    <a:pt x="72276" y="9296"/>
                  </a:lnTo>
                  <a:lnTo>
                    <a:pt x="34655" y="34655"/>
                  </a:lnTo>
                  <a:lnTo>
                    <a:pt x="9296" y="72276"/>
                  </a:lnTo>
                  <a:lnTo>
                    <a:pt x="0" y="118363"/>
                  </a:lnTo>
                  <a:lnTo>
                    <a:pt x="0" y="664971"/>
                  </a:lnTo>
                  <a:lnTo>
                    <a:pt x="9296" y="711059"/>
                  </a:lnTo>
                  <a:lnTo>
                    <a:pt x="34655" y="748680"/>
                  </a:lnTo>
                  <a:lnTo>
                    <a:pt x="72276" y="774039"/>
                  </a:lnTo>
                  <a:lnTo>
                    <a:pt x="118363" y="783336"/>
                  </a:lnTo>
                  <a:lnTo>
                    <a:pt x="5067808" y="783336"/>
                  </a:lnTo>
                  <a:lnTo>
                    <a:pt x="5113895" y="774039"/>
                  </a:lnTo>
                  <a:lnTo>
                    <a:pt x="5151516" y="748680"/>
                  </a:lnTo>
                  <a:lnTo>
                    <a:pt x="5176875" y="711059"/>
                  </a:lnTo>
                  <a:lnTo>
                    <a:pt x="5186171" y="664971"/>
                  </a:lnTo>
                  <a:lnTo>
                    <a:pt x="5186171" y="118363"/>
                  </a:lnTo>
                  <a:lnTo>
                    <a:pt x="5176875" y="72276"/>
                  </a:lnTo>
                  <a:lnTo>
                    <a:pt x="5151516" y="34655"/>
                  </a:lnTo>
                  <a:lnTo>
                    <a:pt x="5113895" y="9296"/>
                  </a:lnTo>
                  <a:lnTo>
                    <a:pt x="5067808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0" name="Google Shape;950;p4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4255" y="2398725"/>
              <a:ext cx="5586222" cy="11391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1" name="Google Shape;951;p44"/>
            <p:cNvSpPr/>
            <p:nvPr/>
          </p:nvSpPr>
          <p:spPr>
            <a:xfrm>
              <a:off x="729995" y="2540508"/>
              <a:ext cx="5186680" cy="783590"/>
            </a:xfrm>
            <a:custGeom>
              <a:rect b="b" l="l" r="r" t="t"/>
              <a:pathLst>
                <a:path extrusionOk="0" h="783589" w="5186680">
                  <a:moveTo>
                    <a:pt x="5048250" y="0"/>
                  </a:moveTo>
                  <a:lnTo>
                    <a:pt x="137922" y="0"/>
                  </a:lnTo>
                  <a:lnTo>
                    <a:pt x="94327" y="7028"/>
                  </a:lnTo>
                  <a:lnTo>
                    <a:pt x="56466" y="26602"/>
                  </a:lnTo>
                  <a:lnTo>
                    <a:pt x="26610" y="56455"/>
                  </a:lnTo>
                  <a:lnTo>
                    <a:pt x="7031" y="94317"/>
                  </a:lnTo>
                  <a:lnTo>
                    <a:pt x="0" y="137921"/>
                  </a:lnTo>
                  <a:lnTo>
                    <a:pt x="0" y="645413"/>
                  </a:lnTo>
                  <a:lnTo>
                    <a:pt x="7031" y="689018"/>
                  </a:lnTo>
                  <a:lnTo>
                    <a:pt x="26610" y="726880"/>
                  </a:lnTo>
                  <a:lnTo>
                    <a:pt x="56466" y="756733"/>
                  </a:lnTo>
                  <a:lnTo>
                    <a:pt x="94327" y="776307"/>
                  </a:lnTo>
                  <a:lnTo>
                    <a:pt x="137922" y="783336"/>
                  </a:lnTo>
                  <a:lnTo>
                    <a:pt x="5048250" y="783336"/>
                  </a:lnTo>
                  <a:lnTo>
                    <a:pt x="5091854" y="776307"/>
                  </a:lnTo>
                  <a:lnTo>
                    <a:pt x="5129716" y="756733"/>
                  </a:lnTo>
                  <a:lnTo>
                    <a:pt x="5159569" y="726880"/>
                  </a:lnTo>
                  <a:lnTo>
                    <a:pt x="5179143" y="689018"/>
                  </a:lnTo>
                  <a:lnTo>
                    <a:pt x="5186171" y="645413"/>
                  </a:lnTo>
                  <a:lnTo>
                    <a:pt x="5186171" y="137921"/>
                  </a:lnTo>
                  <a:lnTo>
                    <a:pt x="5179143" y="94317"/>
                  </a:lnTo>
                  <a:lnTo>
                    <a:pt x="5159569" y="56455"/>
                  </a:lnTo>
                  <a:lnTo>
                    <a:pt x="5129716" y="26602"/>
                  </a:lnTo>
                  <a:lnTo>
                    <a:pt x="5091854" y="7028"/>
                  </a:lnTo>
                  <a:lnTo>
                    <a:pt x="5048250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2" name="Google Shape;952;p44"/>
          <p:cNvSpPr txBox="1"/>
          <p:nvPr/>
        </p:nvSpPr>
        <p:spPr>
          <a:xfrm>
            <a:off x="1213815" y="2647568"/>
            <a:ext cx="431292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построить алгоритм улавливающий общие закономерности данных </a:t>
            </a:r>
            <a:r>
              <a:rPr b="0" i="0" lang="ru-RU" sz="1600" u="none" cap="none" strike="noStrike">
                <a:solidFill>
                  <a:srgbClr val="0077FF"/>
                </a:solidFill>
                <a:latin typeface="Trebuchet MS"/>
                <a:ea typeface="Trebuchet MS"/>
                <a:cs typeface="Trebuchet MS"/>
                <a:sym typeface="Trebuchet MS"/>
              </a:rPr>
              <a:t>(путь воина)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3" name="Google Shape;953;p44"/>
          <p:cNvSpPr txBox="1"/>
          <p:nvPr/>
        </p:nvSpPr>
        <p:spPr>
          <a:xfrm>
            <a:off x="6825488" y="2647568"/>
            <a:ext cx="396112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запомнить ответы обучающей выборки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54" name="Google Shape;954;p44"/>
          <p:cNvGrpSpPr/>
          <p:nvPr/>
        </p:nvGrpSpPr>
        <p:grpSpPr>
          <a:xfrm>
            <a:off x="565404" y="2487167"/>
            <a:ext cx="6099047" cy="495300"/>
            <a:chOff x="565404" y="2487167"/>
            <a:chExt cx="6099047" cy="495300"/>
          </a:xfrm>
        </p:grpSpPr>
        <p:sp>
          <p:nvSpPr>
            <p:cNvPr id="955" name="Google Shape;955;p44"/>
            <p:cNvSpPr/>
            <p:nvPr/>
          </p:nvSpPr>
          <p:spPr>
            <a:xfrm>
              <a:off x="565404" y="2487167"/>
              <a:ext cx="495300" cy="495300"/>
            </a:xfrm>
            <a:custGeom>
              <a:rect b="b" l="l" r="r" t="t"/>
              <a:pathLst>
                <a:path extrusionOk="0" h="495300" w="495300">
                  <a:moveTo>
                    <a:pt x="247649" y="0"/>
                  </a:move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50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49" y="495300"/>
                  </a:lnTo>
                  <a:lnTo>
                    <a:pt x="297561" y="490268"/>
                  </a:lnTo>
                  <a:lnTo>
                    <a:pt x="344048" y="475839"/>
                  </a:lnTo>
                  <a:lnTo>
                    <a:pt x="386115" y="453006"/>
                  </a:lnTo>
                  <a:lnTo>
                    <a:pt x="422767" y="422767"/>
                  </a:lnTo>
                  <a:lnTo>
                    <a:pt x="453006" y="386115"/>
                  </a:lnTo>
                  <a:lnTo>
                    <a:pt x="475839" y="344048"/>
                  </a:lnTo>
                  <a:lnTo>
                    <a:pt x="490268" y="297561"/>
                  </a:lnTo>
                  <a:lnTo>
                    <a:pt x="495299" y="247650"/>
                  </a:lnTo>
                  <a:lnTo>
                    <a:pt x="490268" y="197738"/>
                  </a:lnTo>
                  <a:lnTo>
                    <a:pt x="475839" y="151251"/>
                  </a:lnTo>
                  <a:lnTo>
                    <a:pt x="453006" y="109184"/>
                  </a:lnTo>
                  <a:lnTo>
                    <a:pt x="422767" y="72532"/>
                  </a:lnTo>
                  <a:lnTo>
                    <a:pt x="386115" y="42293"/>
                  </a:lnTo>
                  <a:lnTo>
                    <a:pt x="344048" y="19460"/>
                  </a:lnTo>
                  <a:lnTo>
                    <a:pt x="297561" y="5031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6" name="Google Shape;956;p4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6267" y="2572842"/>
              <a:ext cx="185928" cy="3188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7" name="Google Shape;957;p44"/>
            <p:cNvSpPr/>
            <p:nvPr/>
          </p:nvSpPr>
          <p:spPr>
            <a:xfrm>
              <a:off x="6169151" y="2487167"/>
              <a:ext cx="495300" cy="495300"/>
            </a:xfrm>
            <a:custGeom>
              <a:rect b="b" l="l" r="r" t="t"/>
              <a:pathLst>
                <a:path extrusionOk="0" h="495300" w="495300">
                  <a:moveTo>
                    <a:pt x="247650" y="0"/>
                  </a:move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50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50" y="495300"/>
                  </a:lnTo>
                  <a:lnTo>
                    <a:pt x="297561" y="490268"/>
                  </a:lnTo>
                  <a:lnTo>
                    <a:pt x="344048" y="475839"/>
                  </a:lnTo>
                  <a:lnTo>
                    <a:pt x="386115" y="453006"/>
                  </a:lnTo>
                  <a:lnTo>
                    <a:pt x="422767" y="422767"/>
                  </a:lnTo>
                  <a:lnTo>
                    <a:pt x="453006" y="386115"/>
                  </a:lnTo>
                  <a:lnTo>
                    <a:pt x="475839" y="344048"/>
                  </a:lnTo>
                  <a:lnTo>
                    <a:pt x="490268" y="297561"/>
                  </a:lnTo>
                  <a:lnTo>
                    <a:pt x="495300" y="247650"/>
                  </a:lnTo>
                  <a:lnTo>
                    <a:pt x="490268" y="197738"/>
                  </a:lnTo>
                  <a:lnTo>
                    <a:pt x="475839" y="151251"/>
                  </a:lnTo>
                  <a:lnTo>
                    <a:pt x="453006" y="109184"/>
                  </a:lnTo>
                  <a:lnTo>
                    <a:pt x="422767" y="72532"/>
                  </a:lnTo>
                  <a:lnTo>
                    <a:pt x="386115" y="42293"/>
                  </a:lnTo>
                  <a:lnTo>
                    <a:pt x="344048" y="19460"/>
                  </a:lnTo>
                  <a:lnTo>
                    <a:pt x="297561" y="5031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8" name="Google Shape;958;p4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46570" y="2572842"/>
              <a:ext cx="283464" cy="3188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3845" y="623569"/>
            <a:ext cx="785368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0655" y="2644394"/>
            <a:ext cx="8001889" cy="4434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5" name="Google Shape;965;p45"/>
          <p:cNvGrpSpPr/>
          <p:nvPr/>
        </p:nvGrpSpPr>
        <p:grpSpPr>
          <a:xfrm>
            <a:off x="668273" y="3429762"/>
            <a:ext cx="10857230" cy="1335405"/>
            <a:chOff x="668273" y="3429762"/>
            <a:chExt cx="10857230" cy="1335405"/>
          </a:xfrm>
        </p:grpSpPr>
        <p:sp>
          <p:nvSpPr>
            <p:cNvPr id="966" name="Google Shape;966;p45"/>
            <p:cNvSpPr/>
            <p:nvPr/>
          </p:nvSpPr>
          <p:spPr>
            <a:xfrm>
              <a:off x="668273" y="3429762"/>
              <a:ext cx="10857230" cy="1335405"/>
            </a:xfrm>
            <a:custGeom>
              <a:rect b="b" l="l" r="r" t="t"/>
              <a:pathLst>
                <a:path extrusionOk="0" h="1335404" w="10857230">
                  <a:moveTo>
                    <a:pt x="0" y="667512"/>
                  </a:moveTo>
                  <a:lnTo>
                    <a:pt x="1676" y="619838"/>
                  </a:lnTo>
                  <a:lnTo>
                    <a:pt x="6628" y="573069"/>
                  </a:lnTo>
                  <a:lnTo>
                    <a:pt x="14745" y="527318"/>
                  </a:lnTo>
                  <a:lnTo>
                    <a:pt x="25912" y="482699"/>
                  </a:lnTo>
                  <a:lnTo>
                    <a:pt x="40017" y="439323"/>
                  </a:lnTo>
                  <a:lnTo>
                    <a:pt x="56947" y="397304"/>
                  </a:lnTo>
                  <a:lnTo>
                    <a:pt x="76589" y="356755"/>
                  </a:lnTo>
                  <a:lnTo>
                    <a:pt x="98830" y="317789"/>
                  </a:lnTo>
                  <a:lnTo>
                    <a:pt x="123557" y="280518"/>
                  </a:lnTo>
                  <a:lnTo>
                    <a:pt x="150657" y="245056"/>
                  </a:lnTo>
                  <a:lnTo>
                    <a:pt x="180017" y="211515"/>
                  </a:lnTo>
                  <a:lnTo>
                    <a:pt x="211525" y="180008"/>
                  </a:lnTo>
                  <a:lnTo>
                    <a:pt x="245066" y="150649"/>
                  </a:lnTo>
                  <a:lnTo>
                    <a:pt x="280529" y="123550"/>
                  </a:lnTo>
                  <a:lnTo>
                    <a:pt x="317800" y="98824"/>
                  </a:lnTo>
                  <a:lnTo>
                    <a:pt x="356766" y="76584"/>
                  </a:lnTo>
                  <a:lnTo>
                    <a:pt x="397315" y="56943"/>
                  </a:lnTo>
                  <a:lnTo>
                    <a:pt x="439333" y="40014"/>
                  </a:lnTo>
                  <a:lnTo>
                    <a:pt x="482708" y="25910"/>
                  </a:lnTo>
                  <a:lnTo>
                    <a:pt x="527326" y="14744"/>
                  </a:lnTo>
                  <a:lnTo>
                    <a:pt x="573074" y="6628"/>
                  </a:lnTo>
                  <a:lnTo>
                    <a:pt x="619841" y="1675"/>
                  </a:lnTo>
                  <a:lnTo>
                    <a:pt x="667512" y="0"/>
                  </a:lnTo>
                  <a:lnTo>
                    <a:pt x="10189464" y="0"/>
                  </a:lnTo>
                  <a:lnTo>
                    <a:pt x="10237137" y="1675"/>
                  </a:lnTo>
                  <a:lnTo>
                    <a:pt x="10283906" y="6628"/>
                  </a:lnTo>
                  <a:lnTo>
                    <a:pt x="10329657" y="14744"/>
                  </a:lnTo>
                  <a:lnTo>
                    <a:pt x="10374276" y="25910"/>
                  </a:lnTo>
                  <a:lnTo>
                    <a:pt x="10417652" y="40014"/>
                  </a:lnTo>
                  <a:lnTo>
                    <a:pt x="10459671" y="56943"/>
                  </a:lnTo>
                  <a:lnTo>
                    <a:pt x="10500220" y="76584"/>
                  </a:lnTo>
                  <a:lnTo>
                    <a:pt x="10539186" y="98824"/>
                  </a:lnTo>
                  <a:lnTo>
                    <a:pt x="10576457" y="123550"/>
                  </a:lnTo>
                  <a:lnTo>
                    <a:pt x="10611919" y="150649"/>
                  </a:lnTo>
                  <a:lnTo>
                    <a:pt x="10645460" y="180008"/>
                  </a:lnTo>
                  <a:lnTo>
                    <a:pt x="10676967" y="211515"/>
                  </a:lnTo>
                  <a:lnTo>
                    <a:pt x="10706326" y="245056"/>
                  </a:lnTo>
                  <a:lnTo>
                    <a:pt x="10733425" y="280518"/>
                  </a:lnTo>
                  <a:lnTo>
                    <a:pt x="10758151" y="317789"/>
                  </a:lnTo>
                  <a:lnTo>
                    <a:pt x="10780391" y="356755"/>
                  </a:lnTo>
                  <a:lnTo>
                    <a:pt x="10800032" y="397304"/>
                  </a:lnTo>
                  <a:lnTo>
                    <a:pt x="10816961" y="439323"/>
                  </a:lnTo>
                  <a:lnTo>
                    <a:pt x="10831065" y="482699"/>
                  </a:lnTo>
                  <a:lnTo>
                    <a:pt x="10842231" y="527318"/>
                  </a:lnTo>
                  <a:lnTo>
                    <a:pt x="10850347" y="573069"/>
                  </a:lnTo>
                  <a:lnTo>
                    <a:pt x="10855300" y="619838"/>
                  </a:lnTo>
                  <a:lnTo>
                    <a:pt x="10856976" y="667512"/>
                  </a:lnTo>
                  <a:lnTo>
                    <a:pt x="10855300" y="715185"/>
                  </a:lnTo>
                  <a:lnTo>
                    <a:pt x="10850347" y="761954"/>
                  </a:lnTo>
                  <a:lnTo>
                    <a:pt x="10842231" y="807705"/>
                  </a:lnTo>
                  <a:lnTo>
                    <a:pt x="10831065" y="852324"/>
                  </a:lnTo>
                  <a:lnTo>
                    <a:pt x="10816961" y="895700"/>
                  </a:lnTo>
                  <a:lnTo>
                    <a:pt x="10800032" y="937719"/>
                  </a:lnTo>
                  <a:lnTo>
                    <a:pt x="10780391" y="978268"/>
                  </a:lnTo>
                  <a:lnTo>
                    <a:pt x="10758151" y="1017234"/>
                  </a:lnTo>
                  <a:lnTo>
                    <a:pt x="10733425" y="1054505"/>
                  </a:lnTo>
                  <a:lnTo>
                    <a:pt x="10706326" y="1089967"/>
                  </a:lnTo>
                  <a:lnTo>
                    <a:pt x="10676967" y="1123508"/>
                  </a:lnTo>
                  <a:lnTo>
                    <a:pt x="10645460" y="1155015"/>
                  </a:lnTo>
                  <a:lnTo>
                    <a:pt x="10611919" y="1184374"/>
                  </a:lnTo>
                  <a:lnTo>
                    <a:pt x="10576457" y="1211473"/>
                  </a:lnTo>
                  <a:lnTo>
                    <a:pt x="10539186" y="1236199"/>
                  </a:lnTo>
                  <a:lnTo>
                    <a:pt x="10500220" y="1258439"/>
                  </a:lnTo>
                  <a:lnTo>
                    <a:pt x="10459671" y="1278080"/>
                  </a:lnTo>
                  <a:lnTo>
                    <a:pt x="10417652" y="1295009"/>
                  </a:lnTo>
                  <a:lnTo>
                    <a:pt x="10374276" y="1309113"/>
                  </a:lnTo>
                  <a:lnTo>
                    <a:pt x="10329657" y="1320279"/>
                  </a:lnTo>
                  <a:lnTo>
                    <a:pt x="10283906" y="1328395"/>
                  </a:lnTo>
                  <a:lnTo>
                    <a:pt x="10237137" y="1333348"/>
                  </a:lnTo>
                  <a:lnTo>
                    <a:pt x="10189464" y="1335024"/>
                  </a:lnTo>
                  <a:lnTo>
                    <a:pt x="667512" y="1335024"/>
                  </a:lnTo>
                  <a:lnTo>
                    <a:pt x="619841" y="1333348"/>
                  </a:lnTo>
                  <a:lnTo>
                    <a:pt x="573074" y="1328395"/>
                  </a:lnTo>
                  <a:lnTo>
                    <a:pt x="527326" y="1320279"/>
                  </a:lnTo>
                  <a:lnTo>
                    <a:pt x="482708" y="1309113"/>
                  </a:lnTo>
                  <a:lnTo>
                    <a:pt x="439333" y="1295009"/>
                  </a:lnTo>
                  <a:lnTo>
                    <a:pt x="397315" y="1278080"/>
                  </a:lnTo>
                  <a:lnTo>
                    <a:pt x="356766" y="1258439"/>
                  </a:lnTo>
                  <a:lnTo>
                    <a:pt x="317800" y="1236199"/>
                  </a:lnTo>
                  <a:lnTo>
                    <a:pt x="280529" y="1211473"/>
                  </a:lnTo>
                  <a:lnTo>
                    <a:pt x="245066" y="1184374"/>
                  </a:lnTo>
                  <a:lnTo>
                    <a:pt x="211525" y="1155015"/>
                  </a:lnTo>
                  <a:lnTo>
                    <a:pt x="180017" y="1123508"/>
                  </a:lnTo>
                  <a:lnTo>
                    <a:pt x="150657" y="1089967"/>
                  </a:lnTo>
                  <a:lnTo>
                    <a:pt x="123557" y="1054505"/>
                  </a:lnTo>
                  <a:lnTo>
                    <a:pt x="98830" y="1017234"/>
                  </a:lnTo>
                  <a:lnTo>
                    <a:pt x="76589" y="978268"/>
                  </a:lnTo>
                  <a:lnTo>
                    <a:pt x="56947" y="937719"/>
                  </a:lnTo>
                  <a:lnTo>
                    <a:pt x="40017" y="895700"/>
                  </a:lnTo>
                  <a:lnTo>
                    <a:pt x="25912" y="852324"/>
                  </a:lnTo>
                  <a:lnTo>
                    <a:pt x="14745" y="807705"/>
                  </a:lnTo>
                  <a:lnTo>
                    <a:pt x="6628" y="761954"/>
                  </a:lnTo>
                  <a:lnTo>
                    <a:pt x="1676" y="715185"/>
                  </a:lnTo>
                  <a:lnTo>
                    <a:pt x="0" y="667512"/>
                  </a:lnTo>
                  <a:close/>
                </a:path>
              </a:pathLst>
            </a:custGeom>
            <a:noFill/>
            <a:ln cap="flat" cmpd="sng" w="28950">
              <a:solidFill>
                <a:srgbClr val="007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772667" y="3520440"/>
              <a:ext cx="10647045" cy="1150620"/>
            </a:xfrm>
            <a:custGeom>
              <a:rect b="b" l="l" r="r" t="t"/>
              <a:pathLst>
                <a:path extrusionOk="0" h="1150620" w="10647045">
                  <a:moveTo>
                    <a:pt x="10071354" y="0"/>
                  </a:moveTo>
                  <a:lnTo>
                    <a:pt x="575310" y="0"/>
                  </a:lnTo>
                  <a:lnTo>
                    <a:pt x="528124" y="1907"/>
                  </a:lnTo>
                  <a:lnTo>
                    <a:pt x="481990" y="7529"/>
                  </a:lnTo>
                  <a:lnTo>
                    <a:pt x="437054" y="16718"/>
                  </a:lnTo>
                  <a:lnTo>
                    <a:pt x="393465" y="29327"/>
                  </a:lnTo>
                  <a:lnTo>
                    <a:pt x="351370" y="45208"/>
                  </a:lnTo>
                  <a:lnTo>
                    <a:pt x="310919" y="64211"/>
                  </a:lnTo>
                  <a:lnTo>
                    <a:pt x="272258" y="86190"/>
                  </a:lnTo>
                  <a:lnTo>
                    <a:pt x="235536" y="110995"/>
                  </a:lnTo>
                  <a:lnTo>
                    <a:pt x="200901" y="138481"/>
                  </a:lnTo>
                  <a:lnTo>
                    <a:pt x="168502" y="168497"/>
                  </a:lnTo>
                  <a:lnTo>
                    <a:pt x="138485" y="200896"/>
                  </a:lnTo>
                  <a:lnTo>
                    <a:pt x="110999" y="235531"/>
                  </a:lnTo>
                  <a:lnTo>
                    <a:pt x="86193" y="272252"/>
                  </a:lnTo>
                  <a:lnTo>
                    <a:pt x="64213" y="310913"/>
                  </a:lnTo>
                  <a:lnTo>
                    <a:pt x="45209" y="351365"/>
                  </a:lnTo>
                  <a:lnTo>
                    <a:pt x="29329" y="393460"/>
                  </a:lnTo>
                  <a:lnTo>
                    <a:pt x="16719" y="437050"/>
                  </a:lnTo>
                  <a:lnTo>
                    <a:pt x="7529" y="481987"/>
                  </a:lnTo>
                  <a:lnTo>
                    <a:pt x="1907" y="528123"/>
                  </a:lnTo>
                  <a:lnTo>
                    <a:pt x="0" y="575310"/>
                  </a:lnTo>
                  <a:lnTo>
                    <a:pt x="1907" y="622496"/>
                  </a:lnTo>
                  <a:lnTo>
                    <a:pt x="7529" y="668632"/>
                  </a:lnTo>
                  <a:lnTo>
                    <a:pt x="16719" y="713569"/>
                  </a:lnTo>
                  <a:lnTo>
                    <a:pt x="29329" y="757159"/>
                  </a:lnTo>
                  <a:lnTo>
                    <a:pt x="45209" y="799254"/>
                  </a:lnTo>
                  <a:lnTo>
                    <a:pt x="64213" y="839706"/>
                  </a:lnTo>
                  <a:lnTo>
                    <a:pt x="86193" y="878367"/>
                  </a:lnTo>
                  <a:lnTo>
                    <a:pt x="110999" y="915088"/>
                  </a:lnTo>
                  <a:lnTo>
                    <a:pt x="138485" y="949723"/>
                  </a:lnTo>
                  <a:lnTo>
                    <a:pt x="168502" y="982122"/>
                  </a:lnTo>
                  <a:lnTo>
                    <a:pt x="200901" y="1012138"/>
                  </a:lnTo>
                  <a:lnTo>
                    <a:pt x="235536" y="1039624"/>
                  </a:lnTo>
                  <a:lnTo>
                    <a:pt x="272258" y="1064429"/>
                  </a:lnTo>
                  <a:lnTo>
                    <a:pt x="310919" y="1086408"/>
                  </a:lnTo>
                  <a:lnTo>
                    <a:pt x="351370" y="1105411"/>
                  </a:lnTo>
                  <a:lnTo>
                    <a:pt x="393465" y="1121292"/>
                  </a:lnTo>
                  <a:lnTo>
                    <a:pt x="437054" y="1133901"/>
                  </a:lnTo>
                  <a:lnTo>
                    <a:pt x="481990" y="1143090"/>
                  </a:lnTo>
                  <a:lnTo>
                    <a:pt x="528124" y="1148712"/>
                  </a:lnTo>
                  <a:lnTo>
                    <a:pt x="575310" y="1150620"/>
                  </a:lnTo>
                  <a:lnTo>
                    <a:pt x="10071354" y="1150620"/>
                  </a:lnTo>
                  <a:lnTo>
                    <a:pt x="10118540" y="1148712"/>
                  </a:lnTo>
                  <a:lnTo>
                    <a:pt x="10164676" y="1143090"/>
                  </a:lnTo>
                  <a:lnTo>
                    <a:pt x="10209613" y="1133901"/>
                  </a:lnTo>
                  <a:lnTo>
                    <a:pt x="10253203" y="1121292"/>
                  </a:lnTo>
                  <a:lnTo>
                    <a:pt x="10295298" y="1105411"/>
                  </a:lnTo>
                  <a:lnTo>
                    <a:pt x="10335750" y="1086408"/>
                  </a:lnTo>
                  <a:lnTo>
                    <a:pt x="10374411" y="1064429"/>
                  </a:lnTo>
                  <a:lnTo>
                    <a:pt x="10411132" y="1039624"/>
                  </a:lnTo>
                  <a:lnTo>
                    <a:pt x="10445767" y="1012138"/>
                  </a:lnTo>
                  <a:lnTo>
                    <a:pt x="10478166" y="982122"/>
                  </a:lnTo>
                  <a:lnTo>
                    <a:pt x="10508182" y="949723"/>
                  </a:lnTo>
                  <a:lnTo>
                    <a:pt x="10535668" y="915088"/>
                  </a:lnTo>
                  <a:lnTo>
                    <a:pt x="10560473" y="878367"/>
                  </a:lnTo>
                  <a:lnTo>
                    <a:pt x="10582452" y="839706"/>
                  </a:lnTo>
                  <a:lnTo>
                    <a:pt x="10601455" y="799254"/>
                  </a:lnTo>
                  <a:lnTo>
                    <a:pt x="10617336" y="757159"/>
                  </a:lnTo>
                  <a:lnTo>
                    <a:pt x="10629945" y="713569"/>
                  </a:lnTo>
                  <a:lnTo>
                    <a:pt x="10639134" y="668632"/>
                  </a:lnTo>
                  <a:lnTo>
                    <a:pt x="10644756" y="622496"/>
                  </a:lnTo>
                  <a:lnTo>
                    <a:pt x="10646664" y="575310"/>
                  </a:lnTo>
                  <a:lnTo>
                    <a:pt x="10644756" y="528123"/>
                  </a:lnTo>
                  <a:lnTo>
                    <a:pt x="10639134" y="481987"/>
                  </a:lnTo>
                  <a:lnTo>
                    <a:pt x="10629945" y="437050"/>
                  </a:lnTo>
                  <a:lnTo>
                    <a:pt x="10617336" y="393460"/>
                  </a:lnTo>
                  <a:lnTo>
                    <a:pt x="10601455" y="351365"/>
                  </a:lnTo>
                  <a:lnTo>
                    <a:pt x="10582452" y="310913"/>
                  </a:lnTo>
                  <a:lnTo>
                    <a:pt x="10560473" y="272252"/>
                  </a:lnTo>
                  <a:lnTo>
                    <a:pt x="10535668" y="235531"/>
                  </a:lnTo>
                  <a:lnTo>
                    <a:pt x="10508182" y="200896"/>
                  </a:lnTo>
                  <a:lnTo>
                    <a:pt x="10478166" y="168497"/>
                  </a:lnTo>
                  <a:lnTo>
                    <a:pt x="10445767" y="138481"/>
                  </a:lnTo>
                  <a:lnTo>
                    <a:pt x="10411132" y="110995"/>
                  </a:lnTo>
                  <a:lnTo>
                    <a:pt x="10374411" y="86190"/>
                  </a:lnTo>
                  <a:lnTo>
                    <a:pt x="10335750" y="64211"/>
                  </a:lnTo>
                  <a:lnTo>
                    <a:pt x="10295298" y="45208"/>
                  </a:lnTo>
                  <a:lnTo>
                    <a:pt x="10253203" y="29327"/>
                  </a:lnTo>
                  <a:lnTo>
                    <a:pt x="10209613" y="16718"/>
                  </a:lnTo>
                  <a:lnTo>
                    <a:pt x="10164676" y="7529"/>
                  </a:lnTo>
                  <a:lnTo>
                    <a:pt x="10118540" y="1907"/>
                  </a:lnTo>
                  <a:lnTo>
                    <a:pt x="10071354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5"/>
            <p:cNvSpPr/>
            <p:nvPr/>
          </p:nvSpPr>
          <p:spPr>
            <a:xfrm>
              <a:off x="772667" y="3520440"/>
              <a:ext cx="10647045" cy="1150620"/>
            </a:xfrm>
            <a:custGeom>
              <a:rect b="b" l="l" r="r" t="t"/>
              <a:pathLst>
                <a:path extrusionOk="0" h="1150620" w="10647045">
                  <a:moveTo>
                    <a:pt x="0" y="575310"/>
                  </a:moveTo>
                  <a:lnTo>
                    <a:pt x="1907" y="528123"/>
                  </a:lnTo>
                  <a:lnTo>
                    <a:pt x="7529" y="481987"/>
                  </a:lnTo>
                  <a:lnTo>
                    <a:pt x="16719" y="437050"/>
                  </a:lnTo>
                  <a:lnTo>
                    <a:pt x="29329" y="393460"/>
                  </a:lnTo>
                  <a:lnTo>
                    <a:pt x="45209" y="351365"/>
                  </a:lnTo>
                  <a:lnTo>
                    <a:pt x="64213" y="310913"/>
                  </a:lnTo>
                  <a:lnTo>
                    <a:pt x="86193" y="272252"/>
                  </a:lnTo>
                  <a:lnTo>
                    <a:pt x="110999" y="235531"/>
                  </a:lnTo>
                  <a:lnTo>
                    <a:pt x="138485" y="200896"/>
                  </a:lnTo>
                  <a:lnTo>
                    <a:pt x="168502" y="168497"/>
                  </a:lnTo>
                  <a:lnTo>
                    <a:pt x="200901" y="138481"/>
                  </a:lnTo>
                  <a:lnTo>
                    <a:pt x="235536" y="110995"/>
                  </a:lnTo>
                  <a:lnTo>
                    <a:pt x="272258" y="86190"/>
                  </a:lnTo>
                  <a:lnTo>
                    <a:pt x="310919" y="64211"/>
                  </a:lnTo>
                  <a:lnTo>
                    <a:pt x="351370" y="45208"/>
                  </a:lnTo>
                  <a:lnTo>
                    <a:pt x="393465" y="29327"/>
                  </a:lnTo>
                  <a:lnTo>
                    <a:pt x="437054" y="16718"/>
                  </a:lnTo>
                  <a:lnTo>
                    <a:pt x="481990" y="7529"/>
                  </a:lnTo>
                  <a:lnTo>
                    <a:pt x="528124" y="1907"/>
                  </a:lnTo>
                  <a:lnTo>
                    <a:pt x="575310" y="0"/>
                  </a:lnTo>
                  <a:lnTo>
                    <a:pt x="10071354" y="0"/>
                  </a:lnTo>
                  <a:lnTo>
                    <a:pt x="10118540" y="1907"/>
                  </a:lnTo>
                  <a:lnTo>
                    <a:pt x="10164676" y="7529"/>
                  </a:lnTo>
                  <a:lnTo>
                    <a:pt x="10209613" y="16718"/>
                  </a:lnTo>
                  <a:lnTo>
                    <a:pt x="10253203" y="29327"/>
                  </a:lnTo>
                  <a:lnTo>
                    <a:pt x="10295298" y="45208"/>
                  </a:lnTo>
                  <a:lnTo>
                    <a:pt x="10335750" y="64211"/>
                  </a:lnTo>
                  <a:lnTo>
                    <a:pt x="10374411" y="86190"/>
                  </a:lnTo>
                  <a:lnTo>
                    <a:pt x="10411132" y="110995"/>
                  </a:lnTo>
                  <a:lnTo>
                    <a:pt x="10445767" y="138481"/>
                  </a:lnTo>
                  <a:lnTo>
                    <a:pt x="10478166" y="168497"/>
                  </a:lnTo>
                  <a:lnTo>
                    <a:pt x="10508182" y="200896"/>
                  </a:lnTo>
                  <a:lnTo>
                    <a:pt x="10535668" y="235531"/>
                  </a:lnTo>
                  <a:lnTo>
                    <a:pt x="10560473" y="272252"/>
                  </a:lnTo>
                  <a:lnTo>
                    <a:pt x="10582452" y="310913"/>
                  </a:lnTo>
                  <a:lnTo>
                    <a:pt x="10601455" y="351365"/>
                  </a:lnTo>
                  <a:lnTo>
                    <a:pt x="10617336" y="393460"/>
                  </a:lnTo>
                  <a:lnTo>
                    <a:pt x="10629945" y="437050"/>
                  </a:lnTo>
                  <a:lnTo>
                    <a:pt x="10639134" y="481987"/>
                  </a:lnTo>
                  <a:lnTo>
                    <a:pt x="10644756" y="528123"/>
                  </a:lnTo>
                  <a:lnTo>
                    <a:pt x="10646664" y="575310"/>
                  </a:lnTo>
                  <a:lnTo>
                    <a:pt x="10644756" y="622496"/>
                  </a:lnTo>
                  <a:lnTo>
                    <a:pt x="10639134" y="668632"/>
                  </a:lnTo>
                  <a:lnTo>
                    <a:pt x="10629945" y="713569"/>
                  </a:lnTo>
                  <a:lnTo>
                    <a:pt x="10617336" y="757159"/>
                  </a:lnTo>
                  <a:lnTo>
                    <a:pt x="10601455" y="799254"/>
                  </a:lnTo>
                  <a:lnTo>
                    <a:pt x="10582452" y="839706"/>
                  </a:lnTo>
                  <a:lnTo>
                    <a:pt x="10560473" y="878367"/>
                  </a:lnTo>
                  <a:lnTo>
                    <a:pt x="10535668" y="915088"/>
                  </a:lnTo>
                  <a:lnTo>
                    <a:pt x="10508182" y="949723"/>
                  </a:lnTo>
                  <a:lnTo>
                    <a:pt x="10478166" y="982122"/>
                  </a:lnTo>
                  <a:lnTo>
                    <a:pt x="10445767" y="1012138"/>
                  </a:lnTo>
                  <a:lnTo>
                    <a:pt x="10411132" y="1039624"/>
                  </a:lnTo>
                  <a:lnTo>
                    <a:pt x="10374411" y="1064429"/>
                  </a:lnTo>
                  <a:lnTo>
                    <a:pt x="10335750" y="1086408"/>
                  </a:lnTo>
                  <a:lnTo>
                    <a:pt x="10295298" y="1105411"/>
                  </a:lnTo>
                  <a:lnTo>
                    <a:pt x="10253203" y="1121292"/>
                  </a:lnTo>
                  <a:lnTo>
                    <a:pt x="10209613" y="1133901"/>
                  </a:lnTo>
                  <a:lnTo>
                    <a:pt x="10164676" y="1143090"/>
                  </a:lnTo>
                  <a:lnTo>
                    <a:pt x="10118540" y="1148712"/>
                  </a:lnTo>
                  <a:lnTo>
                    <a:pt x="10071354" y="1150620"/>
                  </a:lnTo>
                  <a:lnTo>
                    <a:pt x="575310" y="1150620"/>
                  </a:lnTo>
                  <a:lnTo>
                    <a:pt x="528124" y="1148712"/>
                  </a:lnTo>
                  <a:lnTo>
                    <a:pt x="481990" y="1143090"/>
                  </a:lnTo>
                  <a:lnTo>
                    <a:pt x="437054" y="1133901"/>
                  </a:lnTo>
                  <a:lnTo>
                    <a:pt x="393465" y="1121292"/>
                  </a:lnTo>
                  <a:lnTo>
                    <a:pt x="351370" y="1105411"/>
                  </a:lnTo>
                  <a:lnTo>
                    <a:pt x="310919" y="1086408"/>
                  </a:lnTo>
                  <a:lnTo>
                    <a:pt x="272258" y="1064429"/>
                  </a:lnTo>
                  <a:lnTo>
                    <a:pt x="235536" y="1039624"/>
                  </a:lnTo>
                  <a:lnTo>
                    <a:pt x="200901" y="1012138"/>
                  </a:lnTo>
                  <a:lnTo>
                    <a:pt x="168502" y="982122"/>
                  </a:lnTo>
                  <a:lnTo>
                    <a:pt x="138485" y="949723"/>
                  </a:lnTo>
                  <a:lnTo>
                    <a:pt x="110999" y="915088"/>
                  </a:lnTo>
                  <a:lnTo>
                    <a:pt x="86193" y="878367"/>
                  </a:lnTo>
                  <a:lnTo>
                    <a:pt x="64213" y="839706"/>
                  </a:lnTo>
                  <a:lnTo>
                    <a:pt x="45209" y="799254"/>
                  </a:lnTo>
                  <a:lnTo>
                    <a:pt x="29329" y="757159"/>
                  </a:lnTo>
                  <a:lnTo>
                    <a:pt x="16719" y="713569"/>
                  </a:lnTo>
                  <a:lnTo>
                    <a:pt x="7529" y="668632"/>
                  </a:lnTo>
                  <a:lnTo>
                    <a:pt x="1907" y="622496"/>
                  </a:lnTo>
                  <a:lnTo>
                    <a:pt x="0" y="575310"/>
                  </a:lnTo>
                  <a:close/>
                </a:path>
              </a:pathLst>
            </a:custGeom>
            <a:noFill/>
            <a:ln cap="flat" cmpd="sng" w="12175">
              <a:solidFill>
                <a:srgbClr val="275D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5"/>
            <p:cNvSpPr/>
            <p:nvPr/>
          </p:nvSpPr>
          <p:spPr>
            <a:xfrm>
              <a:off x="4209287" y="3520440"/>
              <a:ext cx="3773804" cy="1150620"/>
            </a:xfrm>
            <a:custGeom>
              <a:rect b="b" l="l" r="r" t="t"/>
              <a:pathLst>
                <a:path extrusionOk="0" h="1150620" w="3773804">
                  <a:moveTo>
                    <a:pt x="3198114" y="0"/>
                  </a:moveTo>
                  <a:lnTo>
                    <a:pt x="575310" y="0"/>
                  </a:lnTo>
                  <a:lnTo>
                    <a:pt x="528123" y="1907"/>
                  </a:lnTo>
                  <a:lnTo>
                    <a:pt x="481987" y="7529"/>
                  </a:lnTo>
                  <a:lnTo>
                    <a:pt x="437050" y="16718"/>
                  </a:lnTo>
                  <a:lnTo>
                    <a:pt x="393460" y="29327"/>
                  </a:lnTo>
                  <a:lnTo>
                    <a:pt x="351365" y="45208"/>
                  </a:lnTo>
                  <a:lnTo>
                    <a:pt x="310913" y="64211"/>
                  </a:lnTo>
                  <a:lnTo>
                    <a:pt x="272252" y="86190"/>
                  </a:lnTo>
                  <a:lnTo>
                    <a:pt x="235531" y="110995"/>
                  </a:lnTo>
                  <a:lnTo>
                    <a:pt x="200896" y="138481"/>
                  </a:lnTo>
                  <a:lnTo>
                    <a:pt x="168497" y="168497"/>
                  </a:lnTo>
                  <a:lnTo>
                    <a:pt x="138481" y="200896"/>
                  </a:lnTo>
                  <a:lnTo>
                    <a:pt x="110995" y="235531"/>
                  </a:lnTo>
                  <a:lnTo>
                    <a:pt x="86190" y="272252"/>
                  </a:lnTo>
                  <a:lnTo>
                    <a:pt x="64211" y="310913"/>
                  </a:lnTo>
                  <a:lnTo>
                    <a:pt x="45208" y="351365"/>
                  </a:lnTo>
                  <a:lnTo>
                    <a:pt x="29327" y="393460"/>
                  </a:lnTo>
                  <a:lnTo>
                    <a:pt x="16718" y="437050"/>
                  </a:lnTo>
                  <a:lnTo>
                    <a:pt x="7529" y="481987"/>
                  </a:lnTo>
                  <a:lnTo>
                    <a:pt x="1907" y="528123"/>
                  </a:lnTo>
                  <a:lnTo>
                    <a:pt x="0" y="575310"/>
                  </a:lnTo>
                  <a:lnTo>
                    <a:pt x="1907" y="622496"/>
                  </a:lnTo>
                  <a:lnTo>
                    <a:pt x="7529" y="668632"/>
                  </a:lnTo>
                  <a:lnTo>
                    <a:pt x="16718" y="713569"/>
                  </a:lnTo>
                  <a:lnTo>
                    <a:pt x="29327" y="757159"/>
                  </a:lnTo>
                  <a:lnTo>
                    <a:pt x="45208" y="799254"/>
                  </a:lnTo>
                  <a:lnTo>
                    <a:pt x="64211" y="839706"/>
                  </a:lnTo>
                  <a:lnTo>
                    <a:pt x="86190" y="878367"/>
                  </a:lnTo>
                  <a:lnTo>
                    <a:pt x="110995" y="915088"/>
                  </a:lnTo>
                  <a:lnTo>
                    <a:pt x="138481" y="949723"/>
                  </a:lnTo>
                  <a:lnTo>
                    <a:pt x="168497" y="982122"/>
                  </a:lnTo>
                  <a:lnTo>
                    <a:pt x="200896" y="1012138"/>
                  </a:lnTo>
                  <a:lnTo>
                    <a:pt x="235531" y="1039624"/>
                  </a:lnTo>
                  <a:lnTo>
                    <a:pt x="272252" y="1064429"/>
                  </a:lnTo>
                  <a:lnTo>
                    <a:pt x="310913" y="1086408"/>
                  </a:lnTo>
                  <a:lnTo>
                    <a:pt x="351365" y="1105411"/>
                  </a:lnTo>
                  <a:lnTo>
                    <a:pt x="393460" y="1121292"/>
                  </a:lnTo>
                  <a:lnTo>
                    <a:pt x="437050" y="1133901"/>
                  </a:lnTo>
                  <a:lnTo>
                    <a:pt x="481987" y="1143090"/>
                  </a:lnTo>
                  <a:lnTo>
                    <a:pt x="528123" y="1148712"/>
                  </a:lnTo>
                  <a:lnTo>
                    <a:pt x="575310" y="1150620"/>
                  </a:lnTo>
                  <a:lnTo>
                    <a:pt x="3198114" y="1150620"/>
                  </a:lnTo>
                  <a:lnTo>
                    <a:pt x="3245300" y="1148712"/>
                  </a:lnTo>
                  <a:lnTo>
                    <a:pt x="3291436" y="1143090"/>
                  </a:lnTo>
                  <a:lnTo>
                    <a:pt x="3336373" y="1133901"/>
                  </a:lnTo>
                  <a:lnTo>
                    <a:pt x="3379963" y="1121292"/>
                  </a:lnTo>
                  <a:lnTo>
                    <a:pt x="3422058" y="1105411"/>
                  </a:lnTo>
                  <a:lnTo>
                    <a:pt x="3462510" y="1086408"/>
                  </a:lnTo>
                  <a:lnTo>
                    <a:pt x="3501171" y="1064429"/>
                  </a:lnTo>
                  <a:lnTo>
                    <a:pt x="3537892" y="1039624"/>
                  </a:lnTo>
                  <a:lnTo>
                    <a:pt x="3572527" y="1012138"/>
                  </a:lnTo>
                  <a:lnTo>
                    <a:pt x="3604926" y="982122"/>
                  </a:lnTo>
                  <a:lnTo>
                    <a:pt x="3634942" y="949723"/>
                  </a:lnTo>
                  <a:lnTo>
                    <a:pt x="3662428" y="915088"/>
                  </a:lnTo>
                  <a:lnTo>
                    <a:pt x="3687233" y="878367"/>
                  </a:lnTo>
                  <a:lnTo>
                    <a:pt x="3709212" y="839706"/>
                  </a:lnTo>
                  <a:lnTo>
                    <a:pt x="3728215" y="799254"/>
                  </a:lnTo>
                  <a:lnTo>
                    <a:pt x="3744096" y="757159"/>
                  </a:lnTo>
                  <a:lnTo>
                    <a:pt x="3756705" y="713569"/>
                  </a:lnTo>
                  <a:lnTo>
                    <a:pt x="3765894" y="668632"/>
                  </a:lnTo>
                  <a:lnTo>
                    <a:pt x="3771516" y="622496"/>
                  </a:lnTo>
                  <a:lnTo>
                    <a:pt x="3773423" y="575310"/>
                  </a:lnTo>
                  <a:lnTo>
                    <a:pt x="3771516" y="528123"/>
                  </a:lnTo>
                  <a:lnTo>
                    <a:pt x="3765894" y="481987"/>
                  </a:lnTo>
                  <a:lnTo>
                    <a:pt x="3756705" y="437050"/>
                  </a:lnTo>
                  <a:lnTo>
                    <a:pt x="3744096" y="393460"/>
                  </a:lnTo>
                  <a:lnTo>
                    <a:pt x="3728215" y="351365"/>
                  </a:lnTo>
                  <a:lnTo>
                    <a:pt x="3709212" y="310913"/>
                  </a:lnTo>
                  <a:lnTo>
                    <a:pt x="3687233" y="272252"/>
                  </a:lnTo>
                  <a:lnTo>
                    <a:pt x="3662428" y="235531"/>
                  </a:lnTo>
                  <a:lnTo>
                    <a:pt x="3634942" y="200896"/>
                  </a:lnTo>
                  <a:lnTo>
                    <a:pt x="3604926" y="168497"/>
                  </a:lnTo>
                  <a:lnTo>
                    <a:pt x="3572527" y="138481"/>
                  </a:lnTo>
                  <a:lnTo>
                    <a:pt x="3537892" y="110995"/>
                  </a:lnTo>
                  <a:lnTo>
                    <a:pt x="3501171" y="86190"/>
                  </a:lnTo>
                  <a:lnTo>
                    <a:pt x="3462510" y="64211"/>
                  </a:lnTo>
                  <a:lnTo>
                    <a:pt x="3422058" y="45208"/>
                  </a:lnTo>
                  <a:lnTo>
                    <a:pt x="3379963" y="29327"/>
                  </a:lnTo>
                  <a:lnTo>
                    <a:pt x="3336373" y="16718"/>
                  </a:lnTo>
                  <a:lnTo>
                    <a:pt x="3291436" y="7529"/>
                  </a:lnTo>
                  <a:lnTo>
                    <a:pt x="3245300" y="1907"/>
                  </a:lnTo>
                  <a:lnTo>
                    <a:pt x="3198114" y="0"/>
                  </a:lnTo>
                  <a:close/>
                </a:path>
              </a:pathLst>
            </a:custGeom>
            <a:solidFill>
              <a:srgbClr val="7BEC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0" name="Google Shape;970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08021" y="3815842"/>
              <a:ext cx="661415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1" name="Google Shape;971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90776" y="4090162"/>
              <a:ext cx="315467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01088" y="4090162"/>
              <a:ext cx="406907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4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72360" y="4090162"/>
              <a:ext cx="195681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970278" y="4090162"/>
              <a:ext cx="455168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5" name="Google Shape;975;p4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311653" y="4090162"/>
              <a:ext cx="370331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6" name="Google Shape;976;p4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558541" y="4090162"/>
              <a:ext cx="1162431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7" name="Google Shape;977;p4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535167" y="3812159"/>
              <a:ext cx="1245577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4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030724" y="4086174"/>
              <a:ext cx="552450" cy="286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4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472684" y="4086174"/>
              <a:ext cx="195072" cy="286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0" name="Google Shape;980;p4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570219" y="4086174"/>
              <a:ext cx="441350" cy="286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1" name="Google Shape;981;p4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901181" y="4086174"/>
              <a:ext cx="1339468" cy="286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2" name="Google Shape;982;p4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106666" y="4086174"/>
              <a:ext cx="146303" cy="286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3" name="Google Shape;983;p4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421367" y="3798443"/>
              <a:ext cx="619963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4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613393" y="4072458"/>
              <a:ext cx="146303" cy="286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5" name="Google Shape;985;p4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686545" y="4072458"/>
              <a:ext cx="2118995" cy="2868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6" name="Google Shape;986;p45"/>
          <p:cNvSpPr txBox="1"/>
          <p:nvPr/>
        </p:nvSpPr>
        <p:spPr>
          <a:xfrm>
            <a:off x="1158341" y="4883658"/>
            <a:ext cx="295275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-RU" sz="1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Строим набор моделей-кандидатов</a:t>
            </a:r>
            <a:endParaRPr b="0" i="0" sz="1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7" name="Google Shape;987;p45"/>
          <p:cNvSpPr txBox="1"/>
          <p:nvPr/>
        </p:nvSpPr>
        <p:spPr>
          <a:xfrm>
            <a:off x="5347208" y="4883658"/>
            <a:ext cx="149987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-RU" sz="1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Выбираем модель</a:t>
            </a:r>
            <a:endParaRPr b="0" i="0" sz="1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8" name="Google Shape;988;p45"/>
          <p:cNvSpPr txBox="1"/>
          <p:nvPr/>
        </p:nvSpPr>
        <p:spPr>
          <a:xfrm>
            <a:off x="8533638" y="4877561"/>
            <a:ext cx="229298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-RU" sz="1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Проверяем, что все хорошо</a:t>
            </a:r>
            <a:endParaRPr b="0" i="0" sz="1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" name="Google Shape;993;p46"/>
          <p:cNvGrpSpPr/>
          <p:nvPr/>
        </p:nvGrpSpPr>
        <p:grpSpPr>
          <a:xfrm>
            <a:off x="487676" y="1947563"/>
            <a:ext cx="11223504" cy="3946541"/>
            <a:chOff x="487676" y="1947563"/>
            <a:chExt cx="11223504" cy="3946541"/>
          </a:xfrm>
        </p:grpSpPr>
        <p:pic>
          <p:nvPicPr>
            <p:cNvPr id="994" name="Google Shape;99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7676" y="1947563"/>
              <a:ext cx="11223504" cy="39465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46"/>
            <p:cNvSpPr/>
            <p:nvPr/>
          </p:nvSpPr>
          <p:spPr>
            <a:xfrm>
              <a:off x="676655" y="2054364"/>
              <a:ext cx="10857230" cy="3619500"/>
            </a:xfrm>
            <a:custGeom>
              <a:rect b="b" l="l" r="r" t="t"/>
              <a:pathLst>
                <a:path extrusionOk="0" h="3619500" w="10857230">
                  <a:moveTo>
                    <a:pt x="9280382" y="3606800"/>
                  </a:moveTo>
                  <a:lnTo>
                    <a:pt x="1576593" y="3606800"/>
                  </a:lnTo>
                  <a:lnTo>
                    <a:pt x="1623605" y="3619500"/>
                  </a:lnTo>
                  <a:lnTo>
                    <a:pt x="9233370" y="3619500"/>
                  </a:lnTo>
                  <a:lnTo>
                    <a:pt x="9280382" y="3606800"/>
                  </a:lnTo>
                  <a:close/>
                </a:path>
                <a:path extrusionOk="0" h="3619500" w="10857230">
                  <a:moveTo>
                    <a:pt x="9419106" y="3581400"/>
                  </a:moveTo>
                  <a:lnTo>
                    <a:pt x="1437869" y="3581400"/>
                  </a:lnTo>
                  <a:lnTo>
                    <a:pt x="1529956" y="3606800"/>
                  </a:lnTo>
                  <a:lnTo>
                    <a:pt x="9327019" y="3606800"/>
                  </a:lnTo>
                  <a:lnTo>
                    <a:pt x="9419106" y="3581400"/>
                  </a:lnTo>
                  <a:close/>
                </a:path>
                <a:path extrusionOk="0" h="3619500" w="10857230">
                  <a:moveTo>
                    <a:pt x="9509507" y="50800"/>
                  </a:moveTo>
                  <a:lnTo>
                    <a:pt x="1347468" y="50800"/>
                  </a:lnTo>
                  <a:lnTo>
                    <a:pt x="1258878" y="76200"/>
                  </a:lnTo>
                  <a:lnTo>
                    <a:pt x="1215302" y="101600"/>
                  </a:lnTo>
                  <a:lnTo>
                    <a:pt x="1129666" y="127000"/>
                  </a:lnTo>
                  <a:lnTo>
                    <a:pt x="1087637" y="152400"/>
                  </a:lnTo>
                  <a:lnTo>
                    <a:pt x="1046156" y="165100"/>
                  </a:lnTo>
                  <a:lnTo>
                    <a:pt x="1005237" y="190500"/>
                  </a:lnTo>
                  <a:lnTo>
                    <a:pt x="964896" y="203200"/>
                  </a:lnTo>
                  <a:lnTo>
                    <a:pt x="886013" y="254000"/>
                  </a:lnTo>
                  <a:lnTo>
                    <a:pt x="847502" y="279400"/>
                  </a:lnTo>
                  <a:lnTo>
                    <a:pt x="809632" y="304800"/>
                  </a:lnTo>
                  <a:lnTo>
                    <a:pt x="772419" y="330200"/>
                  </a:lnTo>
                  <a:lnTo>
                    <a:pt x="735879" y="355600"/>
                  </a:lnTo>
                  <a:lnTo>
                    <a:pt x="700027" y="381000"/>
                  </a:lnTo>
                  <a:lnTo>
                    <a:pt x="664878" y="406400"/>
                  </a:lnTo>
                  <a:lnTo>
                    <a:pt x="630449" y="431800"/>
                  </a:lnTo>
                  <a:lnTo>
                    <a:pt x="596756" y="469900"/>
                  </a:lnTo>
                  <a:lnTo>
                    <a:pt x="563813" y="495300"/>
                  </a:lnTo>
                  <a:lnTo>
                    <a:pt x="531637" y="533400"/>
                  </a:lnTo>
                  <a:lnTo>
                    <a:pt x="500244" y="558800"/>
                  </a:lnTo>
                  <a:lnTo>
                    <a:pt x="469648" y="596900"/>
                  </a:lnTo>
                  <a:lnTo>
                    <a:pt x="439866" y="622300"/>
                  </a:lnTo>
                  <a:lnTo>
                    <a:pt x="410914" y="660400"/>
                  </a:lnTo>
                  <a:lnTo>
                    <a:pt x="382806" y="698500"/>
                  </a:lnTo>
                  <a:lnTo>
                    <a:pt x="355559" y="736600"/>
                  </a:lnTo>
                  <a:lnTo>
                    <a:pt x="329189" y="762000"/>
                  </a:lnTo>
                  <a:lnTo>
                    <a:pt x="303711" y="800100"/>
                  </a:lnTo>
                  <a:lnTo>
                    <a:pt x="279140" y="838200"/>
                  </a:lnTo>
                  <a:lnTo>
                    <a:pt x="255493" y="876300"/>
                  </a:lnTo>
                  <a:lnTo>
                    <a:pt x="232785" y="927100"/>
                  </a:lnTo>
                  <a:lnTo>
                    <a:pt x="211032" y="965200"/>
                  </a:lnTo>
                  <a:lnTo>
                    <a:pt x="190250" y="1003300"/>
                  </a:lnTo>
                  <a:lnTo>
                    <a:pt x="170453" y="1041400"/>
                  </a:lnTo>
                  <a:lnTo>
                    <a:pt x="151659" y="1079500"/>
                  </a:lnTo>
                  <a:lnTo>
                    <a:pt x="133882" y="1130300"/>
                  </a:lnTo>
                  <a:lnTo>
                    <a:pt x="117138" y="1168400"/>
                  </a:lnTo>
                  <a:lnTo>
                    <a:pt x="101444" y="1206500"/>
                  </a:lnTo>
                  <a:lnTo>
                    <a:pt x="86813" y="1257300"/>
                  </a:lnTo>
                  <a:lnTo>
                    <a:pt x="73264" y="1295400"/>
                  </a:lnTo>
                  <a:lnTo>
                    <a:pt x="60810" y="1346200"/>
                  </a:lnTo>
                  <a:lnTo>
                    <a:pt x="49468" y="1384300"/>
                  </a:lnTo>
                  <a:lnTo>
                    <a:pt x="39253" y="1435100"/>
                  </a:lnTo>
                  <a:lnTo>
                    <a:pt x="30181" y="1473200"/>
                  </a:lnTo>
                  <a:lnTo>
                    <a:pt x="22268" y="1524000"/>
                  </a:lnTo>
                  <a:lnTo>
                    <a:pt x="15529" y="1574800"/>
                  </a:lnTo>
                  <a:lnTo>
                    <a:pt x="9980" y="1625600"/>
                  </a:lnTo>
                  <a:lnTo>
                    <a:pt x="5637" y="1663700"/>
                  </a:lnTo>
                  <a:lnTo>
                    <a:pt x="2516" y="1714500"/>
                  </a:lnTo>
                  <a:lnTo>
                    <a:pt x="631" y="1765300"/>
                  </a:lnTo>
                  <a:lnTo>
                    <a:pt x="0" y="1816100"/>
                  </a:lnTo>
                  <a:lnTo>
                    <a:pt x="631" y="1854200"/>
                  </a:lnTo>
                  <a:lnTo>
                    <a:pt x="2516" y="1905000"/>
                  </a:lnTo>
                  <a:lnTo>
                    <a:pt x="5637" y="1955800"/>
                  </a:lnTo>
                  <a:lnTo>
                    <a:pt x="9980" y="2006600"/>
                  </a:lnTo>
                  <a:lnTo>
                    <a:pt x="15529" y="2044700"/>
                  </a:lnTo>
                  <a:lnTo>
                    <a:pt x="22268" y="2095500"/>
                  </a:lnTo>
                  <a:lnTo>
                    <a:pt x="30181" y="2146300"/>
                  </a:lnTo>
                  <a:lnTo>
                    <a:pt x="39253" y="2184400"/>
                  </a:lnTo>
                  <a:lnTo>
                    <a:pt x="49468" y="2235200"/>
                  </a:lnTo>
                  <a:lnTo>
                    <a:pt x="60810" y="2273300"/>
                  </a:lnTo>
                  <a:lnTo>
                    <a:pt x="73264" y="2324100"/>
                  </a:lnTo>
                  <a:lnTo>
                    <a:pt x="86813" y="2362200"/>
                  </a:lnTo>
                  <a:lnTo>
                    <a:pt x="101444" y="2413000"/>
                  </a:lnTo>
                  <a:lnTo>
                    <a:pt x="117138" y="2451100"/>
                  </a:lnTo>
                  <a:lnTo>
                    <a:pt x="133882" y="2501900"/>
                  </a:lnTo>
                  <a:lnTo>
                    <a:pt x="151659" y="2540000"/>
                  </a:lnTo>
                  <a:lnTo>
                    <a:pt x="170453" y="2578100"/>
                  </a:lnTo>
                  <a:lnTo>
                    <a:pt x="190250" y="2616200"/>
                  </a:lnTo>
                  <a:lnTo>
                    <a:pt x="211032" y="2667000"/>
                  </a:lnTo>
                  <a:lnTo>
                    <a:pt x="232785" y="2705100"/>
                  </a:lnTo>
                  <a:lnTo>
                    <a:pt x="255493" y="2743200"/>
                  </a:lnTo>
                  <a:lnTo>
                    <a:pt x="279140" y="2781300"/>
                  </a:lnTo>
                  <a:lnTo>
                    <a:pt x="303711" y="2819400"/>
                  </a:lnTo>
                  <a:lnTo>
                    <a:pt x="329189" y="2857500"/>
                  </a:lnTo>
                  <a:lnTo>
                    <a:pt x="355559" y="2895600"/>
                  </a:lnTo>
                  <a:lnTo>
                    <a:pt x="382806" y="2921000"/>
                  </a:lnTo>
                  <a:lnTo>
                    <a:pt x="410914" y="2959100"/>
                  </a:lnTo>
                  <a:lnTo>
                    <a:pt x="439866" y="2997200"/>
                  </a:lnTo>
                  <a:lnTo>
                    <a:pt x="469648" y="3035300"/>
                  </a:lnTo>
                  <a:lnTo>
                    <a:pt x="500244" y="3060700"/>
                  </a:lnTo>
                  <a:lnTo>
                    <a:pt x="531637" y="3098800"/>
                  </a:lnTo>
                  <a:lnTo>
                    <a:pt x="563813" y="3124200"/>
                  </a:lnTo>
                  <a:lnTo>
                    <a:pt x="596756" y="3162300"/>
                  </a:lnTo>
                  <a:lnTo>
                    <a:pt x="630449" y="3187700"/>
                  </a:lnTo>
                  <a:lnTo>
                    <a:pt x="664878" y="3213100"/>
                  </a:lnTo>
                  <a:lnTo>
                    <a:pt x="700027" y="3238500"/>
                  </a:lnTo>
                  <a:lnTo>
                    <a:pt x="735879" y="3276600"/>
                  </a:lnTo>
                  <a:lnTo>
                    <a:pt x="772419" y="3302000"/>
                  </a:lnTo>
                  <a:lnTo>
                    <a:pt x="809632" y="3327400"/>
                  </a:lnTo>
                  <a:lnTo>
                    <a:pt x="847502" y="3352800"/>
                  </a:lnTo>
                  <a:lnTo>
                    <a:pt x="886013" y="3365500"/>
                  </a:lnTo>
                  <a:lnTo>
                    <a:pt x="925150" y="3390900"/>
                  </a:lnTo>
                  <a:lnTo>
                    <a:pt x="1005237" y="3441700"/>
                  </a:lnTo>
                  <a:lnTo>
                    <a:pt x="1046156" y="3454400"/>
                  </a:lnTo>
                  <a:lnTo>
                    <a:pt x="1087637" y="3479800"/>
                  </a:lnTo>
                  <a:lnTo>
                    <a:pt x="1172226" y="3505200"/>
                  </a:lnTo>
                  <a:lnTo>
                    <a:pt x="1215302" y="3530600"/>
                  </a:lnTo>
                  <a:lnTo>
                    <a:pt x="1392449" y="3581400"/>
                  </a:lnTo>
                  <a:lnTo>
                    <a:pt x="9464526" y="3581400"/>
                  </a:lnTo>
                  <a:lnTo>
                    <a:pt x="9641673" y="3530600"/>
                  </a:lnTo>
                  <a:lnTo>
                    <a:pt x="9684749" y="3505200"/>
                  </a:lnTo>
                  <a:lnTo>
                    <a:pt x="9769338" y="3479800"/>
                  </a:lnTo>
                  <a:lnTo>
                    <a:pt x="9810819" y="3454400"/>
                  </a:lnTo>
                  <a:lnTo>
                    <a:pt x="9851738" y="3441700"/>
                  </a:lnTo>
                  <a:lnTo>
                    <a:pt x="9931825" y="3390900"/>
                  </a:lnTo>
                  <a:lnTo>
                    <a:pt x="9970962" y="3365500"/>
                  </a:lnTo>
                  <a:lnTo>
                    <a:pt x="10009473" y="3352800"/>
                  </a:lnTo>
                  <a:lnTo>
                    <a:pt x="10047343" y="3327400"/>
                  </a:lnTo>
                  <a:lnTo>
                    <a:pt x="10084556" y="3302000"/>
                  </a:lnTo>
                  <a:lnTo>
                    <a:pt x="10121096" y="3276600"/>
                  </a:lnTo>
                  <a:lnTo>
                    <a:pt x="10156948" y="3238500"/>
                  </a:lnTo>
                  <a:lnTo>
                    <a:pt x="10192097" y="3213100"/>
                  </a:lnTo>
                  <a:lnTo>
                    <a:pt x="10226526" y="3187700"/>
                  </a:lnTo>
                  <a:lnTo>
                    <a:pt x="10260219" y="3162300"/>
                  </a:lnTo>
                  <a:lnTo>
                    <a:pt x="10293162" y="3124200"/>
                  </a:lnTo>
                  <a:lnTo>
                    <a:pt x="10325338" y="3098800"/>
                  </a:lnTo>
                  <a:lnTo>
                    <a:pt x="10356731" y="3060700"/>
                  </a:lnTo>
                  <a:lnTo>
                    <a:pt x="10387327" y="3035300"/>
                  </a:lnTo>
                  <a:lnTo>
                    <a:pt x="10417109" y="2997200"/>
                  </a:lnTo>
                  <a:lnTo>
                    <a:pt x="10446061" y="2959100"/>
                  </a:lnTo>
                  <a:lnTo>
                    <a:pt x="10474169" y="2921000"/>
                  </a:lnTo>
                  <a:lnTo>
                    <a:pt x="10501416" y="2895600"/>
                  </a:lnTo>
                  <a:lnTo>
                    <a:pt x="10527786" y="2857500"/>
                  </a:lnTo>
                  <a:lnTo>
                    <a:pt x="10553264" y="2819400"/>
                  </a:lnTo>
                  <a:lnTo>
                    <a:pt x="10577835" y="2781300"/>
                  </a:lnTo>
                  <a:lnTo>
                    <a:pt x="10601482" y="2743200"/>
                  </a:lnTo>
                  <a:lnTo>
                    <a:pt x="10624190" y="2705100"/>
                  </a:lnTo>
                  <a:lnTo>
                    <a:pt x="10645943" y="2667000"/>
                  </a:lnTo>
                  <a:lnTo>
                    <a:pt x="10666725" y="2616200"/>
                  </a:lnTo>
                  <a:lnTo>
                    <a:pt x="10686522" y="2578100"/>
                  </a:lnTo>
                  <a:lnTo>
                    <a:pt x="10705316" y="2540000"/>
                  </a:lnTo>
                  <a:lnTo>
                    <a:pt x="10723093" y="2501900"/>
                  </a:lnTo>
                  <a:lnTo>
                    <a:pt x="10739837" y="2451100"/>
                  </a:lnTo>
                  <a:lnTo>
                    <a:pt x="10755531" y="2413000"/>
                  </a:lnTo>
                  <a:lnTo>
                    <a:pt x="10770162" y="2362200"/>
                  </a:lnTo>
                  <a:lnTo>
                    <a:pt x="10783711" y="2324100"/>
                  </a:lnTo>
                  <a:lnTo>
                    <a:pt x="10796165" y="2273300"/>
                  </a:lnTo>
                  <a:lnTo>
                    <a:pt x="10807507" y="2235200"/>
                  </a:lnTo>
                  <a:lnTo>
                    <a:pt x="10817722" y="2184400"/>
                  </a:lnTo>
                  <a:lnTo>
                    <a:pt x="10826794" y="2146300"/>
                  </a:lnTo>
                  <a:lnTo>
                    <a:pt x="10834707" y="2095500"/>
                  </a:lnTo>
                  <a:lnTo>
                    <a:pt x="10841446" y="2044700"/>
                  </a:lnTo>
                  <a:lnTo>
                    <a:pt x="10846995" y="2006600"/>
                  </a:lnTo>
                  <a:lnTo>
                    <a:pt x="10851338" y="1955800"/>
                  </a:lnTo>
                  <a:lnTo>
                    <a:pt x="10854459" y="1905000"/>
                  </a:lnTo>
                  <a:lnTo>
                    <a:pt x="10856344" y="1854200"/>
                  </a:lnTo>
                  <a:lnTo>
                    <a:pt x="10856976" y="1816100"/>
                  </a:lnTo>
                  <a:lnTo>
                    <a:pt x="10856344" y="1765300"/>
                  </a:lnTo>
                  <a:lnTo>
                    <a:pt x="10854459" y="1714500"/>
                  </a:lnTo>
                  <a:lnTo>
                    <a:pt x="10851338" y="1663700"/>
                  </a:lnTo>
                  <a:lnTo>
                    <a:pt x="10846995" y="1625600"/>
                  </a:lnTo>
                  <a:lnTo>
                    <a:pt x="10841446" y="1574800"/>
                  </a:lnTo>
                  <a:lnTo>
                    <a:pt x="10834707" y="1524000"/>
                  </a:lnTo>
                  <a:lnTo>
                    <a:pt x="10826794" y="1473200"/>
                  </a:lnTo>
                  <a:lnTo>
                    <a:pt x="10817722" y="1435100"/>
                  </a:lnTo>
                  <a:lnTo>
                    <a:pt x="10807507" y="1384300"/>
                  </a:lnTo>
                  <a:lnTo>
                    <a:pt x="10796165" y="1346200"/>
                  </a:lnTo>
                  <a:lnTo>
                    <a:pt x="10783711" y="1295400"/>
                  </a:lnTo>
                  <a:lnTo>
                    <a:pt x="10770162" y="1257300"/>
                  </a:lnTo>
                  <a:lnTo>
                    <a:pt x="10755531" y="1206500"/>
                  </a:lnTo>
                  <a:lnTo>
                    <a:pt x="10739837" y="1168400"/>
                  </a:lnTo>
                  <a:lnTo>
                    <a:pt x="10723093" y="1130300"/>
                  </a:lnTo>
                  <a:lnTo>
                    <a:pt x="10705316" y="1079500"/>
                  </a:lnTo>
                  <a:lnTo>
                    <a:pt x="10686522" y="1041400"/>
                  </a:lnTo>
                  <a:lnTo>
                    <a:pt x="10666725" y="1003300"/>
                  </a:lnTo>
                  <a:lnTo>
                    <a:pt x="10645943" y="965200"/>
                  </a:lnTo>
                  <a:lnTo>
                    <a:pt x="10624190" y="927100"/>
                  </a:lnTo>
                  <a:lnTo>
                    <a:pt x="10601482" y="876300"/>
                  </a:lnTo>
                  <a:lnTo>
                    <a:pt x="10577835" y="838200"/>
                  </a:lnTo>
                  <a:lnTo>
                    <a:pt x="10553264" y="800100"/>
                  </a:lnTo>
                  <a:lnTo>
                    <a:pt x="10527786" y="762000"/>
                  </a:lnTo>
                  <a:lnTo>
                    <a:pt x="10501416" y="736600"/>
                  </a:lnTo>
                  <a:lnTo>
                    <a:pt x="10474169" y="698500"/>
                  </a:lnTo>
                  <a:lnTo>
                    <a:pt x="10446061" y="660400"/>
                  </a:lnTo>
                  <a:lnTo>
                    <a:pt x="10417109" y="622300"/>
                  </a:lnTo>
                  <a:lnTo>
                    <a:pt x="10387327" y="596900"/>
                  </a:lnTo>
                  <a:lnTo>
                    <a:pt x="10356731" y="558800"/>
                  </a:lnTo>
                  <a:lnTo>
                    <a:pt x="10325338" y="533400"/>
                  </a:lnTo>
                  <a:lnTo>
                    <a:pt x="10293162" y="495300"/>
                  </a:lnTo>
                  <a:lnTo>
                    <a:pt x="10260219" y="469900"/>
                  </a:lnTo>
                  <a:lnTo>
                    <a:pt x="10226526" y="431800"/>
                  </a:lnTo>
                  <a:lnTo>
                    <a:pt x="10192097" y="406400"/>
                  </a:lnTo>
                  <a:lnTo>
                    <a:pt x="10156948" y="381000"/>
                  </a:lnTo>
                  <a:lnTo>
                    <a:pt x="10121096" y="355600"/>
                  </a:lnTo>
                  <a:lnTo>
                    <a:pt x="10084556" y="330200"/>
                  </a:lnTo>
                  <a:lnTo>
                    <a:pt x="10047343" y="304800"/>
                  </a:lnTo>
                  <a:lnTo>
                    <a:pt x="10009473" y="279400"/>
                  </a:lnTo>
                  <a:lnTo>
                    <a:pt x="9970962" y="254000"/>
                  </a:lnTo>
                  <a:lnTo>
                    <a:pt x="9892079" y="203200"/>
                  </a:lnTo>
                  <a:lnTo>
                    <a:pt x="9851738" y="190500"/>
                  </a:lnTo>
                  <a:lnTo>
                    <a:pt x="9810819" y="165100"/>
                  </a:lnTo>
                  <a:lnTo>
                    <a:pt x="9769338" y="152400"/>
                  </a:lnTo>
                  <a:lnTo>
                    <a:pt x="9727309" y="127000"/>
                  </a:lnTo>
                  <a:lnTo>
                    <a:pt x="9641673" y="101600"/>
                  </a:lnTo>
                  <a:lnTo>
                    <a:pt x="9598097" y="76200"/>
                  </a:lnTo>
                  <a:lnTo>
                    <a:pt x="9509507" y="50800"/>
                  </a:lnTo>
                  <a:close/>
                </a:path>
                <a:path extrusionOk="0" h="3619500" w="10857230">
                  <a:moveTo>
                    <a:pt x="9327019" y="12700"/>
                  </a:moveTo>
                  <a:lnTo>
                    <a:pt x="1529956" y="12700"/>
                  </a:lnTo>
                  <a:lnTo>
                    <a:pt x="1392449" y="50800"/>
                  </a:lnTo>
                  <a:lnTo>
                    <a:pt x="9464526" y="50800"/>
                  </a:lnTo>
                  <a:lnTo>
                    <a:pt x="9327019" y="12700"/>
                  </a:lnTo>
                  <a:close/>
                </a:path>
                <a:path extrusionOk="0" h="3619500" w="10857230">
                  <a:moveTo>
                    <a:pt x="9233370" y="0"/>
                  </a:moveTo>
                  <a:lnTo>
                    <a:pt x="1623605" y="0"/>
                  </a:lnTo>
                  <a:lnTo>
                    <a:pt x="1576593" y="12700"/>
                  </a:lnTo>
                  <a:lnTo>
                    <a:pt x="9280382" y="12700"/>
                  </a:lnTo>
                  <a:lnTo>
                    <a:pt x="9233370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96" name="Google Shape;99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570" y="594994"/>
            <a:ext cx="64865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4865" y="2814852"/>
            <a:ext cx="2861308" cy="443788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46"/>
          <p:cNvSpPr txBox="1"/>
          <p:nvPr/>
        </p:nvSpPr>
        <p:spPr>
          <a:xfrm>
            <a:off x="3637916" y="3553086"/>
            <a:ext cx="49161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Перемешиваем и делим в желаемой пропорции.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85725" marR="7366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возможности повторить результаты важно фиксировать  random_state.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Google Shape;1003;p47"/>
          <p:cNvGrpSpPr/>
          <p:nvPr/>
        </p:nvGrpSpPr>
        <p:grpSpPr>
          <a:xfrm>
            <a:off x="249936" y="2049103"/>
            <a:ext cx="11449811" cy="4156624"/>
            <a:chOff x="249936" y="2049103"/>
            <a:chExt cx="11449811" cy="4156624"/>
          </a:xfrm>
        </p:grpSpPr>
        <p:pic>
          <p:nvPicPr>
            <p:cNvPr id="1004" name="Google Shape;1004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9619" y="2049103"/>
              <a:ext cx="3310128" cy="4156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5" name="Google Shape;100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9936" y="3090672"/>
              <a:ext cx="8201406" cy="21115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47"/>
            <p:cNvSpPr/>
            <p:nvPr/>
          </p:nvSpPr>
          <p:spPr>
            <a:xfrm>
              <a:off x="469392" y="3232403"/>
              <a:ext cx="7774305" cy="1746885"/>
            </a:xfrm>
            <a:custGeom>
              <a:rect b="b" l="l" r="r" t="t"/>
              <a:pathLst>
                <a:path extrusionOk="0" h="1746885" w="7774305">
                  <a:moveTo>
                    <a:pt x="7627111" y="0"/>
                  </a:moveTo>
                  <a:lnTo>
                    <a:pt x="146862" y="0"/>
                  </a:lnTo>
                  <a:lnTo>
                    <a:pt x="100445" y="7489"/>
                  </a:lnTo>
                  <a:lnTo>
                    <a:pt x="60130" y="28342"/>
                  </a:lnTo>
                  <a:lnTo>
                    <a:pt x="28338" y="60130"/>
                  </a:lnTo>
                  <a:lnTo>
                    <a:pt x="7487" y="100429"/>
                  </a:lnTo>
                  <a:lnTo>
                    <a:pt x="0" y="146812"/>
                  </a:lnTo>
                  <a:lnTo>
                    <a:pt x="0" y="1599692"/>
                  </a:lnTo>
                  <a:lnTo>
                    <a:pt x="7487" y="1646074"/>
                  </a:lnTo>
                  <a:lnTo>
                    <a:pt x="28338" y="1686373"/>
                  </a:lnTo>
                  <a:lnTo>
                    <a:pt x="60130" y="1718161"/>
                  </a:lnTo>
                  <a:lnTo>
                    <a:pt x="100445" y="1739014"/>
                  </a:lnTo>
                  <a:lnTo>
                    <a:pt x="146862" y="1746504"/>
                  </a:lnTo>
                  <a:lnTo>
                    <a:pt x="7627111" y="1746504"/>
                  </a:lnTo>
                  <a:lnTo>
                    <a:pt x="7673494" y="1739014"/>
                  </a:lnTo>
                  <a:lnTo>
                    <a:pt x="7713793" y="1718161"/>
                  </a:lnTo>
                  <a:lnTo>
                    <a:pt x="7745581" y="1686373"/>
                  </a:lnTo>
                  <a:lnTo>
                    <a:pt x="7766434" y="1646074"/>
                  </a:lnTo>
                  <a:lnTo>
                    <a:pt x="7773924" y="1599692"/>
                  </a:lnTo>
                  <a:lnTo>
                    <a:pt x="7773924" y="146812"/>
                  </a:lnTo>
                  <a:lnTo>
                    <a:pt x="7766434" y="100429"/>
                  </a:lnTo>
                  <a:lnTo>
                    <a:pt x="7745581" y="60130"/>
                  </a:lnTo>
                  <a:lnTo>
                    <a:pt x="7713793" y="28342"/>
                  </a:lnTo>
                  <a:lnTo>
                    <a:pt x="7673494" y="7489"/>
                  </a:lnTo>
                  <a:lnTo>
                    <a:pt x="7627111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07" name="Google Shape;100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570" y="594994"/>
            <a:ext cx="6486525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8" name="Google Shape;1008;p47"/>
          <p:cNvGrpSpPr/>
          <p:nvPr/>
        </p:nvGrpSpPr>
        <p:grpSpPr>
          <a:xfrm>
            <a:off x="661111" y="1676095"/>
            <a:ext cx="1193292" cy="443788"/>
            <a:chOff x="661111" y="1676095"/>
            <a:chExt cx="1193292" cy="443788"/>
          </a:xfrm>
        </p:grpSpPr>
        <p:pic>
          <p:nvPicPr>
            <p:cNvPr id="1009" name="Google Shape;1009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1111" y="1676095"/>
              <a:ext cx="423672" cy="443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4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2947" y="1676095"/>
              <a:ext cx="301752" cy="443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1" name="Google Shape;1011;p4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3823" y="1676095"/>
              <a:ext cx="830580" cy="4437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2" name="Google Shape;1012;p47"/>
          <p:cNvSpPr txBox="1"/>
          <p:nvPr/>
        </p:nvSpPr>
        <p:spPr>
          <a:xfrm>
            <a:off x="648411" y="2233117"/>
            <a:ext cx="755269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Разбиваем датасет на K равных частей, затем строим K моделей где в качестве Test берем одну из частей, а все остальные используем как Train. На Train обучаем модель, на Test оцениваем качество.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3" name="Google Shape;1013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1111" y="3460115"/>
            <a:ext cx="1749552" cy="286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47"/>
          <p:cNvSpPr txBox="1"/>
          <p:nvPr/>
        </p:nvSpPr>
        <p:spPr>
          <a:xfrm>
            <a:off x="648411" y="3768674"/>
            <a:ext cx="7453630" cy="973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86385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600"/>
              <a:buFont typeface="Arial"/>
              <a:buChar char="•"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Используем все данные как для построения моделей, так и для оценки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качества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6385" lvl="0" marL="299085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rgbClr val="0077FF"/>
              </a:buClr>
              <a:buSzPts val="1600"/>
              <a:buFont typeface="Arial"/>
              <a:buChar char="•"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Один из наиболее популярных методов оценки качества моделей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8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48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48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48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8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48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48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48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48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48"/>
          <p:cNvSpPr/>
          <p:nvPr/>
        </p:nvSpPr>
        <p:spPr>
          <a:xfrm>
            <a:off x="0" y="3540252"/>
            <a:ext cx="5765800" cy="2403475"/>
          </a:xfrm>
          <a:custGeom>
            <a:rect b="b" l="l" r="r" t="t"/>
            <a:pathLst>
              <a:path extrusionOk="0" h="2403475" w="5765800">
                <a:moveTo>
                  <a:pt x="5632958" y="0"/>
                </a:moveTo>
                <a:lnTo>
                  <a:pt x="0" y="0"/>
                </a:lnTo>
                <a:lnTo>
                  <a:pt x="0" y="2403348"/>
                </a:lnTo>
                <a:lnTo>
                  <a:pt x="5632958" y="2403348"/>
                </a:lnTo>
                <a:lnTo>
                  <a:pt x="5674811" y="2396603"/>
                </a:lnTo>
                <a:lnTo>
                  <a:pt x="5711141" y="2377821"/>
                </a:lnTo>
                <a:lnTo>
                  <a:pt x="5739778" y="2349180"/>
                </a:lnTo>
                <a:lnTo>
                  <a:pt x="5758551" y="2312860"/>
                </a:lnTo>
                <a:lnTo>
                  <a:pt x="5765292" y="2271039"/>
                </a:lnTo>
                <a:lnTo>
                  <a:pt x="5765292" y="132334"/>
                </a:lnTo>
                <a:lnTo>
                  <a:pt x="5758551" y="90480"/>
                </a:lnTo>
                <a:lnTo>
                  <a:pt x="5739778" y="54150"/>
                </a:lnTo>
                <a:lnTo>
                  <a:pt x="5711141" y="25513"/>
                </a:lnTo>
                <a:lnTo>
                  <a:pt x="5674811" y="6740"/>
                </a:lnTo>
                <a:lnTo>
                  <a:pt x="5632958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0" name="Google Shape;103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199" y="521843"/>
            <a:ext cx="6486779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1" name="Google Shape;1031;p48"/>
          <p:cNvGrpSpPr/>
          <p:nvPr/>
        </p:nvGrpSpPr>
        <p:grpSpPr>
          <a:xfrm>
            <a:off x="661111" y="1680972"/>
            <a:ext cx="2672790" cy="443484"/>
            <a:chOff x="661111" y="1680972"/>
            <a:chExt cx="2672790" cy="443484"/>
          </a:xfrm>
        </p:grpSpPr>
        <p:pic>
          <p:nvPicPr>
            <p:cNvPr id="1032" name="Google Shape;1032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1111" y="1680972"/>
              <a:ext cx="1178115" cy="443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3" name="Google Shape;1033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2872" y="1680972"/>
              <a:ext cx="301751" cy="443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4" name="Google Shape;1034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93747" y="1680972"/>
              <a:ext cx="849376" cy="443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5" name="Google Shape;1035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30779" y="1680972"/>
              <a:ext cx="301751" cy="443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Google Shape;1036;p4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581655" y="1680972"/>
              <a:ext cx="752246" cy="4434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1037" name="Google Shape;1037;p48"/>
          <p:cNvSpPr txBox="1"/>
          <p:nvPr>
            <p:ph type="title"/>
          </p:nvPr>
        </p:nvSpPr>
        <p:spPr>
          <a:xfrm>
            <a:off x="648411" y="2526538"/>
            <a:ext cx="501459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800">
                <a:solidFill>
                  <a:srgbClr val="EBF3F8"/>
                </a:solidFill>
              </a:rPr>
              <a:t>Экстремальный случай K-fold, когда K равно числу самплов в наборе данных</a:t>
            </a:r>
            <a:r>
              <a:rPr lang="ru-RU" sz="1600">
                <a:solidFill>
                  <a:srgbClr val="EBF3F8"/>
                </a:solidFill>
              </a:rPr>
              <a:t>.</a:t>
            </a:r>
            <a:endParaRPr sz="1600"/>
          </a:p>
        </p:txBody>
      </p:sp>
      <p:pic>
        <p:nvPicPr>
          <p:cNvPr id="1038" name="Google Shape;1038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3361" y="3803903"/>
            <a:ext cx="1749933" cy="286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48"/>
          <p:cNvSpPr txBox="1"/>
          <p:nvPr/>
        </p:nvSpPr>
        <p:spPr>
          <a:xfrm>
            <a:off x="670661" y="4172203"/>
            <a:ext cx="4599305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87020" lvl="0" marL="2990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ru-RU" sz="16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Модель на датасете без одного сампла практически идентична модели на полном датасете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7020" lvl="0" marL="299085" marR="442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ru-RU" sz="16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Может быть эффективно посчитан для некоторых видов моделей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49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49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49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49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49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49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49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49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49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49"/>
          <p:cNvSpPr/>
          <p:nvPr/>
        </p:nvSpPr>
        <p:spPr>
          <a:xfrm>
            <a:off x="0" y="3936491"/>
            <a:ext cx="5765800" cy="1679575"/>
          </a:xfrm>
          <a:custGeom>
            <a:rect b="b" l="l" r="r" t="t"/>
            <a:pathLst>
              <a:path extrusionOk="0" h="1679575" w="5765800">
                <a:moveTo>
                  <a:pt x="5672836" y="0"/>
                </a:moveTo>
                <a:lnTo>
                  <a:pt x="0" y="0"/>
                </a:lnTo>
                <a:lnTo>
                  <a:pt x="0" y="1679447"/>
                </a:lnTo>
                <a:lnTo>
                  <a:pt x="5672836" y="1679447"/>
                </a:lnTo>
                <a:lnTo>
                  <a:pt x="5708820" y="1672181"/>
                </a:lnTo>
                <a:lnTo>
                  <a:pt x="5738209" y="1652365"/>
                </a:lnTo>
                <a:lnTo>
                  <a:pt x="5758025" y="1622976"/>
                </a:lnTo>
                <a:lnTo>
                  <a:pt x="5765292" y="1586991"/>
                </a:lnTo>
                <a:lnTo>
                  <a:pt x="5765292" y="92455"/>
                </a:lnTo>
                <a:lnTo>
                  <a:pt x="5758025" y="56471"/>
                </a:lnTo>
                <a:lnTo>
                  <a:pt x="5738209" y="27082"/>
                </a:lnTo>
                <a:lnTo>
                  <a:pt x="5708820" y="7266"/>
                </a:lnTo>
                <a:lnTo>
                  <a:pt x="5672836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5" name="Google Shape;10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199" y="521843"/>
            <a:ext cx="6550914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6" name="Google Shape;1056;p49"/>
          <p:cNvGrpSpPr/>
          <p:nvPr/>
        </p:nvGrpSpPr>
        <p:grpSpPr>
          <a:xfrm>
            <a:off x="672388" y="2068017"/>
            <a:ext cx="5759400" cy="443788"/>
            <a:chOff x="672388" y="2068017"/>
            <a:chExt cx="5759400" cy="443788"/>
          </a:xfrm>
        </p:grpSpPr>
        <p:pic>
          <p:nvPicPr>
            <p:cNvPr id="1057" name="Google Shape;1057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2388" y="2068017"/>
              <a:ext cx="2132711" cy="443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8" name="Google Shape;1058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11247" y="2068017"/>
              <a:ext cx="301751" cy="443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9" name="Google Shape;1059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62123" y="2068017"/>
              <a:ext cx="3669665" cy="4437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1060" name="Google Shape;1060;p49"/>
          <p:cNvSpPr txBox="1"/>
          <p:nvPr>
            <p:ph type="title"/>
          </p:nvPr>
        </p:nvSpPr>
        <p:spPr>
          <a:xfrm>
            <a:off x="659688" y="2914015"/>
            <a:ext cx="57156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800">
                <a:solidFill>
                  <a:srgbClr val="EBF3F8"/>
                </a:solidFill>
              </a:rPr>
              <a:t>Повторяем N раз построение модели с разными разбиениями (можно просто менять random_state)</a:t>
            </a:r>
            <a:endParaRPr sz="1800"/>
          </a:p>
        </p:txBody>
      </p:sp>
      <p:pic>
        <p:nvPicPr>
          <p:cNvPr id="1061" name="Google Shape;1061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639" y="4191000"/>
            <a:ext cx="1749933" cy="286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49"/>
          <p:cNvSpPr txBox="1"/>
          <p:nvPr/>
        </p:nvSpPr>
        <p:spPr>
          <a:xfrm>
            <a:off x="681939" y="4559300"/>
            <a:ext cx="470471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86385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ru-RU" sz="16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В N раз увеличивает сложность построения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6385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ru-RU" sz="16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Помогает на маленьких выборках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50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0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50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50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50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50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50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0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50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50"/>
          <p:cNvSpPr/>
          <p:nvPr/>
        </p:nvSpPr>
        <p:spPr>
          <a:xfrm>
            <a:off x="0" y="3774947"/>
            <a:ext cx="6096000" cy="1678305"/>
          </a:xfrm>
          <a:custGeom>
            <a:rect b="b" l="l" r="r" t="t"/>
            <a:pathLst>
              <a:path extrusionOk="0" h="1678304" w="6096000">
                <a:moveTo>
                  <a:pt x="6003671" y="0"/>
                </a:moveTo>
                <a:lnTo>
                  <a:pt x="0" y="0"/>
                </a:lnTo>
                <a:lnTo>
                  <a:pt x="0" y="1677924"/>
                </a:lnTo>
                <a:lnTo>
                  <a:pt x="6003671" y="1677924"/>
                </a:lnTo>
                <a:lnTo>
                  <a:pt x="6039582" y="1670659"/>
                </a:lnTo>
                <a:lnTo>
                  <a:pt x="6068933" y="1650857"/>
                </a:lnTo>
                <a:lnTo>
                  <a:pt x="6088735" y="1621506"/>
                </a:lnTo>
                <a:lnTo>
                  <a:pt x="6096000" y="1585595"/>
                </a:lnTo>
                <a:lnTo>
                  <a:pt x="6096000" y="92328"/>
                </a:lnTo>
                <a:lnTo>
                  <a:pt x="6088735" y="56417"/>
                </a:lnTo>
                <a:lnTo>
                  <a:pt x="6068933" y="27066"/>
                </a:lnTo>
                <a:lnTo>
                  <a:pt x="6039582" y="7264"/>
                </a:lnTo>
                <a:lnTo>
                  <a:pt x="6003671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8" name="Google Shape;107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199" y="521843"/>
            <a:ext cx="6486779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9" name="Google Shape;1079;p50"/>
          <p:cNvGrpSpPr/>
          <p:nvPr/>
        </p:nvGrpSpPr>
        <p:grpSpPr>
          <a:xfrm>
            <a:off x="650138" y="1906523"/>
            <a:ext cx="5683224" cy="443484"/>
            <a:chOff x="650138" y="1906523"/>
            <a:chExt cx="5683224" cy="443484"/>
          </a:xfrm>
        </p:grpSpPr>
        <p:pic>
          <p:nvPicPr>
            <p:cNvPr id="1080" name="Google Shape;108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0138" y="1906523"/>
              <a:ext cx="2016252" cy="443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1" name="Google Shape;1081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11298" y="1906523"/>
              <a:ext cx="301751" cy="443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2" name="Google Shape;1082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62173" y="1906523"/>
              <a:ext cx="3671189" cy="4434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1083" name="Google Shape;1083;p50"/>
          <p:cNvSpPr txBox="1"/>
          <p:nvPr>
            <p:ph type="title"/>
          </p:nvPr>
        </p:nvSpPr>
        <p:spPr>
          <a:xfrm>
            <a:off x="637438" y="2752090"/>
            <a:ext cx="467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800">
                <a:solidFill>
                  <a:srgbClr val="EBF3F8"/>
                </a:solidFill>
              </a:rPr>
              <a:t>Сохраняем некоторые распределения из исходной выборки при разбиениях</a:t>
            </a:r>
            <a:endParaRPr sz="1800"/>
          </a:p>
        </p:txBody>
      </p:sp>
      <p:pic>
        <p:nvPicPr>
          <p:cNvPr id="1084" name="Google Shape;1084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111" y="4041394"/>
            <a:ext cx="1393444" cy="286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50"/>
          <p:cNvSpPr txBox="1"/>
          <p:nvPr/>
        </p:nvSpPr>
        <p:spPr>
          <a:xfrm>
            <a:off x="648411" y="4409388"/>
            <a:ext cx="524637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86385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ru-RU" sz="16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Распределение признака (пол/возраст/дата и тд)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6385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0" i="0" lang="ru-RU" sz="16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Распределение таргета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p51"/>
          <p:cNvGrpSpPr/>
          <p:nvPr/>
        </p:nvGrpSpPr>
        <p:grpSpPr>
          <a:xfrm>
            <a:off x="461682" y="1451980"/>
            <a:ext cx="11225200" cy="1609168"/>
            <a:chOff x="461682" y="1451980"/>
            <a:chExt cx="11225200" cy="1609168"/>
          </a:xfrm>
        </p:grpSpPr>
        <p:pic>
          <p:nvPicPr>
            <p:cNvPr id="1091" name="Google Shape;109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682" y="1451980"/>
              <a:ext cx="11225200" cy="1609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51"/>
            <p:cNvSpPr/>
            <p:nvPr/>
          </p:nvSpPr>
          <p:spPr>
            <a:xfrm>
              <a:off x="650748" y="1548383"/>
              <a:ext cx="10858500" cy="1315720"/>
            </a:xfrm>
            <a:custGeom>
              <a:rect b="b" l="l" r="r" t="t"/>
              <a:pathLst>
                <a:path extrusionOk="0" h="1315720" w="10858500">
                  <a:moveTo>
                    <a:pt x="10200894" y="0"/>
                  </a:moveTo>
                  <a:lnTo>
                    <a:pt x="657605" y="0"/>
                  </a:lnTo>
                  <a:lnTo>
                    <a:pt x="608528" y="1803"/>
                  </a:lnTo>
                  <a:lnTo>
                    <a:pt x="560430" y="7129"/>
                  </a:lnTo>
                  <a:lnTo>
                    <a:pt x="513439" y="15850"/>
                  </a:lnTo>
                  <a:lnTo>
                    <a:pt x="467682" y="27839"/>
                  </a:lnTo>
                  <a:lnTo>
                    <a:pt x="423285" y="42969"/>
                  </a:lnTo>
                  <a:lnTo>
                    <a:pt x="380377" y="61114"/>
                  </a:lnTo>
                  <a:lnTo>
                    <a:pt x="339084" y="82145"/>
                  </a:lnTo>
                  <a:lnTo>
                    <a:pt x="299534" y="105935"/>
                  </a:lnTo>
                  <a:lnTo>
                    <a:pt x="261853" y="132359"/>
                  </a:lnTo>
                  <a:lnTo>
                    <a:pt x="226169" y="161288"/>
                  </a:lnTo>
                  <a:lnTo>
                    <a:pt x="192609" y="192595"/>
                  </a:lnTo>
                  <a:lnTo>
                    <a:pt x="161300" y="226154"/>
                  </a:lnTo>
                  <a:lnTo>
                    <a:pt x="132370" y="261837"/>
                  </a:lnTo>
                  <a:lnTo>
                    <a:pt x="105945" y="299517"/>
                  </a:lnTo>
                  <a:lnTo>
                    <a:pt x="82152" y="339067"/>
                  </a:lnTo>
                  <a:lnTo>
                    <a:pt x="61120" y="380361"/>
                  </a:lnTo>
                  <a:lnTo>
                    <a:pt x="42974" y="423270"/>
                  </a:lnTo>
                  <a:lnTo>
                    <a:pt x="27842" y="467668"/>
                  </a:lnTo>
                  <a:lnTo>
                    <a:pt x="15852" y="513427"/>
                  </a:lnTo>
                  <a:lnTo>
                    <a:pt x="7130" y="560422"/>
                  </a:lnTo>
                  <a:lnTo>
                    <a:pt x="1803" y="608523"/>
                  </a:lnTo>
                  <a:lnTo>
                    <a:pt x="0" y="657605"/>
                  </a:lnTo>
                  <a:lnTo>
                    <a:pt x="1803" y="706688"/>
                  </a:lnTo>
                  <a:lnTo>
                    <a:pt x="7130" y="754789"/>
                  </a:lnTo>
                  <a:lnTo>
                    <a:pt x="15852" y="801784"/>
                  </a:lnTo>
                  <a:lnTo>
                    <a:pt x="27842" y="847543"/>
                  </a:lnTo>
                  <a:lnTo>
                    <a:pt x="42974" y="891941"/>
                  </a:lnTo>
                  <a:lnTo>
                    <a:pt x="61120" y="934850"/>
                  </a:lnTo>
                  <a:lnTo>
                    <a:pt x="82152" y="976144"/>
                  </a:lnTo>
                  <a:lnTo>
                    <a:pt x="105945" y="1015694"/>
                  </a:lnTo>
                  <a:lnTo>
                    <a:pt x="132370" y="1053374"/>
                  </a:lnTo>
                  <a:lnTo>
                    <a:pt x="161300" y="1089057"/>
                  </a:lnTo>
                  <a:lnTo>
                    <a:pt x="192609" y="1122616"/>
                  </a:lnTo>
                  <a:lnTo>
                    <a:pt x="226169" y="1153923"/>
                  </a:lnTo>
                  <a:lnTo>
                    <a:pt x="261853" y="1182852"/>
                  </a:lnTo>
                  <a:lnTo>
                    <a:pt x="299534" y="1209276"/>
                  </a:lnTo>
                  <a:lnTo>
                    <a:pt x="339084" y="1233066"/>
                  </a:lnTo>
                  <a:lnTo>
                    <a:pt x="380377" y="1254097"/>
                  </a:lnTo>
                  <a:lnTo>
                    <a:pt x="423285" y="1272242"/>
                  </a:lnTo>
                  <a:lnTo>
                    <a:pt x="467682" y="1287372"/>
                  </a:lnTo>
                  <a:lnTo>
                    <a:pt x="513439" y="1299361"/>
                  </a:lnTo>
                  <a:lnTo>
                    <a:pt x="560430" y="1308082"/>
                  </a:lnTo>
                  <a:lnTo>
                    <a:pt x="608528" y="1313408"/>
                  </a:lnTo>
                  <a:lnTo>
                    <a:pt x="657605" y="1315212"/>
                  </a:lnTo>
                  <a:lnTo>
                    <a:pt x="10200894" y="1315212"/>
                  </a:lnTo>
                  <a:lnTo>
                    <a:pt x="10249976" y="1313408"/>
                  </a:lnTo>
                  <a:lnTo>
                    <a:pt x="10298077" y="1308082"/>
                  </a:lnTo>
                  <a:lnTo>
                    <a:pt x="10345072" y="1299361"/>
                  </a:lnTo>
                  <a:lnTo>
                    <a:pt x="10390831" y="1287372"/>
                  </a:lnTo>
                  <a:lnTo>
                    <a:pt x="10435229" y="1272242"/>
                  </a:lnTo>
                  <a:lnTo>
                    <a:pt x="10478138" y="1254097"/>
                  </a:lnTo>
                  <a:lnTo>
                    <a:pt x="10519432" y="1233066"/>
                  </a:lnTo>
                  <a:lnTo>
                    <a:pt x="10558982" y="1209276"/>
                  </a:lnTo>
                  <a:lnTo>
                    <a:pt x="10596662" y="1182852"/>
                  </a:lnTo>
                  <a:lnTo>
                    <a:pt x="10632345" y="1153923"/>
                  </a:lnTo>
                  <a:lnTo>
                    <a:pt x="10665904" y="1122616"/>
                  </a:lnTo>
                  <a:lnTo>
                    <a:pt x="10697211" y="1089057"/>
                  </a:lnTo>
                  <a:lnTo>
                    <a:pt x="10726140" y="1053374"/>
                  </a:lnTo>
                  <a:lnTo>
                    <a:pt x="10752564" y="1015694"/>
                  </a:lnTo>
                  <a:lnTo>
                    <a:pt x="10776354" y="976144"/>
                  </a:lnTo>
                  <a:lnTo>
                    <a:pt x="10797385" y="934850"/>
                  </a:lnTo>
                  <a:lnTo>
                    <a:pt x="10815530" y="891941"/>
                  </a:lnTo>
                  <a:lnTo>
                    <a:pt x="10830660" y="847543"/>
                  </a:lnTo>
                  <a:lnTo>
                    <a:pt x="10842649" y="801784"/>
                  </a:lnTo>
                  <a:lnTo>
                    <a:pt x="10851370" y="754789"/>
                  </a:lnTo>
                  <a:lnTo>
                    <a:pt x="10856696" y="706688"/>
                  </a:lnTo>
                  <a:lnTo>
                    <a:pt x="10858500" y="657605"/>
                  </a:lnTo>
                  <a:lnTo>
                    <a:pt x="10856696" y="608523"/>
                  </a:lnTo>
                  <a:lnTo>
                    <a:pt x="10851370" y="560422"/>
                  </a:lnTo>
                  <a:lnTo>
                    <a:pt x="10842649" y="513427"/>
                  </a:lnTo>
                  <a:lnTo>
                    <a:pt x="10830660" y="467668"/>
                  </a:lnTo>
                  <a:lnTo>
                    <a:pt x="10815530" y="423270"/>
                  </a:lnTo>
                  <a:lnTo>
                    <a:pt x="10797385" y="380361"/>
                  </a:lnTo>
                  <a:lnTo>
                    <a:pt x="10776354" y="339067"/>
                  </a:lnTo>
                  <a:lnTo>
                    <a:pt x="10752564" y="299517"/>
                  </a:lnTo>
                  <a:lnTo>
                    <a:pt x="10726140" y="261837"/>
                  </a:lnTo>
                  <a:lnTo>
                    <a:pt x="10697211" y="226154"/>
                  </a:lnTo>
                  <a:lnTo>
                    <a:pt x="10665904" y="192595"/>
                  </a:lnTo>
                  <a:lnTo>
                    <a:pt x="10632345" y="161288"/>
                  </a:lnTo>
                  <a:lnTo>
                    <a:pt x="10596662" y="132359"/>
                  </a:lnTo>
                  <a:lnTo>
                    <a:pt x="10558982" y="105935"/>
                  </a:lnTo>
                  <a:lnTo>
                    <a:pt x="10519432" y="82145"/>
                  </a:lnTo>
                  <a:lnTo>
                    <a:pt x="10478138" y="61114"/>
                  </a:lnTo>
                  <a:lnTo>
                    <a:pt x="10435229" y="42969"/>
                  </a:lnTo>
                  <a:lnTo>
                    <a:pt x="10390831" y="27839"/>
                  </a:lnTo>
                  <a:lnTo>
                    <a:pt x="10345072" y="15850"/>
                  </a:lnTo>
                  <a:lnTo>
                    <a:pt x="10298077" y="7129"/>
                  </a:lnTo>
                  <a:lnTo>
                    <a:pt x="10249976" y="1803"/>
                  </a:lnTo>
                  <a:lnTo>
                    <a:pt x="10200894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93" name="Google Shape;109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272" y="531825"/>
            <a:ext cx="8888095" cy="76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51"/>
          <p:cNvSpPr/>
          <p:nvPr/>
        </p:nvSpPr>
        <p:spPr>
          <a:xfrm>
            <a:off x="2243327" y="3144011"/>
            <a:ext cx="7705725" cy="431800"/>
          </a:xfrm>
          <a:custGeom>
            <a:rect b="b" l="l" r="r" t="t"/>
            <a:pathLst>
              <a:path extrusionOk="0" h="431800" w="7705725">
                <a:moveTo>
                  <a:pt x="7489698" y="0"/>
                </a:moveTo>
                <a:lnTo>
                  <a:pt x="215646" y="0"/>
                </a:lnTo>
                <a:lnTo>
                  <a:pt x="166191" y="5693"/>
                </a:lnTo>
                <a:lnTo>
                  <a:pt x="120798" y="21913"/>
                </a:lnTo>
                <a:lnTo>
                  <a:pt x="80758" y="47366"/>
                </a:lnTo>
                <a:lnTo>
                  <a:pt x="47366" y="80758"/>
                </a:lnTo>
                <a:lnTo>
                  <a:pt x="21913" y="120798"/>
                </a:lnTo>
                <a:lnTo>
                  <a:pt x="5693" y="166191"/>
                </a:lnTo>
                <a:lnTo>
                  <a:pt x="0" y="215646"/>
                </a:lnTo>
                <a:lnTo>
                  <a:pt x="5693" y="265100"/>
                </a:lnTo>
                <a:lnTo>
                  <a:pt x="21913" y="310493"/>
                </a:lnTo>
                <a:lnTo>
                  <a:pt x="47366" y="350533"/>
                </a:lnTo>
                <a:lnTo>
                  <a:pt x="80758" y="383925"/>
                </a:lnTo>
                <a:lnTo>
                  <a:pt x="120798" y="409378"/>
                </a:lnTo>
                <a:lnTo>
                  <a:pt x="166191" y="425598"/>
                </a:lnTo>
                <a:lnTo>
                  <a:pt x="215646" y="431291"/>
                </a:lnTo>
                <a:lnTo>
                  <a:pt x="7489698" y="431291"/>
                </a:lnTo>
                <a:lnTo>
                  <a:pt x="7539152" y="425598"/>
                </a:lnTo>
                <a:lnTo>
                  <a:pt x="7584545" y="409378"/>
                </a:lnTo>
                <a:lnTo>
                  <a:pt x="7624585" y="383925"/>
                </a:lnTo>
                <a:lnTo>
                  <a:pt x="7657977" y="350533"/>
                </a:lnTo>
                <a:lnTo>
                  <a:pt x="7683430" y="310493"/>
                </a:lnTo>
                <a:lnTo>
                  <a:pt x="7699650" y="265100"/>
                </a:lnTo>
                <a:lnTo>
                  <a:pt x="7705344" y="215646"/>
                </a:lnTo>
                <a:lnTo>
                  <a:pt x="7699650" y="166191"/>
                </a:lnTo>
                <a:lnTo>
                  <a:pt x="7683430" y="120798"/>
                </a:lnTo>
                <a:lnTo>
                  <a:pt x="7657977" y="80758"/>
                </a:lnTo>
                <a:lnTo>
                  <a:pt x="7624585" y="47366"/>
                </a:lnTo>
                <a:lnTo>
                  <a:pt x="7584545" y="21913"/>
                </a:lnTo>
                <a:lnTo>
                  <a:pt x="7539152" y="5693"/>
                </a:lnTo>
                <a:lnTo>
                  <a:pt x="7489698" y="0"/>
                </a:lnTo>
                <a:close/>
              </a:path>
            </a:pathLst>
          </a:custGeom>
          <a:solidFill>
            <a:srgbClr val="64DA6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5" name="Google Shape;1095;p51"/>
          <p:cNvGrpSpPr/>
          <p:nvPr/>
        </p:nvGrpSpPr>
        <p:grpSpPr>
          <a:xfrm>
            <a:off x="2243328" y="3834384"/>
            <a:ext cx="7705725" cy="480059"/>
            <a:chOff x="2243328" y="3834384"/>
            <a:chExt cx="7705725" cy="480059"/>
          </a:xfrm>
        </p:grpSpPr>
        <p:sp>
          <p:nvSpPr>
            <p:cNvPr id="1096" name="Google Shape;1096;p51"/>
            <p:cNvSpPr/>
            <p:nvPr/>
          </p:nvSpPr>
          <p:spPr>
            <a:xfrm>
              <a:off x="2243328" y="3834384"/>
              <a:ext cx="7705725" cy="480059"/>
            </a:xfrm>
            <a:custGeom>
              <a:rect b="b" l="l" r="r" t="t"/>
              <a:pathLst>
                <a:path extrusionOk="0" h="480060" w="7705725">
                  <a:moveTo>
                    <a:pt x="0" y="240030"/>
                  </a:moveTo>
                  <a:lnTo>
                    <a:pt x="4875" y="191648"/>
                  </a:lnTo>
                  <a:lnTo>
                    <a:pt x="18859" y="146589"/>
                  </a:lnTo>
                  <a:lnTo>
                    <a:pt x="40987" y="105816"/>
                  </a:lnTo>
                  <a:lnTo>
                    <a:pt x="70294" y="70294"/>
                  </a:lnTo>
                  <a:lnTo>
                    <a:pt x="105816" y="40987"/>
                  </a:lnTo>
                  <a:lnTo>
                    <a:pt x="146589" y="18859"/>
                  </a:lnTo>
                  <a:lnTo>
                    <a:pt x="191648" y="4875"/>
                  </a:lnTo>
                  <a:lnTo>
                    <a:pt x="240030" y="0"/>
                  </a:lnTo>
                  <a:lnTo>
                    <a:pt x="7465314" y="0"/>
                  </a:lnTo>
                  <a:lnTo>
                    <a:pt x="7513695" y="4875"/>
                  </a:lnTo>
                  <a:lnTo>
                    <a:pt x="7558754" y="18859"/>
                  </a:lnTo>
                  <a:lnTo>
                    <a:pt x="7599527" y="40987"/>
                  </a:lnTo>
                  <a:lnTo>
                    <a:pt x="7635049" y="70294"/>
                  </a:lnTo>
                  <a:lnTo>
                    <a:pt x="7664356" y="105816"/>
                  </a:lnTo>
                  <a:lnTo>
                    <a:pt x="7686484" y="146589"/>
                  </a:lnTo>
                  <a:lnTo>
                    <a:pt x="7700468" y="191648"/>
                  </a:lnTo>
                  <a:lnTo>
                    <a:pt x="7705344" y="240030"/>
                  </a:lnTo>
                  <a:lnTo>
                    <a:pt x="7700468" y="288411"/>
                  </a:lnTo>
                  <a:lnTo>
                    <a:pt x="7686484" y="333470"/>
                  </a:lnTo>
                  <a:lnTo>
                    <a:pt x="7664356" y="374243"/>
                  </a:lnTo>
                  <a:lnTo>
                    <a:pt x="7635049" y="409765"/>
                  </a:lnTo>
                  <a:lnTo>
                    <a:pt x="7599527" y="439072"/>
                  </a:lnTo>
                  <a:lnTo>
                    <a:pt x="7558754" y="461200"/>
                  </a:lnTo>
                  <a:lnTo>
                    <a:pt x="7513695" y="475184"/>
                  </a:lnTo>
                  <a:lnTo>
                    <a:pt x="7465314" y="480060"/>
                  </a:lnTo>
                  <a:lnTo>
                    <a:pt x="240030" y="480060"/>
                  </a:lnTo>
                  <a:lnTo>
                    <a:pt x="191648" y="475184"/>
                  </a:lnTo>
                  <a:lnTo>
                    <a:pt x="146589" y="461200"/>
                  </a:lnTo>
                  <a:lnTo>
                    <a:pt x="105816" y="439072"/>
                  </a:lnTo>
                  <a:lnTo>
                    <a:pt x="70294" y="409765"/>
                  </a:lnTo>
                  <a:lnTo>
                    <a:pt x="40987" y="374243"/>
                  </a:lnTo>
                  <a:lnTo>
                    <a:pt x="18859" y="333470"/>
                  </a:lnTo>
                  <a:lnTo>
                    <a:pt x="4875" y="288411"/>
                  </a:lnTo>
                  <a:lnTo>
                    <a:pt x="0" y="240030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1"/>
            <p:cNvSpPr/>
            <p:nvPr/>
          </p:nvSpPr>
          <p:spPr>
            <a:xfrm>
              <a:off x="2269236" y="3857244"/>
              <a:ext cx="3700779" cy="431800"/>
            </a:xfrm>
            <a:custGeom>
              <a:rect b="b" l="l" r="r" t="t"/>
              <a:pathLst>
                <a:path extrusionOk="0" h="431800" w="3700779">
                  <a:moveTo>
                    <a:pt x="3484626" y="0"/>
                  </a:moveTo>
                  <a:lnTo>
                    <a:pt x="215645" y="0"/>
                  </a:lnTo>
                  <a:lnTo>
                    <a:pt x="166191" y="5693"/>
                  </a:lnTo>
                  <a:lnTo>
                    <a:pt x="120798" y="21913"/>
                  </a:lnTo>
                  <a:lnTo>
                    <a:pt x="80758" y="47366"/>
                  </a:lnTo>
                  <a:lnTo>
                    <a:pt x="47366" y="80758"/>
                  </a:lnTo>
                  <a:lnTo>
                    <a:pt x="21913" y="120798"/>
                  </a:lnTo>
                  <a:lnTo>
                    <a:pt x="5693" y="166191"/>
                  </a:lnTo>
                  <a:lnTo>
                    <a:pt x="0" y="215645"/>
                  </a:lnTo>
                  <a:lnTo>
                    <a:pt x="5693" y="265100"/>
                  </a:lnTo>
                  <a:lnTo>
                    <a:pt x="21913" y="310493"/>
                  </a:lnTo>
                  <a:lnTo>
                    <a:pt x="47366" y="350533"/>
                  </a:lnTo>
                  <a:lnTo>
                    <a:pt x="80758" y="383925"/>
                  </a:lnTo>
                  <a:lnTo>
                    <a:pt x="120798" y="409378"/>
                  </a:lnTo>
                  <a:lnTo>
                    <a:pt x="166191" y="425598"/>
                  </a:lnTo>
                  <a:lnTo>
                    <a:pt x="215645" y="431291"/>
                  </a:lnTo>
                  <a:lnTo>
                    <a:pt x="3484626" y="431291"/>
                  </a:lnTo>
                  <a:lnTo>
                    <a:pt x="3534080" y="425598"/>
                  </a:lnTo>
                  <a:lnTo>
                    <a:pt x="3579473" y="409378"/>
                  </a:lnTo>
                  <a:lnTo>
                    <a:pt x="3619513" y="383925"/>
                  </a:lnTo>
                  <a:lnTo>
                    <a:pt x="3652905" y="350533"/>
                  </a:lnTo>
                  <a:lnTo>
                    <a:pt x="3678358" y="310493"/>
                  </a:lnTo>
                  <a:lnTo>
                    <a:pt x="3694578" y="265100"/>
                  </a:lnTo>
                  <a:lnTo>
                    <a:pt x="3700272" y="215645"/>
                  </a:lnTo>
                  <a:lnTo>
                    <a:pt x="3694578" y="166191"/>
                  </a:lnTo>
                  <a:lnTo>
                    <a:pt x="3678358" y="120798"/>
                  </a:lnTo>
                  <a:lnTo>
                    <a:pt x="3652905" y="80758"/>
                  </a:lnTo>
                  <a:lnTo>
                    <a:pt x="3619513" y="47366"/>
                  </a:lnTo>
                  <a:lnTo>
                    <a:pt x="3579473" y="21913"/>
                  </a:lnTo>
                  <a:lnTo>
                    <a:pt x="3534080" y="5693"/>
                  </a:lnTo>
                  <a:lnTo>
                    <a:pt x="3484626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1"/>
            <p:cNvSpPr/>
            <p:nvPr/>
          </p:nvSpPr>
          <p:spPr>
            <a:xfrm>
              <a:off x="4863083" y="3860292"/>
              <a:ext cx="1233170" cy="425450"/>
            </a:xfrm>
            <a:custGeom>
              <a:rect b="b" l="l" r="r" t="t"/>
              <a:pathLst>
                <a:path extrusionOk="0" h="425450" w="1233170">
                  <a:moveTo>
                    <a:pt x="1162050" y="0"/>
                  </a:moveTo>
                  <a:lnTo>
                    <a:pt x="70865" y="0"/>
                  </a:lnTo>
                  <a:lnTo>
                    <a:pt x="43291" y="5572"/>
                  </a:lnTo>
                  <a:lnTo>
                    <a:pt x="20764" y="20764"/>
                  </a:lnTo>
                  <a:lnTo>
                    <a:pt x="5572" y="43291"/>
                  </a:lnTo>
                  <a:lnTo>
                    <a:pt x="0" y="70865"/>
                  </a:lnTo>
                  <a:lnTo>
                    <a:pt x="0" y="354329"/>
                  </a:lnTo>
                  <a:lnTo>
                    <a:pt x="5572" y="381904"/>
                  </a:lnTo>
                  <a:lnTo>
                    <a:pt x="20764" y="404431"/>
                  </a:lnTo>
                  <a:lnTo>
                    <a:pt x="43291" y="419623"/>
                  </a:lnTo>
                  <a:lnTo>
                    <a:pt x="70865" y="425195"/>
                  </a:lnTo>
                  <a:lnTo>
                    <a:pt x="1162050" y="425195"/>
                  </a:lnTo>
                  <a:lnTo>
                    <a:pt x="1189624" y="419623"/>
                  </a:lnTo>
                  <a:lnTo>
                    <a:pt x="1212151" y="404431"/>
                  </a:lnTo>
                  <a:lnTo>
                    <a:pt x="1227343" y="381904"/>
                  </a:lnTo>
                  <a:lnTo>
                    <a:pt x="1232915" y="354329"/>
                  </a:lnTo>
                  <a:lnTo>
                    <a:pt x="1232915" y="70865"/>
                  </a:lnTo>
                  <a:lnTo>
                    <a:pt x="1227343" y="43291"/>
                  </a:lnTo>
                  <a:lnTo>
                    <a:pt x="1212151" y="20764"/>
                  </a:lnTo>
                  <a:lnTo>
                    <a:pt x="1189624" y="5572"/>
                  </a:lnTo>
                  <a:lnTo>
                    <a:pt x="1162050" y="0"/>
                  </a:lnTo>
                  <a:close/>
                </a:path>
              </a:pathLst>
            </a:custGeom>
            <a:solidFill>
              <a:srgbClr val="FF70A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9" name="Google Shape;1099;p51"/>
          <p:cNvSpPr txBox="1"/>
          <p:nvPr/>
        </p:nvSpPr>
        <p:spPr>
          <a:xfrm>
            <a:off x="5862065" y="3214877"/>
            <a:ext cx="46735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0" name="Google Shape;1100;p51"/>
          <p:cNvSpPr txBox="1"/>
          <p:nvPr/>
        </p:nvSpPr>
        <p:spPr>
          <a:xfrm>
            <a:off x="5265165" y="3929888"/>
            <a:ext cx="44894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Test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1" name="Google Shape;1101;p51"/>
          <p:cNvSpPr txBox="1"/>
          <p:nvPr/>
        </p:nvSpPr>
        <p:spPr>
          <a:xfrm>
            <a:off x="3058160" y="3929888"/>
            <a:ext cx="4940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Train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2" name="Google Shape;1102;p51"/>
          <p:cNvSpPr/>
          <p:nvPr/>
        </p:nvSpPr>
        <p:spPr>
          <a:xfrm>
            <a:off x="6001511" y="3628644"/>
            <a:ext cx="177165" cy="152400"/>
          </a:xfrm>
          <a:custGeom>
            <a:rect b="b" l="l" r="r" t="t"/>
            <a:pathLst>
              <a:path extrusionOk="0" h="152400" w="177164">
                <a:moveTo>
                  <a:pt x="176784" y="0"/>
                </a:moveTo>
                <a:lnTo>
                  <a:pt x="0" y="0"/>
                </a:lnTo>
                <a:lnTo>
                  <a:pt x="88391" y="152399"/>
                </a:lnTo>
                <a:lnTo>
                  <a:pt x="17678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3" name="Google Shape;1103;p51"/>
          <p:cNvGrpSpPr/>
          <p:nvPr/>
        </p:nvGrpSpPr>
        <p:grpSpPr>
          <a:xfrm>
            <a:off x="2269235" y="4573523"/>
            <a:ext cx="7705725" cy="480059"/>
            <a:chOff x="2269235" y="4573523"/>
            <a:chExt cx="7705725" cy="480059"/>
          </a:xfrm>
        </p:grpSpPr>
        <p:sp>
          <p:nvSpPr>
            <p:cNvPr id="1104" name="Google Shape;1104;p51"/>
            <p:cNvSpPr/>
            <p:nvPr/>
          </p:nvSpPr>
          <p:spPr>
            <a:xfrm>
              <a:off x="2269235" y="4573523"/>
              <a:ext cx="7705725" cy="480059"/>
            </a:xfrm>
            <a:custGeom>
              <a:rect b="b" l="l" r="r" t="t"/>
              <a:pathLst>
                <a:path extrusionOk="0" h="480060" w="7705725">
                  <a:moveTo>
                    <a:pt x="0" y="240030"/>
                  </a:moveTo>
                  <a:lnTo>
                    <a:pt x="4875" y="191648"/>
                  </a:lnTo>
                  <a:lnTo>
                    <a:pt x="18859" y="146589"/>
                  </a:lnTo>
                  <a:lnTo>
                    <a:pt x="40987" y="105816"/>
                  </a:lnTo>
                  <a:lnTo>
                    <a:pt x="70294" y="70294"/>
                  </a:lnTo>
                  <a:lnTo>
                    <a:pt x="105816" y="40987"/>
                  </a:lnTo>
                  <a:lnTo>
                    <a:pt x="146589" y="18859"/>
                  </a:lnTo>
                  <a:lnTo>
                    <a:pt x="191648" y="4875"/>
                  </a:lnTo>
                  <a:lnTo>
                    <a:pt x="240030" y="0"/>
                  </a:lnTo>
                  <a:lnTo>
                    <a:pt x="7465313" y="0"/>
                  </a:lnTo>
                  <a:lnTo>
                    <a:pt x="7513695" y="4875"/>
                  </a:lnTo>
                  <a:lnTo>
                    <a:pt x="7558754" y="18859"/>
                  </a:lnTo>
                  <a:lnTo>
                    <a:pt x="7599527" y="40987"/>
                  </a:lnTo>
                  <a:lnTo>
                    <a:pt x="7635049" y="70294"/>
                  </a:lnTo>
                  <a:lnTo>
                    <a:pt x="7664356" y="105816"/>
                  </a:lnTo>
                  <a:lnTo>
                    <a:pt x="7686484" y="146589"/>
                  </a:lnTo>
                  <a:lnTo>
                    <a:pt x="7700468" y="191648"/>
                  </a:lnTo>
                  <a:lnTo>
                    <a:pt x="7705344" y="240030"/>
                  </a:lnTo>
                  <a:lnTo>
                    <a:pt x="7700468" y="288411"/>
                  </a:lnTo>
                  <a:lnTo>
                    <a:pt x="7686484" y="333470"/>
                  </a:lnTo>
                  <a:lnTo>
                    <a:pt x="7664356" y="374243"/>
                  </a:lnTo>
                  <a:lnTo>
                    <a:pt x="7635049" y="409765"/>
                  </a:lnTo>
                  <a:lnTo>
                    <a:pt x="7599527" y="439072"/>
                  </a:lnTo>
                  <a:lnTo>
                    <a:pt x="7558754" y="461200"/>
                  </a:lnTo>
                  <a:lnTo>
                    <a:pt x="7513695" y="475184"/>
                  </a:lnTo>
                  <a:lnTo>
                    <a:pt x="7465313" y="480059"/>
                  </a:lnTo>
                  <a:lnTo>
                    <a:pt x="240030" y="480059"/>
                  </a:lnTo>
                  <a:lnTo>
                    <a:pt x="191648" y="475184"/>
                  </a:lnTo>
                  <a:lnTo>
                    <a:pt x="146589" y="461200"/>
                  </a:lnTo>
                  <a:lnTo>
                    <a:pt x="105816" y="439072"/>
                  </a:lnTo>
                  <a:lnTo>
                    <a:pt x="70294" y="409765"/>
                  </a:lnTo>
                  <a:lnTo>
                    <a:pt x="40987" y="374243"/>
                  </a:lnTo>
                  <a:lnTo>
                    <a:pt x="18859" y="333470"/>
                  </a:lnTo>
                  <a:lnTo>
                    <a:pt x="4875" y="288411"/>
                  </a:lnTo>
                  <a:lnTo>
                    <a:pt x="0" y="240030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1"/>
            <p:cNvSpPr/>
            <p:nvPr/>
          </p:nvSpPr>
          <p:spPr>
            <a:xfrm>
              <a:off x="2293619" y="4600955"/>
              <a:ext cx="4457700" cy="431800"/>
            </a:xfrm>
            <a:custGeom>
              <a:rect b="b" l="l" r="r" t="t"/>
              <a:pathLst>
                <a:path extrusionOk="0" h="431800" w="4457700">
                  <a:moveTo>
                    <a:pt x="4242054" y="0"/>
                  </a:moveTo>
                  <a:lnTo>
                    <a:pt x="215646" y="0"/>
                  </a:lnTo>
                  <a:lnTo>
                    <a:pt x="166191" y="5693"/>
                  </a:lnTo>
                  <a:lnTo>
                    <a:pt x="120798" y="21913"/>
                  </a:lnTo>
                  <a:lnTo>
                    <a:pt x="80758" y="47366"/>
                  </a:lnTo>
                  <a:lnTo>
                    <a:pt x="47366" y="80758"/>
                  </a:lnTo>
                  <a:lnTo>
                    <a:pt x="21913" y="120798"/>
                  </a:lnTo>
                  <a:lnTo>
                    <a:pt x="5693" y="166191"/>
                  </a:lnTo>
                  <a:lnTo>
                    <a:pt x="0" y="215646"/>
                  </a:lnTo>
                  <a:lnTo>
                    <a:pt x="5693" y="265100"/>
                  </a:lnTo>
                  <a:lnTo>
                    <a:pt x="21913" y="310493"/>
                  </a:lnTo>
                  <a:lnTo>
                    <a:pt x="47366" y="350533"/>
                  </a:lnTo>
                  <a:lnTo>
                    <a:pt x="80758" y="383925"/>
                  </a:lnTo>
                  <a:lnTo>
                    <a:pt x="120798" y="409378"/>
                  </a:lnTo>
                  <a:lnTo>
                    <a:pt x="166191" y="425598"/>
                  </a:lnTo>
                  <a:lnTo>
                    <a:pt x="215646" y="431292"/>
                  </a:lnTo>
                  <a:lnTo>
                    <a:pt x="4242054" y="431292"/>
                  </a:lnTo>
                  <a:lnTo>
                    <a:pt x="4291508" y="425598"/>
                  </a:lnTo>
                  <a:lnTo>
                    <a:pt x="4336901" y="409378"/>
                  </a:lnTo>
                  <a:lnTo>
                    <a:pt x="4376941" y="383925"/>
                  </a:lnTo>
                  <a:lnTo>
                    <a:pt x="4410333" y="350533"/>
                  </a:lnTo>
                  <a:lnTo>
                    <a:pt x="4435786" y="310493"/>
                  </a:lnTo>
                  <a:lnTo>
                    <a:pt x="4452006" y="265100"/>
                  </a:lnTo>
                  <a:lnTo>
                    <a:pt x="4457700" y="215646"/>
                  </a:lnTo>
                  <a:lnTo>
                    <a:pt x="4452006" y="166191"/>
                  </a:lnTo>
                  <a:lnTo>
                    <a:pt x="4435786" y="120798"/>
                  </a:lnTo>
                  <a:lnTo>
                    <a:pt x="4410333" y="80758"/>
                  </a:lnTo>
                  <a:lnTo>
                    <a:pt x="4376941" y="47366"/>
                  </a:lnTo>
                  <a:lnTo>
                    <a:pt x="4336901" y="21913"/>
                  </a:lnTo>
                  <a:lnTo>
                    <a:pt x="4291508" y="5693"/>
                  </a:lnTo>
                  <a:lnTo>
                    <a:pt x="4242054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6" name="Google Shape;1106;p51"/>
          <p:cNvSpPr txBox="1"/>
          <p:nvPr/>
        </p:nvSpPr>
        <p:spPr>
          <a:xfrm>
            <a:off x="3615690" y="4668723"/>
            <a:ext cx="4946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Train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7" name="Google Shape;1107;p51"/>
          <p:cNvSpPr/>
          <p:nvPr/>
        </p:nvSpPr>
        <p:spPr>
          <a:xfrm>
            <a:off x="6006084" y="4367784"/>
            <a:ext cx="177165" cy="152400"/>
          </a:xfrm>
          <a:custGeom>
            <a:rect b="b" l="l" r="r" t="t"/>
            <a:pathLst>
              <a:path extrusionOk="0" h="152400" w="177164">
                <a:moveTo>
                  <a:pt x="176783" y="0"/>
                </a:moveTo>
                <a:lnTo>
                  <a:pt x="0" y="0"/>
                </a:lnTo>
                <a:lnTo>
                  <a:pt x="88391" y="152400"/>
                </a:lnTo>
                <a:lnTo>
                  <a:pt x="1767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8" name="Google Shape;1108;p51"/>
          <p:cNvGrpSpPr/>
          <p:nvPr/>
        </p:nvGrpSpPr>
        <p:grpSpPr>
          <a:xfrm>
            <a:off x="2269235" y="5311140"/>
            <a:ext cx="7705725" cy="480695"/>
            <a:chOff x="2269235" y="5311140"/>
            <a:chExt cx="7705725" cy="480695"/>
          </a:xfrm>
        </p:grpSpPr>
        <p:sp>
          <p:nvSpPr>
            <p:cNvPr id="1109" name="Google Shape;1109;p51"/>
            <p:cNvSpPr/>
            <p:nvPr/>
          </p:nvSpPr>
          <p:spPr>
            <a:xfrm>
              <a:off x="2269235" y="5311140"/>
              <a:ext cx="7705725" cy="480695"/>
            </a:xfrm>
            <a:custGeom>
              <a:rect b="b" l="l" r="r" t="t"/>
              <a:pathLst>
                <a:path extrusionOk="0" h="480695" w="7705725">
                  <a:moveTo>
                    <a:pt x="0" y="240030"/>
                  </a:moveTo>
                  <a:lnTo>
                    <a:pt x="4875" y="191648"/>
                  </a:lnTo>
                  <a:lnTo>
                    <a:pt x="18859" y="146589"/>
                  </a:lnTo>
                  <a:lnTo>
                    <a:pt x="40987" y="105816"/>
                  </a:lnTo>
                  <a:lnTo>
                    <a:pt x="70294" y="70294"/>
                  </a:lnTo>
                  <a:lnTo>
                    <a:pt x="105816" y="40987"/>
                  </a:lnTo>
                  <a:lnTo>
                    <a:pt x="146589" y="18859"/>
                  </a:lnTo>
                  <a:lnTo>
                    <a:pt x="191648" y="4875"/>
                  </a:lnTo>
                  <a:lnTo>
                    <a:pt x="240030" y="0"/>
                  </a:lnTo>
                  <a:lnTo>
                    <a:pt x="7465313" y="0"/>
                  </a:lnTo>
                  <a:lnTo>
                    <a:pt x="7513695" y="4875"/>
                  </a:lnTo>
                  <a:lnTo>
                    <a:pt x="7558754" y="18859"/>
                  </a:lnTo>
                  <a:lnTo>
                    <a:pt x="7599527" y="40987"/>
                  </a:lnTo>
                  <a:lnTo>
                    <a:pt x="7635049" y="70294"/>
                  </a:lnTo>
                  <a:lnTo>
                    <a:pt x="7664356" y="105816"/>
                  </a:lnTo>
                  <a:lnTo>
                    <a:pt x="7686484" y="146589"/>
                  </a:lnTo>
                  <a:lnTo>
                    <a:pt x="7700468" y="191648"/>
                  </a:lnTo>
                  <a:lnTo>
                    <a:pt x="7705344" y="240030"/>
                  </a:lnTo>
                  <a:lnTo>
                    <a:pt x="7700468" y="288407"/>
                  </a:lnTo>
                  <a:lnTo>
                    <a:pt x="7686484" y="333466"/>
                  </a:lnTo>
                  <a:lnTo>
                    <a:pt x="7664356" y="374241"/>
                  </a:lnTo>
                  <a:lnTo>
                    <a:pt x="7635049" y="409767"/>
                  </a:lnTo>
                  <a:lnTo>
                    <a:pt x="7599527" y="439078"/>
                  </a:lnTo>
                  <a:lnTo>
                    <a:pt x="7558754" y="461209"/>
                  </a:lnTo>
                  <a:lnTo>
                    <a:pt x="7513695" y="475196"/>
                  </a:lnTo>
                  <a:lnTo>
                    <a:pt x="7465313" y="480072"/>
                  </a:lnTo>
                  <a:lnTo>
                    <a:pt x="240030" y="480060"/>
                  </a:lnTo>
                  <a:lnTo>
                    <a:pt x="191648" y="475183"/>
                  </a:lnTo>
                  <a:lnTo>
                    <a:pt x="146589" y="461196"/>
                  </a:lnTo>
                  <a:lnTo>
                    <a:pt x="105816" y="439066"/>
                  </a:lnTo>
                  <a:lnTo>
                    <a:pt x="70294" y="409755"/>
                  </a:lnTo>
                  <a:lnTo>
                    <a:pt x="40987" y="374232"/>
                  </a:lnTo>
                  <a:lnTo>
                    <a:pt x="18859" y="333459"/>
                  </a:lnTo>
                  <a:lnTo>
                    <a:pt x="4875" y="288403"/>
                  </a:lnTo>
                  <a:lnTo>
                    <a:pt x="0" y="240030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51"/>
            <p:cNvSpPr/>
            <p:nvPr/>
          </p:nvSpPr>
          <p:spPr>
            <a:xfrm>
              <a:off x="2293619" y="5338572"/>
              <a:ext cx="6198235" cy="431800"/>
            </a:xfrm>
            <a:custGeom>
              <a:rect b="b" l="l" r="r" t="t"/>
              <a:pathLst>
                <a:path extrusionOk="0" h="431800" w="6198234">
                  <a:moveTo>
                    <a:pt x="5982461" y="0"/>
                  </a:moveTo>
                  <a:lnTo>
                    <a:pt x="215646" y="0"/>
                  </a:lnTo>
                  <a:lnTo>
                    <a:pt x="166191" y="5693"/>
                  </a:lnTo>
                  <a:lnTo>
                    <a:pt x="120798" y="21913"/>
                  </a:lnTo>
                  <a:lnTo>
                    <a:pt x="80758" y="47366"/>
                  </a:lnTo>
                  <a:lnTo>
                    <a:pt x="47366" y="80758"/>
                  </a:lnTo>
                  <a:lnTo>
                    <a:pt x="21913" y="120798"/>
                  </a:lnTo>
                  <a:lnTo>
                    <a:pt x="5693" y="166191"/>
                  </a:lnTo>
                  <a:lnTo>
                    <a:pt x="0" y="215645"/>
                  </a:lnTo>
                  <a:lnTo>
                    <a:pt x="5693" y="265092"/>
                  </a:lnTo>
                  <a:lnTo>
                    <a:pt x="21913" y="310482"/>
                  </a:lnTo>
                  <a:lnTo>
                    <a:pt x="47366" y="350522"/>
                  </a:lnTo>
                  <a:lnTo>
                    <a:pt x="80758" y="383917"/>
                  </a:lnTo>
                  <a:lnTo>
                    <a:pt x="120798" y="409373"/>
                  </a:lnTo>
                  <a:lnTo>
                    <a:pt x="166191" y="425596"/>
                  </a:lnTo>
                  <a:lnTo>
                    <a:pt x="215646" y="431291"/>
                  </a:lnTo>
                  <a:lnTo>
                    <a:pt x="5982461" y="431291"/>
                  </a:lnTo>
                  <a:lnTo>
                    <a:pt x="6031916" y="425596"/>
                  </a:lnTo>
                  <a:lnTo>
                    <a:pt x="6077309" y="409373"/>
                  </a:lnTo>
                  <a:lnTo>
                    <a:pt x="6117349" y="383917"/>
                  </a:lnTo>
                  <a:lnTo>
                    <a:pt x="6150741" y="350522"/>
                  </a:lnTo>
                  <a:lnTo>
                    <a:pt x="6176194" y="310482"/>
                  </a:lnTo>
                  <a:lnTo>
                    <a:pt x="6192414" y="265092"/>
                  </a:lnTo>
                  <a:lnTo>
                    <a:pt x="6198108" y="215645"/>
                  </a:lnTo>
                  <a:lnTo>
                    <a:pt x="6192414" y="166191"/>
                  </a:lnTo>
                  <a:lnTo>
                    <a:pt x="6176194" y="120798"/>
                  </a:lnTo>
                  <a:lnTo>
                    <a:pt x="6150741" y="80758"/>
                  </a:lnTo>
                  <a:lnTo>
                    <a:pt x="6117349" y="47366"/>
                  </a:lnTo>
                  <a:lnTo>
                    <a:pt x="6077309" y="21913"/>
                  </a:lnTo>
                  <a:lnTo>
                    <a:pt x="6031916" y="5693"/>
                  </a:lnTo>
                  <a:lnTo>
                    <a:pt x="5982461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1" name="Google Shape;1111;p51"/>
          <p:cNvSpPr txBox="1"/>
          <p:nvPr/>
        </p:nvSpPr>
        <p:spPr>
          <a:xfrm>
            <a:off x="4272788" y="5406644"/>
            <a:ext cx="4940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Train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112" name="Google Shape;1112;p51"/>
          <p:cNvGrpSpPr/>
          <p:nvPr/>
        </p:nvGrpSpPr>
        <p:grpSpPr>
          <a:xfrm>
            <a:off x="6006084" y="5119115"/>
            <a:ext cx="2552954" cy="646176"/>
            <a:chOff x="6006084" y="5119115"/>
            <a:chExt cx="2552954" cy="646176"/>
          </a:xfrm>
        </p:grpSpPr>
        <p:sp>
          <p:nvSpPr>
            <p:cNvPr id="1113" name="Google Shape;1113;p51"/>
            <p:cNvSpPr/>
            <p:nvPr/>
          </p:nvSpPr>
          <p:spPr>
            <a:xfrm>
              <a:off x="6006084" y="5119115"/>
              <a:ext cx="177165" cy="152400"/>
            </a:xfrm>
            <a:custGeom>
              <a:rect b="b" l="l" r="r" t="t"/>
              <a:pathLst>
                <a:path extrusionOk="0" h="152400" w="177164">
                  <a:moveTo>
                    <a:pt x="176783" y="0"/>
                  </a:moveTo>
                  <a:lnTo>
                    <a:pt x="0" y="0"/>
                  </a:lnTo>
                  <a:lnTo>
                    <a:pt x="88391" y="152399"/>
                  </a:lnTo>
                  <a:lnTo>
                    <a:pt x="1767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1"/>
            <p:cNvSpPr/>
            <p:nvPr/>
          </p:nvSpPr>
          <p:spPr>
            <a:xfrm>
              <a:off x="7325868" y="5338571"/>
              <a:ext cx="1233170" cy="426720"/>
            </a:xfrm>
            <a:custGeom>
              <a:rect b="b" l="l" r="r" t="t"/>
              <a:pathLst>
                <a:path extrusionOk="0" h="426720" w="1233170">
                  <a:moveTo>
                    <a:pt x="1161796" y="0"/>
                  </a:moveTo>
                  <a:lnTo>
                    <a:pt x="71120" y="0"/>
                  </a:lnTo>
                  <a:lnTo>
                    <a:pt x="43451" y="5593"/>
                  </a:lnTo>
                  <a:lnTo>
                    <a:pt x="20843" y="20843"/>
                  </a:lnTo>
                  <a:lnTo>
                    <a:pt x="5593" y="43451"/>
                  </a:lnTo>
                  <a:lnTo>
                    <a:pt x="0" y="71119"/>
                  </a:lnTo>
                  <a:lnTo>
                    <a:pt x="0" y="355599"/>
                  </a:lnTo>
                  <a:lnTo>
                    <a:pt x="5593" y="383284"/>
                  </a:lnTo>
                  <a:lnTo>
                    <a:pt x="20843" y="405890"/>
                  </a:lnTo>
                  <a:lnTo>
                    <a:pt x="43451" y="421131"/>
                  </a:lnTo>
                  <a:lnTo>
                    <a:pt x="71120" y="426719"/>
                  </a:lnTo>
                  <a:lnTo>
                    <a:pt x="1161796" y="426719"/>
                  </a:lnTo>
                  <a:lnTo>
                    <a:pt x="1189464" y="421131"/>
                  </a:lnTo>
                  <a:lnTo>
                    <a:pt x="1212072" y="405890"/>
                  </a:lnTo>
                  <a:lnTo>
                    <a:pt x="1227322" y="383284"/>
                  </a:lnTo>
                  <a:lnTo>
                    <a:pt x="1232915" y="355599"/>
                  </a:lnTo>
                  <a:lnTo>
                    <a:pt x="1232915" y="71119"/>
                  </a:lnTo>
                  <a:lnTo>
                    <a:pt x="1227322" y="43451"/>
                  </a:lnTo>
                  <a:lnTo>
                    <a:pt x="1212072" y="20843"/>
                  </a:lnTo>
                  <a:lnTo>
                    <a:pt x="1189464" y="5593"/>
                  </a:lnTo>
                  <a:lnTo>
                    <a:pt x="1161796" y="0"/>
                  </a:lnTo>
                  <a:close/>
                </a:path>
              </a:pathLst>
            </a:custGeom>
            <a:solidFill>
              <a:srgbClr val="FF70A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5" name="Google Shape;1115;p51"/>
          <p:cNvGrpSpPr/>
          <p:nvPr/>
        </p:nvGrpSpPr>
        <p:grpSpPr>
          <a:xfrm>
            <a:off x="2243327" y="6065520"/>
            <a:ext cx="7705725" cy="480695"/>
            <a:chOff x="2243327" y="6065520"/>
            <a:chExt cx="7705725" cy="480695"/>
          </a:xfrm>
        </p:grpSpPr>
        <p:sp>
          <p:nvSpPr>
            <p:cNvPr id="1116" name="Google Shape;1116;p51"/>
            <p:cNvSpPr/>
            <p:nvPr/>
          </p:nvSpPr>
          <p:spPr>
            <a:xfrm>
              <a:off x="2243327" y="6065520"/>
              <a:ext cx="7705725" cy="480695"/>
            </a:xfrm>
            <a:custGeom>
              <a:rect b="b" l="l" r="r" t="t"/>
              <a:pathLst>
                <a:path extrusionOk="0" h="480695" w="7705725">
                  <a:moveTo>
                    <a:pt x="0" y="240029"/>
                  </a:moveTo>
                  <a:lnTo>
                    <a:pt x="4875" y="191656"/>
                  </a:lnTo>
                  <a:lnTo>
                    <a:pt x="18859" y="146600"/>
                  </a:lnTo>
                  <a:lnTo>
                    <a:pt x="40987" y="105827"/>
                  </a:lnTo>
                  <a:lnTo>
                    <a:pt x="70294" y="70304"/>
                  </a:lnTo>
                  <a:lnTo>
                    <a:pt x="105816" y="40993"/>
                  </a:lnTo>
                  <a:lnTo>
                    <a:pt x="146589" y="18863"/>
                  </a:lnTo>
                  <a:lnTo>
                    <a:pt x="191648" y="4876"/>
                  </a:lnTo>
                  <a:lnTo>
                    <a:pt x="240030" y="0"/>
                  </a:lnTo>
                  <a:lnTo>
                    <a:pt x="7465314" y="0"/>
                  </a:lnTo>
                  <a:lnTo>
                    <a:pt x="7513695" y="4876"/>
                  </a:lnTo>
                  <a:lnTo>
                    <a:pt x="7558754" y="18863"/>
                  </a:lnTo>
                  <a:lnTo>
                    <a:pt x="7599527" y="40993"/>
                  </a:lnTo>
                  <a:lnTo>
                    <a:pt x="7635049" y="70304"/>
                  </a:lnTo>
                  <a:lnTo>
                    <a:pt x="7664356" y="105827"/>
                  </a:lnTo>
                  <a:lnTo>
                    <a:pt x="7686484" y="146600"/>
                  </a:lnTo>
                  <a:lnTo>
                    <a:pt x="7700468" y="191656"/>
                  </a:lnTo>
                  <a:lnTo>
                    <a:pt x="7705344" y="240029"/>
                  </a:lnTo>
                  <a:lnTo>
                    <a:pt x="7700468" y="288407"/>
                  </a:lnTo>
                  <a:lnTo>
                    <a:pt x="7686484" y="333466"/>
                  </a:lnTo>
                  <a:lnTo>
                    <a:pt x="7664356" y="374241"/>
                  </a:lnTo>
                  <a:lnTo>
                    <a:pt x="7635049" y="409767"/>
                  </a:lnTo>
                  <a:lnTo>
                    <a:pt x="7599527" y="439078"/>
                  </a:lnTo>
                  <a:lnTo>
                    <a:pt x="7558754" y="461209"/>
                  </a:lnTo>
                  <a:lnTo>
                    <a:pt x="7513695" y="475196"/>
                  </a:lnTo>
                  <a:lnTo>
                    <a:pt x="7465314" y="480072"/>
                  </a:lnTo>
                  <a:lnTo>
                    <a:pt x="240030" y="480059"/>
                  </a:lnTo>
                  <a:lnTo>
                    <a:pt x="191648" y="475183"/>
                  </a:lnTo>
                  <a:lnTo>
                    <a:pt x="146589" y="461196"/>
                  </a:lnTo>
                  <a:lnTo>
                    <a:pt x="105816" y="439066"/>
                  </a:lnTo>
                  <a:lnTo>
                    <a:pt x="70294" y="409755"/>
                  </a:lnTo>
                  <a:lnTo>
                    <a:pt x="40987" y="374232"/>
                  </a:lnTo>
                  <a:lnTo>
                    <a:pt x="18859" y="333459"/>
                  </a:lnTo>
                  <a:lnTo>
                    <a:pt x="4875" y="288403"/>
                  </a:lnTo>
                  <a:lnTo>
                    <a:pt x="0" y="240029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1"/>
            <p:cNvSpPr/>
            <p:nvPr/>
          </p:nvSpPr>
          <p:spPr>
            <a:xfrm>
              <a:off x="2269235" y="6088380"/>
              <a:ext cx="6943725" cy="431800"/>
            </a:xfrm>
            <a:custGeom>
              <a:rect b="b" l="l" r="r" t="t"/>
              <a:pathLst>
                <a:path extrusionOk="0" h="431800" w="6943725">
                  <a:moveTo>
                    <a:pt x="6727698" y="0"/>
                  </a:moveTo>
                  <a:lnTo>
                    <a:pt x="215645" y="0"/>
                  </a:lnTo>
                  <a:lnTo>
                    <a:pt x="166191" y="5695"/>
                  </a:lnTo>
                  <a:lnTo>
                    <a:pt x="120798" y="21918"/>
                  </a:lnTo>
                  <a:lnTo>
                    <a:pt x="80758" y="47374"/>
                  </a:lnTo>
                  <a:lnTo>
                    <a:pt x="47366" y="80769"/>
                  </a:lnTo>
                  <a:lnTo>
                    <a:pt x="21913" y="120809"/>
                  </a:lnTo>
                  <a:lnTo>
                    <a:pt x="5693" y="166199"/>
                  </a:lnTo>
                  <a:lnTo>
                    <a:pt x="0" y="215646"/>
                  </a:lnTo>
                  <a:lnTo>
                    <a:pt x="5693" y="265092"/>
                  </a:lnTo>
                  <a:lnTo>
                    <a:pt x="21913" y="310482"/>
                  </a:lnTo>
                  <a:lnTo>
                    <a:pt x="47366" y="350522"/>
                  </a:lnTo>
                  <a:lnTo>
                    <a:pt x="80758" y="383917"/>
                  </a:lnTo>
                  <a:lnTo>
                    <a:pt x="120798" y="409373"/>
                  </a:lnTo>
                  <a:lnTo>
                    <a:pt x="166191" y="425596"/>
                  </a:lnTo>
                  <a:lnTo>
                    <a:pt x="215645" y="431292"/>
                  </a:lnTo>
                  <a:lnTo>
                    <a:pt x="6727698" y="431292"/>
                  </a:lnTo>
                  <a:lnTo>
                    <a:pt x="6777152" y="425596"/>
                  </a:lnTo>
                  <a:lnTo>
                    <a:pt x="6822545" y="409373"/>
                  </a:lnTo>
                  <a:lnTo>
                    <a:pt x="6862585" y="383917"/>
                  </a:lnTo>
                  <a:lnTo>
                    <a:pt x="6895977" y="350522"/>
                  </a:lnTo>
                  <a:lnTo>
                    <a:pt x="6921430" y="310482"/>
                  </a:lnTo>
                  <a:lnTo>
                    <a:pt x="6937650" y="265092"/>
                  </a:lnTo>
                  <a:lnTo>
                    <a:pt x="6943344" y="215646"/>
                  </a:lnTo>
                  <a:lnTo>
                    <a:pt x="6937650" y="166199"/>
                  </a:lnTo>
                  <a:lnTo>
                    <a:pt x="6921430" y="120809"/>
                  </a:lnTo>
                  <a:lnTo>
                    <a:pt x="6895977" y="80769"/>
                  </a:lnTo>
                  <a:lnTo>
                    <a:pt x="6862585" y="47374"/>
                  </a:lnTo>
                  <a:lnTo>
                    <a:pt x="6822545" y="21918"/>
                  </a:lnTo>
                  <a:lnTo>
                    <a:pt x="6777152" y="5695"/>
                  </a:lnTo>
                  <a:lnTo>
                    <a:pt x="6727698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8" name="Google Shape;1118;p51"/>
          <p:cNvSpPr txBox="1"/>
          <p:nvPr/>
        </p:nvSpPr>
        <p:spPr>
          <a:xfrm>
            <a:off x="4942078" y="6160719"/>
            <a:ext cx="5092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Train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9" name="Google Shape;1119;p51"/>
          <p:cNvSpPr/>
          <p:nvPr/>
        </p:nvSpPr>
        <p:spPr>
          <a:xfrm>
            <a:off x="6001511" y="5859779"/>
            <a:ext cx="177165" cy="152400"/>
          </a:xfrm>
          <a:custGeom>
            <a:rect b="b" l="l" r="r" t="t"/>
            <a:pathLst>
              <a:path extrusionOk="0" h="152400" w="177164">
                <a:moveTo>
                  <a:pt x="176784" y="0"/>
                </a:moveTo>
                <a:lnTo>
                  <a:pt x="0" y="0"/>
                </a:lnTo>
                <a:lnTo>
                  <a:pt x="88391" y="152400"/>
                </a:lnTo>
                <a:lnTo>
                  <a:pt x="17678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51"/>
          <p:cNvSpPr/>
          <p:nvPr/>
        </p:nvSpPr>
        <p:spPr>
          <a:xfrm>
            <a:off x="6092952" y="4600955"/>
            <a:ext cx="1233170" cy="426720"/>
          </a:xfrm>
          <a:custGeom>
            <a:rect b="b" l="l" r="r" t="t"/>
            <a:pathLst>
              <a:path extrusionOk="0" h="426720" w="1233170">
                <a:moveTo>
                  <a:pt x="1161796" y="0"/>
                </a:moveTo>
                <a:lnTo>
                  <a:pt x="71120" y="0"/>
                </a:lnTo>
                <a:lnTo>
                  <a:pt x="43451" y="5593"/>
                </a:lnTo>
                <a:lnTo>
                  <a:pt x="20843" y="20843"/>
                </a:lnTo>
                <a:lnTo>
                  <a:pt x="5593" y="43451"/>
                </a:lnTo>
                <a:lnTo>
                  <a:pt x="0" y="71120"/>
                </a:lnTo>
                <a:lnTo>
                  <a:pt x="0" y="355600"/>
                </a:lnTo>
                <a:lnTo>
                  <a:pt x="5593" y="383268"/>
                </a:lnTo>
                <a:lnTo>
                  <a:pt x="20843" y="405876"/>
                </a:lnTo>
                <a:lnTo>
                  <a:pt x="43451" y="421126"/>
                </a:lnTo>
                <a:lnTo>
                  <a:pt x="71120" y="426720"/>
                </a:lnTo>
                <a:lnTo>
                  <a:pt x="1161796" y="426720"/>
                </a:lnTo>
                <a:lnTo>
                  <a:pt x="1189464" y="421126"/>
                </a:lnTo>
                <a:lnTo>
                  <a:pt x="1212072" y="405876"/>
                </a:lnTo>
                <a:lnTo>
                  <a:pt x="1227322" y="383268"/>
                </a:lnTo>
                <a:lnTo>
                  <a:pt x="1232916" y="355600"/>
                </a:lnTo>
                <a:lnTo>
                  <a:pt x="1232916" y="71120"/>
                </a:lnTo>
                <a:lnTo>
                  <a:pt x="1227322" y="43451"/>
                </a:lnTo>
                <a:lnTo>
                  <a:pt x="1212072" y="20843"/>
                </a:lnTo>
                <a:lnTo>
                  <a:pt x="1189464" y="5593"/>
                </a:lnTo>
                <a:lnTo>
                  <a:pt x="1161796" y="0"/>
                </a:lnTo>
                <a:close/>
              </a:path>
            </a:pathLst>
          </a:custGeom>
          <a:solidFill>
            <a:srgbClr val="FF70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51"/>
          <p:cNvSpPr txBox="1"/>
          <p:nvPr/>
        </p:nvSpPr>
        <p:spPr>
          <a:xfrm>
            <a:off x="6495034" y="4671440"/>
            <a:ext cx="4273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Test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2" name="Google Shape;1122;p51"/>
          <p:cNvSpPr txBox="1"/>
          <p:nvPr/>
        </p:nvSpPr>
        <p:spPr>
          <a:xfrm>
            <a:off x="7728584" y="5408472"/>
            <a:ext cx="4279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Test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3" name="Google Shape;1123;p51"/>
          <p:cNvSpPr/>
          <p:nvPr/>
        </p:nvSpPr>
        <p:spPr>
          <a:xfrm>
            <a:off x="8558784" y="6085332"/>
            <a:ext cx="1348740" cy="436245"/>
          </a:xfrm>
          <a:custGeom>
            <a:rect b="b" l="l" r="r" t="t"/>
            <a:pathLst>
              <a:path extrusionOk="0" h="436245" w="1348740">
                <a:moveTo>
                  <a:pt x="1348740" y="217170"/>
                </a:moveTo>
                <a:lnTo>
                  <a:pt x="1342999" y="167386"/>
                </a:lnTo>
                <a:lnTo>
                  <a:pt x="1326654" y="121666"/>
                </a:lnTo>
                <a:lnTo>
                  <a:pt x="1301013" y="81343"/>
                </a:lnTo>
                <a:lnTo>
                  <a:pt x="1267371" y="47713"/>
                </a:lnTo>
                <a:lnTo>
                  <a:pt x="1227048" y="22085"/>
                </a:lnTo>
                <a:lnTo>
                  <a:pt x="1181341" y="5740"/>
                </a:lnTo>
                <a:lnTo>
                  <a:pt x="1131570" y="0"/>
                </a:lnTo>
                <a:lnTo>
                  <a:pt x="255270" y="0"/>
                </a:lnTo>
                <a:lnTo>
                  <a:pt x="228828" y="3048"/>
                </a:lnTo>
                <a:lnTo>
                  <a:pt x="72136" y="3048"/>
                </a:lnTo>
                <a:lnTo>
                  <a:pt x="44030" y="8724"/>
                </a:lnTo>
                <a:lnTo>
                  <a:pt x="21107" y="24180"/>
                </a:lnTo>
                <a:lnTo>
                  <a:pt x="5651" y="47117"/>
                </a:lnTo>
                <a:lnTo>
                  <a:pt x="0" y="75184"/>
                </a:lnTo>
                <a:lnTo>
                  <a:pt x="0" y="363728"/>
                </a:lnTo>
                <a:lnTo>
                  <a:pt x="5651" y="391807"/>
                </a:lnTo>
                <a:lnTo>
                  <a:pt x="21107" y="414743"/>
                </a:lnTo>
                <a:lnTo>
                  <a:pt x="44030" y="430199"/>
                </a:lnTo>
                <a:lnTo>
                  <a:pt x="72136" y="435864"/>
                </a:lnTo>
                <a:lnTo>
                  <a:pt x="1099820" y="435864"/>
                </a:lnTo>
                <a:lnTo>
                  <a:pt x="1107376" y="434340"/>
                </a:lnTo>
                <a:lnTo>
                  <a:pt x="1131570" y="434340"/>
                </a:lnTo>
                <a:lnTo>
                  <a:pt x="1181341" y="428612"/>
                </a:lnTo>
                <a:lnTo>
                  <a:pt x="1227048" y="412267"/>
                </a:lnTo>
                <a:lnTo>
                  <a:pt x="1267371" y="386638"/>
                </a:lnTo>
                <a:lnTo>
                  <a:pt x="1301013" y="353009"/>
                </a:lnTo>
                <a:lnTo>
                  <a:pt x="1326654" y="312686"/>
                </a:lnTo>
                <a:lnTo>
                  <a:pt x="1342999" y="266966"/>
                </a:lnTo>
                <a:lnTo>
                  <a:pt x="1348740" y="217170"/>
                </a:lnTo>
                <a:close/>
              </a:path>
            </a:pathLst>
          </a:custGeom>
          <a:solidFill>
            <a:srgbClr val="FF70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51"/>
          <p:cNvSpPr txBox="1"/>
          <p:nvPr/>
        </p:nvSpPr>
        <p:spPr>
          <a:xfrm>
            <a:off x="8961881" y="6166205"/>
            <a:ext cx="4273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Test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125" name="Google Shape;1125;p51"/>
          <p:cNvGrpSpPr/>
          <p:nvPr/>
        </p:nvGrpSpPr>
        <p:grpSpPr>
          <a:xfrm>
            <a:off x="4146803" y="2124455"/>
            <a:ext cx="3891279" cy="561340"/>
            <a:chOff x="4146803" y="2124455"/>
            <a:chExt cx="3891279" cy="561340"/>
          </a:xfrm>
        </p:grpSpPr>
        <p:sp>
          <p:nvSpPr>
            <p:cNvPr id="1126" name="Google Shape;1126;p51"/>
            <p:cNvSpPr/>
            <p:nvPr/>
          </p:nvSpPr>
          <p:spPr>
            <a:xfrm>
              <a:off x="4146803" y="2124455"/>
              <a:ext cx="3891279" cy="561340"/>
            </a:xfrm>
            <a:custGeom>
              <a:rect b="b" l="l" r="r" t="t"/>
              <a:pathLst>
                <a:path extrusionOk="0" h="561339" w="3891279">
                  <a:moveTo>
                    <a:pt x="3610355" y="0"/>
                  </a:moveTo>
                  <a:lnTo>
                    <a:pt x="280416" y="0"/>
                  </a:lnTo>
                  <a:lnTo>
                    <a:pt x="234944" y="3671"/>
                  </a:lnTo>
                  <a:lnTo>
                    <a:pt x="191804" y="14301"/>
                  </a:lnTo>
                  <a:lnTo>
                    <a:pt x="151573" y="31310"/>
                  </a:lnTo>
                  <a:lnTo>
                    <a:pt x="114830" y="54120"/>
                  </a:lnTo>
                  <a:lnTo>
                    <a:pt x="82153" y="82153"/>
                  </a:lnTo>
                  <a:lnTo>
                    <a:pt x="54120" y="114830"/>
                  </a:lnTo>
                  <a:lnTo>
                    <a:pt x="31310" y="151573"/>
                  </a:lnTo>
                  <a:lnTo>
                    <a:pt x="14301" y="191804"/>
                  </a:lnTo>
                  <a:lnTo>
                    <a:pt x="3671" y="234944"/>
                  </a:lnTo>
                  <a:lnTo>
                    <a:pt x="0" y="280416"/>
                  </a:lnTo>
                  <a:lnTo>
                    <a:pt x="3671" y="325887"/>
                  </a:lnTo>
                  <a:lnTo>
                    <a:pt x="14301" y="369027"/>
                  </a:lnTo>
                  <a:lnTo>
                    <a:pt x="31310" y="409258"/>
                  </a:lnTo>
                  <a:lnTo>
                    <a:pt x="54120" y="446001"/>
                  </a:lnTo>
                  <a:lnTo>
                    <a:pt x="82153" y="478678"/>
                  </a:lnTo>
                  <a:lnTo>
                    <a:pt x="114830" y="506711"/>
                  </a:lnTo>
                  <a:lnTo>
                    <a:pt x="151573" y="529521"/>
                  </a:lnTo>
                  <a:lnTo>
                    <a:pt x="191804" y="546530"/>
                  </a:lnTo>
                  <a:lnTo>
                    <a:pt x="234944" y="557160"/>
                  </a:lnTo>
                  <a:lnTo>
                    <a:pt x="280416" y="560832"/>
                  </a:lnTo>
                  <a:lnTo>
                    <a:pt x="3610355" y="560832"/>
                  </a:lnTo>
                  <a:lnTo>
                    <a:pt x="3655827" y="557160"/>
                  </a:lnTo>
                  <a:lnTo>
                    <a:pt x="3698967" y="546530"/>
                  </a:lnTo>
                  <a:lnTo>
                    <a:pt x="3739198" y="529521"/>
                  </a:lnTo>
                  <a:lnTo>
                    <a:pt x="3775941" y="506711"/>
                  </a:lnTo>
                  <a:lnTo>
                    <a:pt x="3808618" y="478678"/>
                  </a:lnTo>
                  <a:lnTo>
                    <a:pt x="3836651" y="446001"/>
                  </a:lnTo>
                  <a:lnTo>
                    <a:pt x="3859461" y="409258"/>
                  </a:lnTo>
                  <a:lnTo>
                    <a:pt x="3876470" y="369027"/>
                  </a:lnTo>
                  <a:lnTo>
                    <a:pt x="3887100" y="325887"/>
                  </a:lnTo>
                  <a:lnTo>
                    <a:pt x="3890772" y="280416"/>
                  </a:lnTo>
                  <a:lnTo>
                    <a:pt x="3887100" y="234944"/>
                  </a:lnTo>
                  <a:lnTo>
                    <a:pt x="3876470" y="191804"/>
                  </a:lnTo>
                  <a:lnTo>
                    <a:pt x="3859461" y="151573"/>
                  </a:lnTo>
                  <a:lnTo>
                    <a:pt x="3836651" y="114830"/>
                  </a:lnTo>
                  <a:lnTo>
                    <a:pt x="3808618" y="82153"/>
                  </a:lnTo>
                  <a:lnTo>
                    <a:pt x="3775941" y="54120"/>
                  </a:lnTo>
                  <a:lnTo>
                    <a:pt x="3739198" y="31310"/>
                  </a:lnTo>
                  <a:lnTo>
                    <a:pt x="3698967" y="14301"/>
                  </a:lnTo>
                  <a:lnTo>
                    <a:pt x="3655827" y="3671"/>
                  </a:lnTo>
                  <a:lnTo>
                    <a:pt x="3610355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27" name="Google Shape;1127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79898" y="2234133"/>
              <a:ext cx="2755900" cy="2868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8" name="Google Shape;1128;p51"/>
            <p:cNvSpPr/>
            <p:nvPr/>
          </p:nvSpPr>
          <p:spPr>
            <a:xfrm>
              <a:off x="4779136" y="2490088"/>
              <a:ext cx="2624455" cy="12700"/>
            </a:xfrm>
            <a:custGeom>
              <a:rect b="b" l="l" r="r" t="t"/>
              <a:pathLst>
                <a:path extrusionOk="0" h="12700" w="2624454">
                  <a:moveTo>
                    <a:pt x="2624328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2624328" y="12191"/>
                  </a:lnTo>
                  <a:lnTo>
                    <a:pt x="2624328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29" name="Google Shape;1129;p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81112" y="2491560"/>
              <a:ext cx="160001" cy="1599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0" name="Google Shape;1130;p51"/>
          <p:cNvSpPr txBox="1"/>
          <p:nvPr/>
        </p:nvSpPr>
        <p:spPr>
          <a:xfrm>
            <a:off x="1372361" y="1703070"/>
            <a:ext cx="943800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Разбиваем датасет на K частей, у каждой из которых test лежит правее на временной оси, чем train.</a:t>
            </a:r>
            <a:endParaRPr b="0" i="0" sz="15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5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2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52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52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52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52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52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52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52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52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5" name="Google Shape;114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057900"/>
            <a:ext cx="143255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6057900"/>
            <a:ext cx="143256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6275" y="6057900"/>
            <a:ext cx="141732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9467" y="6057900"/>
            <a:ext cx="141731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2660" y="6057900"/>
            <a:ext cx="141731" cy="1432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0" name="Google Shape;1150;p52"/>
          <p:cNvGrpSpPr/>
          <p:nvPr/>
        </p:nvGrpSpPr>
        <p:grpSpPr>
          <a:xfrm>
            <a:off x="622706" y="668147"/>
            <a:ext cx="4360926" cy="1493519"/>
            <a:chOff x="622706" y="668147"/>
            <a:chExt cx="4360926" cy="1493519"/>
          </a:xfrm>
        </p:grpSpPr>
        <p:pic>
          <p:nvPicPr>
            <p:cNvPr id="1151" name="Google Shape;1151;p5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706" y="668147"/>
              <a:ext cx="2477008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2" name="Google Shape;1152;p5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2706" y="1399362"/>
              <a:ext cx="4360926" cy="7623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53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53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53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53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53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53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53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53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53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53"/>
          <p:cNvSpPr/>
          <p:nvPr/>
        </p:nvSpPr>
        <p:spPr>
          <a:xfrm>
            <a:off x="0" y="2068067"/>
            <a:ext cx="6413500" cy="3446145"/>
          </a:xfrm>
          <a:custGeom>
            <a:rect b="b" l="l" r="r" t="t"/>
            <a:pathLst>
              <a:path extrusionOk="0" h="3446145" w="6413500">
                <a:moveTo>
                  <a:pt x="6223254" y="0"/>
                </a:moveTo>
                <a:lnTo>
                  <a:pt x="0" y="0"/>
                </a:lnTo>
                <a:lnTo>
                  <a:pt x="0" y="3445764"/>
                </a:lnTo>
                <a:lnTo>
                  <a:pt x="6223254" y="3445764"/>
                </a:lnTo>
                <a:lnTo>
                  <a:pt x="6273688" y="3438985"/>
                </a:lnTo>
                <a:lnTo>
                  <a:pt x="6319012" y="3419855"/>
                </a:lnTo>
                <a:lnTo>
                  <a:pt x="6357413" y="3390185"/>
                </a:lnTo>
                <a:lnTo>
                  <a:pt x="6387084" y="3351784"/>
                </a:lnTo>
                <a:lnTo>
                  <a:pt x="6406213" y="3306460"/>
                </a:lnTo>
                <a:lnTo>
                  <a:pt x="6412992" y="3256026"/>
                </a:lnTo>
                <a:lnTo>
                  <a:pt x="6412992" y="189737"/>
                </a:lnTo>
                <a:lnTo>
                  <a:pt x="6406213" y="139303"/>
                </a:lnTo>
                <a:lnTo>
                  <a:pt x="6387084" y="93980"/>
                </a:lnTo>
                <a:lnTo>
                  <a:pt x="6357413" y="55578"/>
                </a:lnTo>
                <a:lnTo>
                  <a:pt x="6319012" y="25908"/>
                </a:lnTo>
                <a:lnTo>
                  <a:pt x="6273688" y="6778"/>
                </a:lnTo>
                <a:lnTo>
                  <a:pt x="6223254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8" name="Google Shape;116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" y="521843"/>
            <a:ext cx="714133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53"/>
          <p:cNvSpPr txBox="1"/>
          <p:nvPr/>
        </p:nvSpPr>
        <p:spPr>
          <a:xfrm>
            <a:off x="656945" y="2382088"/>
            <a:ext cx="5407025" cy="277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0815" lvl="0" marL="183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EC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7BECF8"/>
                </a:solidFill>
                <a:latin typeface="Trebuchet MS"/>
                <a:ea typeface="Trebuchet MS"/>
                <a:cs typeface="Trebuchet MS"/>
                <a:sym typeface="Trebuchet MS"/>
              </a:rPr>
              <a:t>File123.csv – </a:t>
            </a: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сырой набор численных и не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847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только признаков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0815" lvl="0" marL="182880" marR="1244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EC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7BECF8"/>
                </a:solidFill>
                <a:latin typeface="Trebuchet MS"/>
                <a:ea typeface="Trebuchet MS"/>
                <a:cs typeface="Trebuchet MS"/>
                <a:sym typeface="Trebuchet MS"/>
              </a:rPr>
              <a:t>Sample – </a:t>
            </a: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объект из обучающей выборки, 	представлен вектором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7BECF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0815" lvl="0" marL="18288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EC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7BECF8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extraction – </a:t>
            </a: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превращение данных, 	специфических для предметной области, 	в понятные для модели векторы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5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4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54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54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54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54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54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54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54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54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54"/>
          <p:cNvSpPr/>
          <p:nvPr/>
        </p:nvSpPr>
        <p:spPr>
          <a:xfrm>
            <a:off x="0" y="2068067"/>
            <a:ext cx="6288405" cy="3794760"/>
          </a:xfrm>
          <a:custGeom>
            <a:rect b="b" l="l" r="r" t="t"/>
            <a:pathLst>
              <a:path extrusionOk="0" h="3794760" w="6288405">
                <a:moveTo>
                  <a:pt x="6079109" y="0"/>
                </a:moveTo>
                <a:lnTo>
                  <a:pt x="0" y="0"/>
                </a:lnTo>
                <a:lnTo>
                  <a:pt x="0" y="3794760"/>
                </a:lnTo>
                <a:lnTo>
                  <a:pt x="6079109" y="3794760"/>
                </a:lnTo>
                <a:lnTo>
                  <a:pt x="6127030" y="3789242"/>
                </a:lnTo>
                <a:lnTo>
                  <a:pt x="6171011" y="3773525"/>
                </a:lnTo>
                <a:lnTo>
                  <a:pt x="6209800" y="3748864"/>
                </a:lnTo>
                <a:lnTo>
                  <a:pt x="6242147" y="3716512"/>
                </a:lnTo>
                <a:lnTo>
                  <a:pt x="6266800" y="3677724"/>
                </a:lnTo>
                <a:lnTo>
                  <a:pt x="6282509" y="3633754"/>
                </a:lnTo>
                <a:lnTo>
                  <a:pt x="6288024" y="3585857"/>
                </a:lnTo>
                <a:lnTo>
                  <a:pt x="6288024" y="208915"/>
                </a:lnTo>
                <a:lnTo>
                  <a:pt x="6282509" y="160993"/>
                </a:lnTo>
                <a:lnTo>
                  <a:pt x="6266800" y="117012"/>
                </a:lnTo>
                <a:lnTo>
                  <a:pt x="6242147" y="78223"/>
                </a:lnTo>
                <a:lnTo>
                  <a:pt x="6209800" y="45876"/>
                </a:lnTo>
                <a:lnTo>
                  <a:pt x="6171011" y="21223"/>
                </a:lnTo>
                <a:lnTo>
                  <a:pt x="6127030" y="5514"/>
                </a:lnTo>
                <a:lnTo>
                  <a:pt x="6079109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5" name="Google Shape;118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" y="521843"/>
            <a:ext cx="5066157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54"/>
          <p:cNvSpPr txBox="1"/>
          <p:nvPr/>
        </p:nvSpPr>
        <p:spPr>
          <a:xfrm>
            <a:off x="646277" y="2216062"/>
            <a:ext cx="5248910" cy="3334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-456565" lvl="0" marL="469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EC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7BECF8"/>
                </a:solidFill>
                <a:latin typeface="Trebuchet MS"/>
                <a:ea typeface="Trebuchet MS"/>
                <a:cs typeface="Trebuchet MS"/>
                <a:sym typeface="Trebuchet MS"/>
              </a:rPr>
              <a:t>Бинарные – </a:t>
            </a: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принимают значение 0/1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(флаг подключения услуги)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69900" marR="723900" rtl="0" algn="l">
              <a:lnSpc>
                <a:spcPct val="120000"/>
              </a:lnSpc>
              <a:spcBef>
                <a:spcPts val="994"/>
              </a:spcBef>
              <a:spcAft>
                <a:spcPts val="0"/>
              </a:spcAft>
              <a:buClr>
                <a:srgbClr val="7BEC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7BECF8"/>
                </a:solidFill>
                <a:latin typeface="Trebuchet MS"/>
                <a:ea typeface="Trebuchet MS"/>
                <a:cs typeface="Trebuchet MS"/>
                <a:sym typeface="Trebuchet MS"/>
              </a:rPr>
              <a:t>Категориальные – </a:t>
            </a: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их множество значений конечно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69900" marR="704215" rtl="0" algn="l">
              <a:lnSpc>
                <a:spcPct val="120000"/>
              </a:lnSpc>
              <a:spcBef>
                <a:spcPts val="1010"/>
              </a:spcBef>
              <a:spcAft>
                <a:spcPts val="0"/>
              </a:spcAft>
              <a:buClr>
                <a:srgbClr val="7BEC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7BECF8"/>
                </a:solidFill>
                <a:latin typeface="Trebuchet MS"/>
                <a:ea typeface="Trebuchet MS"/>
                <a:cs typeface="Trebuchet MS"/>
                <a:sym typeface="Trebuchet MS"/>
              </a:rPr>
              <a:t>Количественные – </a:t>
            </a: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их множество значений вся числовая прямая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69900" marR="5080" rtl="0" algn="l">
              <a:lnSpc>
                <a:spcPct val="120100"/>
              </a:lnSpc>
              <a:spcBef>
                <a:spcPts val="994"/>
              </a:spcBef>
              <a:spcAft>
                <a:spcPts val="0"/>
              </a:spcAft>
              <a:buClr>
                <a:srgbClr val="7BEC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7BECF8"/>
                </a:solidFill>
                <a:latin typeface="Trebuchet MS"/>
                <a:ea typeface="Trebuchet MS"/>
                <a:cs typeface="Trebuchet MS"/>
                <a:sym typeface="Trebuchet MS"/>
              </a:rPr>
              <a:t>Порядковые – </a:t>
            </a: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их множество значений конечно и упорядочено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5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2" name="Google Shape;119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3907" y="594994"/>
            <a:ext cx="642137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55"/>
          <p:cNvSpPr/>
          <p:nvPr/>
        </p:nvSpPr>
        <p:spPr>
          <a:xfrm>
            <a:off x="1895855" y="2328672"/>
            <a:ext cx="2788920" cy="733425"/>
          </a:xfrm>
          <a:custGeom>
            <a:rect b="b" l="l" r="r" t="t"/>
            <a:pathLst>
              <a:path extrusionOk="0" h="733425" w="2788920">
                <a:moveTo>
                  <a:pt x="2422397" y="0"/>
                </a:moveTo>
                <a:lnTo>
                  <a:pt x="366521" y="0"/>
                </a:lnTo>
                <a:lnTo>
                  <a:pt x="320543" y="2855"/>
                </a:lnTo>
                <a:lnTo>
                  <a:pt x="276270" y="11193"/>
                </a:lnTo>
                <a:lnTo>
                  <a:pt x="234045" y="24669"/>
                </a:lnTo>
                <a:lnTo>
                  <a:pt x="194212" y="42941"/>
                </a:lnTo>
                <a:lnTo>
                  <a:pt x="157114" y="65664"/>
                </a:lnTo>
                <a:lnTo>
                  <a:pt x="123094" y="92497"/>
                </a:lnTo>
                <a:lnTo>
                  <a:pt x="92497" y="123094"/>
                </a:lnTo>
                <a:lnTo>
                  <a:pt x="65664" y="157114"/>
                </a:lnTo>
                <a:lnTo>
                  <a:pt x="42941" y="194212"/>
                </a:lnTo>
                <a:lnTo>
                  <a:pt x="24669" y="234045"/>
                </a:lnTo>
                <a:lnTo>
                  <a:pt x="11193" y="276270"/>
                </a:lnTo>
                <a:lnTo>
                  <a:pt x="2855" y="320543"/>
                </a:lnTo>
                <a:lnTo>
                  <a:pt x="0" y="366522"/>
                </a:lnTo>
                <a:lnTo>
                  <a:pt x="2855" y="412500"/>
                </a:lnTo>
                <a:lnTo>
                  <a:pt x="11193" y="456773"/>
                </a:lnTo>
                <a:lnTo>
                  <a:pt x="24669" y="498998"/>
                </a:lnTo>
                <a:lnTo>
                  <a:pt x="42941" y="538831"/>
                </a:lnTo>
                <a:lnTo>
                  <a:pt x="65664" y="575929"/>
                </a:lnTo>
                <a:lnTo>
                  <a:pt x="92497" y="609949"/>
                </a:lnTo>
                <a:lnTo>
                  <a:pt x="123094" y="640546"/>
                </a:lnTo>
                <a:lnTo>
                  <a:pt x="157114" y="667379"/>
                </a:lnTo>
                <a:lnTo>
                  <a:pt x="194212" y="690102"/>
                </a:lnTo>
                <a:lnTo>
                  <a:pt x="234045" y="708374"/>
                </a:lnTo>
                <a:lnTo>
                  <a:pt x="276270" y="721850"/>
                </a:lnTo>
                <a:lnTo>
                  <a:pt x="320543" y="730188"/>
                </a:lnTo>
                <a:lnTo>
                  <a:pt x="366521" y="733043"/>
                </a:lnTo>
                <a:lnTo>
                  <a:pt x="2422397" y="733043"/>
                </a:lnTo>
                <a:lnTo>
                  <a:pt x="2468376" y="730188"/>
                </a:lnTo>
                <a:lnTo>
                  <a:pt x="2512649" y="721850"/>
                </a:lnTo>
                <a:lnTo>
                  <a:pt x="2554874" y="708374"/>
                </a:lnTo>
                <a:lnTo>
                  <a:pt x="2594707" y="690102"/>
                </a:lnTo>
                <a:lnTo>
                  <a:pt x="2631805" y="667379"/>
                </a:lnTo>
                <a:lnTo>
                  <a:pt x="2665825" y="640546"/>
                </a:lnTo>
                <a:lnTo>
                  <a:pt x="2696422" y="609949"/>
                </a:lnTo>
                <a:lnTo>
                  <a:pt x="2723255" y="575929"/>
                </a:lnTo>
                <a:lnTo>
                  <a:pt x="2745978" y="538831"/>
                </a:lnTo>
                <a:lnTo>
                  <a:pt x="2764250" y="498998"/>
                </a:lnTo>
                <a:lnTo>
                  <a:pt x="2777726" y="456773"/>
                </a:lnTo>
                <a:lnTo>
                  <a:pt x="2786064" y="412500"/>
                </a:lnTo>
                <a:lnTo>
                  <a:pt x="2788920" y="366522"/>
                </a:lnTo>
                <a:lnTo>
                  <a:pt x="2786064" y="320543"/>
                </a:lnTo>
                <a:lnTo>
                  <a:pt x="2777726" y="276270"/>
                </a:lnTo>
                <a:lnTo>
                  <a:pt x="2764250" y="234045"/>
                </a:lnTo>
                <a:lnTo>
                  <a:pt x="2745978" y="194212"/>
                </a:lnTo>
                <a:lnTo>
                  <a:pt x="2723255" y="157114"/>
                </a:lnTo>
                <a:lnTo>
                  <a:pt x="2696422" y="123094"/>
                </a:lnTo>
                <a:lnTo>
                  <a:pt x="2665825" y="92497"/>
                </a:lnTo>
                <a:lnTo>
                  <a:pt x="2631805" y="65664"/>
                </a:lnTo>
                <a:lnTo>
                  <a:pt x="2594707" y="42941"/>
                </a:lnTo>
                <a:lnTo>
                  <a:pt x="2554874" y="24669"/>
                </a:lnTo>
                <a:lnTo>
                  <a:pt x="2512649" y="11193"/>
                </a:lnTo>
                <a:lnTo>
                  <a:pt x="2468376" y="2855"/>
                </a:lnTo>
                <a:lnTo>
                  <a:pt x="24223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55"/>
          <p:cNvSpPr txBox="1"/>
          <p:nvPr/>
        </p:nvSpPr>
        <p:spPr>
          <a:xfrm>
            <a:off x="2725673" y="2536697"/>
            <a:ext cx="11296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Числовые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5" name="Google Shape;1195;p55"/>
          <p:cNvSpPr/>
          <p:nvPr/>
        </p:nvSpPr>
        <p:spPr>
          <a:xfrm>
            <a:off x="1895855" y="3285744"/>
            <a:ext cx="2788920" cy="734695"/>
          </a:xfrm>
          <a:custGeom>
            <a:rect b="b" l="l" r="r" t="t"/>
            <a:pathLst>
              <a:path extrusionOk="0" h="734695" w="2788920">
                <a:moveTo>
                  <a:pt x="2421635" y="0"/>
                </a:moveTo>
                <a:lnTo>
                  <a:pt x="367283" y="0"/>
                </a:lnTo>
                <a:lnTo>
                  <a:pt x="321217" y="2862"/>
                </a:lnTo>
                <a:lnTo>
                  <a:pt x="276857" y="11218"/>
                </a:lnTo>
                <a:lnTo>
                  <a:pt x="234548" y="24725"/>
                </a:lnTo>
                <a:lnTo>
                  <a:pt x="194633" y="43038"/>
                </a:lnTo>
                <a:lnTo>
                  <a:pt x="157458" y="65812"/>
                </a:lnTo>
                <a:lnTo>
                  <a:pt x="123366" y="92703"/>
                </a:lnTo>
                <a:lnTo>
                  <a:pt x="92703" y="123366"/>
                </a:lnTo>
                <a:lnTo>
                  <a:pt x="65812" y="157458"/>
                </a:lnTo>
                <a:lnTo>
                  <a:pt x="43038" y="194633"/>
                </a:lnTo>
                <a:lnTo>
                  <a:pt x="24725" y="234548"/>
                </a:lnTo>
                <a:lnTo>
                  <a:pt x="11218" y="276857"/>
                </a:lnTo>
                <a:lnTo>
                  <a:pt x="2862" y="321217"/>
                </a:lnTo>
                <a:lnTo>
                  <a:pt x="0" y="367283"/>
                </a:lnTo>
                <a:lnTo>
                  <a:pt x="2862" y="413350"/>
                </a:lnTo>
                <a:lnTo>
                  <a:pt x="11218" y="457710"/>
                </a:lnTo>
                <a:lnTo>
                  <a:pt x="24725" y="500019"/>
                </a:lnTo>
                <a:lnTo>
                  <a:pt x="43038" y="539934"/>
                </a:lnTo>
                <a:lnTo>
                  <a:pt x="65812" y="577109"/>
                </a:lnTo>
                <a:lnTo>
                  <a:pt x="92703" y="611201"/>
                </a:lnTo>
                <a:lnTo>
                  <a:pt x="123366" y="641864"/>
                </a:lnTo>
                <a:lnTo>
                  <a:pt x="157458" y="668755"/>
                </a:lnTo>
                <a:lnTo>
                  <a:pt x="194633" y="691529"/>
                </a:lnTo>
                <a:lnTo>
                  <a:pt x="234548" y="709842"/>
                </a:lnTo>
                <a:lnTo>
                  <a:pt x="276857" y="723349"/>
                </a:lnTo>
                <a:lnTo>
                  <a:pt x="321217" y="731705"/>
                </a:lnTo>
                <a:lnTo>
                  <a:pt x="367283" y="734567"/>
                </a:lnTo>
                <a:lnTo>
                  <a:pt x="2421635" y="734567"/>
                </a:lnTo>
                <a:lnTo>
                  <a:pt x="2467702" y="731705"/>
                </a:lnTo>
                <a:lnTo>
                  <a:pt x="2512062" y="723349"/>
                </a:lnTo>
                <a:lnTo>
                  <a:pt x="2554371" y="709842"/>
                </a:lnTo>
                <a:lnTo>
                  <a:pt x="2594286" y="691529"/>
                </a:lnTo>
                <a:lnTo>
                  <a:pt x="2631461" y="668755"/>
                </a:lnTo>
                <a:lnTo>
                  <a:pt x="2665553" y="641864"/>
                </a:lnTo>
                <a:lnTo>
                  <a:pt x="2696216" y="611201"/>
                </a:lnTo>
                <a:lnTo>
                  <a:pt x="2723107" y="577109"/>
                </a:lnTo>
                <a:lnTo>
                  <a:pt x="2745881" y="539934"/>
                </a:lnTo>
                <a:lnTo>
                  <a:pt x="2764194" y="500019"/>
                </a:lnTo>
                <a:lnTo>
                  <a:pt x="2777701" y="457710"/>
                </a:lnTo>
                <a:lnTo>
                  <a:pt x="2786057" y="413350"/>
                </a:lnTo>
                <a:lnTo>
                  <a:pt x="2788920" y="367283"/>
                </a:lnTo>
                <a:lnTo>
                  <a:pt x="2786057" y="321217"/>
                </a:lnTo>
                <a:lnTo>
                  <a:pt x="2777701" y="276857"/>
                </a:lnTo>
                <a:lnTo>
                  <a:pt x="2764194" y="234548"/>
                </a:lnTo>
                <a:lnTo>
                  <a:pt x="2745881" y="194633"/>
                </a:lnTo>
                <a:lnTo>
                  <a:pt x="2723107" y="157458"/>
                </a:lnTo>
                <a:lnTo>
                  <a:pt x="2696216" y="123366"/>
                </a:lnTo>
                <a:lnTo>
                  <a:pt x="2665553" y="92703"/>
                </a:lnTo>
                <a:lnTo>
                  <a:pt x="2631461" y="65812"/>
                </a:lnTo>
                <a:lnTo>
                  <a:pt x="2594286" y="43038"/>
                </a:lnTo>
                <a:lnTo>
                  <a:pt x="2554371" y="24725"/>
                </a:lnTo>
                <a:lnTo>
                  <a:pt x="2512062" y="11218"/>
                </a:lnTo>
                <a:lnTo>
                  <a:pt x="2467702" y="2862"/>
                </a:lnTo>
                <a:lnTo>
                  <a:pt x="24216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55"/>
          <p:cNvSpPr txBox="1"/>
          <p:nvPr/>
        </p:nvSpPr>
        <p:spPr>
          <a:xfrm>
            <a:off x="2536317" y="3495294"/>
            <a:ext cx="1509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Дата и время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7" name="Google Shape;1197;p55"/>
          <p:cNvSpPr/>
          <p:nvPr/>
        </p:nvSpPr>
        <p:spPr>
          <a:xfrm>
            <a:off x="1895855" y="4244340"/>
            <a:ext cx="2788920" cy="734695"/>
          </a:xfrm>
          <a:custGeom>
            <a:rect b="b" l="l" r="r" t="t"/>
            <a:pathLst>
              <a:path extrusionOk="0" h="734695" w="2788920">
                <a:moveTo>
                  <a:pt x="2421635" y="0"/>
                </a:moveTo>
                <a:lnTo>
                  <a:pt x="367283" y="0"/>
                </a:lnTo>
                <a:lnTo>
                  <a:pt x="321217" y="2862"/>
                </a:lnTo>
                <a:lnTo>
                  <a:pt x="276857" y="11218"/>
                </a:lnTo>
                <a:lnTo>
                  <a:pt x="234548" y="24725"/>
                </a:lnTo>
                <a:lnTo>
                  <a:pt x="194633" y="43038"/>
                </a:lnTo>
                <a:lnTo>
                  <a:pt x="157458" y="65812"/>
                </a:lnTo>
                <a:lnTo>
                  <a:pt x="123366" y="92703"/>
                </a:lnTo>
                <a:lnTo>
                  <a:pt x="92703" y="123366"/>
                </a:lnTo>
                <a:lnTo>
                  <a:pt x="65812" y="157458"/>
                </a:lnTo>
                <a:lnTo>
                  <a:pt x="43038" y="194633"/>
                </a:lnTo>
                <a:lnTo>
                  <a:pt x="24725" y="234548"/>
                </a:lnTo>
                <a:lnTo>
                  <a:pt x="11218" y="276857"/>
                </a:lnTo>
                <a:lnTo>
                  <a:pt x="2862" y="321217"/>
                </a:lnTo>
                <a:lnTo>
                  <a:pt x="0" y="367284"/>
                </a:lnTo>
                <a:lnTo>
                  <a:pt x="2862" y="413350"/>
                </a:lnTo>
                <a:lnTo>
                  <a:pt x="11218" y="457710"/>
                </a:lnTo>
                <a:lnTo>
                  <a:pt x="24725" y="500019"/>
                </a:lnTo>
                <a:lnTo>
                  <a:pt x="43038" y="539934"/>
                </a:lnTo>
                <a:lnTo>
                  <a:pt x="65812" y="577109"/>
                </a:lnTo>
                <a:lnTo>
                  <a:pt x="92703" y="611201"/>
                </a:lnTo>
                <a:lnTo>
                  <a:pt x="123366" y="641864"/>
                </a:lnTo>
                <a:lnTo>
                  <a:pt x="157458" y="668755"/>
                </a:lnTo>
                <a:lnTo>
                  <a:pt x="194633" y="691529"/>
                </a:lnTo>
                <a:lnTo>
                  <a:pt x="234548" y="709842"/>
                </a:lnTo>
                <a:lnTo>
                  <a:pt x="276857" y="723349"/>
                </a:lnTo>
                <a:lnTo>
                  <a:pt x="321217" y="731705"/>
                </a:lnTo>
                <a:lnTo>
                  <a:pt x="367283" y="734568"/>
                </a:lnTo>
                <a:lnTo>
                  <a:pt x="2421635" y="734568"/>
                </a:lnTo>
                <a:lnTo>
                  <a:pt x="2467702" y="731705"/>
                </a:lnTo>
                <a:lnTo>
                  <a:pt x="2512062" y="723349"/>
                </a:lnTo>
                <a:lnTo>
                  <a:pt x="2554371" y="709842"/>
                </a:lnTo>
                <a:lnTo>
                  <a:pt x="2594286" y="691529"/>
                </a:lnTo>
                <a:lnTo>
                  <a:pt x="2631461" y="668755"/>
                </a:lnTo>
                <a:lnTo>
                  <a:pt x="2665553" y="641864"/>
                </a:lnTo>
                <a:lnTo>
                  <a:pt x="2696216" y="611201"/>
                </a:lnTo>
                <a:lnTo>
                  <a:pt x="2723107" y="577109"/>
                </a:lnTo>
                <a:lnTo>
                  <a:pt x="2745881" y="539934"/>
                </a:lnTo>
                <a:lnTo>
                  <a:pt x="2764194" y="500019"/>
                </a:lnTo>
                <a:lnTo>
                  <a:pt x="2777701" y="457710"/>
                </a:lnTo>
                <a:lnTo>
                  <a:pt x="2786057" y="413350"/>
                </a:lnTo>
                <a:lnTo>
                  <a:pt x="2788920" y="367284"/>
                </a:lnTo>
                <a:lnTo>
                  <a:pt x="2786057" y="321217"/>
                </a:lnTo>
                <a:lnTo>
                  <a:pt x="2777701" y="276857"/>
                </a:lnTo>
                <a:lnTo>
                  <a:pt x="2764194" y="234548"/>
                </a:lnTo>
                <a:lnTo>
                  <a:pt x="2745881" y="194633"/>
                </a:lnTo>
                <a:lnTo>
                  <a:pt x="2723107" y="157458"/>
                </a:lnTo>
                <a:lnTo>
                  <a:pt x="2696216" y="123366"/>
                </a:lnTo>
                <a:lnTo>
                  <a:pt x="2665553" y="92703"/>
                </a:lnTo>
                <a:lnTo>
                  <a:pt x="2631461" y="65812"/>
                </a:lnTo>
                <a:lnTo>
                  <a:pt x="2594286" y="43038"/>
                </a:lnTo>
                <a:lnTo>
                  <a:pt x="2554371" y="24725"/>
                </a:lnTo>
                <a:lnTo>
                  <a:pt x="2512062" y="11218"/>
                </a:lnTo>
                <a:lnTo>
                  <a:pt x="2467702" y="2862"/>
                </a:lnTo>
                <a:lnTo>
                  <a:pt x="24216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55"/>
          <p:cNvSpPr txBox="1"/>
          <p:nvPr/>
        </p:nvSpPr>
        <p:spPr>
          <a:xfrm>
            <a:off x="2673476" y="4453204"/>
            <a:ext cx="12357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Геоданные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9" name="Google Shape;1199;p55"/>
          <p:cNvSpPr/>
          <p:nvPr/>
        </p:nvSpPr>
        <p:spPr>
          <a:xfrm>
            <a:off x="1895855" y="5202935"/>
            <a:ext cx="2788920" cy="734695"/>
          </a:xfrm>
          <a:custGeom>
            <a:rect b="b" l="l" r="r" t="t"/>
            <a:pathLst>
              <a:path extrusionOk="0" h="734695" w="2788920">
                <a:moveTo>
                  <a:pt x="2421635" y="0"/>
                </a:moveTo>
                <a:lnTo>
                  <a:pt x="367283" y="0"/>
                </a:lnTo>
                <a:lnTo>
                  <a:pt x="321217" y="2862"/>
                </a:lnTo>
                <a:lnTo>
                  <a:pt x="276857" y="11218"/>
                </a:lnTo>
                <a:lnTo>
                  <a:pt x="234548" y="24725"/>
                </a:lnTo>
                <a:lnTo>
                  <a:pt x="194633" y="43038"/>
                </a:lnTo>
                <a:lnTo>
                  <a:pt x="157458" y="65812"/>
                </a:lnTo>
                <a:lnTo>
                  <a:pt x="123366" y="92703"/>
                </a:lnTo>
                <a:lnTo>
                  <a:pt x="92703" y="123366"/>
                </a:lnTo>
                <a:lnTo>
                  <a:pt x="65812" y="157458"/>
                </a:lnTo>
                <a:lnTo>
                  <a:pt x="43038" y="194633"/>
                </a:lnTo>
                <a:lnTo>
                  <a:pt x="24725" y="234548"/>
                </a:lnTo>
                <a:lnTo>
                  <a:pt x="11218" y="276857"/>
                </a:lnTo>
                <a:lnTo>
                  <a:pt x="2862" y="321217"/>
                </a:lnTo>
                <a:lnTo>
                  <a:pt x="0" y="367283"/>
                </a:lnTo>
                <a:lnTo>
                  <a:pt x="2862" y="413355"/>
                </a:lnTo>
                <a:lnTo>
                  <a:pt x="11218" y="457718"/>
                </a:lnTo>
                <a:lnTo>
                  <a:pt x="24725" y="500030"/>
                </a:lnTo>
                <a:lnTo>
                  <a:pt x="43038" y="539945"/>
                </a:lnTo>
                <a:lnTo>
                  <a:pt x="65812" y="577120"/>
                </a:lnTo>
                <a:lnTo>
                  <a:pt x="92703" y="611211"/>
                </a:lnTo>
                <a:lnTo>
                  <a:pt x="123366" y="641873"/>
                </a:lnTo>
                <a:lnTo>
                  <a:pt x="157458" y="668762"/>
                </a:lnTo>
                <a:lnTo>
                  <a:pt x="194633" y="691534"/>
                </a:lnTo>
                <a:lnTo>
                  <a:pt x="234548" y="709845"/>
                </a:lnTo>
                <a:lnTo>
                  <a:pt x="276857" y="723350"/>
                </a:lnTo>
                <a:lnTo>
                  <a:pt x="321217" y="731706"/>
                </a:lnTo>
                <a:lnTo>
                  <a:pt x="367283" y="734567"/>
                </a:lnTo>
                <a:lnTo>
                  <a:pt x="2421635" y="734567"/>
                </a:lnTo>
                <a:lnTo>
                  <a:pt x="2467702" y="731706"/>
                </a:lnTo>
                <a:lnTo>
                  <a:pt x="2512062" y="723350"/>
                </a:lnTo>
                <a:lnTo>
                  <a:pt x="2554371" y="709845"/>
                </a:lnTo>
                <a:lnTo>
                  <a:pt x="2594286" y="691534"/>
                </a:lnTo>
                <a:lnTo>
                  <a:pt x="2631461" y="668762"/>
                </a:lnTo>
                <a:lnTo>
                  <a:pt x="2665553" y="641873"/>
                </a:lnTo>
                <a:lnTo>
                  <a:pt x="2696216" y="611211"/>
                </a:lnTo>
                <a:lnTo>
                  <a:pt x="2723107" y="577120"/>
                </a:lnTo>
                <a:lnTo>
                  <a:pt x="2745881" y="539945"/>
                </a:lnTo>
                <a:lnTo>
                  <a:pt x="2764194" y="500030"/>
                </a:lnTo>
                <a:lnTo>
                  <a:pt x="2777701" y="457718"/>
                </a:lnTo>
                <a:lnTo>
                  <a:pt x="2786057" y="413355"/>
                </a:lnTo>
                <a:lnTo>
                  <a:pt x="2788920" y="367283"/>
                </a:lnTo>
                <a:lnTo>
                  <a:pt x="2786057" y="321217"/>
                </a:lnTo>
                <a:lnTo>
                  <a:pt x="2777701" y="276857"/>
                </a:lnTo>
                <a:lnTo>
                  <a:pt x="2764194" y="234548"/>
                </a:lnTo>
                <a:lnTo>
                  <a:pt x="2745881" y="194633"/>
                </a:lnTo>
                <a:lnTo>
                  <a:pt x="2723107" y="157458"/>
                </a:lnTo>
                <a:lnTo>
                  <a:pt x="2696216" y="123366"/>
                </a:lnTo>
                <a:lnTo>
                  <a:pt x="2665553" y="92703"/>
                </a:lnTo>
                <a:lnTo>
                  <a:pt x="2631461" y="65812"/>
                </a:lnTo>
                <a:lnTo>
                  <a:pt x="2594286" y="43038"/>
                </a:lnTo>
                <a:lnTo>
                  <a:pt x="2554371" y="24725"/>
                </a:lnTo>
                <a:lnTo>
                  <a:pt x="2512062" y="11218"/>
                </a:lnTo>
                <a:lnTo>
                  <a:pt x="2467702" y="2862"/>
                </a:lnTo>
                <a:lnTo>
                  <a:pt x="24216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55"/>
          <p:cNvSpPr txBox="1"/>
          <p:nvPr/>
        </p:nvSpPr>
        <p:spPr>
          <a:xfrm>
            <a:off x="2321432" y="5412130"/>
            <a:ext cx="193928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Временные ряды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1" name="Google Shape;1201;p55"/>
          <p:cNvSpPr/>
          <p:nvPr/>
        </p:nvSpPr>
        <p:spPr>
          <a:xfrm>
            <a:off x="7507223" y="2328672"/>
            <a:ext cx="2788920" cy="733425"/>
          </a:xfrm>
          <a:custGeom>
            <a:rect b="b" l="l" r="r" t="t"/>
            <a:pathLst>
              <a:path extrusionOk="0" h="733425" w="2788920">
                <a:moveTo>
                  <a:pt x="2422398" y="0"/>
                </a:moveTo>
                <a:lnTo>
                  <a:pt x="366522" y="0"/>
                </a:lnTo>
                <a:lnTo>
                  <a:pt x="320543" y="2855"/>
                </a:lnTo>
                <a:lnTo>
                  <a:pt x="276270" y="11193"/>
                </a:lnTo>
                <a:lnTo>
                  <a:pt x="234045" y="24669"/>
                </a:lnTo>
                <a:lnTo>
                  <a:pt x="194212" y="42941"/>
                </a:lnTo>
                <a:lnTo>
                  <a:pt x="157114" y="65664"/>
                </a:lnTo>
                <a:lnTo>
                  <a:pt x="123094" y="92497"/>
                </a:lnTo>
                <a:lnTo>
                  <a:pt x="92497" y="123094"/>
                </a:lnTo>
                <a:lnTo>
                  <a:pt x="65664" y="157114"/>
                </a:lnTo>
                <a:lnTo>
                  <a:pt x="42941" y="194212"/>
                </a:lnTo>
                <a:lnTo>
                  <a:pt x="24669" y="234045"/>
                </a:lnTo>
                <a:lnTo>
                  <a:pt x="11193" y="276270"/>
                </a:lnTo>
                <a:lnTo>
                  <a:pt x="2855" y="320543"/>
                </a:lnTo>
                <a:lnTo>
                  <a:pt x="0" y="366522"/>
                </a:lnTo>
                <a:lnTo>
                  <a:pt x="2855" y="412500"/>
                </a:lnTo>
                <a:lnTo>
                  <a:pt x="11193" y="456773"/>
                </a:lnTo>
                <a:lnTo>
                  <a:pt x="24669" y="498998"/>
                </a:lnTo>
                <a:lnTo>
                  <a:pt x="42941" y="538831"/>
                </a:lnTo>
                <a:lnTo>
                  <a:pt x="65664" y="575929"/>
                </a:lnTo>
                <a:lnTo>
                  <a:pt x="92497" y="609949"/>
                </a:lnTo>
                <a:lnTo>
                  <a:pt x="123094" y="640546"/>
                </a:lnTo>
                <a:lnTo>
                  <a:pt x="157114" y="667379"/>
                </a:lnTo>
                <a:lnTo>
                  <a:pt x="194212" y="690102"/>
                </a:lnTo>
                <a:lnTo>
                  <a:pt x="234045" y="708374"/>
                </a:lnTo>
                <a:lnTo>
                  <a:pt x="276270" y="721850"/>
                </a:lnTo>
                <a:lnTo>
                  <a:pt x="320543" y="730188"/>
                </a:lnTo>
                <a:lnTo>
                  <a:pt x="366522" y="733043"/>
                </a:lnTo>
                <a:lnTo>
                  <a:pt x="2422398" y="733043"/>
                </a:lnTo>
                <a:lnTo>
                  <a:pt x="2468376" y="730188"/>
                </a:lnTo>
                <a:lnTo>
                  <a:pt x="2512649" y="721850"/>
                </a:lnTo>
                <a:lnTo>
                  <a:pt x="2554874" y="708374"/>
                </a:lnTo>
                <a:lnTo>
                  <a:pt x="2594707" y="690102"/>
                </a:lnTo>
                <a:lnTo>
                  <a:pt x="2631805" y="667379"/>
                </a:lnTo>
                <a:lnTo>
                  <a:pt x="2665825" y="640546"/>
                </a:lnTo>
                <a:lnTo>
                  <a:pt x="2696422" y="609949"/>
                </a:lnTo>
                <a:lnTo>
                  <a:pt x="2723255" y="575929"/>
                </a:lnTo>
                <a:lnTo>
                  <a:pt x="2745978" y="538831"/>
                </a:lnTo>
                <a:lnTo>
                  <a:pt x="2764250" y="498998"/>
                </a:lnTo>
                <a:lnTo>
                  <a:pt x="2777726" y="456773"/>
                </a:lnTo>
                <a:lnTo>
                  <a:pt x="2786064" y="412500"/>
                </a:lnTo>
                <a:lnTo>
                  <a:pt x="2788920" y="366522"/>
                </a:lnTo>
                <a:lnTo>
                  <a:pt x="2786064" y="320543"/>
                </a:lnTo>
                <a:lnTo>
                  <a:pt x="2777726" y="276270"/>
                </a:lnTo>
                <a:lnTo>
                  <a:pt x="2764250" y="234045"/>
                </a:lnTo>
                <a:lnTo>
                  <a:pt x="2745978" y="194212"/>
                </a:lnTo>
                <a:lnTo>
                  <a:pt x="2723255" y="157114"/>
                </a:lnTo>
                <a:lnTo>
                  <a:pt x="2696422" y="123094"/>
                </a:lnTo>
                <a:lnTo>
                  <a:pt x="2665825" y="92497"/>
                </a:lnTo>
                <a:lnTo>
                  <a:pt x="2631805" y="65664"/>
                </a:lnTo>
                <a:lnTo>
                  <a:pt x="2594707" y="42941"/>
                </a:lnTo>
                <a:lnTo>
                  <a:pt x="2554874" y="24669"/>
                </a:lnTo>
                <a:lnTo>
                  <a:pt x="2512649" y="11193"/>
                </a:lnTo>
                <a:lnTo>
                  <a:pt x="2468376" y="2855"/>
                </a:lnTo>
                <a:lnTo>
                  <a:pt x="242239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55"/>
          <p:cNvSpPr txBox="1"/>
          <p:nvPr/>
        </p:nvSpPr>
        <p:spPr>
          <a:xfrm>
            <a:off x="7844408" y="2536697"/>
            <a:ext cx="21164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Текстовые данные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3" name="Google Shape;1203;p55"/>
          <p:cNvSpPr/>
          <p:nvPr/>
        </p:nvSpPr>
        <p:spPr>
          <a:xfrm>
            <a:off x="7507223" y="3285744"/>
            <a:ext cx="2788920" cy="734695"/>
          </a:xfrm>
          <a:custGeom>
            <a:rect b="b" l="l" r="r" t="t"/>
            <a:pathLst>
              <a:path extrusionOk="0" h="734695" w="2788920">
                <a:moveTo>
                  <a:pt x="2421635" y="0"/>
                </a:moveTo>
                <a:lnTo>
                  <a:pt x="367283" y="0"/>
                </a:lnTo>
                <a:lnTo>
                  <a:pt x="321217" y="2862"/>
                </a:lnTo>
                <a:lnTo>
                  <a:pt x="276857" y="11218"/>
                </a:lnTo>
                <a:lnTo>
                  <a:pt x="234548" y="24725"/>
                </a:lnTo>
                <a:lnTo>
                  <a:pt x="194633" y="43038"/>
                </a:lnTo>
                <a:lnTo>
                  <a:pt x="157458" y="65812"/>
                </a:lnTo>
                <a:lnTo>
                  <a:pt x="123366" y="92703"/>
                </a:lnTo>
                <a:lnTo>
                  <a:pt x="92703" y="123366"/>
                </a:lnTo>
                <a:lnTo>
                  <a:pt x="65812" y="157458"/>
                </a:lnTo>
                <a:lnTo>
                  <a:pt x="43038" y="194633"/>
                </a:lnTo>
                <a:lnTo>
                  <a:pt x="24725" y="234548"/>
                </a:lnTo>
                <a:lnTo>
                  <a:pt x="11218" y="276857"/>
                </a:lnTo>
                <a:lnTo>
                  <a:pt x="2862" y="321217"/>
                </a:lnTo>
                <a:lnTo>
                  <a:pt x="0" y="367283"/>
                </a:lnTo>
                <a:lnTo>
                  <a:pt x="2862" y="413350"/>
                </a:lnTo>
                <a:lnTo>
                  <a:pt x="11218" y="457710"/>
                </a:lnTo>
                <a:lnTo>
                  <a:pt x="24725" y="500019"/>
                </a:lnTo>
                <a:lnTo>
                  <a:pt x="43038" y="539934"/>
                </a:lnTo>
                <a:lnTo>
                  <a:pt x="65812" y="577109"/>
                </a:lnTo>
                <a:lnTo>
                  <a:pt x="92703" y="611201"/>
                </a:lnTo>
                <a:lnTo>
                  <a:pt x="123366" y="641864"/>
                </a:lnTo>
                <a:lnTo>
                  <a:pt x="157458" y="668755"/>
                </a:lnTo>
                <a:lnTo>
                  <a:pt x="194633" y="691529"/>
                </a:lnTo>
                <a:lnTo>
                  <a:pt x="234548" y="709842"/>
                </a:lnTo>
                <a:lnTo>
                  <a:pt x="276857" y="723349"/>
                </a:lnTo>
                <a:lnTo>
                  <a:pt x="321217" y="731705"/>
                </a:lnTo>
                <a:lnTo>
                  <a:pt x="367283" y="734567"/>
                </a:lnTo>
                <a:lnTo>
                  <a:pt x="2421635" y="734567"/>
                </a:lnTo>
                <a:lnTo>
                  <a:pt x="2467702" y="731705"/>
                </a:lnTo>
                <a:lnTo>
                  <a:pt x="2512062" y="723349"/>
                </a:lnTo>
                <a:lnTo>
                  <a:pt x="2554371" y="709842"/>
                </a:lnTo>
                <a:lnTo>
                  <a:pt x="2594286" y="691529"/>
                </a:lnTo>
                <a:lnTo>
                  <a:pt x="2631461" y="668755"/>
                </a:lnTo>
                <a:lnTo>
                  <a:pt x="2665553" y="641864"/>
                </a:lnTo>
                <a:lnTo>
                  <a:pt x="2696216" y="611201"/>
                </a:lnTo>
                <a:lnTo>
                  <a:pt x="2723107" y="577109"/>
                </a:lnTo>
                <a:lnTo>
                  <a:pt x="2745881" y="539934"/>
                </a:lnTo>
                <a:lnTo>
                  <a:pt x="2764194" y="500019"/>
                </a:lnTo>
                <a:lnTo>
                  <a:pt x="2777701" y="457710"/>
                </a:lnTo>
                <a:lnTo>
                  <a:pt x="2786057" y="413350"/>
                </a:lnTo>
                <a:lnTo>
                  <a:pt x="2788920" y="367283"/>
                </a:lnTo>
                <a:lnTo>
                  <a:pt x="2786057" y="321217"/>
                </a:lnTo>
                <a:lnTo>
                  <a:pt x="2777701" y="276857"/>
                </a:lnTo>
                <a:lnTo>
                  <a:pt x="2764194" y="234548"/>
                </a:lnTo>
                <a:lnTo>
                  <a:pt x="2745881" y="194633"/>
                </a:lnTo>
                <a:lnTo>
                  <a:pt x="2723107" y="157458"/>
                </a:lnTo>
                <a:lnTo>
                  <a:pt x="2696216" y="123366"/>
                </a:lnTo>
                <a:lnTo>
                  <a:pt x="2665553" y="92703"/>
                </a:lnTo>
                <a:lnTo>
                  <a:pt x="2631461" y="65812"/>
                </a:lnTo>
                <a:lnTo>
                  <a:pt x="2594286" y="43038"/>
                </a:lnTo>
                <a:lnTo>
                  <a:pt x="2554371" y="24725"/>
                </a:lnTo>
                <a:lnTo>
                  <a:pt x="2512062" y="11218"/>
                </a:lnTo>
                <a:lnTo>
                  <a:pt x="2467702" y="2862"/>
                </a:lnTo>
                <a:lnTo>
                  <a:pt x="24216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55"/>
          <p:cNvSpPr txBox="1"/>
          <p:nvPr/>
        </p:nvSpPr>
        <p:spPr>
          <a:xfrm>
            <a:off x="8364093" y="3495294"/>
            <a:ext cx="10788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Картинки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5" name="Google Shape;1205;p55"/>
          <p:cNvSpPr/>
          <p:nvPr/>
        </p:nvSpPr>
        <p:spPr>
          <a:xfrm>
            <a:off x="7507223" y="4244340"/>
            <a:ext cx="2788920" cy="734695"/>
          </a:xfrm>
          <a:custGeom>
            <a:rect b="b" l="l" r="r" t="t"/>
            <a:pathLst>
              <a:path extrusionOk="0" h="734695" w="2788920">
                <a:moveTo>
                  <a:pt x="2421635" y="0"/>
                </a:moveTo>
                <a:lnTo>
                  <a:pt x="367283" y="0"/>
                </a:lnTo>
                <a:lnTo>
                  <a:pt x="321217" y="2862"/>
                </a:lnTo>
                <a:lnTo>
                  <a:pt x="276857" y="11218"/>
                </a:lnTo>
                <a:lnTo>
                  <a:pt x="234548" y="24725"/>
                </a:lnTo>
                <a:lnTo>
                  <a:pt x="194633" y="43038"/>
                </a:lnTo>
                <a:lnTo>
                  <a:pt x="157458" y="65812"/>
                </a:lnTo>
                <a:lnTo>
                  <a:pt x="123366" y="92703"/>
                </a:lnTo>
                <a:lnTo>
                  <a:pt x="92703" y="123366"/>
                </a:lnTo>
                <a:lnTo>
                  <a:pt x="65812" y="157458"/>
                </a:lnTo>
                <a:lnTo>
                  <a:pt x="43038" y="194633"/>
                </a:lnTo>
                <a:lnTo>
                  <a:pt x="24725" y="234548"/>
                </a:lnTo>
                <a:lnTo>
                  <a:pt x="11218" y="276857"/>
                </a:lnTo>
                <a:lnTo>
                  <a:pt x="2862" y="321217"/>
                </a:lnTo>
                <a:lnTo>
                  <a:pt x="0" y="367284"/>
                </a:lnTo>
                <a:lnTo>
                  <a:pt x="2862" y="413350"/>
                </a:lnTo>
                <a:lnTo>
                  <a:pt x="11218" y="457710"/>
                </a:lnTo>
                <a:lnTo>
                  <a:pt x="24725" y="500019"/>
                </a:lnTo>
                <a:lnTo>
                  <a:pt x="43038" y="539934"/>
                </a:lnTo>
                <a:lnTo>
                  <a:pt x="65812" y="577109"/>
                </a:lnTo>
                <a:lnTo>
                  <a:pt x="92703" y="611201"/>
                </a:lnTo>
                <a:lnTo>
                  <a:pt x="123366" y="641864"/>
                </a:lnTo>
                <a:lnTo>
                  <a:pt x="157458" y="668755"/>
                </a:lnTo>
                <a:lnTo>
                  <a:pt x="194633" y="691529"/>
                </a:lnTo>
                <a:lnTo>
                  <a:pt x="234548" y="709842"/>
                </a:lnTo>
                <a:lnTo>
                  <a:pt x="276857" y="723349"/>
                </a:lnTo>
                <a:lnTo>
                  <a:pt x="321217" y="731705"/>
                </a:lnTo>
                <a:lnTo>
                  <a:pt x="367283" y="734568"/>
                </a:lnTo>
                <a:lnTo>
                  <a:pt x="2421635" y="734568"/>
                </a:lnTo>
                <a:lnTo>
                  <a:pt x="2467702" y="731705"/>
                </a:lnTo>
                <a:lnTo>
                  <a:pt x="2512062" y="723349"/>
                </a:lnTo>
                <a:lnTo>
                  <a:pt x="2554371" y="709842"/>
                </a:lnTo>
                <a:lnTo>
                  <a:pt x="2594286" y="691529"/>
                </a:lnTo>
                <a:lnTo>
                  <a:pt x="2631461" y="668755"/>
                </a:lnTo>
                <a:lnTo>
                  <a:pt x="2665553" y="641864"/>
                </a:lnTo>
                <a:lnTo>
                  <a:pt x="2696216" y="611201"/>
                </a:lnTo>
                <a:lnTo>
                  <a:pt x="2723107" y="577109"/>
                </a:lnTo>
                <a:lnTo>
                  <a:pt x="2745881" y="539934"/>
                </a:lnTo>
                <a:lnTo>
                  <a:pt x="2764194" y="500019"/>
                </a:lnTo>
                <a:lnTo>
                  <a:pt x="2777701" y="457710"/>
                </a:lnTo>
                <a:lnTo>
                  <a:pt x="2786057" y="413350"/>
                </a:lnTo>
                <a:lnTo>
                  <a:pt x="2788920" y="367284"/>
                </a:lnTo>
                <a:lnTo>
                  <a:pt x="2786057" y="321217"/>
                </a:lnTo>
                <a:lnTo>
                  <a:pt x="2777701" y="276857"/>
                </a:lnTo>
                <a:lnTo>
                  <a:pt x="2764194" y="234548"/>
                </a:lnTo>
                <a:lnTo>
                  <a:pt x="2745881" y="194633"/>
                </a:lnTo>
                <a:lnTo>
                  <a:pt x="2723107" y="157458"/>
                </a:lnTo>
                <a:lnTo>
                  <a:pt x="2696216" y="123366"/>
                </a:lnTo>
                <a:lnTo>
                  <a:pt x="2665553" y="92703"/>
                </a:lnTo>
                <a:lnTo>
                  <a:pt x="2631461" y="65812"/>
                </a:lnTo>
                <a:lnTo>
                  <a:pt x="2594286" y="43038"/>
                </a:lnTo>
                <a:lnTo>
                  <a:pt x="2554371" y="24725"/>
                </a:lnTo>
                <a:lnTo>
                  <a:pt x="2512062" y="11218"/>
                </a:lnTo>
                <a:lnTo>
                  <a:pt x="2467702" y="2862"/>
                </a:lnTo>
                <a:lnTo>
                  <a:pt x="24216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55"/>
          <p:cNvSpPr txBox="1"/>
          <p:nvPr/>
        </p:nvSpPr>
        <p:spPr>
          <a:xfrm>
            <a:off x="8638413" y="4453204"/>
            <a:ext cx="52895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Звук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7" name="Google Shape;1207;p55"/>
          <p:cNvSpPr/>
          <p:nvPr/>
        </p:nvSpPr>
        <p:spPr>
          <a:xfrm>
            <a:off x="7507223" y="5202935"/>
            <a:ext cx="2788920" cy="734695"/>
          </a:xfrm>
          <a:custGeom>
            <a:rect b="b" l="l" r="r" t="t"/>
            <a:pathLst>
              <a:path extrusionOk="0" h="734695" w="2788920">
                <a:moveTo>
                  <a:pt x="2421635" y="0"/>
                </a:moveTo>
                <a:lnTo>
                  <a:pt x="367283" y="0"/>
                </a:lnTo>
                <a:lnTo>
                  <a:pt x="321217" y="2862"/>
                </a:lnTo>
                <a:lnTo>
                  <a:pt x="276857" y="11218"/>
                </a:lnTo>
                <a:lnTo>
                  <a:pt x="234548" y="24725"/>
                </a:lnTo>
                <a:lnTo>
                  <a:pt x="194633" y="43038"/>
                </a:lnTo>
                <a:lnTo>
                  <a:pt x="157458" y="65812"/>
                </a:lnTo>
                <a:lnTo>
                  <a:pt x="123366" y="92703"/>
                </a:lnTo>
                <a:lnTo>
                  <a:pt x="92703" y="123366"/>
                </a:lnTo>
                <a:lnTo>
                  <a:pt x="65812" y="157458"/>
                </a:lnTo>
                <a:lnTo>
                  <a:pt x="43038" y="194633"/>
                </a:lnTo>
                <a:lnTo>
                  <a:pt x="24725" y="234548"/>
                </a:lnTo>
                <a:lnTo>
                  <a:pt x="11218" y="276857"/>
                </a:lnTo>
                <a:lnTo>
                  <a:pt x="2862" y="321217"/>
                </a:lnTo>
                <a:lnTo>
                  <a:pt x="0" y="367283"/>
                </a:lnTo>
                <a:lnTo>
                  <a:pt x="2862" y="413355"/>
                </a:lnTo>
                <a:lnTo>
                  <a:pt x="11218" y="457718"/>
                </a:lnTo>
                <a:lnTo>
                  <a:pt x="24725" y="500030"/>
                </a:lnTo>
                <a:lnTo>
                  <a:pt x="43038" y="539945"/>
                </a:lnTo>
                <a:lnTo>
                  <a:pt x="65812" y="577120"/>
                </a:lnTo>
                <a:lnTo>
                  <a:pt x="92703" y="611211"/>
                </a:lnTo>
                <a:lnTo>
                  <a:pt x="123366" y="641873"/>
                </a:lnTo>
                <a:lnTo>
                  <a:pt x="157458" y="668762"/>
                </a:lnTo>
                <a:lnTo>
                  <a:pt x="194633" y="691534"/>
                </a:lnTo>
                <a:lnTo>
                  <a:pt x="234548" y="709845"/>
                </a:lnTo>
                <a:lnTo>
                  <a:pt x="276857" y="723350"/>
                </a:lnTo>
                <a:lnTo>
                  <a:pt x="321217" y="731706"/>
                </a:lnTo>
                <a:lnTo>
                  <a:pt x="367283" y="734567"/>
                </a:lnTo>
                <a:lnTo>
                  <a:pt x="2421635" y="734567"/>
                </a:lnTo>
                <a:lnTo>
                  <a:pt x="2467702" y="731706"/>
                </a:lnTo>
                <a:lnTo>
                  <a:pt x="2512062" y="723350"/>
                </a:lnTo>
                <a:lnTo>
                  <a:pt x="2554371" y="709845"/>
                </a:lnTo>
                <a:lnTo>
                  <a:pt x="2594286" y="691534"/>
                </a:lnTo>
                <a:lnTo>
                  <a:pt x="2631461" y="668762"/>
                </a:lnTo>
                <a:lnTo>
                  <a:pt x="2665553" y="641873"/>
                </a:lnTo>
                <a:lnTo>
                  <a:pt x="2696216" y="611211"/>
                </a:lnTo>
                <a:lnTo>
                  <a:pt x="2723107" y="577120"/>
                </a:lnTo>
                <a:lnTo>
                  <a:pt x="2745881" y="539945"/>
                </a:lnTo>
                <a:lnTo>
                  <a:pt x="2764194" y="500030"/>
                </a:lnTo>
                <a:lnTo>
                  <a:pt x="2777701" y="457718"/>
                </a:lnTo>
                <a:lnTo>
                  <a:pt x="2786057" y="413355"/>
                </a:lnTo>
                <a:lnTo>
                  <a:pt x="2788920" y="367283"/>
                </a:lnTo>
                <a:lnTo>
                  <a:pt x="2786057" y="321217"/>
                </a:lnTo>
                <a:lnTo>
                  <a:pt x="2777701" y="276857"/>
                </a:lnTo>
                <a:lnTo>
                  <a:pt x="2764194" y="234548"/>
                </a:lnTo>
                <a:lnTo>
                  <a:pt x="2745881" y="194633"/>
                </a:lnTo>
                <a:lnTo>
                  <a:pt x="2723107" y="157458"/>
                </a:lnTo>
                <a:lnTo>
                  <a:pt x="2696216" y="123366"/>
                </a:lnTo>
                <a:lnTo>
                  <a:pt x="2665553" y="92703"/>
                </a:lnTo>
                <a:lnTo>
                  <a:pt x="2631461" y="65812"/>
                </a:lnTo>
                <a:lnTo>
                  <a:pt x="2594286" y="43038"/>
                </a:lnTo>
                <a:lnTo>
                  <a:pt x="2554371" y="24725"/>
                </a:lnTo>
                <a:lnTo>
                  <a:pt x="2512062" y="11218"/>
                </a:lnTo>
                <a:lnTo>
                  <a:pt x="2467702" y="2862"/>
                </a:lnTo>
                <a:lnTo>
                  <a:pt x="24216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55"/>
          <p:cNvSpPr txBox="1"/>
          <p:nvPr/>
        </p:nvSpPr>
        <p:spPr>
          <a:xfrm>
            <a:off x="8536305" y="5412130"/>
            <a:ext cx="7346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Графы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3" name="Google Shape;1213;p56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1214" name="Google Shape;1214;p56"/>
            <p:cNvSpPr/>
            <p:nvPr/>
          </p:nvSpPr>
          <p:spPr>
            <a:xfrm>
              <a:off x="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0" y="6858000"/>
                  </a:moveTo>
                  <a:lnTo>
                    <a:pt x="6096000" y="68580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15" name="Google Shape;1215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56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17" name="Google Shape;1217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8" name="Google Shape;1218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9" name="Google Shape;1219;p5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56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1" name="Google Shape;1221;p5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5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2" name="Google Shape;1222;p5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56"/>
            <p:cNvSpPr/>
            <p:nvPr/>
          </p:nvSpPr>
          <p:spPr>
            <a:xfrm>
              <a:off x="665196" y="5714027"/>
              <a:ext cx="485140" cy="481965"/>
            </a:xfrm>
            <a:custGeom>
              <a:rect b="b" l="l" r="r" t="t"/>
              <a:pathLst>
                <a:path extrusionOk="0" h="481964" w="485140">
                  <a:moveTo>
                    <a:pt x="252123" y="0"/>
                  </a:moveTo>
                  <a:lnTo>
                    <a:pt x="232688" y="0"/>
                  </a:lnTo>
                  <a:lnTo>
                    <a:pt x="160006" y="529"/>
                  </a:lnTo>
                  <a:lnTo>
                    <a:pt x="104735" y="4232"/>
                  </a:lnTo>
                  <a:lnTo>
                    <a:pt x="63673" y="14285"/>
                  </a:lnTo>
                  <a:lnTo>
                    <a:pt x="13875" y="63639"/>
                  </a:lnTo>
                  <a:lnTo>
                    <a:pt x="3735" y="104326"/>
                  </a:lnTo>
                  <a:lnTo>
                    <a:pt x="0" y="159095"/>
                  </a:lnTo>
                  <a:lnTo>
                    <a:pt x="0" y="322399"/>
                  </a:lnTo>
                  <a:lnTo>
                    <a:pt x="3735" y="377169"/>
                  </a:lnTo>
                  <a:lnTo>
                    <a:pt x="13875" y="417857"/>
                  </a:lnTo>
                  <a:lnTo>
                    <a:pt x="63674" y="467202"/>
                  </a:lnTo>
                  <a:lnTo>
                    <a:pt x="104735" y="477250"/>
                  </a:lnTo>
                  <a:lnTo>
                    <a:pt x="160006" y="480951"/>
                  </a:lnTo>
                  <a:lnTo>
                    <a:pt x="232688" y="481480"/>
                  </a:lnTo>
                  <a:lnTo>
                    <a:pt x="252123" y="481480"/>
                  </a:lnTo>
                  <a:lnTo>
                    <a:pt x="324807" y="480951"/>
                  </a:lnTo>
                  <a:lnTo>
                    <a:pt x="380078" y="477250"/>
                  </a:lnTo>
                  <a:lnTo>
                    <a:pt x="421140" y="467202"/>
                  </a:lnTo>
                  <a:lnTo>
                    <a:pt x="470951" y="417857"/>
                  </a:lnTo>
                  <a:lnTo>
                    <a:pt x="481096" y="377169"/>
                  </a:lnTo>
                  <a:lnTo>
                    <a:pt x="483164" y="346873"/>
                  </a:lnTo>
                  <a:lnTo>
                    <a:pt x="257996" y="346873"/>
                  </a:lnTo>
                  <a:lnTo>
                    <a:pt x="213485" y="342340"/>
                  </a:lnTo>
                  <a:lnTo>
                    <a:pt x="175027" y="329038"/>
                  </a:lnTo>
                  <a:lnTo>
                    <a:pt x="142848" y="307409"/>
                  </a:lnTo>
                  <a:lnTo>
                    <a:pt x="117176" y="277894"/>
                  </a:lnTo>
                  <a:lnTo>
                    <a:pt x="98235" y="240936"/>
                  </a:lnTo>
                  <a:lnTo>
                    <a:pt x="86253" y="196978"/>
                  </a:lnTo>
                  <a:lnTo>
                    <a:pt x="81457" y="146461"/>
                  </a:lnTo>
                  <a:lnTo>
                    <a:pt x="483972" y="146461"/>
                  </a:lnTo>
                  <a:lnTo>
                    <a:pt x="481096" y="104326"/>
                  </a:lnTo>
                  <a:lnTo>
                    <a:pt x="470951" y="63639"/>
                  </a:lnTo>
                  <a:lnTo>
                    <a:pt x="421140" y="14285"/>
                  </a:lnTo>
                  <a:lnTo>
                    <a:pt x="380078" y="4232"/>
                  </a:lnTo>
                  <a:lnTo>
                    <a:pt x="324807" y="529"/>
                  </a:lnTo>
                  <a:lnTo>
                    <a:pt x="252123" y="0"/>
                  </a:lnTo>
                  <a:close/>
                </a:path>
                <a:path extrusionOk="0" h="481964" w="485140">
                  <a:moveTo>
                    <a:pt x="264272" y="275252"/>
                  </a:moveTo>
                  <a:lnTo>
                    <a:pt x="264272" y="346873"/>
                  </a:lnTo>
                  <a:lnTo>
                    <a:pt x="348085" y="346873"/>
                  </a:lnTo>
                  <a:lnTo>
                    <a:pt x="335501" y="320166"/>
                  </a:lnTo>
                  <a:lnTo>
                    <a:pt x="316807" y="298273"/>
                  </a:lnTo>
                  <a:lnTo>
                    <a:pt x="292799" y="282775"/>
                  </a:lnTo>
                  <a:lnTo>
                    <a:pt x="264272" y="275252"/>
                  </a:lnTo>
                  <a:close/>
                </a:path>
                <a:path extrusionOk="0" h="481964" w="485140">
                  <a:moveTo>
                    <a:pt x="483972" y="146461"/>
                  </a:moveTo>
                  <a:lnTo>
                    <a:pt x="393432" y="146461"/>
                  </a:lnTo>
                  <a:lnTo>
                    <a:pt x="382301" y="180633"/>
                  </a:lnTo>
                  <a:lnTo>
                    <a:pt x="364356" y="209201"/>
                  </a:lnTo>
                  <a:lnTo>
                    <a:pt x="343185" y="231375"/>
                  </a:lnTo>
                  <a:lnTo>
                    <a:pt x="322374" y="246363"/>
                  </a:lnTo>
                  <a:lnTo>
                    <a:pt x="344087" y="259134"/>
                  </a:lnTo>
                  <a:lnTo>
                    <a:pt x="367774" y="279767"/>
                  </a:lnTo>
                  <a:lnTo>
                    <a:pt x="389563" y="308825"/>
                  </a:lnTo>
                  <a:lnTo>
                    <a:pt x="405582" y="346873"/>
                  </a:lnTo>
                  <a:lnTo>
                    <a:pt x="483164" y="346873"/>
                  </a:lnTo>
                  <a:lnTo>
                    <a:pt x="484834" y="322399"/>
                  </a:lnTo>
                  <a:lnTo>
                    <a:pt x="484834" y="159095"/>
                  </a:lnTo>
                  <a:lnTo>
                    <a:pt x="483972" y="146461"/>
                  </a:lnTo>
                  <a:close/>
                </a:path>
                <a:path extrusionOk="0" h="481964" w="485140">
                  <a:moveTo>
                    <a:pt x="212039" y="146461"/>
                  </a:moveTo>
                  <a:lnTo>
                    <a:pt x="136932" y="146461"/>
                  </a:lnTo>
                  <a:lnTo>
                    <a:pt x="144880" y="205785"/>
                  </a:lnTo>
                  <a:lnTo>
                    <a:pt x="163021" y="247318"/>
                  </a:lnTo>
                  <a:lnTo>
                    <a:pt x="186894" y="273128"/>
                  </a:lnTo>
                  <a:lnTo>
                    <a:pt x="212039" y="285283"/>
                  </a:lnTo>
                  <a:lnTo>
                    <a:pt x="212039" y="146461"/>
                  </a:lnTo>
                  <a:close/>
                </a:path>
                <a:path extrusionOk="0" h="481964" w="485140">
                  <a:moveTo>
                    <a:pt x="341199" y="146461"/>
                  </a:moveTo>
                  <a:lnTo>
                    <a:pt x="264272" y="146461"/>
                  </a:lnTo>
                  <a:lnTo>
                    <a:pt x="264272" y="225701"/>
                  </a:lnTo>
                  <a:lnTo>
                    <a:pt x="288192" y="217468"/>
                  </a:lnTo>
                  <a:lnTo>
                    <a:pt x="310479" y="199698"/>
                  </a:lnTo>
                  <a:lnTo>
                    <a:pt x="328894" y="175120"/>
                  </a:lnTo>
                  <a:lnTo>
                    <a:pt x="341199" y="146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4" name="Google Shape;1224;p5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8977" y="536448"/>
              <a:ext cx="3537712" cy="76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5" name="Google Shape;1225;p56"/>
          <p:cNvSpPr txBox="1"/>
          <p:nvPr/>
        </p:nvSpPr>
        <p:spPr>
          <a:xfrm>
            <a:off x="0" y="1773935"/>
            <a:ext cx="6096000" cy="3596640"/>
          </a:xfrm>
          <a:prstGeom prst="rect">
            <a:avLst/>
          </a:pr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10229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Количество объектов в некотором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4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радиусе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1022985" marR="0" rtl="0" algn="l">
              <a:lnSpc>
                <a:spcPct val="100000"/>
              </a:lnSpc>
              <a:spcBef>
                <a:spcPts val="184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Расстояние до важных оъектов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1022985" marR="0" rtl="0" algn="l">
              <a:lnSpc>
                <a:spcPct val="100000"/>
              </a:lnSpc>
              <a:spcBef>
                <a:spcPts val="183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находится по заданной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4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координате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1022350" marR="1651635" rtl="0" algn="l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Признаки маршрута между 	несколькими точками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26" name="Google Shape;1226;p56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27" name="Google Shape;1227;p5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96000" y="0"/>
              <a:ext cx="6096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8" name="Google Shape;1228;p56"/>
            <p:cNvSpPr/>
            <p:nvPr/>
          </p:nvSpPr>
          <p:spPr>
            <a:xfrm>
              <a:off x="609600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9" name="Google Shape;1229;p5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099047" y="976883"/>
              <a:ext cx="6088379" cy="4913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4" name="Google Shape;1234;p57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1235" name="Google Shape;1235;p57"/>
            <p:cNvSpPr/>
            <p:nvPr/>
          </p:nvSpPr>
          <p:spPr>
            <a:xfrm>
              <a:off x="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0" y="6858000"/>
                  </a:moveTo>
                  <a:lnTo>
                    <a:pt x="6096000" y="68580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36" name="Google Shape;1236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57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38" name="Google Shape;1238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9" name="Google Shape;1239;p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0" name="Google Shape;1240;p5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57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42" name="Google Shape;1242;p5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5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3" name="Google Shape;1243;p5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57"/>
            <p:cNvSpPr/>
            <p:nvPr/>
          </p:nvSpPr>
          <p:spPr>
            <a:xfrm>
              <a:off x="665196" y="5714027"/>
              <a:ext cx="485140" cy="481965"/>
            </a:xfrm>
            <a:custGeom>
              <a:rect b="b" l="l" r="r" t="t"/>
              <a:pathLst>
                <a:path extrusionOk="0" h="481964" w="485140">
                  <a:moveTo>
                    <a:pt x="252123" y="0"/>
                  </a:moveTo>
                  <a:lnTo>
                    <a:pt x="232688" y="0"/>
                  </a:lnTo>
                  <a:lnTo>
                    <a:pt x="160006" y="529"/>
                  </a:lnTo>
                  <a:lnTo>
                    <a:pt x="104735" y="4232"/>
                  </a:lnTo>
                  <a:lnTo>
                    <a:pt x="63673" y="14285"/>
                  </a:lnTo>
                  <a:lnTo>
                    <a:pt x="13875" y="63639"/>
                  </a:lnTo>
                  <a:lnTo>
                    <a:pt x="3735" y="104326"/>
                  </a:lnTo>
                  <a:lnTo>
                    <a:pt x="0" y="159095"/>
                  </a:lnTo>
                  <a:lnTo>
                    <a:pt x="0" y="322399"/>
                  </a:lnTo>
                  <a:lnTo>
                    <a:pt x="3735" y="377169"/>
                  </a:lnTo>
                  <a:lnTo>
                    <a:pt x="13875" y="417857"/>
                  </a:lnTo>
                  <a:lnTo>
                    <a:pt x="63674" y="467202"/>
                  </a:lnTo>
                  <a:lnTo>
                    <a:pt x="104735" y="477250"/>
                  </a:lnTo>
                  <a:lnTo>
                    <a:pt x="160006" y="480951"/>
                  </a:lnTo>
                  <a:lnTo>
                    <a:pt x="232688" y="481480"/>
                  </a:lnTo>
                  <a:lnTo>
                    <a:pt x="252123" y="481480"/>
                  </a:lnTo>
                  <a:lnTo>
                    <a:pt x="324807" y="480951"/>
                  </a:lnTo>
                  <a:lnTo>
                    <a:pt x="380078" y="477250"/>
                  </a:lnTo>
                  <a:lnTo>
                    <a:pt x="421140" y="467202"/>
                  </a:lnTo>
                  <a:lnTo>
                    <a:pt x="470951" y="417857"/>
                  </a:lnTo>
                  <a:lnTo>
                    <a:pt x="481096" y="377169"/>
                  </a:lnTo>
                  <a:lnTo>
                    <a:pt x="483164" y="346873"/>
                  </a:lnTo>
                  <a:lnTo>
                    <a:pt x="257996" y="346873"/>
                  </a:lnTo>
                  <a:lnTo>
                    <a:pt x="213485" y="342340"/>
                  </a:lnTo>
                  <a:lnTo>
                    <a:pt x="175027" y="329038"/>
                  </a:lnTo>
                  <a:lnTo>
                    <a:pt x="142848" y="307409"/>
                  </a:lnTo>
                  <a:lnTo>
                    <a:pt x="117176" y="277894"/>
                  </a:lnTo>
                  <a:lnTo>
                    <a:pt x="98235" y="240936"/>
                  </a:lnTo>
                  <a:lnTo>
                    <a:pt x="86253" y="196978"/>
                  </a:lnTo>
                  <a:lnTo>
                    <a:pt x="81457" y="146461"/>
                  </a:lnTo>
                  <a:lnTo>
                    <a:pt x="483972" y="146461"/>
                  </a:lnTo>
                  <a:lnTo>
                    <a:pt x="481096" y="104326"/>
                  </a:lnTo>
                  <a:lnTo>
                    <a:pt x="470951" y="63639"/>
                  </a:lnTo>
                  <a:lnTo>
                    <a:pt x="421140" y="14285"/>
                  </a:lnTo>
                  <a:lnTo>
                    <a:pt x="380078" y="4232"/>
                  </a:lnTo>
                  <a:lnTo>
                    <a:pt x="324807" y="529"/>
                  </a:lnTo>
                  <a:lnTo>
                    <a:pt x="252123" y="0"/>
                  </a:lnTo>
                  <a:close/>
                </a:path>
                <a:path extrusionOk="0" h="481964" w="485140">
                  <a:moveTo>
                    <a:pt x="264272" y="275252"/>
                  </a:moveTo>
                  <a:lnTo>
                    <a:pt x="264272" y="346873"/>
                  </a:lnTo>
                  <a:lnTo>
                    <a:pt x="348085" y="346873"/>
                  </a:lnTo>
                  <a:lnTo>
                    <a:pt x="335501" y="320166"/>
                  </a:lnTo>
                  <a:lnTo>
                    <a:pt x="316807" y="298273"/>
                  </a:lnTo>
                  <a:lnTo>
                    <a:pt x="292799" y="282775"/>
                  </a:lnTo>
                  <a:lnTo>
                    <a:pt x="264272" y="275252"/>
                  </a:lnTo>
                  <a:close/>
                </a:path>
                <a:path extrusionOk="0" h="481964" w="485140">
                  <a:moveTo>
                    <a:pt x="483972" y="146461"/>
                  </a:moveTo>
                  <a:lnTo>
                    <a:pt x="393432" y="146461"/>
                  </a:lnTo>
                  <a:lnTo>
                    <a:pt x="382301" y="180633"/>
                  </a:lnTo>
                  <a:lnTo>
                    <a:pt x="364356" y="209201"/>
                  </a:lnTo>
                  <a:lnTo>
                    <a:pt x="343185" y="231375"/>
                  </a:lnTo>
                  <a:lnTo>
                    <a:pt x="322374" y="246363"/>
                  </a:lnTo>
                  <a:lnTo>
                    <a:pt x="344087" y="259134"/>
                  </a:lnTo>
                  <a:lnTo>
                    <a:pt x="367774" y="279767"/>
                  </a:lnTo>
                  <a:lnTo>
                    <a:pt x="389563" y="308825"/>
                  </a:lnTo>
                  <a:lnTo>
                    <a:pt x="405582" y="346873"/>
                  </a:lnTo>
                  <a:lnTo>
                    <a:pt x="483164" y="346873"/>
                  </a:lnTo>
                  <a:lnTo>
                    <a:pt x="484834" y="322399"/>
                  </a:lnTo>
                  <a:lnTo>
                    <a:pt x="484834" y="159095"/>
                  </a:lnTo>
                  <a:lnTo>
                    <a:pt x="483972" y="146461"/>
                  </a:lnTo>
                  <a:close/>
                </a:path>
                <a:path extrusionOk="0" h="481964" w="485140">
                  <a:moveTo>
                    <a:pt x="212039" y="146461"/>
                  </a:moveTo>
                  <a:lnTo>
                    <a:pt x="136932" y="146461"/>
                  </a:lnTo>
                  <a:lnTo>
                    <a:pt x="144880" y="205785"/>
                  </a:lnTo>
                  <a:lnTo>
                    <a:pt x="163021" y="247318"/>
                  </a:lnTo>
                  <a:lnTo>
                    <a:pt x="186894" y="273128"/>
                  </a:lnTo>
                  <a:lnTo>
                    <a:pt x="212039" y="285283"/>
                  </a:lnTo>
                  <a:lnTo>
                    <a:pt x="212039" y="146461"/>
                  </a:lnTo>
                  <a:close/>
                </a:path>
                <a:path extrusionOk="0" h="481964" w="485140">
                  <a:moveTo>
                    <a:pt x="341199" y="146461"/>
                  </a:moveTo>
                  <a:lnTo>
                    <a:pt x="264272" y="146461"/>
                  </a:lnTo>
                  <a:lnTo>
                    <a:pt x="264272" y="225701"/>
                  </a:lnTo>
                  <a:lnTo>
                    <a:pt x="288192" y="217468"/>
                  </a:lnTo>
                  <a:lnTo>
                    <a:pt x="310479" y="199698"/>
                  </a:lnTo>
                  <a:lnTo>
                    <a:pt x="328894" y="175120"/>
                  </a:lnTo>
                  <a:lnTo>
                    <a:pt x="341199" y="146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45" name="Google Shape;1245;p5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8977" y="536448"/>
              <a:ext cx="4218940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6" name="Google Shape;1246;p5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96000" y="-1"/>
              <a:ext cx="6096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7" name="Google Shape;1247;p57"/>
          <p:cNvSpPr txBox="1"/>
          <p:nvPr/>
        </p:nvSpPr>
        <p:spPr>
          <a:xfrm>
            <a:off x="0" y="2321051"/>
            <a:ext cx="6096000" cy="2216150"/>
          </a:xfrm>
          <a:prstGeom prst="rect">
            <a:avLst/>
          </a:pr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258425">
            <a:spAutoFit/>
          </a:bodyPr>
          <a:lstStyle/>
          <a:p>
            <a:pPr indent="-254000" lvl="0" marL="980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Абсолютное время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980440" marR="0" rtl="0" algn="l">
              <a:lnSpc>
                <a:spcPct val="100000"/>
              </a:lnSpc>
              <a:spcBef>
                <a:spcPts val="183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Периодичность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980440" marR="0" rtl="0" algn="l">
              <a:lnSpc>
                <a:spcPct val="100000"/>
              </a:lnSpc>
              <a:spcBef>
                <a:spcPts val="184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Временной интервал до особого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823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события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48" name="Google Shape;1248;p57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sp>
          <p:nvSpPr>
            <p:cNvPr id="1249" name="Google Shape;1249;p57"/>
            <p:cNvSpPr/>
            <p:nvPr/>
          </p:nvSpPr>
          <p:spPr>
            <a:xfrm>
              <a:off x="609600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>
                <a:alpha val="7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50" name="Google Shape;1250;p5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096000" y="1423416"/>
              <a:ext cx="6096000" cy="401116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5" name="Google Shape;1255;p58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1256" name="Google Shape;1256;p58"/>
            <p:cNvSpPr/>
            <p:nvPr/>
          </p:nvSpPr>
          <p:spPr>
            <a:xfrm>
              <a:off x="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0" y="6858000"/>
                  </a:moveTo>
                  <a:lnTo>
                    <a:pt x="6096000" y="68580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57" name="Google Shape;1257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58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59" name="Google Shape;1259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0" name="Google Shape;1260;p5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1" name="Google Shape;1261;p5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58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3" name="Google Shape;1263;p5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5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4" name="Google Shape;1264;p5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58"/>
            <p:cNvSpPr/>
            <p:nvPr/>
          </p:nvSpPr>
          <p:spPr>
            <a:xfrm>
              <a:off x="665196" y="5714027"/>
              <a:ext cx="485140" cy="481965"/>
            </a:xfrm>
            <a:custGeom>
              <a:rect b="b" l="l" r="r" t="t"/>
              <a:pathLst>
                <a:path extrusionOk="0" h="481964" w="485140">
                  <a:moveTo>
                    <a:pt x="252123" y="0"/>
                  </a:moveTo>
                  <a:lnTo>
                    <a:pt x="232688" y="0"/>
                  </a:lnTo>
                  <a:lnTo>
                    <a:pt x="160006" y="529"/>
                  </a:lnTo>
                  <a:lnTo>
                    <a:pt x="104735" y="4232"/>
                  </a:lnTo>
                  <a:lnTo>
                    <a:pt x="63673" y="14285"/>
                  </a:lnTo>
                  <a:lnTo>
                    <a:pt x="13875" y="63639"/>
                  </a:lnTo>
                  <a:lnTo>
                    <a:pt x="3735" y="104326"/>
                  </a:lnTo>
                  <a:lnTo>
                    <a:pt x="0" y="159095"/>
                  </a:lnTo>
                  <a:lnTo>
                    <a:pt x="0" y="322399"/>
                  </a:lnTo>
                  <a:lnTo>
                    <a:pt x="3735" y="377169"/>
                  </a:lnTo>
                  <a:lnTo>
                    <a:pt x="13875" y="417857"/>
                  </a:lnTo>
                  <a:lnTo>
                    <a:pt x="63674" y="467202"/>
                  </a:lnTo>
                  <a:lnTo>
                    <a:pt x="104735" y="477250"/>
                  </a:lnTo>
                  <a:lnTo>
                    <a:pt x="160006" y="480951"/>
                  </a:lnTo>
                  <a:lnTo>
                    <a:pt x="232688" y="481480"/>
                  </a:lnTo>
                  <a:lnTo>
                    <a:pt x="252123" y="481480"/>
                  </a:lnTo>
                  <a:lnTo>
                    <a:pt x="324807" y="480951"/>
                  </a:lnTo>
                  <a:lnTo>
                    <a:pt x="380078" y="477250"/>
                  </a:lnTo>
                  <a:lnTo>
                    <a:pt x="421140" y="467202"/>
                  </a:lnTo>
                  <a:lnTo>
                    <a:pt x="470951" y="417857"/>
                  </a:lnTo>
                  <a:lnTo>
                    <a:pt x="481096" y="377169"/>
                  </a:lnTo>
                  <a:lnTo>
                    <a:pt x="483164" y="346873"/>
                  </a:lnTo>
                  <a:lnTo>
                    <a:pt x="257996" y="346873"/>
                  </a:lnTo>
                  <a:lnTo>
                    <a:pt x="213485" y="342340"/>
                  </a:lnTo>
                  <a:lnTo>
                    <a:pt x="175027" y="329038"/>
                  </a:lnTo>
                  <a:lnTo>
                    <a:pt x="142848" y="307409"/>
                  </a:lnTo>
                  <a:lnTo>
                    <a:pt x="117176" y="277894"/>
                  </a:lnTo>
                  <a:lnTo>
                    <a:pt x="98235" y="240936"/>
                  </a:lnTo>
                  <a:lnTo>
                    <a:pt x="86253" y="196978"/>
                  </a:lnTo>
                  <a:lnTo>
                    <a:pt x="81457" y="146461"/>
                  </a:lnTo>
                  <a:lnTo>
                    <a:pt x="483972" y="146461"/>
                  </a:lnTo>
                  <a:lnTo>
                    <a:pt x="481096" y="104326"/>
                  </a:lnTo>
                  <a:lnTo>
                    <a:pt x="470951" y="63639"/>
                  </a:lnTo>
                  <a:lnTo>
                    <a:pt x="421140" y="14285"/>
                  </a:lnTo>
                  <a:lnTo>
                    <a:pt x="380078" y="4232"/>
                  </a:lnTo>
                  <a:lnTo>
                    <a:pt x="324807" y="529"/>
                  </a:lnTo>
                  <a:lnTo>
                    <a:pt x="252123" y="0"/>
                  </a:lnTo>
                  <a:close/>
                </a:path>
                <a:path extrusionOk="0" h="481964" w="485140">
                  <a:moveTo>
                    <a:pt x="264272" y="275252"/>
                  </a:moveTo>
                  <a:lnTo>
                    <a:pt x="264272" y="346873"/>
                  </a:lnTo>
                  <a:lnTo>
                    <a:pt x="348085" y="346873"/>
                  </a:lnTo>
                  <a:lnTo>
                    <a:pt x="335501" y="320166"/>
                  </a:lnTo>
                  <a:lnTo>
                    <a:pt x="316807" y="298273"/>
                  </a:lnTo>
                  <a:lnTo>
                    <a:pt x="292799" y="282775"/>
                  </a:lnTo>
                  <a:lnTo>
                    <a:pt x="264272" y="275252"/>
                  </a:lnTo>
                  <a:close/>
                </a:path>
                <a:path extrusionOk="0" h="481964" w="485140">
                  <a:moveTo>
                    <a:pt x="483972" y="146461"/>
                  </a:moveTo>
                  <a:lnTo>
                    <a:pt x="393432" y="146461"/>
                  </a:lnTo>
                  <a:lnTo>
                    <a:pt x="382301" y="180633"/>
                  </a:lnTo>
                  <a:lnTo>
                    <a:pt x="364356" y="209201"/>
                  </a:lnTo>
                  <a:lnTo>
                    <a:pt x="343185" y="231375"/>
                  </a:lnTo>
                  <a:lnTo>
                    <a:pt x="322374" y="246363"/>
                  </a:lnTo>
                  <a:lnTo>
                    <a:pt x="344087" y="259134"/>
                  </a:lnTo>
                  <a:lnTo>
                    <a:pt x="367774" y="279767"/>
                  </a:lnTo>
                  <a:lnTo>
                    <a:pt x="389563" y="308825"/>
                  </a:lnTo>
                  <a:lnTo>
                    <a:pt x="405582" y="346873"/>
                  </a:lnTo>
                  <a:lnTo>
                    <a:pt x="483164" y="346873"/>
                  </a:lnTo>
                  <a:lnTo>
                    <a:pt x="484834" y="322399"/>
                  </a:lnTo>
                  <a:lnTo>
                    <a:pt x="484834" y="159095"/>
                  </a:lnTo>
                  <a:lnTo>
                    <a:pt x="483972" y="146461"/>
                  </a:lnTo>
                  <a:close/>
                </a:path>
                <a:path extrusionOk="0" h="481964" w="485140">
                  <a:moveTo>
                    <a:pt x="212039" y="146461"/>
                  </a:moveTo>
                  <a:lnTo>
                    <a:pt x="136932" y="146461"/>
                  </a:lnTo>
                  <a:lnTo>
                    <a:pt x="144880" y="205785"/>
                  </a:lnTo>
                  <a:lnTo>
                    <a:pt x="163021" y="247318"/>
                  </a:lnTo>
                  <a:lnTo>
                    <a:pt x="186894" y="273128"/>
                  </a:lnTo>
                  <a:lnTo>
                    <a:pt x="212039" y="285283"/>
                  </a:lnTo>
                  <a:lnTo>
                    <a:pt x="212039" y="146461"/>
                  </a:lnTo>
                  <a:close/>
                </a:path>
                <a:path extrusionOk="0" h="481964" w="485140">
                  <a:moveTo>
                    <a:pt x="341199" y="146461"/>
                  </a:moveTo>
                  <a:lnTo>
                    <a:pt x="264272" y="146461"/>
                  </a:lnTo>
                  <a:lnTo>
                    <a:pt x="264272" y="225701"/>
                  </a:lnTo>
                  <a:lnTo>
                    <a:pt x="288192" y="217468"/>
                  </a:lnTo>
                  <a:lnTo>
                    <a:pt x="310479" y="199698"/>
                  </a:lnTo>
                  <a:lnTo>
                    <a:pt x="328894" y="175120"/>
                  </a:lnTo>
                  <a:lnTo>
                    <a:pt x="341199" y="146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6" name="Google Shape;1266;p5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8977" y="536448"/>
              <a:ext cx="5467477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7" name="Google Shape;1267;p5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96000" y="-1"/>
              <a:ext cx="6096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8" name="Google Shape;1268;p58"/>
          <p:cNvSpPr txBox="1"/>
          <p:nvPr/>
        </p:nvSpPr>
        <p:spPr>
          <a:xfrm>
            <a:off x="0" y="2061972"/>
            <a:ext cx="6096000" cy="2734310"/>
          </a:xfrm>
          <a:prstGeom prst="rect">
            <a:avLst/>
          </a:pr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220325">
            <a:spAutoFit/>
          </a:bodyPr>
          <a:lstStyle/>
          <a:p>
            <a:pPr indent="-254000" lvl="0" marL="914400" marR="20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Среднее значение/медиану/дисперсию 	за период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915035" marR="0" rtl="0" algn="l">
              <a:lnSpc>
                <a:spcPct val="100000"/>
              </a:lnSpc>
              <a:spcBef>
                <a:spcPts val="183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Тренд за период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915035" marR="0" rtl="0" algn="l">
              <a:lnSpc>
                <a:spcPct val="100000"/>
              </a:lnSpc>
              <a:spcBef>
                <a:spcPts val="1839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Количество пиков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915035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Коэффициенты асимметрии и эксцесса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69" name="Google Shape;1269;p58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sp>
          <p:nvSpPr>
            <p:cNvPr id="1270" name="Google Shape;1270;p58"/>
            <p:cNvSpPr/>
            <p:nvPr/>
          </p:nvSpPr>
          <p:spPr>
            <a:xfrm>
              <a:off x="609600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>
                <a:alpha val="7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1" name="Google Shape;1271;p5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114288" y="452627"/>
              <a:ext cx="6077712" cy="60502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7" name="Google Shape;127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845" y="520573"/>
            <a:ext cx="7141336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8" name="Google Shape;1278;p59"/>
          <p:cNvGrpSpPr/>
          <p:nvPr/>
        </p:nvGrpSpPr>
        <p:grpSpPr>
          <a:xfrm>
            <a:off x="2054351" y="1388363"/>
            <a:ext cx="8083550" cy="5252085"/>
            <a:chOff x="2054351" y="1388363"/>
            <a:chExt cx="8083550" cy="5252085"/>
          </a:xfrm>
        </p:grpSpPr>
        <p:sp>
          <p:nvSpPr>
            <p:cNvPr id="1279" name="Google Shape;1279;p59"/>
            <p:cNvSpPr/>
            <p:nvPr/>
          </p:nvSpPr>
          <p:spPr>
            <a:xfrm>
              <a:off x="2054351" y="1388363"/>
              <a:ext cx="8083550" cy="5252085"/>
            </a:xfrm>
            <a:custGeom>
              <a:rect b="b" l="l" r="r" t="t"/>
              <a:pathLst>
                <a:path extrusionOk="0" h="5252084" w="8083550">
                  <a:moveTo>
                    <a:pt x="7894574" y="0"/>
                  </a:moveTo>
                  <a:lnTo>
                    <a:pt x="188722" y="0"/>
                  </a:lnTo>
                  <a:lnTo>
                    <a:pt x="138538" y="6738"/>
                  </a:lnTo>
                  <a:lnTo>
                    <a:pt x="93453" y="25757"/>
                  </a:lnTo>
                  <a:lnTo>
                    <a:pt x="55260" y="55260"/>
                  </a:lnTo>
                  <a:lnTo>
                    <a:pt x="25757" y="93453"/>
                  </a:lnTo>
                  <a:lnTo>
                    <a:pt x="6738" y="138538"/>
                  </a:lnTo>
                  <a:lnTo>
                    <a:pt x="0" y="188722"/>
                  </a:lnTo>
                  <a:lnTo>
                    <a:pt x="0" y="5062956"/>
                  </a:lnTo>
                  <a:lnTo>
                    <a:pt x="6738" y="5113132"/>
                  </a:lnTo>
                  <a:lnTo>
                    <a:pt x="25757" y="5158220"/>
                  </a:lnTo>
                  <a:lnTo>
                    <a:pt x="55260" y="5196420"/>
                  </a:lnTo>
                  <a:lnTo>
                    <a:pt x="93453" y="5225934"/>
                  </a:lnTo>
                  <a:lnTo>
                    <a:pt x="138538" y="5244961"/>
                  </a:lnTo>
                  <a:lnTo>
                    <a:pt x="188722" y="5251704"/>
                  </a:lnTo>
                  <a:lnTo>
                    <a:pt x="7894574" y="5251704"/>
                  </a:lnTo>
                  <a:lnTo>
                    <a:pt x="7944757" y="5244961"/>
                  </a:lnTo>
                  <a:lnTo>
                    <a:pt x="7989842" y="5225934"/>
                  </a:lnTo>
                  <a:lnTo>
                    <a:pt x="8028035" y="5196420"/>
                  </a:lnTo>
                  <a:lnTo>
                    <a:pt x="8057538" y="5158220"/>
                  </a:lnTo>
                  <a:lnTo>
                    <a:pt x="8076557" y="5113132"/>
                  </a:lnTo>
                  <a:lnTo>
                    <a:pt x="8083296" y="5062956"/>
                  </a:lnTo>
                  <a:lnTo>
                    <a:pt x="8083296" y="188722"/>
                  </a:lnTo>
                  <a:lnTo>
                    <a:pt x="8076557" y="138538"/>
                  </a:lnTo>
                  <a:lnTo>
                    <a:pt x="8057538" y="93453"/>
                  </a:lnTo>
                  <a:lnTo>
                    <a:pt x="8028035" y="55260"/>
                  </a:lnTo>
                  <a:lnTo>
                    <a:pt x="7989842" y="25757"/>
                  </a:lnTo>
                  <a:lnTo>
                    <a:pt x="7944757" y="6738"/>
                  </a:lnTo>
                  <a:lnTo>
                    <a:pt x="78945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80" name="Google Shape;1280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64663" y="1505711"/>
              <a:ext cx="7680959" cy="50363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60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60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60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60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60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0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60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60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60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5" name="Google Shape;129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057900"/>
            <a:ext cx="143255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6057900"/>
            <a:ext cx="143256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6275" y="6057900"/>
            <a:ext cx="141732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9467" y="6057900"/>
            <a:ext cx="141731" cy="14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2660" y="6057900"/>
            <a:ext cx="141731" cy="1432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0" name="Google Shape;1300;p60"/>
          <p:cNvGrpSpPr/>
          <p:nvPr/>
        </p:nvGrpSpPr>
        <p:grpSpPr>
          <a:xfrm>
            <a:off x="622706" y="668147"/>
            <a:ext cx="5434838" cy="1493519"/>
            <a:chOff x="622706" y="668147"/>
            <a:chExt cx="5434838" cy="1493519"/>
          </a:xfrm>
        </p:grpSpPr>
        <p:pic>
          <p:nvPicPr>
            <p:cNvPr id="1301" name="Google Shape;1301;p6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2706" y="668147"/>
              <a:ext cx="5434838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2" name="Google Shape;1302;p6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22706" y="1399362"/>
              <a:ext cx="3451352" cy="7623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8882" y="850646"/>
            <a:ext cx="9618218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8" name="Google Shape;1308;p61"/>
          <p:cNvGrpSpPr/>
          <p:nvPr/>
        </p:nvGrpSpPr>
        <p:grpSpPr>
          <a:xfrm>
            <a:off x="569857" y="2232484"/>
            <a:ext cx="5517819" cy="1707905"/>
            <a:chOff x="569857" y="2232484"/>
            <a:chExt cx="5517819" cy="1707905"/>
          </a:xfrm>
        </p:grpSpPr>
        <p:pic>
          <p:nvPicPr>
            <p:cNvPr id="1309" name="Google Shape;1309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9857" y="2232484"/>
              <a:ext cx="5517819" cy="1707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61"/>
            <p:cNvSpPr/>
            <p:nvPr/>
          </p:nvSpPr>
          <p:spPr>
            <a:xfrm>
              <a:off x="729995" y="2328671"/>
              <a:ext cx="5186680" cy="1414780"/>
            </a:xfrm>
            <a:custGeom>
              <a:rect b="b" l="l" r="r" t="t"/>
              <a:pathLst>
                <a:path extrusionOk="0" h="1414779" w="5186680">
                  <a:moveTo>
                    <a:pt x="4969002" y="0"/>
                  </a:moveTo>
                  <a:lnTo>
                    <a:pt x="217131" y="0"/>
                  </a:lnTo>
                  <a:lnTo>
                    <a:pt x="167347" y="5731"/>
                  </a:lnTo>
                  <a:lnTo>
                    <a:pt x="121645" y="22060"/>
                  </a:lnTo>
                  <a:lnTo>
                    <a:pt x="81329" y="47686"/>
                  </a:lnTo>
                  <a:lnTo>
                    <a:pt x="47703" y="81309"/>
                  </a:lnTo>
                  <a:lnTo>
                    <a:pt x="22070" y="121631"/>
                  </a:lnTo>
                  <a:lnTo>
                    <a:pt x="5734" y="167351"/>
                  </a:lnTo>
                  <a:lnTo>
                    <a:pt x="0" y="217169"/>
                  </a:lnTo>
                  <a:lnTo>
                    <a:pt x="0" y="1197102"/>
                  </a:lnTo>
                  <a:lnTo>
                    <a:pt x="5734" y="1246920"/>
                  </a:lnTo>
                  <a:lnTo>
                    <a:pt x="22070" y="1292640"/>
                  </a:lnTo>
                  <a:lnTo>
                    <a:pt x="47703" y="1332962"/>
                  </a:lnTo>
                  <a:lnTo>
                    <a:pt x="81329" y="1366585"/>
                  </a:lnTo>
                  <a:lnTo>
                    <a:pt x="121645" y="1392211"/>
                  </a:lnTo>
                  <a:lnTo>
                    <a:pt x="167347" y="1408540"/>
                  </a:lnTo>
                  <a:lnTo>
                    <a:pt x="217131" y="1414271"/>
                  </a:lnTo>
                  <a:lnTo>
                    <a:pt x="4969002" y="1414271"/>
                  </a:lnTo>
                  <a:lnTo>
                    <a:pt x="5018820" y="1408540"/>
                  </a:lnTo>
                  <a:lnTo>
                    <a:pt x="5064540" y="1392211"/>
                  </a:lnTo>
                  <a:lnTo>
                    <a:pt x="5104862" y="1366585"/>
                  </a:lnTo>
                  <a:lnTo>
                    <a:pt x="5138485" y="1332962"/>
                  </a:lnTo>
                  <a:lnTo>
                    <a:pt x="5164111" y="1292640"/>
                  </a:lnTo>
                  <a:lnTo>
                    <a:pt x="5180440" y="1246920"/>
                  </a:lnTo>
                  <a:lnTo>
                    <a:pt x="5186171" y="1197102"/>
                  </a:lnTo>
                  <a:lnTo>
                    <a:pt x="5186171" y="217169"/>
                  </a:lnTo>
                  <a:lnTo>
                    <a:pt x="5180440" y="167351"/>
                  </a:lnTo>
                  <a:lnTo>
                    <a:pt x="5164111" y="121631"/>
                  </a:lnTo>
                  <a:lnTo>
                    <a:pt x="5138485" y="81309"/>
                  </a:lnTo>
                  <a:lnTo>
                    <a:pt x="5104862" y="47686"/>
                  </a:lnTo>
                  <a:lnTo>
                    <a:pt x="5064540" y="22060"/>
                  </a:lnTo>
                  <a:lnTo>
                    <a:pt x="5018820" y="5731"/>
                  </a:lnTo>
                  <a:lnTo>
                    <a:pt x="4969002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61"/>
            <p:cNvSpPr/>
            <p:nvPr/>
          </p:nvSpPr>
          <p:spPr>
            <a:xfrm>
              <a:off x="819911" y="2404871"/>
              <a:ext cx="495300" cy="497205"/>
            </a:xfrm>
            <a:custGeom>
              <a:rect b="b" l="l" r="r" t="t"/>
              <a:pathLst>
                <a:path extrusionOk="0" h="497205" w="495300">
                  <a:moveTo>
                    <a:pt x="247650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1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3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50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2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300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12" name="Google Shape;1312;p6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1384" y="2491104"/>
              <a:ext cx="185928" cy="3185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3" name="Google Shape;1313;p61"/>
          <p:cNvGrpSpPr/>
          <p:nvPr/>
        </p:nvGrpSpPr>
        <p:grpSpPr>
          <a:xfrm>
            <a:off x="6187321" y="2232484"/>
            <a:ext cx="5517819" cy="1707905"/>
            <a:chOff x="6187321" y="2232484"/>
            <a:chExt cx="5517819" cy="1707905"/>
          </a:xfrm>
        </p:grpSpPr>
        <p:pic>
          <p:nvPicPr>
            <p:cNvPr id="1314" name="Google Shape;1314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87321" y="2232484"/>
              <a:ext cx="5517819" cy="1707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5" name="Google Shape;1315;p61"/>
            <p:cNvSpPr/>
            <p:nvPr/>
          </p:nvSpPr>
          <p:spPr>
            <a:xfrm>
              <a:off x="6347460" y="2328671"/>
              <a:ext cx="5186680" cy="1414780"/>
            </a:xfrm>
            <a:custGeom>
              <a:rect b="b" l="l" r="r" t="t"/>
              <a:pathLst>
                <a:path extrusionOk="0" h="1414779" w="5186680">
                  <a:moveTo>
                    <a:pt x="4969001" y="0"/>
                  </a:moveTo>
                  <a:lnTo>
                    <a:pt x="217169" y="0"/>
                  </a:lnTo>
                  <a:lnTo>
                    <a:pt x="167351" y="5731"/>
                  </a:lnTo>
                  <a:lnTo>
                    <a:pt x="121631" y="22060"/>
                  </a:lnTo>
                  <a:lnTo>
                    <a:pt x="81309" y="47686"/>
                  </a:lnTo>
                  <a:lnTo>
                    <a:pt x="47686" y="81309"/>
                  </a:lnTo>
                  <a:lnTo>
                    <a:pt x="22060" y="121631"/>
                  </a:lnTo>
                  <a:lnTo>
                    <a:pt x="5731" y="167351"/>
                  </a:lnTo>
                  <a:lnTo>
                    <a:pt x="0" y="217169"/>
                  </a:lnTo>
                  <a:lnTo>
                    <a:pt x="0" y="1197102"/>
                  </a:lnTo>
                  <a:lnTo>
                    <a:pt x="5731" y="1246920"/>
                  </a:lnTo>
                  <a:lnTo>
                    <a:pt x="22060" y="1292640"/>
                  </a:lnTo>
                  <a:lnTo>
                    <a:pt x="47686" y="1332962"/>
                  </a:lnTo>
                  <a:lnTo>
                    <a:pt x="81309" y="1366585"/>
                  </a:lnTo>
                  <a:lnTo>
                    <a:pt x="121631" y="1392211"/>
                  </a:lnTo>
                  <a:lnTo>
                    <a:pt x="167351" y="1408540"/>
                  </a:lnTo>
                  <a:lnTo>
                    <a:pt x="217169" y="1414271"/>
                  </a:lnTo>
                  <a:lnTo>
                    <a:pt x="4969001" y="1414271"/>
                  </a:lnTo>
                  <a:lnTo>
                    <a:pt x="5018820" y="1408540"/>
                  </a:lnTo>
                  <a:lnTo>
                    <a:pt x="5064540" y="1392211"/>
                  </a:lnTo>
                  <a:lnTo>
                    <a:pt x="5104862" y="1366585"/>
                  </a:lnTo>
                  <a:lnTo>
                    <a:pt x="5138485" y="1332962"/>
                  </a:lnTo>
                  <a:lnTo>
                    <a:pt x="5164111" y="1292640"/>
                  </a:lnTo>
                  <a:lnTo>
                    <a:pt x="5180440" y="1246920"/>
                  </a:lnTo>
                  <a:lnTo>
                    <a:pt x="5186171" y="1197102"/>
                  </a:lnTo>
                  <a:lnTo>
                    <a:pt x="5186171" y="217169"/>
                  </a:lnTo>
                  <a:lnTo>
                    <a:pt x="5180440" y="167351"/>
                  </a:lnTo>
                  <a:lnTo>
                    <a:pt x="5164111" y="121631"/>
                  </a:lnTo>
                  <a:lnTo>
                    <a:pt x="5138485" y="81309"/>
                  </a:lnTo>
                  <a:lnTo>
                    <a:pt x="5104862" y="47686"/>
                  </a:lnTo>
                  <a:lnTo>
                    <a:pt x="5064540" y="22060"/>
                  </a:lnTo>
                  <a:lnTo>
                    <a:pt x="5018820" y="5731"/>
                  </a:lnTo>
                  <a:lnTo>
                    <a:pt x="4969001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61"/>
            <p:cNvSpPr/>
            <p:nvPr/>
          </p:nvSpPr>
          <p:spPr>
            <a:xfrm>
              <a:off x="6437376" y="2404871"/>
              <a:ext cx="495300" cy="497205"/>
            </a:xfrm>
            <a:custGeom>
              <a:rect b="b" l="l" r="r" t="t"/>
              <a:pathLst>
                <a:path extrusionOk="0" h="497205" w="495300">
                  <a:moveTo>
                    <a:pt x="247650" y="0"/>
                  </a:moveTo>
                  <a:lnTo>
                    <a:pt x="197738" y="5048"/>
                  </a:lnTo>
                  <a:lnTo>
                    <a:pt x="151251" y="19526"/>
                  </a:lnTo>
                  <a:lnTo>
                    <a:pt x="109184" y="42433"/>
                  </a:lnTo>
                  <a:lnTo>
                    <a:pt x="72532" y="72771"/>
                  </a:lnTo>
                  <a:lnTo>
                    <a:pt x="42293" y="109537"/>
                  </a:lnTo>
                  <a:lnTo>
                    <a:pt x="19460" y="151733"/>
                  </a:lnTo>
                  <a:lnTo>
                    <a:pt x="5031" y="198358"/>
                  </a:lnTo>
                  <a:lnTo>
                    <a:pt x="0" y="248412"/>
                  </a:lnTo>
                  <a:lnTo>
                    <a:pt x="5031" y="298465"/>
                  </a:lnTo>
                  <a:lnTo>
                    <a:pt x="19460" y="345090"/>
                  </a:lnTo>
                  <a:lnTo>
                    <a:pt x="42293" y="387286"/>
                  </a:lnTo>
                  <a:lnTo>
                    <a:pt x="72532" y="424053"/>
                  </a:lnTo>
                  <a:lnTo>
                    <a:pt x="109184" y="454390"/>
                  </a:lnTo>
                  <a:lnTo>
                    <a:pt x="151251" y="477297"/>
                  </a:lnTo>
                  <a:lnTo>
                    <a:pt x="197738" y="491775"/>
                  </a:lnTo>
                  <a:lnTo>
                    <a:pt x="247650" y="496824"/>
                  </a:lnTo>
                  <a:lnTo>
                    <a:pt x="297561" y="491775"/>
                  </a:lnTo>
                  <a:lnTo>
                    <a:pt x="344048" y="477297"/>
                  </a:lnTo>
                  <a:lnTo>
                    <a:pt x="386115" y="454390"/>
                  </a:lnTo>
                  <a:lnTo>
                    <a:pt x="422767" y="424052"/>
                  </a:lnTo>
                  <a:lnTo>
                    <a:pt x="453006" y="387286"/>
                  </a:lnTo>
                  <a:lnTo>
                    <a:pt x="475839" y="345090"/>
                  </a:lnTo>
                  <a:lnTo>
                    <a:pt x="490268" y="298465"/>
                  </a:lnTo>
                  <a:lnTo>
                    <a:pt x="495300" y="248412"/>
                  </a:lnTo>
                  <a:lnTo>
                    <a:pt x="490268" y="198358"/>
                  </a:lnTo>
                  <a:lnTo>
                    <a:pt x="475839" y="151733"/>
                  </a:lnTo>
                  <a:lnTo>
                    <a:pt x="453006" y="109537"/>
                  </a:lnTo>
                  <a:lnTo>
                    <a:pt x="422767" y="72770"/>
                  </a:lnTo>
                  <a:lnTo>
                    <a:pt x="386115" y="42433"/>
                  </a:lnTo>
                  <a:lnTo>
                    <a:pt x="344048" y="19526"/>
                  </a:lnTo>
                  <a:lnTo>
                    <a:pt x="297561" y="5048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17" name="Google Shape;1317;p6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14795" y="2491104"/>
              <a:ext cx="284073" cy="3185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8" name="Google Shape;1318;p61"/>
          <p:cNvGrpSpPr/>
          <p:nvPr/>
        </p:nvGrpSpPr>
        <p:grpSpPr>
          <a:xfrm>
            <a:off x="3343525" y="4097834"/>
            <a:ext cx="5516313" cy="1707905"/>
            <a:chOff x="3343525" y="4097834"/>
            <a:chExt cx="5516313" cy="1707905"/>
          </a:xfrm>
        </p:grpSpPr>
        <p:pic>
          <p:nvPicPr>
            <p:cNvPr id="1319" name="Google Shape;1319;p6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43525" y="4097834"/>
              <a:ext cx="5516313" cy="1707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61"/>
            <p:cNvSpPr/>
            <p:nvPr/>
          </p:nvSpPr>
          <p:spPr>
            <a:xfrm>
              <a:off x="3503676" y="4194048"/>
              <a:ext cx="5184775" cy="1414780"/>
            </a:xfrm>
            <a:custGeom>
              <a:rect b="b" l="l" r="r" t="t"/>
              <a:pathLst>
                <a:path extrusionOk="0" h="1414779" w="5184775">
                  <a:moveTo>
                    <a:pt x="4967478" y="0"/>
                  </a:moveTo>
                  <a:lnTo>
                    <a:pt x="217170" y="0"/>
                  </a:lnTo>
                  <a:lnTo>
                    <a:pt x="167351" y="5731"/>
                  </a:lnTo>
                  <a:lnTo>
                    <a:pt x="121631" y="22060"/>
                  </a:lnTo>
                  <a:lnTo>
                    <a:pt x="81309" y="47686"/>
                  </a:lnTo>
                  <a:lnTo>
                    <a:pt x="47686" y="81309"/>
                  </a:lnTo>
                  <a:lnTo>
                    <a:pt x="22060" y="121631"/>
                  </a:lnTo>
                  <a:lnTo>
                    <a:pt x="5731" y="167351"/>
                  </a:lnTo>
                  <a:lnTo>
                    <a:pt x="0" y="217169"/>
                  </a:lnTo>
                  <a:lnTo>
                    <a:pt x="0" y="1197102"/>
                  </a:lnTo>
                  <a:lnTo>
                    <a:pt x="5731" y="1246920"/>
                  </a:lnTo>
                  <a:lnTo>
                    <a:pt x="22060" y="1292640"/>
                  </a:lnTo>
                  <a:lnTo>
                    <a:pt x="47686" y="1332962"/>
                  </a:lnTo>
                  <a:lnTo>
                    <a:pt x="81309" y="1366585"/>
                  </a:lnTo>
                  <a:lnTo>
                    <a:pt x="121631" y="1392211"/>
                  </a:lnTo>
                  <a:lnTo>
                    <a:pt x="167351" y="1408540"/>
                  </a:lnTo>
                  <a:lnTo>
                    <a:pt x="217170" y="1414271"/>
                  </a:lnTo>
                  <a:lnTo>
                    <a:pt x="4967478" y="1414271"/>
                  </a:lnTo>
                  <a:lnTo>
                    <a:pt x="5017296" y="1408540"/>
                  </a:lnTo>
                  <a:lnTo>
                    <a:pt x="5063016" y="1392211"/>
                  </a:lnTo>
                  <a:lnTo>
                    <a:pt x="5103338" y="1366585"/>
                  </a:lnTo>
                  <a:lnTo>
                    <a:pt x="5136961" y="1332962"/>
                  </a:lnTo>
                  <a:lnTo>
                    <a:pt x="5162587" y="1292640"/>
                  </a:lnTo>
                  <a:lnTo>
                    <a:pt x="5178916" y="1246920"/>
                  </a:lnTo>
                  <a:lnTo>
                    <a:pt x="5184648" y="1197102"/>
                  </a:lnTo>
                  <a:lnTo>
                    <a:pt x="5184648" y="217169"/>
                  </a:lnTo>
                  <a:lnTo>
                    <a:pt x="5178916" y="167351"/>
                  </a:lnTo>
                  <a:lnTo>
                    <a:pt x="5162587" y="121631"/>
                  </a:lnTo>
                  <a:lnTo>
                    <a:pt x="5136961" y="81309"/>
                  </a:lnTo>
                  <a:lnTo>
                    <a:pt x="5103338" y="47686"/>
                  </a:lnTo>
                  <a:lnTo>
                    <a:pt x="5063016" y="22060"/>
                  </a:lnTo>
                  <a:lnTo>
                    <a:pt x="5017296" y="5731"/>
                  </a:lnTo>
                  <a:lnTo>
                    <a:pt x="4967478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61"/>
            <p:cNvSpPr/>
            <p:nvPr/>
          </p:nvSpPr>
          <p:spPr>
            <a:xfrm>
              <a:off x="3593592" y="4271772"/>
              <a:ext cx="495300" cy="495300"/>
            </a:xfrm>
            <a:custGeom>
              <a:rect b="b" l="l" r="r" t="t"/>
              <a:pathLst>
                <a:path extrusionOk="0" h="495300" w="495300">
                  <a:moveTo>
                    <a:pt x="247650" y="0"/>
                  </a:moveTo>
                  <a:lnTo>
                    <a:pt x="197738" y="5031"/>
                  </a:lnTo>
                  <a:lnTo>
                    <a:pt x="151251" y="19460"/>
                  </a:lnTo>
                  <a:lnTo>
                    <a:pt x="109184" y="42293"/>
                  </a:lnTo>
                  <a:lnTo>
                    <a:pt x="72532" y="72532"/>
                  </a:lnTo>
                  <a:lnTo>
                    <a:pt x="42293" y="109184"/>
                  </a:lnTo>
                  <a:lnTo>
                    <a:pt x="19460" y="151251"/>
                  </a:lnTo>
                  <a:lnTo>
                    <a:pt x="5031" y="197738"/>
                  </a:lnTo>
                  <a:lnTo>
                    <a:pt x="0" y="247650"/>
                  </a:lnTo>
                  <a:lnTo>
                    <a:pt x="5031" y="297561"/>
                  </a:lnTo>
                  <a:lnTo>
                    <a:pt x="19460" y="344048"/>
                  </a:lnTo>
                  <a:lnTo>
                    <a:pt x="42293" y="386115"/>
                  </a:lnTo>
                  <a:lnTo>
                    <a:pt x="72532" y="422767"/>
                  </a:lnTo>
                  <a:lnTo>
                    <a:pt x="109184" y="453006"/>
                  </a:lnTo>
                  <a:lnTo>
                    <a:pt x="151251" y="475839"/>
                  </a:lnTo>
                  <a:lnTo>
                    <a:pt x="197738" y="490268"/>
                  </a:lnTo>
                  <a:lnTo>
                    <a:pt x="247650" y="495300"/>
                  </a:lnTo>
                  <a:lnTo>
                    <a:pt x="297561" y="490268"/>
                  </a:lnTo>
                  <a:lnTo>
                    <a:pt x="344048" y="475839"/>
                  </a:lnTo>
                  <a:lnTo>
                    <a:pt x="386115" y="453006"/>
                  </a:lnTo>
                  <a:lnTo>
                    <a:pt x="422767" y="422767"/>
                  </a:lnTo>
                  <a:lnTo>
                    <a:pt x="453006" y="386115"/>
                  </a:lnTo>
                  <a:lnTo>
                    <a:pt x="475839" y="344048"/>
                  </a:lnTo>
                  <a:lnTo>
                    <a:pt x="490268" y="297561"/>
                  </a:lnTo>
                  <a:lnTo>
                    <a:pt x="495300" y="247650"/>
                  </a:lnTo>
                  <a:lnTo>
                    <a:pt x="490268" y="197738"/>
                  </a:lnTo>
                  <a:lnTo>
                    <a:pt x="475839" y="151251"/>
                  </a:lnTo>
                  <a:lnTo>
                    <a:pt x="453006" y="109184"/>
                  </a:lnTo>
                  <a:lnTo>
                    <a:pt x="422767" y="72532"/>
                  </a:lnTo>
                  <a:lnTo>
                    <a:pt x="386115" y="42293"/>
                  </a:lnTo>
                  <a:lnTo>
                    <a:pt x="344048" y="19460"/>
                  </a:lnTo>
                  <a:lnTo>
                    <a:pt x="297561" y="5031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22" name="Google Shape;1322;p6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770122" y="4357115"/>
              <a:ext cx="283463" cy="318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3" name="Google Shape;1323;p61"/>
          <p:cNvSpPr txBox="1"/>
          <p:nvPr/>
        </p:nvSpPr>
        <p:spPr>
          <a:xfrm>
            <a:off x="1331213" y="2927349"/>
            <a:ext cx="4164329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Чтобы конкретный алгоритм машинного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обучения их правильно интерпретировал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4" name="Google Shape;1324;p61"/>
          <p:cNvSpPr txBox="1"/>
          <p:nvPr/>
        </p:nvSpPr>
        <p:spPr>
          <a:xfrm>
            <a:off x="6916673" y="2938398"/>
            <a:ext cx="444500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Чтобы конкретный алгоритм машинного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обучения эффективно находил взаимосвязи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5" name="Google Shape;1325;p61"/>
          <p:cNvSpPr txBox="1"/>
          <p:nvPr/>
        </p:nvSpPr>
        <p:spPr>
          <a:xfrm>
            <a:off x="4167885" y="4852238"/>
            <a:ext cx="425831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Чтобы внести априорные знания о наборе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данных или свойствах 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0" name="Google Shape;1330;p62"/>
          <p:cNvGrpSpPr/>
          <p:nvPr/>
        </p:nvGrpSpPr>
        <p:grpSpPr>
          <a:xfrm>
            <a:off x="1104800" y="3895083"/>
            <a:ext cx="9990781" cy="2476166"/>
            <a:chOff x="1104800" y="3895083"/>
            <a:chExt cx="9990781" cy="2476166"/>
          </a:xfrm>
        </p:grpSpPr>
        <p:pic>
          <p:nvPicPr>
            <p:cNvPr id="1331" name="Google Shape;1331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4800" y="3895083"/>
              <a:ext cx="9990781" cy="24761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62"/>
            <p:cNvSpPr/>
            <p:nvPr/>
          </p:nvSpPr>
          <p:spPr>
            <a:xfrm>
              <a:off x="1287779" y="3991355"/>
              <a:ext cx="9636760" cy="2174875"/>
            </a:xfrm>
            <a:custGeom>
              <a:rect b="b" l="l" r="r" t="t"/>
              <a:pathLst>
                <a:path extrusionOk="0" h="2174875" w="9636760">
                  <a:moveTo>
                    <a:pt x="8548878" y="0"/>
                  </a:moveTo>
                  <a:lnTo>
                    <a:pt x="1087374" y="0"/>
                  </a:lnTo>
                  <a:lnTo>
                    <a:pt x="1038934" y="1059"/>
                  </a:lnTo>
                  <a:lnTo>
                    <a:pt x="991038" y="4208"/>
                  </a:lnTo>
                  <a:lnTo>
                    <a:pt x="943729" y="9401"/>
                  </a:lnTo>
                  <a:lnTo>
                    <a:pt x="897051" y="16596"/>
                  </a:lnTo>
                  <a:lnTo>
                    <a:pt x="851048" y="25748"/>
                  </a:lnTo>
                  <a:lnTo>
                    <a:pt x="805766" y="36812"/>
                  </a:lnTo>
                  <a:lnTo>
                    <a:pt x="761247" y="49744"/>
                  </a:lnTo>
                  <a:lnTo>
                    <a:pt x="717536" y="64501"/>
                  </a:lnTo>
                  <a:lnTo>
                    <a:pt x="674677" y="81038"/>
                  </a:lnTo>
                  <a:lnTo>
                    <a:pt x="632714" y="99310"/>
                  </a:lnTo>
                  <a:lnTo>
                    <a:pt x="591692" y="119274"/>
                  </a:lnTo>
                  <a:lnTo>
                    <a:pt x="551655" y="140886"/>
                  </a:lnTo>
                  <a:lnTo>
                    <a:pt x="512647" y="164101"/>
                  </a:lnTo>
                  <a:lnTo>
                    <a:pt x="474712" y="188875"/>
                  </a:lnTo>
                  <a:lnTo>
                    <a:pt x="437894" y="215164"/>
                  </a:lnTo>
                  <a:lnTo>
                    <a:pt x="402238" y="242924"/>
                  </a:lnTo>
                  <a:lnTo>
                    <a:pt x="367787" y="272110"/>
                  </a:lnTo>
                  <a:lnTo>
                    <a:pt x="334586" y="302679"/>
                  </a:lnTo>
                  <a:lnTo>
                    <a:pt x="302679" y="334586"/>
                  </a:lnTo>
                  <a:lnTo>
                    <a:pt x="272110" y="367787"/>
                  </a:lnTo>
                  <a:lnTo>
                    <a:pt x="242924" y="402238"/>
                  </a:lnTo>
                  <a:lnTo>
                    <a:pt x="215164" y="437894"/>
                  </a:lnTo>
                  <a:lnTo>
                    <a:pt x="188875" y="474712"/>
                  </a:lnTo>
                  <a:lnTo>
                    <a:pt x="164101" y="512647"/>
                  </a:lnTo>
                  <a:lnTo>
                    <a:pt x="140886" y="551655"/>
                  </a:lnTo>
                  <a:lnTo>
                    <a:pt x="119274" y="591692"/>
                  </a:lnTo>
                  <a:lnTo>
                    <a:pt x="99310" y="632714"/>
                  </a:lnTo>
                  <a:lnTo>
                    <a:pt x="81038" y="674677"/>
                  </a:lnTo>
                  <a:lnTo>
                    <a:pt x="64501" y="717536"/>
                  </a:lnTo>
                  <a:lnTo>
                    <a:pt x="49744" y="761247"/>
                  </a:lnTo>
                  <a:lnTo>
                    <a:pt x="36812" y="805766"/>
                  </a:lnTo>
                  <a:lnTo>
                    <a:pt x="25748" y="851048"/>
                  </a:lnTo>
                  <a:lnTo>
                    <a:pt x="16596" y="897051"/>
                  </a:lnTo>
                  <a:lnTo>
                    <a:pt x="9401" y="943729"/>
                  </a:lnTo>
                  <a:lnTo>
                    <a:pt x="4208" y="991038"/>
                  </a:lnTo>
                  <a:lnTo>
                    <a:pt x="1059" y="1038934"/>
                  </a:lnTo>
                  <a:lnTo>
                    <a:pt x="0" y="1087374"/>
                  </a:lnTo>
                  <a:lnTo>
                    <a:pt x="1059" y="1135810"/>
                  </a:lnTo>
                  <a:lnTo>
                    <a:pt x="4208" y="1183704"/>
                  </a:lnTo>
                  <a:lnTo>
                    <a:pt x="9402" y="1231011"/>
                  </a:lnTo>
                  <a:lnTo>
                    <a:pt x="16597" y="1277687"/>
                  </a:lnTo>
                  <a:lnTo>
                    <a:pt x="25749" y="1323688"/>
                  </a:lnTo>
                  <a:lnTo>
                    <a:pt x="36813" y="1368969"/>
                  </a:lnTo>
                  <a:lnTo>
                    <a:pt x="49746" y="1413487"/>
                  </a:lnTo>
                  <a:lnTo>
                    <a:pt x="64503" y="1457198"/>
                  </a:lnTo>
                  <a:lnTo>
                    <a:pt x="81041" y="1500056"/>
                  </a:lnTo>
                  <a:lnTo>
                    <a:pt x="99314" y="1542019"/>
                  </a:lnTo>
                  <a:lnTo>
                    <a:pt x="119279" y="1583041"/>
                  </a:lnTo>
                  <a:lnTo>
                    <a:pt x="140891" y="1623078"/>
                  </a:lnTo>
                  <a:lnTo>
                    <a:pt x="164107" y="1662087"/>
                  </a:lnTo>
                  <a:lnTo>
                    <a:pt x="188882" y="1700023"/>
                  </a:lnTo>
                  <a:lnTo>
                    <a:pt x="215172" y="1736841"/>
                  </a:lnTo>
                  <a:lnTo>
                    <a:pt x="242933" y="1772499"/>
                  </a:lnTo>
                  <a:lnTo>
                    <a:pt x="272120" y="1806950"/>
                  </a:lnTo>
                  <a:lnTo>
                    <a:pt x="302690" y="1840153"/>
                  </a:lnTo>
                  <a:lnTo>
                    <a:pt x="334598" y="1872061"/>
                  </a:lnTo>
                  <a:lnTo>
                    <a:pt x="367800" y="1902631"/>
                  </a:lnTo>
                  <a:lnTo>
                    <a:pt x="402253" y="1931819"/>
                  </a:lnTo>
                  <a:lnTo>
                    <a:pt x="437911" y="1959580"/>
                  </a:lnTo>
                  <a:lnTo>
                    <a:pt x="474730" y="1985870"/>
                  </a:lnTo>
                  <a:lnTo>
                    <a:pt x="512667" y="2010646"/>
                  </a:lnTo>
                  <a:lnTo>
                    <a:pt x="551678" y="2033862"/>
                  </a:lnTo>
                  <a:lnTo>
                    <a:pt x="591718" y="2055476"/>
                  </a:lnTo>
                  <a:lnTo>
                    <a:pt x="632743" y="2075441"/>
                  </a:lnTo>
                  <a:lnTo>
                    <a:pt x="674709" y="2093715"/>
                  </a:lnTo>
                  <a:lnTo>
                    <a:pt x="717573" y="2110253"/>
                  </a:lnTo>
                  <a:lnTo>
                    <a:pt x="761290" y="2125011"/>
                  </a:lnTo>
                  <a:lnTo>
                    <a:pt x="805817" y="2137945"/>
                  </a:lnTo>
                  <a:lnTo>
                    <a:pt x="851112" y="2149010"/>
                  </a:lnTo>
                  <a:lnTo>
                    <a:pt x="897133" y="2158162"/>
                  </a:lnTo>
                  <a:lnTo>
                    <a:pt x="943844" y="2165357"/>
                  </a:lnTo>
                  <a:lnTo>
                    <a:pt x="991231" y="2170552"/>
                  </a:lnTo>
                  <a:lnTo>
                    <a:pt x="1039127" y="2173701"/>
                  </a:lnTo>
                  <a:lnTo>
                    <a:pt x="1087954" y="2174760"/>
                  </a:lnTo>
                  <a:lnTo>
                    <a:pt x="8548878" y="2174760"/>
                  </a:lnTo>
                  <a:lnTo>
                    <a:pt x="8597317" y="2173701"/>
                  </a:lnTo>
                  <a:lnTo>
                    <a:pt x="8645213" y="2170552"/>
                  </a:lnTo>
                  <a:lnTo>
                    <a:pt x="8692522" y="2165357"/>
                  </a:lnTo>
                  <a:lnTo>
                    <a:pt x="8739200" y="2158162"/>
                  </a:lnTo>
                  <a:lnTo>
                    <a:pt x="8785203" y="2149010"/>
                  </a:lnTo>
                  <a:lnTo>
                    <a:pt x="8830485" y="2137945"/>
                  </a:lnTo>
                  <a:lnTo>
                    <a:pt x="8875004" y="2125011"/>
                  </a:lnTo>
                  <a:lnTo>
                    <a:pt x="8918715" y="2110253"/>
                  </a:lnTo>
                  <a:lnTo>
                    <a:pt x="8961574" y="2093715"/>
                  </a:lnTo>
                  <a:lnTo>
                    <a:pt x="9003537" y="2075441"/>
                  </a:lnTo>
                  <a:lnTo>
                    <a:pt x="9044559" y="2055476"/>
                  </a:lnTo>
                  <a:lnTo>
                    <a:pt x="9084596" y="2033862"/>
                  </a:lnTo>
                  <a:lnTo>
                    <a:pt x="9123604" y="2010646"/>
                  </a:lnTo>
                  <a:lnTo>
                    <a:pt x="9161539" y="1985870"/>
                  </a:lnTo>
                  <a:lnTo>
                    <a:pt x="9198357" y="1959580"/>
                  </a:lnTo>
                  <a:lnTo>
                    <a:pt x="9234013" y="1931819"/>
                  </a:lnTo>
                  <a:lnTo>
                    <a:pt x="9268464" y="1902631"/>
                  </a:lnTo>
                  <a:lnTo>
                    <a:pt x="9301665" y="1872061"/>
                  </a:lnTo>
                  <a:lnTo>
                    <a:pt x="9333572" y="1840153"/>
                  </a:lnTo>
                  <a:lnTo>
                    <a:pt x="9364141" y="1806950"/>
                  </a:lnTo>
                  <a:lnTo>
                    <a:pt x="9393327" y="1772499"/>
                  </a:lnTo>
                  <a:lnTo>
                    <a:pt x="9421087" y="1736841"/>
                  </a:lnTo>
                  <a:lnTo>
                    <a:pt x="9447376" y="1700023"/>
                  </a:lnTo>
                  <a:lnTo>
                    <a:pt x="9472150" y="1662087"/>
                  </a:lnTo>
                  <a:lnTo>
                    <a:pt x="9495365" y="1623078"/>
                  </a:lnTo>
                  <a:lnTo>
                    <a:pt x="9516977" y="1583041"/>
                  </a:lnTo>
                  <a:lnTo>
                    <a:pt x="9536941" y="1542019"/>
                  </a:lnTo>
                  <a:lnTo>
                    <a:pt x="9555213" y="1500056"/>
                  </a:lnTo>
                  <a:lnTo>
                    <a:pt x="9571750" y="1457198"/>
                  </a:lnTo>
                  <a:lnTo>
                    <a:pt x="9586507" y="1413487"/>
                  </a:lnTo>
                  <a:lnTo>
                    <a:pt x="9599439" y="1368969"/>
                  </a:lnTo>
                  <a:lnTo>
                    <a:pt x="9610503" y="1323688"/>
                  </a:lnTo>
                  <a:lnTo>
                    <a:pt x="9619655" y="1277687"/>
                  </a:lnTo>
                  <a:lnTo>
                    <a:pt x="9626850" y="1231011"/>
                  </a:lnTo>
                  <a:lnTo>
                    <a:pt x="9632043" y="1183704"/>
                  </a:lnTo>
                  <a:lnTo>
                    <a:pt x="9635192" y="1135810"/>
                  </a:lnTo>
                  <a:lnTo>
                    <a:pt x="9636252" y="1087374"/>
                  </a:lnTo>
                  <a:lnTo>
                    <a:pt x="9635192" y="1038934"/>
                  </a:lnTo>
                  <a:lnTo>
                    <a:pt x="9632043" y="991038"/>
                  </a:lnTo>
                  <a:lnTo>
                    <a:pt x="9626850" y="943729"/>
                  </a:lnTo>
                  <a:lnTo>
                    <a:pt x="9619655" y="897051"/>
                  </a:lnTo>
                  <a:lnTo>
                    <a:pt x="9610503" y="851048"/>
                  </a:lnTo>
                  <a:lnTo>
                    <a:pt x="9599439" y="805766"/>
                  </a:lnTo>
                  <a:lnTo>
                    <a:pt x="9586507" y="761247"/>
                  </a:lnTo>
                  <a:lnTo>
                    <a:pt x="9571750" y="717536"/>
                  </a:lnTo>
                  <a:lnTo>
                    <a:pt x="9555213" y="674677"/>
                  </a:lnTo>
                  <a:lnTo>
                    <a:pt x="9536941" y="632714"/>
                  </a:lnTo>
                  <a:lnTo>
                    <a:pt x="9516977" y="591692"/>
                  </a:lnTo>
                  <a:lnTo>
                    <a:pt x="9495365" y="551655"/>
                  </a:lnTo>
                  <a:lnTo>
                    <a:pt x="9472150" y="512647"/>
                  </a:lnTo>
                  <a:lnTo>
                    <a:pt x="9447376" y="474712"/>
                  </a:lnTo>
                  <a:lnTo>
                    <a:pt x="9421087" y="437894"/>
                  </a:lnTo>
                  <a:lnTo>
                    <a:pt x="9393327" y="402238"/>
                  </a:lnTo>
                  <a:lnTo>
                    <a:pt x="9364141" y="367787"/>
                  </a:lnTo>
                  <a:lnTo>
                    <a:pt x="9333572" y="334586"/>
                  </a:lnTo>
                  <a:lnTo>
                    <a:pt x="9301665" y="302679"/>
                  </a:lnTo>
                  <a:lnTo>
                    <a:pt x="9268464" y="272110"/>
                  </a:lnTo>
                  <a:lnTo>
                    <a:pt x="9234013" y="242924"/>
                  </a:lnTo>
                  <a:lnTo>
                    <a:pt x="9198357" y="215164"/>
                  </a:lnTo>
                  <a:lnTo>
                    <a:pt x="9161539" y="188875"/>
                  </a:lnTo>
                  <a:lnTo>
                    <a:pt x="9123604" y="164101"/>
                  </a:lnTo>
                  <a:lnTo>
                    <a:pt x="9084596" y="140886"/>
                  </a:lnTo>
                  <a:lnTo>
                    <a:pt x="9044559" y="119274"/>
                  </a:lnTo>
                  <a:lnTo>
                    <a:pt x="9003537" y="99310"/>
                  </a:lnTo>
                  <a:lnTo>
                    <a:pt x="8961574" y="81038"/>
                  </a:lnTo>
                  <a:lnTo>
                    <a:pt x="8918715" y="64501"/>
                  </a:lnTo>
                  <a:lnTo>
                    <a:pt x="8875004" y="49744"/>
                  </a:lnTo>
                  <a:lnTo>
                    <a:pt x="8830485" y="36812"/>
                  </a:lnTo>
                  <a:lnTo>
                    <a:pt x="8785203" y="25748"/>
                  </a:lnTo>
                  <a:lnTo>
                    <a:pt x="8739200" y="16596"/>
                  </a:lnTo>
                  <a:lnTo>
                    <a:pt x="8692522" y="9401"/>
                  </a:lnTo>
                  <a:lnTo>
                    <a:pt x="8645213" y="4208"/>
                  </a:lnTo>
                  <a:lnTo>
                    <a:pt x="8597317" y="1059"/>
                  </a:lnTo>
                  <a:lnTo>
                    <a:pt x="8548878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3" name="Google Shape;1333;p62"/>
          <p:cNvGrpSpPr/>
          <p:nvPr/>
        </p:nvGrpSpPr>
        <p:grpSpPr>
          <a:xfrm>
            <a:off x="1104800" y="1677843"/>
            <a:ext cx="9990781" cy="2099430"/>
            <a:chOff x="1104800" y="1677843"/>
            <a:chExt cx="9990781" cy="2099430"/>
          </a:xfrm>
        </p:grpSpPr>
        <p:pic>
          <p:nvPicPr>
            <p:cNvPr id="1334" name="Google Shape;1334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4800" y="1677843"/>
              <a:ext cx="9990781" cy="20994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62"/>
            <p:cNvSpPr/>
            <p:nvPr/>
          </p:nvSpPr>
          <p:spPr>
            <a:xfrm>
              <a:off x="1287779" y="1773935"/>
              <a:ext cx="9636760" cy="1801495"/>
            </a:xfrm>
            <a:custGeom>
              <a:rect b="b" l="l" r="r" t="t"/>
              <a:pathLst>
                <a:path extrusionOk="0" h="1801495" w="9636760">
                  <a:moveTo>
                    <a:pt x="8735568" y="0"/>
                  </a:moveTo>
                  <a:lnTo>
                    <a:pt x="900683" y="0"/>
                  </a:lnTo>
                  <a:lnTo>
                    <a:pt x="852847" y="1248"/>
                  </a:lnTo>
                  <a:lnTo>
                    <a:pt x="805661" y="4952"/>
                  </a:lnTo>
                  <a:lnTo>
                    <a:pt x="759188" y="11048"/>
                  </a:lnTo>
                  <a:lnTo>
                    <a:pt x="713489" y="19476"/>
                  </a:lnTo>
                  <a:lnTo>
                    <a:pt x="668628" y="30172"/>
                  </a:lnTo>
                  <a:lnTo>
                    <a:pt x="624667" y="43075"/>
                  </a:lnTo>
                  <a:lnTo>
                    <a:pt x="581667" y="58121"/>
                  </a:lnTo>
                  <a:lnTo>
                    <a:pt x="539692" y="75250"/>
                  </a:lnTo>
                  <a:lnTo>
                    <a:pt x="498802" y="94398"/>
                  </a:lnTo>
                  <a:lnTo>
                    <a:pt x="459061" y="115504"/>
                  </a:lnTo>
                  <a:lnTo>
                    <a:pt x="420531" y="138505"/>
                  </a:lnTo>
                  <a:lnTo>
                    <a:pt x="383273" y="163339"/>
                  </a:lnTo>
                  <a:lnTo>
                    <a:pt x="347351" y="189944"/>
                  </a:lnTo>
                  <a:lnTo>
                    <a:pt x="312826" y="218257"/>
                  </a:lnTo>
                  <a:lnTo>
                    <a:pt x="279760" y="248217"/>
                  </a:lnTo>
                  <a:lnTo>
                    <a:pt x="248217" y="279760"/>
                  </a:lnTo>
                  <a:lnTo>
                    <a:pt x="218257" y="312826"/>
                  </a:lnTo>
                  <a:lnTo>
                    <a:pt x="189944" y="347351"/>
                  </a:lnTo>
                  <a:lnTo>
                    <a:pt x="163339" y="383273"/>
                  </a:lnTo>
                  <a:lnTo>
                    <a:pt x="138505" y="420531"/>
                  </a:lnTo>
                  <a:lnTo>
                    <a:pt x="115504" y="459061"/>
                  </a:lnTo>
                  <a:lnTo>
                    <a:pt x="94398" y="498802"/>
                  </a:lnTo>
                  <a:lnTo>
                    <a:pt x="75250" y="539692"/>
                  </a:lnTo>
                  <a:lnTo>
                    <a:pt x="58121" y="581667"/>
                  </a:lnTo>
                  <a:lnTo>
                    <a:pt x="43075" y="624667"/>
                  </a:lnTo>
                  <a:lnTo>
                    <a:pt x="30172" y="668628"/>
                  </a:lnTo>
                  <a:lnTo>
                    <a:pt x="19476" y="713489"/>
                  </a:lnTo>
                  <a:lnTo>
                    <a:pt x="11048" y="759188"/>
                  </a:lnTo>
                  <a:lnTo>
                    <a:pt x="4952" y="805661"/>
                  </a:lnTo>
                  <a:lnTo>
                    <a:pt x="1248" y="852847"/>
                  </a:lnTo>
                  <a:lnTo>
                    <a:pt x="0" y="900684"/>
                  </a:lnTo>
                  <a:lnTo>
                    <a:pt x="1248" y="948520"/>
                  </a:lnTo>
                  <a:lnTo>
                    <a:pt x="4952" y="995706"/>
                  </a:lnTo>
                  <a:lnTo>
                    <a:pt x="11048" y="1042179"/>
                  </a:lnTo>
                  <a:lnTo>
                    <a:pt x="19476" y="1087878"/>
                  </a:lnTo>
                  <a:lnTo>
                    <a:pt x="30172" y="1132739"/>
                  </a:lnTo>
                  <a:lnTo>
                    <a:pt x="43075" y="1176700"/>
                  </a:lnTo>
                  <a:lnTo>
                    <a:pt x="58121" y="1219700"/>
                  </a:lnTo>
                  <a:lnTo>
                    <a:pt x="75250" y="1261675"/>
                  </a:lnTo>
                  <a:lnTo>
                    <a:pt x="94398" y="1302565"/>
                  </a:lnTo>
                  <a:lnTo>
                    <a:pt x="115504" y="1342306"/>
                  </a:lnTo>
                  <a:lnTo>
                    <a:pt x="138505" y="1380836"/>
                  </a:lnTo>
                  <a:lnTo>
                    <a:pt x="163339" y="1418094"/>
                  </a:lnTo>
                  <a:lnTo>
                    <a:pt x="189944" y="1454016"/>
                  </a:lnTo>
                  <a:lnTo>
                    <a:pt x="218257" y="1488541"/>
                  </a:lnTo>
                  <a:lnTo>
                    <a:pt x="248217" y="1521607"/>
                  </a:lnTo>
                  <a:lnTo>
                    <a:pt x="279760" y="1553150"/>
                  </a:lnTo>
                  <a:lnTo>
                    <a:pt x="312826" y="1583110"/>
                  </a:lnTo>
                  <a:lnTo>
                    <a:pt x="347351" y="1611423"/>
                  </a:lnTo>
                  <a:lnTo>
                    <a:pt x="383273" y="1638028"/>
                  </a:lnTo>
                  <a:lnTo>
                    <a:pt x="420531" y="1662862"/>
                  </a:lnTo>
                  <a:lnTo>
                    <a:pt x="459061" y="1685863"/>
                  </a:lnTo>
                  <a:lnTo>
                    <a:pt x="498802" y="1706969"/>
                  </a:lnTo>
                  <a:lnTo>
                    <a:pt x="539692" y="1726117"/>
                  </a:lnTo>
                  <a:lnTo>
                    <a:pt x="581667" y="1743246"/>
                  </a:lnTo>
                  <a:lnTo>
                    <a:pt x="624667" y="1758292"/>
                  </a:lnTo>
                  <a:lnTo>
                    <a:pt x="668628" y="1771195"/>
                  </a:lnTo>
                  <a:lnTo>
                    <a:pt x="713489" y="1781891"/>
                  </a:lnTo>
                  <a:lnTo>
                    <a:pt x="759188" y="1790319"/>
                  </a:lnTo>
                  <a:lnTo>
                    <a:pt x="805661" y="1796415"/>
                  </a:lnTo>
                  <a:lnTo>
                    <a:pt x="852847" y="1800119"/>
                  </a:lnTo>
                  <a:lnTo>
                    <a:pt x="900683" y="1801367"/>
                  </a:lnTo>
                  <a:lnTo>
                    <a:pt x="8735568" y="1801367"/>
                  </a:lnTo>
                  <a:lnTo>
                    <a:pt x="8783404" y="1800119"/>
                  </a:lnTo>
                  <a:lnTo>
                    <a:pt x="8830590" y="1796415"/>
                  </a:lnTo>
                  <a:lnTo>
                    <a:pt x="8877063" y="1790319"/>
                  </a:lnTo>
                  <a:lnTo>
                    <a:pt x="8922762" y="1781891"/>
                  </a:lnTo>
                  <a:lnTo>
                    <a:pt x="8967623" y="1771195"/>
                  </a:lnTo>
                  <a:lnTo>
                    <a:pt x="9011584" y="1758292"/>
                  </a:lnTo>
                  <a:lnTo>
                    <a:pt x="9054584" y="1743246"/>
                  </a:lnTo>
                  <a:lnTo>
                    <a:pt x="9096559" y="1726117"/>
                  </a:lnTo>
                  <a:lnTo>
                    <a:pt x="9137449" y="1706969"/>
                  </a:lnTo>
                  <a:lnTo>
                    <a:pt x="9177190" y="1685863"/>
                  </a:lnTo>
                  <a:lnTo>
                    <a:pt x="9215720" y="1662862"/>
                  </a:lnTo>
                  <a:lnTo>
                    <a:pt x="9252978" y="1638028"/>
                  </a:lnTo>
                  <a:lnTo>
                    <a:pt x="9288900" y="1611423"/>
                  </a:lnTo>
                  <a:lnTo>
                    <a:pt x="9323425" y="1583110"/>
                  </a:lnTo>
                  <a:lnTo>
                    <a:pt x="9356491" y="1553150"/>
                  </a:lnTo>
                  <a:lnTo>
                    <a:pt x="9388034" y="1521607"/>
                  </a:lnTo>
                  <a:lnTo>
                    <a:pt x="9417994" y="1488541"/>
                  </a:lnTo>
                  <a:lnTo>
                    <a:pt x="9446307" y="1454016"/>
                  </a:lnTo>
                  <a:lnTo>
                    <a:pt x="9472912" y="1418094"/>
                  </a:lnTo>
                  <a:lnTo>
                    <a:pt x="9497746" y="1380836"/>
                  </a:lnTo>
                  <a:lnTo>
                    <a:pt x="9520747" y="1342306"/>
                  </a:lnTo>
                  <a:lnTo>
                    <a:pt x="9541853" y="1302565"/>
                  </a:lnTo>
                  <a:lnTo>
                    <a:pt x="9561001" y="1261675"/>
                  </a:lnTo>
                  <a:lnTo>
                    <a:pt x="9578130" y="1219700"/>
                  </a:lnTo>
                  <a:lnTo>
                    <a:pt x="9593176" y="1176700"/>
                  </a:lnTo>
                  <a:lnTo>
                    <a:pt x="9606079" y="1132739"/>
                  </a:lnTo>
                  <a:lnTo>
                    <a:pt x="9616775" y="1087878"/>
                  </a:lnTo>
                  <a:lnTo>
                    <a:pt x="9625203" y="1042179"/>
                  </a:lnTo>
                  <a:lnTo>
                    <a:pt x="9631299" y="995706"/>
                  </a:lnTo>
                  <a:lnTo>
                    <a:pt x="9635003" y="948520"/>
                  </a:lnTo>
                  <a:lnTo>
                    <a:pt x="9636252" y="900684"/>
                  </a:lnTo>
                  <a:lnTo>
                    <a:pt x="9635003" y="852847"/>
                  </a:lnTo>
                  <a:lnTo>
                    <a:pt x="9631299" y="805661"/>
                  </a:lnTo>
                  <a:lnTo>
                    <a:pt x="9625203" y="759188"/>
                  </a:lnTo>
                  <a:lnTo>
                    <a:pt x="9616775" y="713489"/>
                  </a:lnTo>
                  <a:lnTo>
                    <a:pt x="9606079" y="668628"/>
                  </a:lnTo>
                  <a:lnTo>
                    <a:pt x="9593176" y="624667"/>
                  </a:lnTo>
                  <a:lnTo>
                    <a:pt x="9578130" y="581667"/>
                  </a:lnTo>
                  <a:lnTo>
                    <a:pt x="9561001" y="539692"/>
                  </a:lnTo>
                  <a:lnTo>
                    <a:pt x="9541853" y="498802"/>
                  </a:lnTo>
                  <a:lnTo>
                    <a:pt x="9520747" y="459061"/>
                  </a:lnTo>
                  <a:lnTo>
                    <a:pt x="9497746" y="420531"/>
                  </a:lnTo>
                  <a:lnTo>
                    <a:pt x="9472912" y="383273"/>
                  </a:lnTo>
                  <a:lnTo>
                    <a:pt x="9446307" y="347351"/>
                  </a:lnTo>
                  <a:lnTo>
                    <a:pt x="9417994" y="312826"/>
                  </a:lnTo>
                  <a:lnTo>
                    <a:pt x="9388034" y="279760"/>
                  </a:lnTo>
                  <a:lnTo>
                    <a:pt x="9356491" y="248217"/>
                  </a:lnTo>
                  <a:lnTo>
                    <a:pt x="9323425" y="218257"/>
                  </a:lnTo>
                  <a:lnTo>
                    <a:pt x="9288900" y="189944"/>
                  </a:lnTo>
                  <a:lnTo>
                    <a:pt x="9252978" y="163339"/>
                  </a:lnTo>
                  <a:lnTo>
                    <a:pt x="9215720" y="138505"/>
                  </a:lnTo>
                  <a:lnTo>
                    <a:pt x="9177190" y="115504"/>
                  </a:lnTo>
                  <a:lnTo>
                    <a:pt x="9137449" y="94398"/>
                  </a:lnTo>
                  <a:lnTo>
                    <a:pt x="9096559" y="75250"/>
                  </a:lnTo>
                  <a:lnTo>
                    <a:pt x="9054584" y="58121"/>
                  </a:lnTo>
                  <a:lnTo>
                    <a:pt x="9011584" y="43075"/>
                  </a:lnTo>
                  <a:lnTo>
                    <a:pt x="8967623" y="30172"/>
                  </a:lnTo>
                  <a:lnTo>
                    <a:pt x="8922762" y="19476"/>
                  </a:lnTo>
                  <a:lnTo>
                    <a:pt x="8877063" y="11048"/>
                  </a:lnTo>
                  <a:lnTo>
                    <a:pt x="8830590" y="4952"/>
                  </a:lnTo>
                  <a:lnTo>
                    <a:pt x="8783404" y="1248"/>
                  </a:lnTo>
                  <a:lnTo>
                    <a:pt x="8735568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36" name="Google Shape;1336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6679" y="594994"/>
            <a:ext cx="4743958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7" name="Google Shape;1337;p62"/>
          <p:cNvGrpSpPr/>
          <p:nvPr/>
        </p:nvGrpSpPr>
        <p:grpSpPr>
          <a:xfrm>
            <a:off x="2116835" y="2135377"/>
            <a:ext cx="2167382" cy="286512"/>
            <a:chOff x="2116835" y="2135377"/>
            <a:chExt cx="2167382" cy="286512"/>
          </a:xfrm>
        </p:grpSpPr>
        <p:pic>
          <p:nvPicPr>
            <p:cNvPr id="1338" name="Google Shape;1338;p6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16835" y="2135377"/>
              <a:ext cx="1914016" cy="286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6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894073" y="2135377"/>
              <a:ext cx="390144" cy="2865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1340" name="Google Shape;1340;p62"/>
          <p:cNvSpPr txBox="1"/>
          <p:nvPr>
            <p:ph type="title"/>
          </p:nvPr>
        </p:nvSpPr>
        <p:spPr>
          <a:xfrm>
            <a:off x="2104135" y="2121153"/>
            <a:ext cx="827341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031364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800">
                <a:solidFill>
                  <a:srgbClr val="000000"/>
                </a:solidFill>
              </a:rPr>
              <a:t>это преобразование данных к неким безразмерным единицам. Иногда — в рамках заданного диапазона, например, [0..1] или [-1..1]. Иногда — с какими-то заданным свойством, как, например, стандартным отклонением равным 1.</a:t>
            </a:r>
            <a:endParaRPr sz="1800"/>
          </a:p>
        </p:txBody>
      </p:sp>
      <p:grpSp>
        <p:nvGrpSpPr>
          <p:cNvPr id="1341" name="Google Shape;1341;p62"/>
          <p:cNvGrpSpPr/>
          <p:nvPr/>
        </p:nvGrpSpPr>
        <p:grpSpPr>
          <a:xfrm>
            <a:off x="2116835" y="4378782"/>
            <a:ext cx="3943222" cy="286816"/>
            <a:chOff x="2116835" y="4378782"/>
            <a:chExt cx="3943222" cy="286816"/>
          </a:xfrm>
        </p:grpSpPr>
        <p:pic>
          <p:nvPicPr>
            <p:cNvPr id="1342" name="Google Shape;1342;p6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16835" y="4378782"/>
              <a:ext cx="3684651" cy="286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3" name="Google Shape;1343;p6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69914" y="4378782"/>
              <a:ext cx="390143" cy="2868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4" name="Google Shape;1344;p62"/>
          <p:cNvSpPr txBox="1"/>
          <p:nvPr/>
        </p:nvSpPr>
        <p:spPr>
          <a:xfrm>
            <a:off x="2104135" y="4364558"/>
            <a:ext cx="8277859" cy="139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380872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приведение </a:t>
            </a:r>
            <a:r>
              <a:rPr b="0" i="0" lang="ru-RU" sz="1800" u="none" cap="none" strike="noStrike">
                <a:solidFill>
                  <a:srgbClr val="EF1271"/>
                </a:solidFill>
                <a:latin typeface="Trebuchet MS"/>
                <a:ea typeface="Trebuchet MS"/>
                <a:cs typeface="Trebuchet MS"/>
                <a:sym typeface="Trebuchet MS"/>
              </a:rPr>
              <a:t>различных данных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в самых разных единицах измерения и диапазонах значений </a:t>
            </a:r>
            <a:r>
              <a:rPr b="0" i="0" lang="ru-RU" sz="1800" u="none" cap="none" strike="noStrike">
                <a:solidFill>
                  <a:srgbClr val="EF1271"/>
                </a:solidFill>
                <a:latin typeface="Trebuchet MS"/>
                <a:ea typeface="Trebuchet MS"/>
                <a:cs typeface="Trebuchet MS"/>
                <a:sym typeface="Trebuchet MS"/>
              </a:rPr>
              <a:t>к единому виду</a:t>
            </a: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который позволит сравнивать их между собой или использовать для расчёта схожести объектов. На практике это необходимо, например, для кластеризации и в некоторых алгоритмах машинного обучения.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9" name="Google Shape;1349;p63"/>
          <p:cNvGrpSpPr/>
          <p:nvPr/>
        </p:nvGrpSpPr>
        <p:grpSpPr>
          <a:xfrm>
            <a:off x="3200400" y="2613660"/>
            <a:ext cx="7943088" cy="643255"/>
            <a:chOff x="3200400" y="2613660"/>
            <a:chExt cx="7943088" cy="643255"/>
          </a:xfrm>
        </p:grpSpPr>
        <p:sp>
          <p:nvSpPr>
            <p:cNvPr id="1350" name="Google Shape;1350;p63"/>
            <p:cNvSpPr/>
            <p:nvPr/>
          </p:nvSpPr>
          <p:spPr>
            <a:xfrm>
              <a:off x="8247888" y="2613660"/>
              <a:ext cx="2895600" cy="643255"/>
            </a:xfrm>
            <a:custGeom>
              <a:rect b="b" l="l" r="r" t="t"/>
              <a:pathLst>
                <a:path extrusionOk="0" h="643254" w="2895600">
                  <a:moveTo>
                    <a:pt x="2573401" y="0"/>
                  </a:moveTo>
                  <a:lnTo>
                    <a:pt x="107441" y="0"/>
                  </a:lnTo>
                  <a:lnTo>
                    <a:pt x="65633" y="8425"/>
                  </a:lnTo>
                  <a:lnTo>
                    <a:pt x="31480" y="31400"/>
                  </a:lnTo>
                  <a:lnTo>
                    <a:pt x="8447" y="65472"/>
                  </a:lnTo>
                  <a:lnTo>
                    <a:pt x="0" y="107187"/>
                  </a:lnTo>
                  <a:lnTo>
                    <a:pt x="0" y="535939"/>
                  </a:lnTo>
                  <a:lnTo>
                    <a:pt x="8447" y="577655"/>
                  </a:lnTo>
                  <a:lnTo>
                    <a:pt x="31480" y="611727"/>
                  </a:lnTo>
                  <a:lnTo>
                    <a:pt x="65633" y="634702"/>
                  </a:lnTo>
                  <a:lnTo>
                    <a:pt x="107441" y="643127"/>
                  </a:lnTo>
                  <a:lnTo>
                    <a:pt x="2573401" y="643127"/>
                  </a:lnTo>
                  <a:lnTo>
                    <a:pt x="2621009" y="639640"/>
                  </a:lnTo>
                  <a:lnTo>
                    <a:pt x="2666449" y="629509"/>
                  </a:lnTo>
                  <a:lnTo>
                    <a:pt x="2709223" y="613233"/>
                  </a:lnTo>
                  <a:lnTo>
                    <a:pt x="2748833" y="591309"/>
                  </a:lnTo>
                  <a:lnTo>
                    <a:pt x="2784779" y="564237"/>
                  </a:lnTo>
                  <a:lnTo>
                    <a:pt x="2816563" y="532513"/>
                  </a:lnTo>
                  <a:lnTo>
                    <a:pt x="2843687" y="496637"/>
                  </a:lnTo>
                  <a:lnTo>
                    <a:pt x="2865650" y="457106"/>
                  </a:lnTo>
                  <a:lnTo>
                    <a:pt x="2881956" y="414418"/>
                  </a:lnTo>
                  <a:lnTo>
                    <a:pt x="2892106" y="369071"/>
                  </a:lnTo>
                  <a:lnTo>
                    <a:pt x="2895600" y="321563"/>
                  </a:lnTo>
                  <a:lnTo>
                    <a:pt x="2892106" y="274056"/>
                  </a:lnTo>
                  <a:lnTo>
                    <a:pt x="2881956" y="228709"/>
                  </a:lnTo>
                  <a:lnTo>
                    <a:pt x="2865650" y="186021"/>
                  </a:lnTo>
                  <a:lnTo>
                    <a:pt x="2843687" y="146490"/>
                  </a:lnTo>
                  <a:lnTo>
                    <a:pt x="2816563" y="110614"/>
                  </a:lnTo>
                  <a:lnTo>
                    <a:pt x="2784779" y="78890"/>
                  </a:lnTo>
                  <a:lnTo>
                    <a:pt x="2748833" y="51818"/>
                  </a:lnTo>
                  <a:lnTo>
                    <a:pt x="2709223" y="29894"/>
                  </a:lnTo>
                  <a:lnTo>
                    <a:pt x="2666449" y="13618"/>
                  </a:lnTo>
                  <a:lnTo>
                    <a:pt x="2621009" y="3487"/>
                  </a:lnTo>
                  <a:lnTo>
                    <a:pt x="2573401" y="0"/>
                  </a:lnTo>
                  <a:close/>
                </a:path>
              </a:pathLst>
            </a:custGeom>
            <a:solidFill>
              <a:srgbClr val="66A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63"/>
            <p:cNvSpPr/>
            <p:nvPr/>
          </p:nvSpPr>
          <p:spPr>
            <a:xfrm>
              <a:off x="5724144" y="2613660"/>
              <a:ext cx="2895600" cy="643255"/>
            </a:xfrm>
            <a:custGeom>
              <a:rect b="b" l="l" r="r" t="t"/>
              <a:pathLst>
                <a:path extrusionOk="0" h="643254" w="2895600">
                  <a:moveTo>
                    <a:pt x="2573401" y="0"/>
                  </a:moveTo>
                  <a:lnTo>
                    <a:pt x="107441" y="0"/>
                  </a:lnTo>
                  <a:lnTo>
                    <a:pt x="65633" y="8425"/>
                  </a:lnTo>
                  <a:lnTo>
                    <a:pt x="31480" y="31400"/>
                  </a:lnTo>
                  <a:lnTo>
                    <a:pt x="8447" y="65472"/>
                  </a:lnTo>
                  <a:lnTo>
                    <a:pt x="0" y="107187"/>
                  </a:lnTo>
                  <a:lnTo>
                    <a:pt x="0" y="535939"/>
                  </a:lnTo>
                  <a:lnTo>
                    <a:pt x="8447" y="577655"/>
                  </a:lnTo>
                  <a:lnTo>
                    <a:pt x="31480" y="611727"/>
                  </a:lnTo>
                  <a:lnTo>
                    <a:pt x="65633" y="634702"/>
                  </a:lnTo>
                  <a:lnTo>
                    <a:pt x="107441" y="643127"/>
                  </a:lnTo>
                  <a:lnTo>
                    <a:pt x="2573401" y="643127"/>
                  </a:lnTo>
                  <a:lnTo>
                    <a:pt x="2621009" y="639640"/>
                  </a:lnTo>
                  <a:lnTo>
                    <a:pt x="2666449" y="629509"/>
                  </a:lnTo>
                  <a:lnTo>
                    <a:pt x="2709223" y="613233"/>
                  </a:lnTo>
                  <a:lnTo>
                    <a:pt x="2748833" y="591309"/>
                  </a:lnTo>
                  <a:lnTo>
                    <a:pt x="2784779" y="564237"/>
                  </a:lnTo>
                  <a:lnTo>
                    <a:pt x="2816563" y="532513"/>
                  </a:lnTo>
                  <a:lnTo>
                    <a:pt x="2843687" y="496637"/>
                  </a:lnTo>
                  <a:lnTo>
                    <a:pt x="2865650" y="457106"/>
                  </a:lnTo>
                  <a:lnTo>
                    <a:pt x="2881956" y="414418"/>
                  </a:lnTo>
                  <a:lnTo>
                    <a:pt x="2892106" y="369071"/>
                  </a:lnTo>
                  <a:lnTo>
                    <a:pt x="2895600" y="321563"/>
                  </a:lnTo>
                  <a:lnTo>
                    <a:pt x="2892106" y="274056"/>
                  </a:lnTo>
                  <a:lnTo>
                    <a:pt x="2881956" y="228709"/>
                  </a:lnTo>
                  <a:lnTo>
                    <a:pt x="2865650" y="186021"/>
                  </a:lnTo>
                  <a:lnTo>
                    <a:pt x="2843687" y="146490"/>
                  </a:lnTo>
                  <a:lnTo>
                    <a:pt x="2816563" y="110614"/>
                  </a:lnTo>
                  <a:lnTo>
                    <a:pt x="2784779" y="78890"/>
                  </a:lnTo>
                  <a:lnTo>
                    <a:pt x="2748833" y="51818"/>
                  </a:lnTo>
                  <a:lnTo>
                    <a:pt x="2709223" y="29894"/>
                  </a:lnTo>
                  <a:lnTo>
                    <a:pt x="2666449" y="13618"/>
                  </a:lnTo>
                  <a:lnTo>
                    <a:pt x="2621009" y="3487"/>
                  </a:lnTo>
                  <a:lnTo>
                    <a:pt x="2573401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63"/>
            <p:cNvSpPr/>
            <p:nvPr/>
          </p:nvSpPr>
          <p:spPr>
            <a:xfrm>
              <a:off x="3200400" y="2613660"/>
              <a:ext cx="2895600" cy="643255"/>
            </a:xfrm>
            <a:custGeom>
              <a:rect b="b" l="l" r="r" t="t"/>
              <a:pathLst>
                <a:path extrusionOk="0" h="643254" w="2895600">
                  <a:moveTo>
                    <a:pt x="2573401" y="0"/>
                  </a:moveTo>
                  <a:lnTo>
                    <a:pt x="107441" y="0"/>
                  </a:lnTo>
                  <a:lnTo>
                    <a:pt x="65633" y="8425"/>
                  </a:lnTo>
                  <a:lnTo>
                    <a:pt x="31480" y="31400"/>
                  </a:lnTo>
                  <a:lnTo>
                    <a:pt x="8447" y="65472"/>
                  </a:lnTo>
                  <a:lnTo>
                    <a:pt x="0" y="107187"/>
                  </a:lnTo>
                  <a:lnTo>
                    <a:pt x="0" y="535939"/>
                  </a:lnTo>
                  <a:lnTo>
                    <a:pt x="8447" y="577655"/>
                  </a:lnTo>
                  <a:lnTo>
                    <a:pt x="31480" y="611727"/>
                  </a:lnTo>
                  <a:lnTo>
                    <a:pt x="65633" y="634702"/>
                  </a:lnTo>
                  <a:lnTo>
                    <a:pt x="107441" y="643127"/>
                  </a:lnTo>
                  <a:lnTo>
                    <a:pt x="2573401" y="643127"/>
                  </a:lnTo>
                  <a:lnTo>
                    <a:pt x="2621009" y="639640"/>
                  </a:lnTo>
                  <a:lnTo>
                    <a:pt x="2666449" y="629509"/>
                  </a:lnTo>
                  <a:lnTo>
                    <a:pt x="2709223" y="613233"/>
                  </a:lnTo>
                  <a:lnTo>
                    <a:pt x="2748833" y="591309"/>
                  </a:lnTo>
                  <a:lnTo>
                    <a:pt x="2784779" y="564237"/>
                  </a:lnTo>
                  <a:lnTo>
                    <a:pt x="2816563" y="532513"/>
                  </a:lnTo>
                  <a:lnTo>
                    <a:pt x="2843687" y="496637"/>
                  </a:lnTo>
                  <a:lnTo>
                    <a:pt x="2865650" y="457106"/>
                  </a:lnTo>
                  <a:lnTo>
                    <a:pt x="2881956" y="414418"/>
                  </a:lnTo>
                  <a:lnTo>
                    <a:pt x="2892106" y="369071"/>
                  </a:lnTo>
                  <a:lnTo>
                    <a:pt x="2895600" y="321563"/>
                  </a:lnTo>
                  <a:lnTo>
                    <a:pt x="2892106" y="274056"/>
                  </a:lnTo>
                  <a:lnTo>
                    <a:pt x="2881956" y="228709"/>
                  </a:lnTo>
                  <a:lnTo>
                    <a:pt x="2865650" y="186021"/>
                  </a:lnTo>
                  <a:lnTo>
                    <a:pt x="2843687" y="146490"/>
                  </a:lnTo>
                  <a:lnTo>
                    <a:pt x="2816563" y="110614"/>
                  </a:lnTo>
                  <a:lnTo>
                    <a:pt x="2784779" y="78890"/>
                  </a:lnTo>
                  <a:lnTo>
                    <a:pt x="2748833" y="51818"/>
                  </a:lnTo>
                  <a:lnTo>
                    <a:pt x="2709223" y="29894"/>
                  </a:lnTo>
                  <a:lnTo>
                    <a:pt x="2666449" y="13618"/>
                  </a:lnTo>
                  <a:lnTo>
                    <a:pt x="2621009" y="3487"/>
                  </a:lnTo>
                  <a:lnTo>
                    <a:pt x="2573401" y="0"/>
                  </a:lnTo>
                  <a:close/>
                </a:path>
              </a:pathLst>
            </a:custGeom>
            <a:solidFill>
              <a:srgbClr val="0058B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53" name="Google Shape;135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9482" y="594994"/>
            <a:ext cx="7658227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4" name="Google Shape;1354;p63"/>
          <p:cNvGrpSpPr/>
          <p:nvPr/>
        </p:nvGrpSpPr>
        <p:grpSpPr>
          <a:xfrm>
            <a:off x="676655" y="2613660"/>
            <a:ext cx="2895600" cy="643255"/>
            <a:chOff x="676655" y="2613660"/>
            <a:chExt cx="2895600" cy="643255"/>
          </a:xfrm>
        </p:grpSpPr>
        <p:sp>
          <p:nvSpPr>
            <p:cNvPr id="1355" name="Google Shape;1355;p63"/>
            <p:cNvSpPr/>
            <p:nvPr/>
          </p:nvSpPr>
          <p:spPr>
            <a:xfrm>
              <a:off x="676655" y="2613660"/>
              <a:ext cx="2895600" cy="643255"/>
            </a:xfrm>
            <a:custGeom>
              <a:rect b="b" l="l" r="r" t="t"/>
              <a:pathLst>
                <a:path extrusionOk="0" h="643254" w="2895600">
                  <a:moveTo>
                    <a:pt x="2573401" y="0"/>
                  </a:moveTo>
                  <a:lnTo>
                    <a:pt x="107391" y="0"/>
                  </a:lnTo>
                  <a:lnTo>
                    <a:pt x="65590" y="8425"/>
                  </a:lnTo>
                  <a:lnTo>
                    <a:pt x="31454" y="31400"/>
                  </a:lnTo>
                  <a:lnTo>
                    <a:pt x="8439" y="65472"/>
                  </a:lnTo>
                  <a:lnTo>
                    <a:pt x="0" y="107187"/>
                  </a:lnTo>
                  <a:lnTo>
                    <a:pt x="0" y="535939"/>
                  </a:lnTo>
                  <a:lnTo>
                    <a:pt x="8439" y="577655"/>
                  </a:lnTo>
                  <a:lnTo>
                    <a:pt x="31454" y="611727"/>
                  </a:lnTo>
                  <a:lnTo>
                    <a:pt x="65590" y="634702"/>
                  </a:lnTo>
                  <a:lnTo>
                    <a:pt x="107391" y="643127"/>
                  </a:lnTo>
                  <a:lnTo>
                    <a:pt x="2573401" y="643127"/>
                  </a:lnTo>
                  <a:lnTo>
                    <a:pt x="2621009" y="639640"/>
                  </a:lnTo>
                  <a:lnTo>
                    <a:pt x="2666449" y="629509"/>
                  </a:lnTo>
                  <a:lnTo>
                    <a:pt x="2709223" y="613233"/>
                  </a:lnTo>
                  <a:lnTo>
                    <a:pt x="2748833" y="591309"/>
                  </a:lnTo>
                  <a:lnTo>
                    <a:pt x="2784779" y="564237"/>
                  </a:lnTo>
                  <a:lnTo>
                    <a:pt x="2816563" y="532513"/>
                  </a:lnTo>
                  <a:lnTo>
                    <a:pt x="2843687" y="496637"/>
                  </a:lnTo>
                  <a:lnTo>
                    <a:pt x="2865650" y="457106"/>
                  </a:lnTo>
                  <a:lnTo>
                    <a:pt x="2881956" y="414418"/>
                  </a:lnTo>
                  <a:lnTo>
                    <a:pt x="2892106" y="369071"/>
                  </a:lnTo>
                  <a:lnTo>
                    <a:pt x="2895599" y="321563"/>
                  </a:lnTo>
                  <a:lnTo>
                    <a:pt x="2892106" y="274056"/>
                  </a:lnTo>
                  <a:lnTo>
                    <a:pt x="2881956" y="228709"/>
                  </a:lnTo>
                  <a:lnTo>
                    <a:pt x="2865650" y="186021"/>
                  </a:lnTo>
                  <a:lnTo>
                    <a:pt x="2843687" y="146490"/>
                  </a:lnTo>
                  <a:lnTo>
                    <a:pt x="2816563" y="110614"/>
                  </a:lnTo>
                  <a:lnTo>
                    <a:pt x="2784779" y="78890"/>
                  </a:lnTo>
                  <a:lnTo>
                    <a:pt x="2748833" y="51818"/>
                  </a:lnTo>
                  <a:lnTo>
                    <a:pt x="2709223" y="29894"/>
                  </a:lnTo>
                  <a:lnTo>
                    <a:pt x="2666449" y="13618"/>
                  </a:lnTo>
                  <a:lnTo>
                    <a:pt x="2621009" y="3487"/>
                  </a:lnTo>
                  <a:lnTo>
                    <a:pt x="2573401" y="0"/>
                  </a:lnTo>
                  <a:close/>
                </a:path>
              </a:pathLst>
            </a:custGeom>
            <a:solidFill>
              <a:srgbClr val="003B7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6" name="Google Shape;1356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18894" y="2804795"/>
              <a:ext cx="1727835" cy="25298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57" name="Google Shape;1357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6796" y="2804795"/>
            <a:ext cx="1986788" cy="2529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8" name="Google Shape;1358;p63"/>
          <p:cNvGrpSpPr/>
          <p:nvPr/>
        </p:nvGrpSpPr>
        <p:grpSpPr>
          <a:xfrm>
            <a:off x="6348095" y="2681604"/>
            <a:ext cx="1765427" cy="496824"/>
            <a:chOff x="6348095" y="2681604"/>
            <a:chExt cx="1765427" cy="496824"/>
          </a:xfrm>
        </p:grpSpPr>
        <p:pic>
          <p:nvPicPr>
            <p:cNvPr id="1359" name="Google Shape;1359;p6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38849" y="2681604"/>
              <a:ext cx="1436497" cy="252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0" name="Google Shape;1360;p6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48095" y="2925140"/>
              <a:ext cx="1765427" cy="2532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1" name="Google Shape;1361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54032" y="2801366"/>
            <a:ext cx="1406525" cy="2529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63"/>
          <p:cNvSpPr/>
          <p:nvPr/>
        </p:nvSpPr>
        <p:spPr>
          <a:xfrm>
            <a:off x="3256026" y="3242310"/>
            <a:ext cx="0" cy="1489710"/>
          </a:xfrm>
          <a:custGeom>
            <a:rect b="b" l="l" r="r" t="t"/>
            <a:pathLst>
              <a:path extrusionOk="0" h="1489710" w="120000">
                <a:moveTo>
                  <a:pt x="0" y="0"/>
                </a:moveTo>
                <a:lnTo>
                  <a:pt x="0" y="1489583"/>
                </a:lnTo>
              </a:path>
            </a:pathLst>
          </a:custGeom>
          <a:noFill/>
          <a:ln cap="flat" cmpd="sng" w="28950">
            <a:solidFill>
              <a:srgbClr val="003B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3"/>
          <p:cNvSpPr txBox="1"/>
          <p:nvPr/>
        </p:nvSpPr>
        <p:spPr>
          <a:xfrm>
            <a:off x="756310" y="3357448"/>
            <a:ext cx="2337435" cy="8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каждого признака в наборе вычитаем среднее и делим на стандартное отклонение.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4" name="Google Shape;1364;p63"/>
          <p:cNvSpPr txBox="1"/>
          <p:nvPr/>
        </p:nvSpPr>
        <p:spPr>
          <a:xfrm>
            <a:off x="3567810" y="3357448"/>
            <a:ext cx="1948180" cy="8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Значения каждого признака в наборе приводят к диапазону [0,1].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5" name="Google Shape;1365;p63"/>
          <p:cNvSpPr txBox="1"/>
          <p:nvPr/>
        </p:nvSpPr>
        <p:spPr>
          <a:xfrm>
            <a:off x="6017133" y="3365753"/>
            <a:ext cx="2011680" cy="130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47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Применение монотонного преобразования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 признаку (например: логарифмирование, возведение в степень)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6" name="Google Shape;1366;p63"/>
          <p:cNvSpPr txBox="1"/>
          <p:nvPr/>
        </p:nvSpPr>
        <p:spPr>
          <a:xfrm>
            <a:off x="8604884" y="3365753"/>
            <a:ext cx="2049780" cy="130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Область значений количественного или порядкового признака делим на N участков и представляем в виде N бинарных признаков.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7" name="Google Shape;1367;p63"/>
          <p:cNvSpPr/>
          <p:nvPr/>
        </p:nvSpPr>
        <p:spPr>
          <a:xfrm>
            <a:off x="5790438" y="3242310"/>
            <a:ext cx="0" cy="1489710"/>
          </a:xfrm>
          <a:custGeom>
            <a:rect b="b" l="l" r="r" t="t"/>
            <a:pathLst>
              <a:path extrusionOk="0" h="1489710" w="120000">
                <a:moveTo>
                  <a:pt x="0" y="0"/>
                </a:moveTo>
                <a:lnTo>
                  <a:pt x="0" y="1489583"/>
                </a:lnTo>
              </a:path>
            </a:pathLst>
          </a:custGeom>
          <a:noFill/>
          <a:ln cap="flat" cmpd="sng" w="28950">
            <a:solidFill>
              <a:srgbClr val="0058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3"/>
          <p:cNvSpPr/>
          <p:nvPr/>
        </p:nvSpPr>
        <p:spPr>
          <a:xfrm>
            <a:off x="8248650" y="3242310"/>
            <a:ext cx="0" cy="1489710"/>
          </a:xfrm>
          <a:custGeom>
            <a:rect b="b" l="l" r="r" t="t"/>
            <a:pathLst>
              <a:path extrusionOk="0" h="1489710" w="120000">
                <a:moveTo>
                  <a:pt x="0" y="0"/>
                </a:moveTo>
                <a:lnTo>
                  <a:pt x="0" y="1489583"/>
                </a:lnTo>
              </a:path>
            </a:pathLst>
          </a:custGeom>
          <a:noFill/>
          <a:ln cap="flat" cmpd="sng" w="28950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6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4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4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64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4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4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4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4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4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4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4"/>
          <p:cNvSpPr/>
          <p:nvPr/>
        </p:nvSpPr>
        <p:spPr>
          <a:xfrm>
            <a:off x="0" y="2593848"/>
            <a:ext cx="8059420" cy="2638425"/>
          </a:xfrm>
          <a:custGeom>
            <a:rect b="b" l="l" r="r" t="t"/>
            <a:pathLst>
              <a:path extrusionOk="0" h="2638425" w="8059420">
                <a:moveTo>
                  <a:pt x="7913624" y="0"/>
                </a:moveTo>
                <a:lnTo>
                  <a:pt x="0" y="0"/>
                </a:lnTo>
                <a:lnTo>
                  <a:pt x="0" y="2638044"/>
                </a:lnTo>
                <a:lnTo>
                  <a:pt x="7913624" y="2638044"/>
                </a:lnTo>
                <a:lnTo>
                  <a:pt x="7959555" y="2630639"/>
                </a:lnTo>
                <a:lnTo>
                  <a:pt x="7999439" y="2610018"/>
                </a:lnTo>
                <a:lnTo>
                  <a:pt x="8030886" y="2578571"/>
                </a:lnTo>
                <a:lnTo>
                  <a:pt x="8051507" y="2538687"/>
                </a:lnTo>
                <a:lnTo>
                  <a:pt x="8058911" y="2492756"/>
                </a:lnTo>
                <a:lnTo>
                  <a:pt x="8058911" y="145287"/>
                </a:lnTo>
                <a:lnTo>
                  <a:pt x="8051507" y="99356"/>
                </a:lnTo>
                <a:lnTo>
                  <a:pt x="8030886" y="59472"/>
                </a:lnTo>
                <a:lnTo>
                  <a:pt x="7999439" y="28025"/>
                </a:lnTo>
                <a:lnTo>
                  <a:pt x="7959555" y="7404"/>
                </a:lnTo>
                <a:lnTo>
                  <a:pt x="7913624" y="0"/>
                </a:lnTo>
                <a:close/>
              </a:path>
            </a:pathLst>
          </a:cu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4" name="Google Shape;1384;p64"/>
          <p:cNvGrpSpPr/>
          <p:nvPr/>
        </p:nvGrpSpPr>
        <p:grpSpPr>
          <a:xfrm>
            <a:off x="628192" y="528193"/>
            <a:ext cx="10396855" cy="1493519"/>
            <a:chOff x="628192" y="528193"/>
            <a:chExt cx="10396855" cy="1493519"/>
          </a:xfrm>
        </p:grpSpPr>
        <p:pic>
          <p:nvPicPr>
            <p:cNvPr id="1385" name="Google Shape;1385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8192" y="528193"/>
              <a:ext cx="1039685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6" name="Google Shape;1386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8192" y="1259408"/>
              <a:ext cx="3451733" cy="762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7" name="Google Shape;1387;p64"/>
          <p:cNvSpPr txBox="1"/>
          <p:nvPr/>
        </p:nvSpPr>
        <p:spPr>
          <a:xfrm>
            <a:off x="646277" y="2876753"/>
            <a:ext cx="7189470" cy="2084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F3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Замена на порядковый признак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EBF3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One-hot encoding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2205"/>
              </a:spcBef>
              <a:spcAft>
                <a:spcPts val="0"/>
              </a:spcAft>
              <a:buClr>
                <a:srgbClr val="EBF3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Binning and woe (только для бинарной классификации)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EBF3F8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Hashing trick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" name="Google Shape;139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541" y="594994"/>
            <a:ext cx="9727311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65"/>
          <p:cNvSpPr/>
          <p:nvPr/>
        </p:nvSpPr>
        <p:spPr>
          <a:xfrm>
            <a:off x="2098548" y="3090672"/>
            <a:ext cx="2743200" cy="2567940"/>
          </a:xfrm>
          <a:custGeom>
            <a:rect b="b" l="l" r="r" t="t"/>
            <a:pathLst>
              <a:path extrusionOk="0" h="2567940" w="2743200">
                <a:moveTo>
                  <a:pt x="2641854" y="0"/>
                </a:moveTo>
                <a:lnTo>
                  <a:pt x="101345" y="0"/>
                </a:lnTo>
                <a:lnTo>
                  <a:pt x="61882" y="7959"/>
                </a:lnTo>
                <a:lnTo>
                  <a:pt x="29670" y="29670"/>
                </a:lnTo>
                <a:lnTo>
                  <a:pt x="7959" y="61882"/>
                </a:lnTo>
                <a:lnTo>
                  <a:pt x="0" y="101345"/>
                </a:lnTo>
                <a:lnTo>
                  <a:pt x="0" y="2466593"/>
                </a:lnTo>
                <a:lnTo>
                  <a:pt x="7959" y="2506051"/>
                </a:lnTo>
                <a:lnTo>
                  <a:pt x="29670" y="2538264"/>
                </a:lnTo>
                <a:lnTo>
                  <a:pt x="61882" y="2559978"/>
                </a:lnTo>
                <a:lnTo>
                  <a:pt x="101345" y="2567940"/>
                </a:lnTo>
                <a:lnTo>
                  <a:pt x="2641854" y="2567940"/>
                </a:lnTo>
                <a:lnTo>
                  <a:pt x="2681317" y="2559978"/>
                </a:lnTo>
                <a:lnTo>
                  <a:pt x="2713529" y="2538264"/>
                </a:lnTo>
                <a:lnTo>
                  <a:pt x="2735240" y="2506051"/>
                </a:lnTo>
                <a:lnTo>
                  <a:pt x="2743200" y="2466593"/>
                </a:lnTo>
                <a:lnTo>
                  <a:pt x="2743200" y="101345"/>
                </a:lnTo>
                <a:lnTo>
                  <a:pt x="2735240" y="61882"/>
                </a:lnTo>
                <a:lnTo>
                  <a:pt x="2713529" y="29670"/>
                </a:lnTo>
                <a:lnTo>
                  <a:pt x="2681317" y="7959"/>
                </a:lnTo>
                <a:lnTo>
                  <a:pt x="2641854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65"/>
          <p:cNvSpPr/>
          <p:nvPr/>
        </p:nvSpPr>
        <p:spPr>
          <a:xfrm>
            <a:off x="2744723" y="2249423"/>
            <a:ext cx="2097405" cy="795655"/>
          </a:xfrm>
          <a:custGeom>
            <a:rect b="b" l="l" r="r" t="t"/>
            <a:pathLst>
              <a:path extrusionOk="0" h="795655" w="2097404">
                <a:moveTo>
                  <a:pt x="1977136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7" y="795527"/>
                </a:lnTo>
                <a:lnTo>
                  <a:pt x="1977136" y="795527"/>
                </a:lnTo>
                <a:lnTo>
                  <a:pt x="2023782" y="786100"/>
                </a:lnTo>
                <a:lnTo>
                  <a:pt x="2061892" y="760396"/>
                </a:lnTo>
                <a:lnTo>
                  <a:pt x="2087596" y="722286"/>
                </a:lnTo>
                <a:lnTo>
                  <a:pt x="2097024" y="675639"/>
                </a:lnTo>
                <a:lnTo>
                  <a:pt x="2097024" y="119887"/>
                </a:lnTo>
                <a:lnTo>
                  <a:pt x="2087596" y="73241"/>
                </a:lnTo>
                <a:lnTo>
                  <a:pt x="2061892" y="35131"/>
                </a:lnTo>
                <a:lnTo>
                  <a:pt x="2023782" y="9427"/>
                </a:lnTo>
                <a:lnTo>
                  <a:pt x="1977136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65"/>
          <p:cNvSpPr txBox="1"/>
          <p:nvPr/>
        </p:nvSpPr>
        <p:spPr>
          <a:xfrm>
            <a:off x="3349878" y="2504897"/>
            <a:ext cx="8420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396" name="Google Shape;1396;p65"/>
          <p:cNvGraphicFramePr/>
          <p:nvPr/>
        </p:nvGraphicFramePr>
        <p:xfrm>
          <a:off x="2099310" y="3045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{74D2948A-BE8B-4DB4-A467-5794DFDA2758}</a:tableStyleId>
              </a:tblPr>
              <a:tblGrid>
                <a:gridCol w="652150"/>
                <a:gridCol w="2091050"/>
              </a:tblGrid>
              <a:tr h="687075">
                <a:tc>
                  <a:txBody>
                    <a:bodyPr/>
                    <a:lstStyle/>
                    <a:p>
                      <a:pPr indent="0" lvl="0" marL="82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101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4572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School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089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63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56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Basic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698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206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University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335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698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6032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School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71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397" name="Google Shape;1397;p65"/>
          <p:cNvSpPr/>
          <p:nvPr/>
        </p:nvSpPr>
        <p:spPr>
          <a:xfrm>
            <a:off x="7242047" y="3090672"/>
            <a:ext cx="2745105" cy="2567940"/>
          </a:xfrm>
          <a:custGeom>
            <a:rect b="b" l="l" r="r" t="t"/>
            <a:pathLst>
              <a:path extrusionOk="0" h="2567940" w="2745104">
                <a:moveTo>
                  <a:pt x="2643378" y="0"/>
                </a:moveTo>
                <a:lnTo>
                  <a:pt x="101346" y="0"/>
                </a:lnTo>
                <a:lnTo>
                  <a:pt x="61882" y="7959"/>
                </a:lnTo>
                <a:lnTo>
                  <a:pt x="29670" y="29670"/>
                </a:lnTo>
                <a:lnTo>
                  <a:pt x="7959" y="61882"/>
                </a:lnTo>
                <a:lnTo>
                  <a:pt x="0" y="101345"/>
                </a:lnTo>
                <a:lnTo>
                  <a:pt x="0" y="2466593"/>
                </a:lnTo>
                <a:lnTo>
                  <a:pt x="7959" y="2506051"/>
                </a:lnTo>
                <a:lnTo>
                  <a:pt x="29670" y="2538264"/>
                </a:lnTo>
                <a:lnTo>
                  <a:pt x="61882" y="2559978"/>
                </a:lnTo>
                <a:lnTo>
                  <a:pt x="101346" y="2567940"/>
                </a:lnTo>
                <a:lnTo>
                  <a:pt x="2643378" y="2567940"/>
                </a:lnTo>
                <a:lnTo>
                  <a:pt x="2682841" y="2559978"/>
                </a:lnTo>
                <a:lnTo>
                  <a:pt x="2715053" y="2538264"/>
                </a:lnTo>
                <a:lnTo>
                  <a:pt x="2736764" y="2506051"/>
                </a:lnTo>
                <a:lnTo>
                  <a:pt x="2744724" y="2466593"/>
                </a:lnTo>
                <a:lnTo>
                  <a:pt x="2744724" y="101345"/>
                </a:lnTo>
                <a:lnTo>
                  <a:pt x="2736764" y="61882"/>
                </a:lnTo>
                <a:lnTo>
                  <a:pt x="2715053" y="29670"/>
                </a:lnTo>
                <a:lnTo>
                  <a:pt x="2682841" y="7959"/>
                </a:lnTo>
                <a:lnTo>
                  <a:pt x="2643378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5"/>
          <p:cNvSpPr/>
          <p:nvPr/>
        </p:nvSpPr>
        <p:spPr>
          <a:xfrm>
            <a:off x="7888223" y="2249423"/>
            <a:ext cx="2098675" cy="795655"/>
          </a:xfrm>
          <a:custGeom>
            <a:rect b="b" l="l" r="r" t="t"/>
            <a:pathLst>
              <a:path extrusionOk="0" h="795655" w="2098675">
                <a:moveTo>
                  <a:pt x="1978659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7" y="795527"/>
                </a:lnTo>
                <a:lnTo>
                  <a:pt x="1978659" y="795527"/>
                </a:lnTo>
                <a:lnTo>
                  <a:pt x="2025306" y="786100"/>
                </a:lnTo>
                <a:lnTo>
                  <a:pt x="2063416" y="760396"/>
                </a:lnTo>
                <a:lnTo>
                  <a:pt x="2089120" y="722286"/>
                </a:lnTo>
                <a:lnTo>
                  <a:pt x="2098548" y="675639"/>
                </a:lnTo>
                <a:lnTo>
                  <a:pt x="2098548" y="119887"/>
                </a:lnTo>
                <a:lnTo>
                  <a:pt x="2089120" y="73241"/>
                </a:lnTo>
                <a:lnTo>
                  <a:pt x="2063416" y="35131"/>
                </a:lnTo>
                <a:lnTo>
                  <a:pt x="2025306" y="9427"/>
                </a:lnTo>
                <a:lnTo>
                  <a:pt x="1978659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5"/>
          <p:cNvSpPr txBox="1"/>
          <p:nvPr/>
        </p:nvSpPr>
        <p:spPr>
          <a:xfrm>
            <a:off x="8494268" y="2504897"/>
            <a:ext cx="8420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400" name="Google Shape;1400;p65"/>
          <p:cNvGraphicFramePr/>
          <p:nvPr/>
        </p:nvGraphicFramePr>
        <p:xfrm>
          <a:off x="7242809" y="3045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{74D2948A-BE8B-4DB4-A467-5794DFDA2758}</a:tableStyleId>
              </a:tblPr>
              <a:tblGrid>
                <a:gridCol w="652150"/>
                <a:gridCol w="2091050"/>
              </a:tblGrid>
              <a:tr h="687075">
                <a:tc>
                  <a:txBody>
                    <a:bodyPr/>
                    <a:lstStyle/>
                    <a:p>
                      <a:pPr indent="0" lvl="0" marL="1016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101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683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089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52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88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4741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335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88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960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71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401" name="Google Shape;1401;p65"/>
          <p:cNvSpPr/>
          <p:nvPr/>
        </p:nvSpPr>
        <p:spPr>
          <a:xfrm>
            <a:off x="5971032" y="3707891"/>
            <a:ext cx="358140" cy="693420"/>
          </a:xfrm>
          <a:custGeom>
            <a:rect b="b" l="l" r="r" t="t"/>
            <a:pathLst>
              <a:path extrusionOk="0" h="693420" w="358139">
                <a:moveTo>
                  <a:pt x="0" y="0"/>
                </a:moveTo>
                <a:lnTo>
                  <a:pt x="0" y="693419"/>
                </a:lnTo>
                <a:lnTo>
                  <a:pt x="358139" y="346709"/>
                </a:lnTo>
                <a:lnTo>
                  <a:pt x="0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1406;p66"/>
          <p:cNvGrpSpPr/>
          <p:nvPr/>
        </p:nvGrpSpPr>
        <p:grpSpPr>
          <a:xfrm>
            <a:off x="677570" y="594994"/>
            <a:ext cx="5721452" cy="762000"/>
            <a:chOff x="677570" y="594994"/>
            <a:chExt cx="5721452" cy="762000"/>
          </a:xfrm>
        </p:grpSpPr>
        <p:pic>
          <p:nvPicPr>
            <p:cNvPr id="1407" name="Google Shape;1407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7570" y="594994"/>
              <a:ext cx="160121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8" name="Google Shape;140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78456" y="594994"/>
              <a:ext cx="518159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9" name="Google Shape;1409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7537" y="594994"/>
              <a:ext cx="1262278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0" name="Google Shape;1410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84321" y="594994"/>
              <a:ext cx="518160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1" name="Google Shape;1411;p6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3402" y="594994"/>
              <a:ext cx="3055620" cy="76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2" name="Google Shape;1412;p66"/>
          <p:cNvSpPr/>
          <p:nvPr/>
        </p:nvSpPr>
        <p:spPr>
          <a:xfrm>
            <a:off x="877824" y="3090672"/>
            <a:ext cx="2745105" cy="2567940"/>
          </a:xfrm>
          <a:custGeom>
            <a:rect b="b" l="l" r="r" t="t"/>
            <a:pathLst>
              <a:path extrusionOk="0" h="2567940" w="2745104">
                <a:moveTo>
                  <a:pt x="2643378" y="0"/>
                </a:moveTo>
                <a:lnTo>
                  <a:pt x="101307" y="0"/>
                </a:lnTo>
                <a:lnTo>
                  <a:pt x="61872" y="7959"/>
                </a:lnTo>
                <a:lnTo>
                  <a:pt x="29670" y="29670"/>
                </a:lnTo>
                <a:lnTo>
                  <a:pt x="7960" y="61882"/>
                </a:lnTo>
                <a:lnTo>
                  <a:pt x="0" y="101345"/>
                </a:lnTo>
                <a:lnTo>
                  <a:pt x="0" y="2466593"/>
                </a:lnTo>
                <a:lnTo>
                  <a:pt x="7960" y="2506051"/>
                </a:lnTo>
                <a:lnTo>
                  <a:pt x="29670" y="2538264"/>
                </a:lnTo>
                <a:lnTo>
                  <a:pt x="61872" y="2559978"/>
                </a:lnTo>
                <a:lnTo>
                  <a:pt x="101307" y="2567940"/>
                </a:lnTo>
                <a:lnTo>
                  <a:pt x="2643378" y="2567940"/>
                </a:lnTo>
                <a:lnTo>
                  <a:pt x="2682841" y="2559978"/>
                </a:lnTo>
                <a:lnTo>
                  <a:pt x="2715053" y="2538264"/>
                </a:lnTo>
                <a:lnTo>
                  <a:pt x="2736764" y="2506051"/>
                </a:lnTo>
                <a:lnTo>
                  <a:pt x="2744724" y="2466593"/>
                </a:lnTo>
                <a:lnTo>
                  <a:pt x="2744724" y="101345"/>
                </a:lnTo>
                <a:lnTo>
                  <a:pt x="2736764" y="61882"/>
                </a:lnTo>
                <a:lnTo>
                  <a:pt x="2715053" y="29670"/>
                </a:lnTo>
                <a:lnTo>
                  <a:pt x="2682841" y="7959"/>
                </a:lnTo>
                <a:lnTo>
                  <a:pt x="2643378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6"/>
          <p:cNvSpPr/>
          <p:nvPr/>
        </p:nvSpPr>
        <p:spPr>
          <a:xfrm>
            <a:off x="1524000" y="2249423"/>
            <a:ext cx="2098675" cy="795655"/>
          </a:xfrm>
          <a:custGeom>
            <a:rect b="b" l="l" r="r" t="t"/>
            <a:pathLst>
              <a:path extrusionOk="0" h="795655" w="2098675">
                <a:moveTo>
                  <a:pt x="1978660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7" y="795527"/>
                </a:lnTo>
                <a:lnTo>
                  <a:pt x="1978660" y="795527"/>
                </a:lnTo>
                <a:lnTo>
                  <a:pt x="2025306" y="786100"/>
                </a:lnTo>
                <a:lnTo>
                  <a:pt x="2063416" y="760396"/>
                </a:lnTo>
                <a:lnTo>
                  <a:pt x="2089120" y="722286"/>
                </a:lnTo>
                <a:lnTo>
                  <a:pt x="2098548" y="675639"/>
                </a:lnTo>
                <a:lnTo>
                  <a:pt x="2098548" y="119887"/>
                </a:lnTo>
                <a:lnTo>
                  <a:pt x="2089120" y="73241"/>
                </a:lnTo>
                <a:lnTo>
                  <a:pt x="2063416" y="35131"/>
                </a:lnTo>
                <a:lnTo>
                  <a:pt x="2025306" y="9427"/>
                </a:lnTo>
                <a:lnTo>
                  <a:pt x="1978660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6"/>
          <p:cNvSpPr txBox="1"/>
          <p:nvPr/>
        </p:nvSpPr>
        <p:spPr>
          <a:xfrm>
            <a:off x="2129408" y="2504897"/>
            <a:ext cx="8420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415" name="Google Shape;1415;p66"/>
          <p:cNvGraphicFramePr/>
          <p:nvPr/>
        </p:nvGraphicFramePr>
        <p:xfrm>
          <a:off x="749045" y="3045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{74D2948A-BE8B-4DB4-A467-5794DFDA2758}</a:tableStyleId>
              </a:tblPr>
              <a:tblGrid>
                <a:gridCol w="781675"/>
                <a:gridCol w="2400925"/>
              </a:tblGrid>
              <a:tr h="687075">
                <a:tc>
                  <a:txBody>
                    <a:bodyPr/>
                    <a:lstStyle/>
                    <a:p>
                      <a:pPr indent="0" lvl="0" marL="0" marR="262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101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School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089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24637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48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Basic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0" marR="24384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613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University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335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2413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3702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School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71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416" name="Google Shape;1416;p66"/>
          <p:cNvSpPr/>
          <p:nvPr/>
        </p:nvSpPr>
        <p:spPr>
          <a:xfrm>
            <a:off x="3939540" y="3707891"/>
            <a:ext cx="358140" cy="693420"/>
          </a:xfrm>
          <a:custGeom>
            <a:rect b="b" l="l" r="r" t="t"/>
            <a:pathLst>
              <a:path extrusionOk="0" h="693420" w="358139">
                <a:moveTo>
                  <a:pt x="0" y="0"/>
                </a:moveTo>
                <a:lnTo>
                  <a:pt x="0" y="693419"/>
                </a:lnTo>
                <a:lnTo>
                  <a:pt x="358139" y="346709"/>
                </a:lnTo>
                <a:lnTo>
                  <a:pt x="0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66"/>
          <p:cNvSpPr/>
          <p:nvPr/>
        </p:nvSpPr>
        <p:spPr>
          <a:xfrm>
            <a:off x="4530852" y="3090672"/>
            <a:ext cx="7002780" cy="2567940"/>
          </a:xfrm>
          <a:custGeom>
            <a:rect b="b" l="l" r="r" t="t"/>
            <a:pathLst>
              <a:path extrusionOk="0" h="2567940" w="7002780">
                <a:moveTo>
                  <a:pt x="6901433" y="0"/>
                </a:moveTo>
                <a:lnTo>
                  <a:pt x="101346" y="0"/>
                </a:lnTo>
                <a:lnTo>
                  <a:pt x="61882" y="7959"/>
                </a:lnTo>
                <a:lnTo>
                  <a:pt x="29670" y="29670"/>
                </a:lnTo>
                <a:lnTo>
                  <a:pt x="7959" y="61882"/>
                </a:lnTo>
                <a:lnTo>
                  <a:pt x="0" y="101345"/>
                </a:lnTo>
                <a:lnTo>
                  <a:pt x="0" y="2466593"/>
                </a:lnTo>
                <a:lnTo>
                  <a:pt x="7959" y="2506051"/>
                </a:lnTo>
                <a:lnTo>
                  <a:pt x="29670" y="2538264"/>
                </a:lnTo>
                <a:lnTo>
                  <a:pt x="61882" y="2559978"/>
                </a:lnTo>
                <a:lnTo>
                  <a:pt x="101346" y="2567940"/>
                </a:lnTo>
                <a:lnTo>
                  <a:pt x="6901433" y="2567940"/>
                </a:lnTo>
                <a:lnTo>
                  <a:pt x="6940897" y="2559978"/>
                </a:lnTo>
                <a:lnTo>
                  <a:pt x="6973109" y="2538264"/>
                </a:lnTo>
                <a:lnTo>
                  <a:pt x="6994820" y="2506051"/>
                </a:lnTo>
                <a:lnTo>
                  <a:pt x="7002780" y="2466593"/>
                </a:lnTo>
                <a:lnTo>
                  <a:pt x="7002780" y="101345"/>
                </a:lnTo>
                <a:lnTo>
                  <a:pt x="6994820" y="61882"/>
                </a:lnTo>
                <a:lnTo>
                  <a:pt x="6973109" y="29670"/>
                </a:lnTo>
                <a:lnTo>
                  <a:pt x="6940897" y="7959"/>
                </a:lnTo>
                <a:lnTo>
                  <a:pt x="6901433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6"/>
          <p:cNvSpPr/>
          <p:nvPr/>
        </p:nvSpPr>
        <p:spPr>
          <a:xfrm>
            <a:off x="5177028" y="2249423"/>
            <a:ext cx="2097405" cy="795655"/>
          </a:xfrm>
          <a:custGeom>
            <a:rect b="b" l="l" r="r" t="t"/>
            <a:pathLst>
              <a:path extrusionOk="0" h="795655" w="2097404">
                <a:moveTo>
                  <a:pt x="1977136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7" y="795527"/>
                </a:lnTo>
                <a:lnTo>
                  <a:pt x="1977136" y="795527"/>
                </a:lnTo>
                <a:lnTo>
                  <a:pt x="2023782" y="786100"/>
                </a:lnTo>
                <a:lnTo>
                  <a:pt x="2061892" y="760396"/>
                </a:lnTo>
                <a:lnTo>
                  <a:pt x="2087596" y="722286"/>
                </a:lnTo>
                <a:lnTo>
                  <a:pt x="2097024" y="675639"/>
                </a:lnTo>
                <a:lnTo>
                  <a:pt x="2097024" y="119887"/>
                </a:lnTo>
                <a:lnTo>
                  <a:pt x="2087596" y="73241"/>
                </a:lnTo>
                <a:lnTo>
                  <a:pt x="2061892" y="35131"/>
                </a:lnTo>
                <a:lnTo>
                  <a:pt x="2023782" y="9427"/>
                </a:lnTo>
                <a:lnTo>
                  <a:pt x="1977136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66"/>
          <p:cNvSpPr txBox="1"/>
          <p:nvPr/>
        </p:nvSpPr>
        <p:spPr>
          <a:xfrm>
            <a:off x="5710554" y="2504897"/>
            <a:ext cx="1033144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F=School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0" name="Google Shape;1420;p66"/>
          <p:cNvSpPr/>
          <p:nvPr/>
        </p:nvSpPr>
        <p:spPr>
          <a:xfrm>
            <a:off x="7327392" y="2249423"/>
            <a:ext cx="2097405" cy="795655"/>
          </a:xfrm>
          <a:custGeom>
            <a:rect b="b" l="l" r="r" t="t"/>
            <a:pathLst>
              <a:path extrusionOk="0" h="795655" w="2097404">
                <a:moveTo>
                  <a:pt x="1977135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7" y="795527"/>
                </a:lnTo>
                <a:lnTo>
                  <a:pt x="1977135" y="795527"/>
                </a:lnTo>
                <a:lnTo>
                  <a:pt x="2023782" y="786100"/>
                </a:lnTo>
                <a:lnTo>
                  <a:pt x="2061892" y="760396"/>
                </a:lnTo>
                <a:lnTo>
                  <a:pt x="2087596" y="722286"/>
                </a:lnTo>
                <a:lnTo>
                  <a:pt x="2097024" y="675639"/>
                </a:lnTo>
                <a:lnTo>
                  <a:pt x="2097024" y="119887"/>
                </a:lnTo>
                <a:lnTo>
                  <a:pt x="2087596" y="73241"/>
                </a:lnTo>
                <a:lnTo>
                  <a:pt x="2061892" y="35131"/>
                </a:lnTo>
                <a:lnTo>
                  <a:pt x="2023782" y="9427"/>
                </a:lnTo>
                <a:lnTo>
                  <a:pt x="1977135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66"/>
          <p:cNvSpPr/>
          <p:nvPr/>
        </p:nvSpPr>
        <p:spPr>
          <a:xfrm>
            <a:off x="9482328" y="2249423"/>
            <a:ext cx="2097405" cy="795655"/>
          </a:xfrm>
          <a:custGeom>
            <a:rect b="b" l="l" r="r" t="t"/>
            <a:pathLst>
              <a:path extrusionOk="0" h="795655" w="2097404">
                <a:moveTo>
                  <a:pt x="1977136" y="0"/>
                </a:moveTo>
                <a:lnTo>
                  <a:pt x="119888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8" y="795527"/>
                </a:lnTo>
                <a:lnTo>
                  <a:pt x="1977136" y="795527"/>
                </a:lnTo>
                <a:lnTo>
                  <a:pt x="2023782" y="786100"/>
                </a:lnTo>
                <a:lnTo>
                  <a:pt x="2061892" y="760396"/>
                </a:lnTo>
                <a:lnTo>
                  <a:pt x="2087596" y="722286"/>
                </a:lnTo>
                <a:lnTo>
                  <a:pt x="2097024" y="675639"/>
                </a:lnTo>
                <a:lnTo>
                  <a:pt x="2097024" y="119887"/>
                </a:lnTo>
                <a:lnTo>
                  <a:pt x="2087596" y="73241"/>
                </a:lnTo>
                <a:lnTo>
                  <a:pt x="2061892" y="35131"/>
                </a:lnTo>
                <a:lnTo>
                  <a:pt x="2023782" y="9427"/>
                </a:lnTo>
                <a:lnTo>
                  <a:pt x="1977136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66"/>
          <p:cNvSpPr txBox="1"/>
          <p:nvPr/>
        </p:nvSpPr>
        <p:spPr>
          <a:xfrm>
            <a:off x="7941056" y="2508630"/>
            <a:ext cx="8756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F=Basic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3" name="Google Shape;1423;p66"/>
          <p:cNvSpPr txBox="1"/>
          <p:nvPr/>
        </p:nvSpPr>
        <p:spPr>
          <a:xfrm>
            <a:off x="9851263" y="2504897"/>
            <a:ext cx="135890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F=University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424" name="Google Shape;1424;p66"/>
          <p:cNvGraphicFramePr/>
          <p:nvPr/>
        </p:nvGraphicFramePr>
        <p:xfrm>
          <a:off x="4400550" y="29954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{74D2948A-BE8B-4DB4-A467-5794DFDA2758}</a:tableStyleId>
              </a:tblPr>
              <a:tblGrid>
                <a:gridCol w="781675"/>
                <a:gridCol w="2115175"/>
                <a:gridCol w="2150100"/>
                <a:gridCol w="2131700"/>
                <a:gridCol w="169550"/>
              </a:tblGrid>
              <a:tr h="737225">
                <a:tc>
                  <a:txBody>
                    <a:bodyPr/>
                    <a:lstStyle/>
                    <a:p>
                      <a:pPr indent="0" lvl="0" marL="0" marR="26162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60350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1397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6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2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6035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130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6035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41350">
                <a:tc>
                  <a:txBody>
                    <a:bodyPr/>
                    <a:lstStyle/>
                    <a:p>
                      <a:pPr indent="0" lvl="0" marL="0" marR="2457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52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65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52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0" marR="24320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58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47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2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30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786775">
                <a:tc>
                  <a:txBody>
                    <a:bodyPr/>
                    <a:lstStyle/>
                    <a:p>
                      <a:pPr indent="0" lvl="0" marL="0" marR="24002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1397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924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82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marR="130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9" name="Google Shape;142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2950" y="3033381"/>
            <a:ext cx="5323812" cy="2602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0" name="Google Shape;1430;p67"/>
          <p:cNvGrpSpPr/>
          <p:nvPr/>
        </p:nvGrpSpPr>
        <p:grpSpPr>
          <a:xfrm>
            <a:off x="362706" y="3550708"/>
            <a:ext cx="5897126" cy="2389187"/>
            <a:chOff x="362706" y="3550708"/>
            <a:chExt cx="5897126" cy="2389187"/>
          </a:xfrm>
        </p:grpSpPr>
        <p:pic>
          <p:nvPicPr>
            <p:cNvPr id="1431" name="Google Shape;1431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2706" y="3550708"/>
              <a:ext cx="5897126" cy="2389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p67"/>
            <p:cNvSpPr/>
            <p:nvPr/>
          </p:nvSpPr>
          <p:spPr>
            <a:xfrm>
              <a:off x="524255" y="3646932"/>
              <a:ext cx="5562600" cy="2087880"/>
            </a:xfrm>
            <a:custGeom>
              <a:rect b="b" l="l" r="r" t="t"/>
              <a:pathLst>
                <a:path extrusionOk="0" h="2087879" w="5562600">
                  <a:moveTo>
                    <a:pt x="5390896" y="0"/>
                  </a:moveTo>
                  <a:lnTo>
                    <a:pt x="171729" y="0"/>
                  </a:lnTo>
                  <a:lnTo>
                    <a:pt x="126076" y="6130"/>
                  </a:lnTo>
                  <a:lnTo>
                    <a:pt x="85054" y="23433"/>
                  </a:lnTo>
                  <a:lnTo>
                    <a:pt x="50298" y="50276"/>
                  </a:lnTo>
                  <a:lnTo>
                    <a:pt x="23446" y="85024"/>
                  </a:lnTo>
                  <a:lnTo>
                    <a:pt x="6134" y="126044"/>
                  </a:lnTo>
                  <a:lnTo>
                    <a:pt x="0" y="171704"/>
                  </a:lnTo>
                  <a:lnTo>
                    <a:pt x="0" y="1916176"/>
                  </a:lnTo>
                  <a:lnTo>
                    <a:pt x="6134" y="1961817"/>
                  </a:lnTo>
                  <a:lnTo>
                    <a:pt x="23446" y="2002833"/>
                  </a:lnTo>
                  <a:lnTo>
                    <a:pt x="50298" y="2037584"/>
                  </a:lnTo>
                  <a:lnTo>
                    <a:pt x="85054" y="2064434"/>
                  </a:lnTo>
                  <a:lnTo>
                    <a:pt x="126076" y="2081745"/>
                  </a:lnTo>
                  <a:lnTo>
                    <a:pt x="171729" y="2087880"/>
                  </a:lnTo>
                  <a:lnTo>
                    <a:pt x="5390896" y="2087880"/>
                  </a:lnTo>
                  <a:lnTo>
                    <a:pt x="5436555" y="2081745"/>
                  </a:lnTo>
                  <a:lnTo>
                    <a:pt x="5477575" y="2064434"/>
                  </a:lnTo>
                  <a:lnTo>
                    <a:pt x="5512323" y="2037584"/>
                  </a:lnTo>
                  <a:lnTo>
                    <a:pt x="5539166" y="2002833"/>
                  </a:lnTo>
                  <a:lnTo>
                    <a:pt x="5556469" y="1961817"/>
                  </a:lnTo>
                  <a:lnTo>
                    <a:pt x="5562600" y="1916176"/>
                  </a:lnTo>
                  <a:lnTo>
                    <a:pt x="5562600" y="171704"/>
                  </a:lnTo>
                  <a:lnTo>
                    <a:pt x="5556469" y="126044"/>
                  </a:lnTo>
                  <a:lnTo>
                    <a:pt x="5539166" y="85024"/>
                  </a:lnTo>
                  <a:lnTo>
                    <a:pt x="5512323" y="50276"/>
                  </a:lnTo>
                  <a:lnTo>
                    <a:pt x="5477575" y="23433"/>
                  </a:lnTo>
                  <a:lnTo>
                    <a:pt x="5436555" y="6130"/>
                  </a:lnTo>
                  <a:lnTo>
                    <a:pt x="5390896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33" name="Google Shape;1433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570" y="594994"/>
            <a:ext cx="5009134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792" y="1990513"/>
            <a:ext cx="5116107" cy="117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67"/>
          <p:cNvSpPr txBox="1"/>
          <p:nvPr/>
        </p:nvSpPr>
        <p:spPr>
          <a:xfrm>
            <a:off x="664870" y="3895742"/>
            <a:ext cx="502539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55904" lvl="0" marL="2686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Подсчет WOE каждой категории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6540" lvl="0" marL="268605" marR="150495" rtl="0" algn="l">
              <a:lnSpc>
                <a:spcPct val="110000"/>
              </a:lnSpc>
              <a:spcBef>
                <a:spcPts val="495"/>
              </a:spcBef>
              <a:spcAft>
                <a:spcPts val="0"/>
              </a:spcAft>
              <a:buClr>
                <a:srgbClr val="0077FF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Объединение бинов с близким WOE для максимизации разницы между группами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5904" lvl="0" marL="268605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7FF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Замена значения признака на WOE в бине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Google Shape;144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570" y="594994"/>
            <a:ext cx="399669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68"/>
          <p:cNvSpPr/>
          <p:nvPr/>
        </p:nvSpPr>
        <p:spPr>
          <a:xfrm>
            <a:off x="1834895" y="3090672"/>
            <a:ext cx="2743200" cy="2567940"/>
          </a:xfrm>
          <a:custGeom>
            <a:rect b="b" l="l" r="r" t="t"/>
            <a:pathLst>
              <a:path extrusionOk="0" h="2567940" w="2743200">
                <a:moveTo>
                  <a:pt x="2641854" y="0"/>
                </a:moveTo>
                <a:lnTo>
                  <a:pt x="101346" y="0"/>
                </a:lnTo>
                <a:lnTo>
                  <a:pt x="61882" y="7959"/>
                </a:lnTo>
                <a:lnTo>
                  <a:pt x="29670" y="29670"/>
                </a:lnTo>
                <a:lnTo>
                  <a:pt x="7959" y="61882"/>
                </a:lnTo>
                <a:lnTo>
                  <a:pt x="0" y="101345"/>
                </a:lnTo>
                <a:lnTo>
                  <a:pt x="0" y="2466593"/>
                </a:lnTo>
                <a:lnTo>
                  <a:pt x="7959" y="2506051"/>
                </a:lnTo>
                <a:lnTo>
                  <a:pt x="29670" y="2538264"/>
                </a:lnTo>
                <a:lnTo>
                  <a:pt x="61882" y="2559978"/>
                </a:lnTo>
                <a:lnTo>
                  <a:pt x="101346" y="2567940"/>
                </a:lnTo>
                <a:lnTo>
                  <a:pt x="2641854" y="2567940"/>
                </a:lnTo>
                <a:lnTo>
                  <a:pt x="2681317" y="2559978"/>
                </a:lnTo>
                <a:lnTo>
                  <a:pt x="2713529" y="2538264"/>
                </a:lnTo>
                <a:lnTo>
                  <a:pt x="2735240" y="2506051"/>
                </a:lnTo>
                <a:lnTo>
                  <a:pt x="2743200" y="2466593"/>
                </a:lnTo>
                <a:lnTo>
                  <a:pt x="2743200" y="101345"/>
                </a:lnTo>
                <a:lnTo>
                  <a:pt x="2735240" y="61882"/>
                </a:lnTo>
                <a:lnTo>
                  <a:pt x="2713529" y="29670"/>
                </a:lnTo>
                <a:lnTo>
                  <a:pt x="2681317" y="7959"/>
                </a:lnTo>
                <a:lnTo>
                  <a:pt x="2641854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68"/>
          <p:cNvSpPr/>
          <p:nvPr/>
        </p:nvSpPr>
        <p:spPr>
          <a:xfrm>
            <a:off x="2481072" y="2249423"/>
            <a:ext cx="2097405" cy="795655"/>
          </a:xfrm>
          <a:custGeom>
            <a:rect b="b" l="l" r="r" t="t"/>
            <a:pathLst>
              <a:path extrusionOk="0" h="795655" w="2097404">
                <a:moveTo>
                  <a:pt x="1977136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7" y="795527"/>
                </a:lnTo>
                <a:lnTo>
                  <a:pt x="1977136" y="795527"/>
                </a:lnTo>
                <a:lnTo>
                  <a:pt x="2023782" y="786100"/>
                </a:lnTo>
                <a:lnTo>
                  <a:pt x="2061892" y="760396"/>
                </a:lnTo>
                <a:lnTo>
                  <a:pt x="2087596" y="722286"/>
                </a:lnTo>
                <a:lnTo>
                  <a:pt x="2097024" y="675639"/>
                </a:lnTo>
                <a:lnTo>
                  <a:pt x="2097024" y="119887"/>
                </a:lnTo>
                <a:lnTo>
                  <a:pt x="2087596" y="73241"/>
                </a:lnTo>
                <a:lnTo>
                  <a:pt x="2061892" y="35131"/>
                </a:lnTo>
                <a:lnTo>
                  <a:pt x="2023782" y="9427"/>
                </a:lnTo>
                <a:lnTo>
                  <a:pt x="1977136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68"/>
          <p:cNvSpPr txBox="1"/>
          <p:nvPr/>
        </p:nvSpPr>
        <p:spPr>
          <a:xfrm>
            <a:off x="3085845" y="2505583"/>
            <a:ext cx="8413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444" name="Google Shape;1444;p68"/>
          <p:cNvGraphicFramePr/>
          <p:nvPr/>
        </p:nvGraphicFramePr>
        <p:xfrm>
          <a:off x="1802129" y="3045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{74D2948A-BE8B-4DB4-A467-5794DFDA2758}</a:tableStyleId>
              </a:tblPr>
              <a:tblGrid>
                <a:gridCol w="685800"/>
                <a:gridCol w="2112650"/>
              </a:tblGrid>
              <a:tr h="687075">
                <a:tc>
                  <a:txBody>
                    <a:bodyPr/>
                    <a:lstStyle/>
                    <a:p>
                      <a:pPr indent="0" lvl="0" marL="412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101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6794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School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089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387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778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Basic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400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429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University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335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400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8318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School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71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445" name="Google Shape;1445;p68"/>
          <p:cNvSpPr/>
          <p:nvPr/>
        </p:nvSpPr>
        <p:spPr>
          <a:xfrm>
            <a:off x="5100828" y="3707891"/>
            <a:ext cx="356870" cy="693420"/>
          </a:xfrm>
          <a:custGeom>
            <a:rect b="b" l="l" r="r" t="t"/>
            <a:pathLst>
              <a:path extrusionOk="0" h="693420" w="356870">
                <a:moveTo>
                  <a:pt x="0" y="0"/>
                </a:moveTo>
                <a:lnTo>
                  <a:pt x="0" y="693419"/>
                </a:lnTo>
                <a:lnTo>
                  <a:pt x="356616" y="346709"/>
                </a:lnTo>
                <a:lnTo>
                  <a:pt x="0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68"/>
          <p:cNvSpPr/>
          <p:nvPr/>
        </p:nvSpPr>
        <p:spPr>
          <a:xfrm>
            <a:off x="5980176" y="3090672"/>
            <a:ext cx="4895215" cy="2567940"/>
          </a:xfrm>
          <a:custGeom>
            <a:rect b="b" l="l" r="r" t="t"/>
            <a:pathLst>
              <a:path extrusionOk="0" h="2567940" w="4895215">
                <a:moveTo>
                  <a:pt x="4793742" y="0"/>
                </a:moveTo>
                <a:lnTo>
                  <a:pt x="101346" y="0"/>
                </a:lnTo>
                <a:lnTo>
                  <a:pt x="61882" y="7959"/>
                </a:lnTo>
                <a:lnTo>
                  <a:pt x="29670" y="29670"/>
                </a:lnTo>
                <a:lnTo>
                  <a:pt x="7959" y="61882"/>
                </a:lnTo>
                <a:lnTo>
                  <a:pt x="0" y="101345"/>
                </a:lnTo>
                <a:lnTo>
                  <a:pt x="0" y="2466593"/>
                </a:lnTo>
                <a:lnTo>
                  <a:pt x="7959" y="2506051"/>
                </a:lnTo>
                <a:lnTo>
                  <a:pt x="29670" y="2538264"/>
                </a:lnTo>
                <a:lnTo>
                  <a:pt x="61882" y="2559978"/>
                </a:lnTo>
                <a:lnTo>
                  <a:pt x="101346" y="2567940"/>
                </a:lnTo>
                <a:lnTo>
                  <a:pt x="4793742" y="2567940"/>
                </a:lnTo>
                <a:lnTo>
                  <a:pt x="4833205" y="2559978"/>
                </a:lnTo>
                <a:lnTo>
                  <a:pt x="4865417" y="2538264"/>
                </a:lnTo>
                <a:lnTo>
                  <a:pt x="4887128" y="2506051"/>
                </a:lnTo>
                <a:lnTo>
                  <a:pt x="4895088" y="2466593"/>
                </a:lnTo>
                <a:lnTo>
                  <a:pt x="4895088" y="101345"/>
                </a:lnTo>
                <a:lnTo>
                  <a:pt x="4887128" y="61882"/>
                </a:lnTo>
                <a:lnTo>
                  <a:pt x="4865417" y="29670"/>
                </a:lnTo>
                <a:lnTo>
                  <a:pt x="4833205" y="7959"/>
                </a:lnTo>
                <a:lnTo>
                  <a:pt x="4793742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68"/>
          <p:cNvSpPr/>
          <p:nvPr/>
        </p:nvSpPr>
        <p:spPr>
          <a:xfrm>
            <a:off x="6626352" y="2249423"/>
            <a:ext cx="2098675" cy="795655"/>
          </a:xfrm>
          <a:custGeom>
            <a:rect b="b" l="l" r="r" t="t"/>
            <a:pathLst>
              <a:path extrusionOk="0" h="795655" w="2098675">
                <a:moveTo>
                  <a:pt x="1978659" y="0"/>
                </a:moveTo>
                <a:lnTo>
                  <a:pt x="119888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8" y="795527"/>
                </a:lnTo>
                <a:lnTo>
                  <a:pt x="1978659" y="795527"/>
                </a:lnTo>
                <a:lnTo>
                  <a:pt x="2025306" y="786100"/>
                </a:lnTo>
                <a:lnTo>
                  <a:pt x="2063416" y="760396"/>
                </a:lnTo>
                <a:lnTo>
                  <a:pt x="2089120" y="722286"/>
                </a:lnTo>
                <a:lnTo>
                  <a:pt x="2098548" y="675639"/>
                </a:lnTo>
                <a:lnTo>
                  <a:pt x="2098548" y="119887"/>
                </a:lnTo>
                <a:lnTo>
                  <a:pt x="2089120" y="73241"/>
                </a:lnTo>
                <a:lnTo>
                  <a:pt x="2063416" y="35131"/>
                </a:lnTo>
                <a:lnTo>
                  <a:pt x="2025306" y="9427"/>
                </a:lnTo>
                <a:lnTo>
                  <a:pt x="1978659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68"/>
          <p:cNvSpPr txBox="1"/>
          <p:nvPr/>
        </p:nvSpPr>
        <p:spPr>
          <a:xfrm>
            <a:off x="7454010" y="2505583"/>
            <a:ext cx="444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F=S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9" name="Google Shape;1449;p68"/>
          <p:cNvSpPr/>
          <p:nvPr/>
        </p:nvSpPr>
        <p:spPr>
          <a:xfrm>
            <a:off x="8776716" y="2249423"/>
            <a:ext cx="2098675" cy="795655"/>
          </a:xfrm>
          <a:custGeom>
            <a:rect b="b" l="l" r="r" t="t"/>
            <a:pathLst>
              <a:path extrusionOk="0" h="795655" w="2098675">
                <a:moveTo>
                  <a:pt x="1978659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675639"/>
                </a:lnTo>
                <a:lnTo>
                  <a:pt x="9427" y="722286"/>
                </a:lnTo>
                <a:lnTo>
                  <a:pt x="35131" y="760396"/>
                </a:lnTo>
                <a:lnTo>
                  <a:pt x="73241" y="786100"/>
                </a:lnTo>
                <a:lnTo>
                  <a:pt x="119887" y="795527"/>
                </a:lnTo>
                <a:lnTo>
                  <a:pt x="1978659" y="795527"/>
                </a:lnTo>
                <a:lnTo>
                  <a:pt x="2025306" y="786100"/>
                </a:lnTo>
                <a:lnTo>
                  <a:pt x="2063416" y="760396"/>
                </a:lnTo>
                <a:lnTo>
                  <a:pt x="2089120" y="722286"/>
                </a:lnTo>
                <a:lnTo>
                  <a:pt x="2098548" y="675639"/>
                </a:lnTo>
                <a:lnTo>
                  <a:pt x="2098548" y="119887"/>
                </a:lnTo>
                <a:lnTo>
                  <a:pt x="2089120" y="73241"/>
                </a:lnTo>
                <a:lnTo>
                  <a:pt x="2063416" y="35131"/>
                </a:lnTo>
                <a:lnTo>
                  <a:pt x="2025306" y="9427"/>
                </a:lnTo>
                <a:lnTo>
                  <a:pt x="1978659" y="0"/>
                </a:lnTo>
                <a:close/>
              </a:path>
            </a:pathLst>
          </a:custGeom>
          <a:solidFill>
            <a:srgbClr val="CCE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68"/>
          <p:cNvSpPr txBox="1"/>
          <p:nvPr/>
        </p:nvSpPr>
        <p:spPr>
          <a:xfrm>
            <a:off x="9492488" y="2508630"/>
            <a:ext cx="6724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F=B,U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451" name="Google Shape;1451;p68"/>
          <p:cNvGraphicFramePr/>
          <p:nvPr/>
        </p:nvGraphicFramePr>
        <p:xfrm>
          <a:off x="5938265" y="30274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{74D2948A-BE8B-4DB4-A467-5794DFDA2758}</a:tableStyleId>
              </a:tblPr>
              <a:tblGrid>
                <a:gridCol w="694700"/>
                <a:gridCol w="2113275"/>
                <a:gridCol w="2127250"/>
              </a:tblGrid>
              <a:tr h="705475">
                <a:tc>
                  <a:txBody>
                    <a:bodyPr/>
                    <a:lstStyle/>
                    <a:p>
                      <a:pPr indent="0" lvl="0" marL="527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279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333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317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30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2279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50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460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65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42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40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514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460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47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42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097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514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1333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9240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330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</a:t>
                      </a:r>
                      <a:endParaRPr sz="18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89225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6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7" name="Google Shape;1457;p69"/>
          <p:cNvGrpSpPr/>
          <p:nvPr/>
        </p:nvGrpSpPr>
        <p:grpSpPr>
          <a:xfrm>
            <a:off x="0" y="1563624"/>
            <a:ext cx="11430000" cy="4465955"/>
            <a:chOff x="0" y="1563624"/>
            <a:chExt cx="11430000" cy="4465955"/>
          </a:xfrm>
        </p:grpSpPr>
        <p:sp>
          <p:nvSpPr>
            <p:cNvPr id="1458" name="Google Shape;1458;p69"/>
            <p:cNvSpPr/>
            <p:nvPr/>
          </p:nvSpPr>
          <p:spPr>
            <a:xfrm>
              <a:off x="0" y="1563624"/>
              <a:ext cx="11430000" cy="4465955"/>
            </a:xfrm>
            <a:custGeom>
              <a:rect b="b" l="l" r="r" t="t"/>
              <a:pathLst>
                <a:path extrusionOk="0" h="4465955" w="11430000">
                  <a:moveTo>
                    <a:pt x="9197340" y="0"/>
                  </a:moveTo>
                  <a:lnTo>
                    <a:pt x="361188" y="0"/>
                  </a:lnTo>
                  <a:lnTo>
                    <a:pt x="312637" y="517"/>
                  </a:lnTo>
                  <a:lnTo>
                    <a:pt x="264340" y="2062"/>
                  </a:lnTo>
                  <a:lnTo>
                    <a:pt x="216306" y="4625"/>
                  </a:lnTo>
                  <a:lnTo>
                    <a:pt x="168546" y="8195"/>
                  </a:lnTo>
                  <a:lnTo>
                    <a:pt x="121071" y="12761"/>
                  </a:lnTo>
                  <a:lnTo>
                    <a:pt x="73890" y="18313"/>
                  </a:lnTo>
                  <a:lnTo>
                    <a:pt x="27015" y="24841"/>
                  </a:lnTo>
                  <a:lnTo>
                    <a:pt x="0" y="29189"/>
                  </a:lnTo>
                  <a:lnTo>
                    <a:pt x="0" y="4436130"/>
                  </a:lnTo>
                  <a:lnTo>
                    <a:pt x="73890" y="4447006"/>
                  </a:lnTo>
                  <a:lnTo>
                    <a:pt x="121071" y="4452558"/>
                  </a:lnTo>
                  <a:lnTo>
                    <a:pt x="168546" y="4457124"/>
                  </a:lnTo>
                  <a:lnTo>
                    <a:pt x="216306" y="4460694"/>
                  </a:lnTo>
                  <a:lnTo>
                    <a:pt x="264340" y="4463257"/>
                  </a:lnTo>
                  <a:lnTo>
                    <a:pt x="312637" y="4464802"/>
                  </a:lnTo>
                  <a:lnTo>
                    <a:pt x="361188" y="4465320"/>
                  </a:lnTo>
                  <a:lnTo>
                    <a:pt x="9197340" y="4465332"/>
                  </a:lnTo>
                  <a:lnTo>
                    <a:pt x="9245889" y="4464815"/>
                  </a:lnTo>
                  <a:lnTo>
                    <a:pt x="9294186" y="4463269"/>
                  </a:lnTo>
                  <a:lnTo>
                    <a:pt x="9342219" y="4460707"/>
                  </a:lnTo>
                  <a:lnTo>
                    <a:pt x="9389979" y="4457137"/>
                  </a:lnTo>
                  <a:lnTo>
                    <a:pt x="9437454" y="4452570"/>
                  </a:lnTo>
                  <a:lnTo>
                    <a:pt x="9484634" y="4447018"/>
                  </a:lnTo>
                  <a:lnTo>
                    <a:pt x="9531509" y="4440490"/>
                  </a:lnTo>
                  <a:lnTo>
                    <a:pt x="9578069" y="4432997"/>
                  </a:lnTo>
                  <a:lnTo>
                    <a:pt x="9624301" y="4424550"/>
                  </a:lnTo>
                  <a:lnTo>
                    <a:pt x="9670198" y="4415158"/>
                  </a:lnTo>
                  <a:lnTo>
                    <a:pt x="9715747" y="4404832"/>
                  </a:lnTo>
                  <a:lnTo>
                    <a:pt x="9760938" y="4393584"/>
                  </a:lnTo>
                  <a:lnTo>
                    <a:pt x="9805761" y="4381422"/>
                  </a:lnTo>
                  <a:lnTo>
                    <a:pt x="9850206" y="4368359"/>
                  </a:lnTo>
                  <a:lnTo>
                    <a:pt x="9894261" y="4354404"/>
                  </a:lnTo>
                  <a:lnTo>
                    <a:pt x="9937917" y="4339567"/>
                  </a:lnTo>
                  <a:lnTo>
                    <a:pt x="9981163" y="4323859"/>
                  </a:lnTo>
                  <a:lnTo>
                    <a:pt x="10023988" y="4307292"/>
                  </a:lnTo>
                  <a:lnTo>
                    <a:pt x="10066383" y="4289874"/>
                  </a:lnTo>
                  <a:lnTo>
                    <a:pt x="10108336" y="4271617"/>
                  </a:lnTo>
                  <a:lnTo>
                    <a:pt x="10149837" y="4252531"/>
                  </a:lnTo>
                  <a:lnTo>
                    <a:pt x="10190875" y="4232626"/>
                  </a:lnTo>
                  <a:lnTo>
                    <a:pt x="10231441" y="4211913"/>
                  </a:lnTo>
                  <a:lnTo>
                    <a:pt x="10271523" y="4190403"/>
                  </a:lnTo>
                  <a:lnTo>
                    <a:pt x="10311112" y="4168106"/>
                  </a:lnTo>
                  <a:lnTo>
                    <a:pt x="10350196" y="4145032"/>
                  </a:lnTo>
                  <a:lnTo>
                    <a:pt x="10388766" y="4121193"/>
                  </a:lnTo>
                  <a:lnTo>
                    <a:pt x="10426810" y="4096597"/>
                  </a:lnTo>
                  <a:lnTo>
                    <a:pt x="10464318" y="4071257"/>
                  </a:lnTo>
                  <a:lnTo>
                    <a:pt x="10501281" y="4045181"/>
                  </a:lnTo>
                  <a:lnTo>
                    <a:pt x="10537686" y="4018382"/>
                  </a:lnTo>
                  <a:lnTo>
                    <a:pt x="10573525" y="3990869"/>
                  </a:lnTo>
                  <a:lnTo>
                    <a:pt x="10608786" y="3962652"/>
                  </a:lnTo>
                  <a:lnTo>
                    <a:pt x="10643459" y="3933743"/>
                  </a:lnTo>
                  <a:lnTo>
                    <a:pt x="10677533" y="3904151"/>
                  </a:lnTo>
                  <a:lnTo>
                    <a:pt x="10710999" y="3873888"/>
                  </a:lnTo>
                  <a:lnTo>
                    <a:pt x="10743845" y="3842963"/>
                  </a:lnTo>
                  <a:lnTo>
                    <a:pt x="10776061" y="3811387"/>
                  </a:lnTo>
                  <a:lnTo>
                    <a:pt x="10807636" y="3779171"/>
                  </a:lnTo>
                  <a:lnTo>
                    <a:pt x="10838561" y="3746325"/>
                  </a:lnTo>
                  <a:lnTo>
                    <a:pt x="10868824" y="3712859"/>
                  </a:lnTo>
                  <a:lnTo>
                    <a:pt x="10898415" y="3678784"/>
                  </a:lnTo>
                  <a:lnTo>
                    <a:pt x="10927324" y="3644111"/>
                  </a:lnTo>
                  <a:lnTo>
                    <a:pt x="10955541" y="3608850"/>
                  </a:lnTo>
                  <a:lnTo>
                    <a:pt x="10983054" y="3573011"/>
                  </a:lnTo>
                  <a:lnTo>
                    <a:pt x="11009853" y="3536605"/>
                  </a:lnTo>
                  <a:lnTo>
                    <a:pt x="11035928" y="3499642"/>
                  </a:lnTo>
                  <a:lnTo>
                    <a:pt x="11061268" y="3462134"/>
                  </a:lnTo>
                  <a:lnTo>
                    <a:pt x="11085864" y="3424089"/>
                  </a:lnTo>
                  <a:lnTo>
                    <a:pt x="11109703" y="3385519"/>
                  </a:lnTo>
                  <a:lnTo>
                    <a:pt x="11132777" y="3346435"/>
                  </a:lnTo>
                  <a:lnTo>
                    <a:pt x="11155074" y="3306846"/>
                  </a:lnTo>
                  <a:lnTo>
                    <a:pt x="11176583" y="3266764"/>
                  </a:lnTo>
                  <a:lnTo>
                    <a:pt x="11197296" y="3226198"/>
                  </a:lnTo>
                  <a:lnTo>
                    <a:pt x="11217200" y="3185159"/>
                  </a:lnTo>
                  <a:lnTo>
                    <a:pt x="11236286" y="3143658"/>
                  </a:lnTo>
                  <a:lnTo>
                    <a:pt x="11254543" y="3101705"/>
                  </a:lnTo>
                  <a:lnTo>
                    <a:pt x="11271961" y="3059310"/>
                  </a:lnTo>
                  <a:lnTo>
                    <a:pt x="11288528" y="3016485"/>
                  </a:lnTo>
                  <a:lnTo>
                    <a:pt x="11304236" y="2973239"/>
                  </a:lnTo>
                  <a:lnTo>
                    <a:pt x="11319072" y="2929582"/>
                  </a:lnTo>
                  <a:lnTo>
                    <a:pt x="11333027" y="2885527"/>
                  </a:lnTo>
                  <a:lnTo>
                    <a:pt x="11346091" y="2841082"/>
                  </a:lnTo>
                  <a:lnTo>
                    <a:pt x="11358252" y="2796259"/>
                  </a:lnTo>
                  <a:lnTo>
                    <a:pt x="11369500" y="2751067"/>
                  </a:lnTo>
                  <a:lnTo>
                    <a:pt x="11379826" y="2705518"/>
                  </a:lnTo>
                  <a:lnTo>
                    <a:pt x="11389217" y="2659622"/>
                  </a:lnTo>
                  <a:lnTo>
                    <a:pt x="11397665" y="2613389"/>
                  </a:lnTo>
                  <a:lnTo>
                    <a:pt x="11405158" y="2566830"/>
                  </a:lnTo>
                  <a:lnTo>
                    <a:pt x="11411686" y="2519955"/>
                  </a:lnTo>
                  <a:lnTo>
                    <a:pt x="11417238" y="2472774"/>
                  </a:lnTo>
                  <a:lnTo>
                    <a:pt x="11421804" y="2425299"/>
                  </a:lnTo>
                  <a:lnTo>
                    <a:pt x="11425374" y="2377540"/>
                  </a:lnTo>
                  <a:lnTo>
                    <a:pt x="11427937" y="2329506"/>
                  </a:lnTo>
                  <a:lnTo>
                    <a:pt x="11429482" y="2281209"/>
                  </a:lnTo>
                  <a:lnTo>
                    <a:pt x="11430000" y="2232660"/>
                  </a:lnTo>
                  <a:lnTo>
                    <a:pt x="11429482" y="2184110"/>
                  </a:lnTo>
                  <a:lnTo>
                    <a:pt x="11427937" y="2135813"/>
                  </a:lnTo>
                  <a:lnTo>
                    <a:pt x="11425374" y="2087780"/>
                  </a:lnTo>
                  <a:lnTo>
                    <a:pt x="11421804" y="2040020"/>
                  </a:lnTo>
                  <a:lnTo>
                    <a:pt x="11417238" y="1992545"/>
                  </a:lnTo>
                  <a:lnTo>
                    <a:pt x="11411686" y="1945365"/>
                  </a:lnTo>
                  <a:lnTo>
                    <a:pt x="11405158" y="1898490"/>
                  </a:lnTo>
                  <a:lnTo>
                    <a:pt x="11397665" y="1851930"/>
                  </a:lnTo>
                  <a:lnTo>
                    <a:pt x="11389217" y="1805698"/>
                  </a:lnTo>
                  <a:lnTo>
                    <a:pt x="11379826" y="1759801"/>
                  </a:lnTo>
                  <a:lnTo>
                    <a:pt x="11369500" y="1714252"/>
                  </a:lnTo>
                  <a:lnTo>
                    <a:pt x="11358252" y="1669061"/>
                  </a:lnTo>
                  <a:lnTo>
                    <a:pt x="11346091" y="1624238"/>
                  </a:lnTo>
                  <a:lnTo>
                    <a:pt x="11333027" y="1579793"/>
                  </a:lnTo>
                  <a:lnTo>
                    <a:pt x="11319072" y="1535738"/>
                  </a:lnTo>
                  <a:lnTo>
                    <a:pt x="11304236" y="1492082"/>
                  </a:lnTo>
                  <a:lnTo>
                    <a:pt x="11288528" y="1448836"/>
                  </a:lnTo>
                  <a:lnTo>
                    <a:pt x="11271961" y="1406011"/>
                  </a:lnTo>
                  <a:lnTo>
                    <a:pt x="11254543" y="1363616"/>
                  </a:lnTo>
                  <a:lnTo>
                    <a:pt x="11236286" y="1321663"/>
                  </a:lnTo>
                  <a:lnTo>
                    <a:pt x="11217200" y="1280162"/>
                  </a:lnTo>
                  <a:lnTo>
                    <a:pt x="11197296" y="1239124"/>
                  </a:lnTo>
                  <a:lnTo>
                    <a:pt x="11176583" y="1198558"/>
                  </a:lnTo>
                  <a:lnTo>
                    <a:pt x="11155074" y="1158476"/>
                  </a:lnTo>
                  <a:lnTo>
                    <a:pt x="11132777" y="1118887"/>
                  </a:lnTo>
                  <a:lnTo>
                    <a:pt x="11109703" y="1079803"/>
                  </a:lnTo>
                  <a:lnTo>
                    <a:pt x="11085864" y="1041233"/>
                  </a:lnTo>
                  <a:lnTo>
                    <a:pt x="11061268" y="1003189"/>
                  </a:lnTo>
                  <a:lnTo>
                    <a:pt x="11035928" y="965681"/>
                  </a:lnTo>
                  <a:lnTo>
                    <a:pt x="11009853" y="928718"/>
                  </a:lnTo>
                  <a:lnTo>
                    <a:pt x="10983054" y="892313"/>
                  </a:lnTo>
                  <a:lnTo>
                    <a:pt x="10955541" y="856474"/>
                  </a:lnTo>
                  <a:lnTo>
                    <a:pt x="10927324" y="821213"/>
                  </a:lnTo>
                  <a:lnTo>
                    <a:pt x="10898415" y="786540"/>
                  </a:lnTo>
                  <a:lnTo>
                    <a:pt x="10868824" y="752466"/>
                  </a:lnTo>
                  <a:lnTo>
                    <a:pt x="10838561" y="719000"/>
                  </a:lnTo>
                  <a:lnTo>
                    <a:pt x="10807636" y="686154"/>
                  </a:lnTo>
                  <a:lnTo>
                    <a:pt x="10776061" y="653938"/>
                  </a:lnTo>
                  <a:lnTo>
                    <a:pt x="10743845" y="622363"/>
                  </a:lnTo>
                  <a:lnTo>
                    <a:pt x="10710999" y="591438"/>
                  </a:lnTo>
                  <a:lnTo>
                    <a:pt x="10677533" y="561175"/>
                  </a:lnTo>
                  <a:lnTo>
                    <a:pt x="10643459" y="531584"/>
                  </a:lnTo>
                  <a:lnTo>
                    <a:pt x="10608786" y="502675"/>
                  </a:lnTo>
                  <a:lnTo>
                    <a:pt x="10573525" y="474458"/>
                  </a:lnTo>
                  <a:lnTo>
                    <a:pt x="10537686" y="446945"/>
                  </a:lnTo>
                  <a:lnTo>
                    <a:pt x="10501281" y="420146"/>
                  </a:lnTo>
                  <a:lnTo>
                    <a:pt x="10464318" y="394071"/>
                  </a:lnTo>
                  <a:lnTo>
                    <a:pt x="10426810" y="368731"/>
                  </a:lnTo>
                  <a:lnTo>
                    <a:pt x="10388766" y="344135"/>
                  </a:lnTo>
                  <a:lnTo>
                    <a:pt x="10350196" y="320296"/>
                  </a:lnTo>
                  <a:lnTo>
                    <a:pt x="10311112" y="297222"/>
                  </a:lnTo>
                  <a:lnTo>
                    <a:pt x="10271523" y="274925"/>
                  </a:lnTo>
                  <a:lnTo>
                    <a:pt x="10231441" y="253416"/>
                  </a:lnTo>
                  <a:lnTo>
                    <a:pt x="10190875" y="232703"/>
                  </a:lnTo>
                  <a:lnTo>
                    <a:pt x="10149837" y="212799"/>
                  </a:lnTo>
                  <a:lnTo>
                    <a:pt x="10108336" y="193713"/>
                  </a:lnTo>
                  <a:lnTo>
                    <a:pt x="10066383" y="175456"/>
                  </a:lnTo>
                  <a:lnTo>
                    <a:pt x="10023988" y="158038"/>
                  </a:lnTo>
                  <a:lnTo>
                    <a:pt x="9981163" y="141471"/>
                  </a:lnTo>
                  <a:lnTo>
                    <a:pt x="9937917" y="125763"/>
                  </a:lnTo>
                  <a:lnTo>
                    <a:pt x="9894261" y="110927"/>
                  </a:lnTo>
                  <a:lnTo>
                    <a:pt x="9850206" y="96972"/>
                  </a:lnTo>
                  <a:lnTo>
                    <a:pt x="9805761" y="83908"/>
                  </a:lnTo>
                  <a:lnTo>
                    <a:pt x="9760938" y="71747"/>
                  </a:lnTo>
                  <a:lnTo>
                    <a:pt x="9715747" y="60499"/>
                  </a:lnTo>
                  <a:lnTo>
                    <a:pt x="9670198" y="50173"/>
                  </a:lnTo>
                  <a:lnTo>
                    <a:pt x="9624301" y="40782"/>
                  </a:lnTo>
                  <a:lnTo>
                    <a:pt x="9578069" y="32334"/>
                  </a:lnTo>
                  <a:lnTo>
                    <a:pt x="9531509" y="24841"/>
                  </a:lnTo>
                  <a:lnTo>
                    <a:pt x="9484634" y="18313"/>
                  </a:lnTo>
                  <a:lnTo>
                    <a:pt x="9437454" y="12761"/>
                  </a:lnTo>
                  <a:lnTo>
                    <a:pt x="9389979" y="8195"/>
                  </a:lnTo>
                  <a:lnTo>
                    <a:pt x="9342219" y="4625"/>
                  </a:lnTo>
                  <a:lnTo>
                    <a:pt x="9294186" y="2062"/>
                  </a:lnTo>
                  <a:lnTo>
                    <a:pt x="9245889" y="517"/>
                  </a:lnTo>
                  <a:lnTo>
                    <a:pt x="9197340" y="0"/>
                  </a:lnTo>
                  <a:close/>
                </a:path>
              </a:pathLst>
            </a:custGeom>
            <a:solidFill>
              <a:srgbClr val="275D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59" name="Google Shape;145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4710" y="2121662"/>
              <a:ext cx="1857756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1460" name="Google Shape;1460;p69"/>
          <p:cNvSpPr txBox="1"/>
          <p:nvPr>
            <p:ph type="title"/>
          </p:nvPr>
        </p:nvSpPr>
        <p:spPr>
          <a:xfrm>
            <a:off x="2330957" y="2108961"/>
            <a:ext cx="753745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>
                <a:solidFill>
                  <a:srgbClr val="FFFFFF"/>
                </a:solidFill>
              </a:rPr>
              <a:t>k ближайших соседей с евклидовым расстоянием</a:t>
            </a:r>
            <a:endParaRPr/>
          </a:p>
        </p:txBody>
      </p:sp>
      <p:grpSp>
        <p:nvGrpSpPr>
          <p:cNvPr id="1461" name="Google Shape;1461;p69"/>
          <p:cNvGrpSpPr/>
          <p:nvPr/>
        </p:nvGrpSpPr>
        <p:grpSpPr>
          <a:xfrm>
            <a:off x="654710" y="2853563"/>
            <a:ext cx="3632835" cy="2575813"/>
            <a:chOff x="654710" y="2853563"/>
            <a:chExt cx="3632835" cy="2575813"/>
          </a:xfrm>
        </p:grpSpPr>
        <p:pic>
          <p:nvPicPr>
            <p:cNvPr id="1462" name="Google Shape;1462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4710" y="2853563"/>
              <a:ext cx="1756283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4710" y="5048072"/>
              <a:ext cx="3632835" cy="381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4" name="Google Shape;1464;p69"/>
          <p:cNvSpPr txBox="1"/>
          <p:nvPr>
            <p:ph idx="1" type="body"/>
          </p:nvPr>
        </p:nvSpPr>
        <p:spPr>
          <a:xfrm>
            <a:off x="642010" y="3206622"/>
            <a:ext cx="8927465" cy="222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97815" lvl="0" marL="310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AutoNum type="arabicPeriod"/>
            </a:pPr>
            <a:r>
              <a:rPr lang="ru-RU"/>
              <a:t>категория кинотеатра [1..43]</a:t>
            </a:r>
            <a:endParaRPr/>
          </a:p>
          <a:p>
            <a:pPr indent="-349885" lvl="0" marL="362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AutoNum type="arabicPeriod"/>
            </a:pPr>
            <a:r>
              <a:rPr lang="ru-RU"/>
              <a:t>день недели [0..6]</a:t>
            </a:r>
            <a:endParaRPr/>
          </a:p>
          <a:p>
            <a:pPr indent="-346075" lvl="0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AutoNum type="arabicPeriod"/>
            </a:pPr>
            <a:r>
              <a:rPr lang="ru-RU"/>
              <a:t>час суток [0..23]</a:t>
            </a:r>
            <a:endParaRPr/>
          </a:p>
          <a:p>
            <a:pPr indent="-354330" lvl="0" marL="3670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AutoNum type="arabicPeriod"/>
            </a:pPr>
            <a:r>
              <a:rPr lang="ru-RU"/>
              <a:t>цена билета [100..1000]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34721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заполненность зала в % Что делать?</a:t>
            </a:r>
            <a:endParaRPr/>
          </a:p>
        </p:txBody>
      </p:sp>
      <p:pic>
        <p:nvPicPr>
          <p:cNvPr id="1465" name="Google Shape;1465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710" y="544652"/>
            <a:ext cx="2356231" cy="76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69"/>
          <p:cNvSpPr/>
          <p:nvPr/>
        </p:nvSpPr>
        <p:spPr>
          <a:xfrm>
            <a:off x="9555518" y="2589275"/>
            <a:ext cx="1673860" cy="2757170"/>
          </a:xfrm>
          <a:custGeom>
            <a:rect b="b" l="l" r="r" t="t"/>
            <a:pathLst>
              <a:path extrusionOk="0" h="2757170" w="1673859">
                <a:moveTo>
                  <a:pt x="1083767" y="2510548"/>
                </a:moveTo>
                <a:lnTo>
                  <a:pt x="1078763" y="2460904"/>
                </a:lnTo>
                <a:lnTo>
                  <a:pt x="1064412" y="2414676"/>
                </a:lnTo>
                <a:lnTo>
                  <a:pt x="1041692" y="2372830"/>
                </a:lnTo>
                <a:lnTo>
                  <a:pt x="1011605" y="2336381"/>
                </a:lnTo>
                <a:lnTo>
                  <a:pt x="975144" y="2306307"/>
                </a:lnTo>
                <a:lnTo>
                  <a:pt x="933284" y="2283587"/>
                </a:lnTo>
                <a:lnTo>
                  <a:pt x="887044" y="2269236"/>
                </a:lnTo>
                <a:lnTo>
                  <a:pt x="837399" y="2264232"/>
                </a:lnTo>
                <a:lnTo>
                  <a:pt x="787730" y="2269236"/>
                </a:lnTo>
                <a:lnTo>
                  <a:pt x="741476" y="2283587"/>
                </a:lnTo>
                <a:lnTo>
                  <a:pt x="699630" y="2306307"/>
                </a:lnTo>
                <a:lnTo>
                  <a:pt x="663168" y="2336381"/>
                </a:lnTo>
                <a:lnTo>
                  <a:pt x="633082" y="2372830"/>
                </a:lnTo>
                <a:lnTo>
                  <a:pt x="610374" y="2414676"/>
                </a:lnTo>
                <a:lnTo>
                  <a:pt x="596023" y="2460904"/>
                </a:lnTo>
                <a:lnTo>
                  <a:pt x="591019" y="2510548"/>
                </a:lnTo>
                <a:lnTo>
                  <a:pt x="596023" y="2560193"/>
                </a:lnTo>
                <a:lnTo>
                  <a:pt x="610374" y="2606433"/>
                </a:lnTo>
                <a:lnTo>
                  <a:pt x="633082" y="2648267"/>
                </a:lnTo>
                <a:lnTo>
                  <a:pt x="663168" y="2684716"/>
                </a:lnTo>
                <a:lnTo>
                  <a:pt x="699630" y="2714802"/>
                </a:lnTo>
                <a:lnTo>
                  <a:pt x="741489" y="2737497"/>
                </a:lnTo>
                <a:lnTo>
                  <a:pt x="787730" y="2751848"/>
                </a:lnTo>
                <a:lnTo>
                  <a:pt x="837399" y="2756852"/>
                </a:lnTo>
                <a:lnTo>
                  <a:pt x="887044" y="2751848"/>
                </a:lnTo>
                <a:lnTo>
                  <a:pt x="933284" y="2737497"/>
                </a:lnTo>
                <a:lnTo>
                  <a:pt x="975144" y="2714802"/>
                </a:lnTo>
                <a:lnTo>
                  <a:pt x="1011605" y="2684716"/>
                </a:lnTo>
                <a:lnTo>
                  <a:pt x="1041692" y="2648267"/>
                </a:lnTo>
                <a:lnTo>
                  <a:pt x="1064412" y="2606433"/>
                </a:lnTo>
                <a:lnTo>
                  <a:pt x="1078763" y="2560193"/>
                </a:lnTo>
                <a:lnTo>
                  <a:pt x="1083767" y="2510548"/>
                </a:lnTo>
                <a:close/>
              </a:path>
              <a:path extrusionOk="0" h="2757170" w="1673859">
                <a:moveTo>
                  <a:pt x="1673364" y="887666"/>
                </a:moveTo>
                <a:lnTo>
                  <a:pt x="1672856" y="769620"/>
                </a:lnTo>
                <a:lnTo>
                  <a:pt x="1660804" y="674712"/>
                </a:lnTo>
                <a:lnTo>
                  <a:pt x="1638376" y="583514"/>
                </a:lnTo>
                <a:lnTo>
                  <a:pt x="1606181" y="496620"/>
                </a:lnTo>
                <a:lnTo>
                  <a:pt x="1564868" y="414642"/>
                </a:lnTo>
                <a:lnTo>
                  <a:pt x="1515059" y="338213"/>
                </a:lnTo>
                <a:lnTo>
                  <a:pt x="1457388" y="267944"/>
                </a:lnTo>
                <a:lnTo>
                  <a:pt x="1392466" y="204444"/>
                </a:lnTo>
                <a:lnTo>
                  <a:pt x="1320927" y="148323"/>
                </a:lnTo>
                <a:lnTo>
                  <a:pt x="1243418" y="100203"/>
                </a:lnTo>
                <a:lnTo>
                  <a:pt x="1160538" y="60706"/>
                </a:lnTo>
                <a:lnTo>
                  <a:pt x="1072946" y="30416"/>
                </a:lnTo>
                <a:lnTo>
                  <a:pt x="981252" y="9982"/>
                </a:lnTo>
                <a:lnTo>
                  <a:pt x="886079" y="0"/>
                </a:lnTo>
                <a:lnTo>
                  <a:pt x="786015" y="393"/>
                </a:lnTo>
                <a:lnTo>
                  <a:pt x="687031" y="10350"/>
                </a:lnTo>
                <a:lnTo>
                  <a:pt x="593305" y="29883"/>
                </a:lnTo>
                <a:lnTo>
                  <a:pt x="505193" y="58547"/>
                </a:lnTo>
                <a:lnTo>
                  <a:pt x="423011" y="95935"/>
                </a:lnTo>
                <a:lnTo>
                  <a:pt x="347091" y="141617"/>
                </a:lnTo>
                <a:lnTo>
                  <a:pt x="277761" y="195186"/>
                </a:lnTo>
                <a:lnTo>
                  <a:pt x="215353" y="256222"/>
                </a:lnTo>
                <a:lnTo>
                  <a:pt x="160197" y="324294"/>
                </a:lnTo>
                <a:lnTo>
                  <a:pt x="112623" y="398983"/>
                </a:lnTo>
                <a:lnTo>
                  <a:pt x="72961" y="479882"/>
                </a:lnTo>
                <a:lnTo>
                  <a:pt x="41529" y="566559"/>
                </a:lnTo>
                <a:lnTo>
                  <a:pt x="18681" y="658583"/>
                </a:lnTo>
                <a:lnTo>
                  <a:pt x="4724" y="755561"/>
                </a:lnTo>
                <a:lnTo>
                  <a:pt x="0" y="857059"/>
                </a:lnTo>
                <a:lnTo>
                  <a:pt x="295503" y="857059"/>
                </a:lnTo>
                <a:lnTo>
                  <a:pt x="297180" y="804456"/>
                </a:lnTo>
                <a:lnTo>
                  <a:pt x="310388" y="705434"/>
                </a:lnTo>
                <a:lnTo>
                  <a:pt x="336372" y="615238"/>
                </a:lnTo>
                <a:lnTo>
                  <a:pt x="374675" y="534644"/>
                </a:lnTo>
                <a:lnTo>
                  <a:pt x="424827" y="464388"/>
                </a:lnTo>
                <a:lnTo>
                  <a:pt x="486384" y="405218"/>
                </a:lnTo>
                <a:lnTo>
                  <a:pt x="558876" y="357898"/>
                </a:lnTo>
                <a:lnTo>
                  <a:pt x="641845" y="323164"/>
                </a:lnTo>
                <a:lnTo>
                  <a:pt x="734834" y="301777"/>
                </a:lnTo>
                <a:lnTo>
                  <a:pt x="837387" y="294487"/>
                </a:lnTo>
                <a:lnTo>
                  <a:pt x="909637" y="297751"/>
                </a:lnTo>
                <a:lnTo>
                  <a:pt x="956500" y="305193"/>
                </a:lnTo>
                <a:lnTo>
                  <a:pt x="1045591" y="331838"/>
                </a:lnTo>
                <a:lnTo>
                  <a:pt x="1127239" y="372884"/>
                </a:lnTo>
                <a:lnTo>
                  <a:pt x="1199997" y="426834"/>
                </a:lnTo>
                <a:lnTo>
                  <a:pt x="1262405" y="492125"/>
                </a:lnTo>
                <a:lnTo>
                  <a:pt x="1313002" y="567232"/>
                </a:lnTo>
                <a:lnTo>
                  <a:pt x="1350327" y="650646"/>
                </a:lnTo>
                <a:lnTo>
                  <a:pt x="1372908" y="740816"/>
                </a:lnTo>
                <a:lnTo>
                  <a:pt x="1378204" y="787958"/>
                </a:lnTo>
                <a:lnTo>
                  <a:pt x="1377327" y="885088"/>
                </a:lnTo>
                <a:lnTo>
                  <a:pt x="1361986" y="976579"/>
                </a:lnTo>
                <a:lnTo>
                  <a:pt x="1332077" y="1059167"/>
                </a:lnTo>
                <a:lnTo>
                  <a:pt x="1288389" y="1132116"/>
                </a:lnTo>
                <a:lnTo>
                  <a:pt x="1231709" y="1194714"/>
                </a:lnTo>
                <a:lnTo>
                  <a:pt x="1162850" y="1246225"/>
                </a:lnTo>
                <a:lnTo>
                  <a:pt x="1082611" y="1285938"/>
                </a:lnTo>
                <a:lnTo>
                  <a:pt x="991768" y="1313129"/>
                </a:lnTo>
                <a:lnTo>
                  <a:pt x="891133" y="1327073"/>
                </a:lnTo>
                <a:lnTo>
                  <a:pt x="688517" y="1328851"/>
                </a:lnTo>
                <a:lnTo>
                  <a:pt x="688517" y="2084895"/>
                </a:lnTo>
                <a:lnTo>
                  <a:pt x="986269" y="2084895"/>
                </a:lnTo>
                <a:lnTo>
                  <a:pt x="986269" y="1614220"/>
                </a:lnTo>
                <a:lnTo>
                  <a:pt x="1037170" y="1605699"/>
                </a:lnTo>
                <a:lnTo>
                  <a:pt x="1134452" y="1581213"/>
                </a:lnTo>
                <a:lnTo>
                  <a:pt x="1225283" y="1547177"/>
                </a:lnTo>
                <a:lnTo>
                  <a:pt x="1309179" y="1504061"/>
                </a:lnTo>
                <a:lnTo>
                  <a:pt x="1385658" y="1452333"/>
                </a:lnTo>
                <a:lnTo>
                  <a:pt x="1454251" y="1392440"/>
                </a:lnTo>
                <a:lnTo>
                  <a:pt x="1514475" y="1324864"/>
                </a:lnTo>
                <a:lnTo>
                  <a:pt x="1565859" y="1250048"/>
                </a:lnTo>
                <a:lnTo>
                  <a:pt x="1607908" y="1168463"/>
                </a:lnTo>
                <a:lnTo>
                  <a:pt x="1640166" y="1080554"/>
                </a:lnTo>
                <a:lnTo>
                  <a:pt x="1662150" y="986815"/>
                </a:lnTo>
                <a:lnTo>
                  <a:pt x="1673364" y="887666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1" name="Google Shape;1471;p70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1472" name="Google Shape;1472;p70"/>
            <p:cNvSpPr/>
            <p:nvPr/>
          </p:nvSpPr>
          <p:spPr>
            <a:xfrm>
              <a:off x="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0" y="6858000"/>
                  </a:moveTo>
                  <a:lnTo>
                    <a:pt x="6096000" y="68580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3" name="Google Shape;1473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4" name="Google Shape;1474;p70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5" name="Google Shape;1475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6" name="Google Shape;1476;p7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7" name="Google Shape;1477;p7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8" name="Google Shape;1478;p70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9" name="Google Shape;1479;p7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5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0" name="Google Shape;1480;p7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1" name="Google Shape;1481;p70"/>
            <p:cNvSpPr/>
            <p:nvPr/>
          </p:nvSpPr>
          <p:spPr>
            <a:xfrm>
              <a:off x="665196" y="5714027"/>
              <a:ext cx="485140" cy="481965"/>
            </a:xfrm>
            <a:custGeom>
              <a:rect b="b" l="l" r="r" t="t"/>
              <a:pathLst>
                <a:path extrusionOk="0" h="481964" w="485140">
                  <a:moveTo>
                    <a:pt x="252123" y="0"/>
                  </a:moveTo>
                  <a:lnTo>
                    <a:pt x="232688" y="0"/>
                  </a:lnTo>
                  <a:lnTo>
                    <a:pt x="160006" y="529"/>
                  </a:lnTo>
                  <a:lnTo>
                    <a:pt x="104735" y="4232"/>
                  </a:lnTo>
                  <a:lnTo>
                    <a:pt x="63673" y="14285"/>
                  </a:lnTo>
                  <a:lnTo>
                    <a:pt x="13875" y="63639"/>
                  </a:lnTo>
                  <a:lnTo>
                    <a:pt x="3735" y="104326"/>
                  </a:lnTo>
                  <a:lnTo>
                    <a:pt x="0" y="159095"/>
                  </a:lnTo>
                  <a:lnTo>
                    <a:pt x="0" y="322399"/>
                  </a:lnTo>
                  <a:lnTo>
                    <a:pt x="3735" y="377169"/>
                  </a:lnTo>
                  <a:lnTo>
                    <a:pt x="13875" y="417857"/>
                  </a:lnTo>
                  <a:lnTo>
                    <a:pt x="63674" y="467202"/>
                  </a:lnTo>
                  <a:lnTo>
                    <a:pt x="104735" y="477250"/>
                  </a:lnTo>
                  <a:lnTo>
                    <a:pt x="160006" y="480951"/>
                  </a:lnTo>
                  <a:lnTo>
                    <a:pt x="232688" y="481480"/>
                  </a:lnTo>
                  <a:lnTo>
                    <a:pt x="252123" y="481480"/>
                  </a:lnTo>
                  <a:lnTo>
                    <a:pt x="324807" y="480951"/>
                  </a:lnTo>
                  <a:lnTo>
                    <a:pt x="380078" y="477250"/>
                  </a:lnTo>
                  <a:lnTo>
                    <a:pt x="421140" y="467202"/>
                  </a:lnTo>
                  <a:lnTo>
                    <a:pt x="470951" y="417857"/>
                  </a:lnTo>
                  <a:lnTo>
                    <a:pt x="481096" y="377169"/>
                  </a:lnTo>
                  <a:lnTo>
                    <a:pt x="483164" y="346873"/>
                  </a:lnTo>
                  <a:lnTo>
                    <a:pt x="257996" y="346873"/>
                  </a:lnTo>
                  <a:lnTo>
                    <a:pt x="213485" y="342340"/>
                  </a:lnTo>
                  <a:lnTo>
                    <a:pt x="175027" y="329038"/>
                  </a:lnTo>
                  <a:lnTo>
                    <a:pt x="142848" y="307409"/>
                  </a:lnTo>
                  <a:lnTo>
                    <a:pt x="117176" y="277894"/>
                  </a:lnTo>
                  <a:lnTo>
                    <a:pt x="98235" y="240936"/>
                  </a:lnTo>
                  <a:lnTo>
                    <a:pt x="86253" y="196978"/>
                  </a:lnTo>
                  <a:lnTo>
                    <a:pt x="81457" y="146461"/>
                  </a:lnTo>
                  <a:lnTo>
                    <a:pt x="483972" y="146461"/>
                  </a:lnTo>
                  <a:lnTo>
                    <a:pt x="481096" y="104326"/>
                  </a:lnTo>
                  <a:lnTo>
                    <a:pt x="470951" y="63639"/>
                  </a:lnTo>
                  <a:lnTo>
                    <a:pt x="421140" y="14285"/>
                  </a:lnTo>
                  <a:lnTo>
                    <a:pt x="380078" y="4232"/>
                  </a:lnTo>
                  <a:lnTo>
                    <a:pt x="324807" y="529"/>
                  </a:lnTo>
                  <a:lnTo>
                    <a:pt x="252123" y="0"/>
                  </a:lnTo>
                  <a:close/>
                </a:path>
                <a:path extrusionOk="0" h="481964" w="485140">
                  <a:moveTo>
                    <a:pt x="264272" y="275252"/>
                  </a:moveTo>
                  <a:lnTo>
                    <a:pt x="264272" y="346873"/>
                  </a:lnTo>
                  <a:lnTo>
                    <a:pt x="348085" y="346873"/>
                  </a:lnTo>
                  <a:lnTo>
                    <a:pt x="335501" y="320166"/>
                  </a:lnTo>
                  <a:lnTo>
                    <a:pt x="316807" y="298273"/>
                  </a:lnTo>
                  <a:lnTo>
                    <a:pt x="292799" y="282775"/>
                  </a:lnTo>
                  <a:lnTo>
                    <a:pt x="264272" y="275252"/>
                  </a:lnTo>
                  <a:close/>
                </a:path>
                <a:path extrusionOk="0" h="481964" w="485140">
                  <a:moveTo>
                    <a:pt x="483972" y="146461"/>
                  </a:moveTo>
                  <a:lnTo>
                    <a:pt x="393432" y="146461"/>
                  </a:lnTo>
                  <a:lnTo>
                    <a:pt x="382301" y="180633"/>
                  </a:lnTo>
                  <a:lnTo>
                    <a:pt x="364356" y="209201"/>
                  </a:lnTo>
                  <a:lnTo>
                    <a:pt x="343185" y="231375"/>
                  </a:lnTo>
                  <a:lnTo>
                    <a:pt x="322374" y="246363"/>
                  </a:lnTo>
                  <a:lnTo>
                    <a:pt x="344087" y="259134"/>
                  </a:lnTo>
                  <a:lnTo>
                    <a:pt x="367774" y="279767"/>
                  </a:lnTo>
                  <a:lnTo>
                    <a:pt x="389563" y="308825"/>
                  </a:lnTo>
                  <a:lnTo>
                    <a:pt x="405582" y="346873"/>
                  </a:lnTo>
                  <a:lnTo>
                    <a:pt x="483164" y="346873"/>
                  </a:lnTo>
                  <a:lnTo>
                    <a:pt x="484834" y="322399"/>
                  </a:lnTo>
                  <a:lnTo>
                    <a:pt x="484834" y="159095"/>
                  </a:lnTo>
                  <a:lnTo>
                    <a:pt x="483972" y="146461"/>
                  </a:lnTo>
                  <a:close/>
                </a:path>
                <a:path extrusionOk="0" h="481964" w="485140">
                  <a:moveTo>
                    <a:pt x="212039" y="146461"/>
                  </a:moveTo>
                  <a:lnTo>
                    <a:pt x="136932" y="146461"/>
                  </a:lnTo>
                  <a:lnTo>
                    <a:pt x="144880" y="205785"/>
                  </a:lnTo>
                  <a:lnTo>
                    <a:pt x="163021" y="247318"/>
                  </a:lnTo>
                  <a:lnTo>
                    <a:pt x="186894" y="273128"/>
                  </a:lnTo>
                  <a:lnTo>
                    <a:pt x="212039" y="285283"/>
                  </a:lnTo>
                  <a:lnTo>
                    <a:pt x="212039" y="146461"/>
                  </a:lnTo>
                  <a:close/>
                </a:path>
                <a:path extrusionOk="0" h="481964" w="485140">
                  <a:moveTo>
                    <a:pt x="341199" y="146461"/>
                  </a:moveTo>
                  <a:lnTo>
                    <a:pt x="264272" y="146461"/>
                  </a:lnTo>
                  <a:lnTo>
                    <a:pt x="264272" y="225701"/>
                  </a:lnTo>
                  <a:lnTo>
                    <a:pt x="288192" y="217468"/>
                  </a:lnTo>
                  <a:lnTo>
                    <a:pt x="310479" y="199698"/>
                  </a:lnTo>
                  <a:lnTo>
                    <a:pt x="328894" y="175120"/>
                  </a:lnTo>
                  <a:lnTo>
                    <a:pt x="341199" y="146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82" name="Google Shape;1482;p7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8977" y="536448"/>
              <a:ext cx="458787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7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58977" y="1267663"/>
              <a:ext cx="1900427" cy="762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4" name="Google Shape;1484;p70"/>
          <p:cNvSpPr txBox="1"/>
          <p:nvPr/>
        </p:nvSpPr>
        <p:spPr>
          <a:xfrm>
            <a:off x="0" y="3115055"/>
            <a:ext cx="6096000" cy="1257300"/>
          </a:xfrm>
          <a:prstGeom prst="rect">
            <a:avLst/>
          </a:pr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106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9910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Открываем jupyter notebook)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85" name="Google Shape;1485;p70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486" name="Google Shape;1486;p7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096000" y="0"/>
              <a:ext cx="6096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7" name="Google Shape;1487;p70"/>
            <p:cNvSpPr/>
            <p:nvPr/>
          </p:nvSpPr>
          <p:spPr>
            <a:xfrm>
              <a:off x="609600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88" name="Google Shape;1488;p7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096000" y="1066800"/>
              <a:ext cx="6096000" cy="4724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71"/>
          <p:cNvSpPr/>
          <p:nvPr/>
        </p:nvSpPr>
        <p:spPr>
          <a:xfrm>
            <a:off x="0" y="0"/>
            <a:ext cx="6096000" cy="6858000"/>
          </a:xfrm>
          <a:custGeom>
            <a:rect b="b" l="l" r="r" t="t"/>
            <a:pathLst>
              <a:path extrusionOk="0" h="6858000" w="6096000">
                <a:moveTo>
                  <a:pt x="0" y="6858000"/>
                </a:moveTo>
                <a:lnTo>
                  <a:pt x="6096000" y="6858000"/>
                </a:lnTo>
                <a:lnTo>
                  <a:pt x="6096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4" name="Google Shape;1494;p71"/>
          <p:cNvGrpSpPr/>
          <p:nvPr/>
        </p:nvGrpSpPr>
        <p:grpSpPr>
          <a:xfrm>
            <a:off x="1320711" y="5774987"/>
            <a:ext cx="513324" cy="305435"/>
            <a:chOff x="1320711" y="5774987"/>
            <a:chExt cx="513324" cy="305435"/>
          </a:xfrm>
        </p:grpSpPr>
        <p:pic>
          <p:nvPicPr>
            <p:cNvPr id="1495" name="Google Shape;1495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6" name="Google Shape;1496;p71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7" name="Google Shape;1497;p71"/>
          <p:cNvGrpSpPr/>
          <p:nvPr/>
        </p:nvGrpSpPr>
        <p:grpSpPr>
          <a:xfrm>
            <a:off x="1891285" y="5762193"/>
            <a:ext cx="1528322" cy="317761"/>
            <a:chOff x="1891285" y="5762193"/>
            <a:chExt cx="1528322" cy="317761"/>
          </a:xfrm>
        </p:grpSpPr>
        <p:pic>
          <p:nvPicPr>
            <p:cNvPr id="1498" name="Google Shape;1498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9" name="Google Shape;1499;p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1" name="Google Shape;1501;p71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02" name="Google Shape;1502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4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3" name="Google Shape;1503;p7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4" name="Google Shape;1504;p71"/>
          <p:cNvSpPr/>
          <p:nvPr/>
        </p:nvSpPr>
        <p:spPr>
          <a:xfrm>
            <a:off x="665196" y="5714027"/>
            <a:ext cx="485140" cy="481965"/>
          </a:xfrm>
          <a:custGeom>
            <a:rect b="b" l="l" r="r" t="t"/>
            <a:pathLst>
              <a:path extrusionOk="0" h="481964" w="485140">
                <a:moveTo>
                  <a:pt x="252123" y="0"/>
                </a:moveTo>
                <a:lnTo>
                  <a:pt x="232688" y="0"/>
                </a:lnTo>
                <a:lnTo>
                  <a:pt x="160006" y="529"/>
                </a:lnTo>
                <a:lnTo>
                  <a:pt x="104735" y="4232"/>
                </a:lnTo>
                <a:lnTo>
                  <a:pt x="63673" y="14285"/>
                </a:lnTo>
                <a:lnTo>
                  <a:pt x="13875" y="63639"/>
                </a:lnTo>
                <a:lnTo>
                  <a:pt x="3735" y="104326"/>
                </a:lnTo>
                <a:lnTo>
                  <a:pt x="0" y="159095"/>
                </a:lnTo>
                <a:lnTo>
                  <a:pt x="0" y="322399"/>
                </a:lnTo>
                <a:lnTo>
                  <a:pt x="3735" y="377169"/>
                </a:lnTo>
                <a:lnTo>
                  <a:pt x="13875" y="417857"/>
                </a:lnTo>
                <a:lnTo>
                  <a:pt x="63674" y="467202"/>
                </a:lnTo>
                <a:lnTo>
                  <a:pt x="104735" y="477250"/>
                </a:lnTo>
                <a:lnTo>
                  <a:pt x="160006" y="480951"/>
                </a:lnTo>
                <a:lnTo>
                  <a:pt x="232688" y="481480"/>
                </a:lnTo>
                <a:lnTo>
                  <a:pt x="252123" y="481480"/>
                </a:lnTo>
                <a:lnTo>
                  <a:pt x="324807" y="480951"/>
                </a:lnTo>
                <a:lnTo>
                  <a:pt x="380078" y="477250"/>
                </a:lnTo>
                <a:lnTo>
                  <a:pt x="421140" y="467202"/>
                </a:lnTo>
                <a:lnTo>
                  <a:pt x="470951" y="417857"/>
                </a:lnTo>
                <a:lnTo>
                  <a:pt x="481096" y="377169"/>
                </a:lnTo>
                <a:lnTo>
                  <a:pt x="483164" y="346873"/>
                </a:lnTo>
                <a:lnTo>
                  <a:pt x="257996" y="346873"/>
                </a:lnTo>
                <a:lnTo>
                  <a:pt x="213485" y="342340"/>
                </a:lnTo>
                <a:lnTo>
                  <a:pt x="175027" y="329038"/>
                </a:lnTo>
                <a:lnTo>
                  <a:pt x="142848" y="307409"/>
                </a:lnTo>
                <a:lnTo>
                  <a:pt x="117176" y="277894"/>
                </a:lnTo>
                <a:lnTo>
                  <a:pt x="98235" y="240936"/>
                </a:lnTo>
                <a:lnTo>
                  <a:pt x="86253" y="196978"/>
                </a:lnTo>
                <a:lnTo>
                  <a:pt x="81457" y="146461"/>
                </a:lnTo>
                <a:lnTo>
                  <a:pt x="483972" y="146461"/>
                </a:lnTo>
                <a:lnTo>
                  <a:pt x="481096" y="104326"/>
                </a:lnTo>
                <a:lnTo>
                  <a:pt x="470951" y="63639"/>
                </a:lnTo>
                <a:lnTo>
                  <a:pt x="421140" y="14285"/>
                </a:lnTo>
                <a:lnTo>
                  <a:pt x="380078" y="4232"/>
                </a:lnTo>
                <a:lnTo>
                  <a:pt x="324807" y="529"/>
                </a:lnTo>
                <a:lnTo>
                  <a:pt x="252123" y="0"/>
                </a:lnTo>
                <a:close/>
              </a:path>
              <a:path extrusionOk="0" h="481964" w="485140">
                <a:moveTo>
                  <a:pt x="264272" y="275252"/>
                </a:moveTo>
                <a:lnTo>
                  <a:pt x="264272" y="346873"/>
                </a:lnTo>
                <a:lnTo>
                  <a:pt x="348085" y="346873"/>
                </a:lnTo>
                <a:lnTo>
                  <a:pt x="335501" y="320166"/>
                </a:lnTo>
                <a:lnTo>
                  <a:pt x="316807" y="298273"/>
                </a:lnTo>
                <a:lnTo>
                  <a:pt x="292799" y="282775"/>
                </a:lnTo>
                <a:lnTo>
                  <a:pt x="264272" y="275252"/>
                </a:lnTo>
                <a:close/>
              </a:path>
              <a:path extrusionOk="0" h="481964" w="485140">
                <a:moveTo>
                  <a:pt x="483972" y="146461"/>
                </a:moveTo>
                <a:lnTo>
                  <a:pt x="393432" y="146461"/>
                </a:lnTo>
                <a:lnTo>
                  <a:pt x="382301" y="180633"/>
                </a:lnTo>
                <a:lnTo>
                  <a:pt x="364356" y="209201"/>
                </a:lnTo>
                <a:lnTo>
                  <a:pt x="343185" y="231375"/>
                </a:lnTo>
                <a:lnTo>
                  <a:pt x="322374" y="246363"/>
                </a:lnTo>
                <a:lnTo>
                  <a:pt x="344087" y="259134"/>
                </a:lnTo>
                <a:lnTo>
                  <a:pt x="367774" y="279767"/>
                </a:lnTo>
                <a:lnTo>
                  <a:pt x="389563" y="308825"/>
                </a:lnTo>
                <a:lnTo>
                  <a:pt x="405582" y="346873"/>
                </a:lnTo>
                <a:lnTo>
                  <a:pt x="483164" y="346873"/>
                </a:lnTo>
                <a:lnTo>
                  <a:pt x="484834" y="322399"/>
                </a:lnTo>
                <a:lnTo>
                  <a:pt x="484834" y="159095"/>
                </a:lnTo>
                <a:lnTo>
                  <a:pt x="483972" y="146461"/>
                </a:lnTo>
                <a:close/>
              </a:path>
              <a:path extrusionOk="0" h="481964" w="485140">
                <a:moveTo>
                  <a:pt x="212039" y="146461"/>
                </a:moveTo>
                <a:lnTo>
                  <a:pt x="136932" y="146461"/>
                </a:lnTo>
                <a:lnTo>
                  <a:pt x="144880" y="205785"/>
                </a:lnTo>
                <a:lnTo>
                  <a:pt x="163021" y="247318"/>
                </a:lnTo>
                <a:lnTo>
                  <a:pt x="186894" y="273128"/>
                </a:lnTo>
                <a:lnTo>
                  <a:pt x="212039" y="285283"/>
                </a:lnTo>
                <a:lnTo>
                  <a:pt x="212039" y="146461"/>
                </a:lnTo>
                <a:close/>
              </a:path>
              <a:path extrusionOk="0" h="481964" w="485140">
                <a:moveTo>
                  <a:pt x="341199" y="146461"/>
                </a:moveTo>
                <a:lnTo>
                  <a:pt x="264272" y="146461"/>
                </a:lnTo>
                <a:lnTo>
                  <a:pt x="264272" y="225701"/>
                </a:lnTo>
                <a:lnTo>
                  <a:pt x="288192" y="217468"/>
                </a:lnTo>
                <a:lnTo>
                  <a:pt x="310479" y="199698"/>
                </a:lnTo>
                <a:lnTo>
                  <a:pt x="328894" y="175120"/>
                </a:lnTo>
                <a:lnTo>
                  <a:pt x="341199" y="1464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5" name="Google Shape;1505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977" y="536448"/>
            <a:ext cx="504939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7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71"/>
          <p:cNvSpPr txBox="1"/>
          <p:nvPr/>
        </p:nvSpPr>
        <p:spPr>
          <a:xfrm>
            <a:off x="0" y="2321051"/>
            <a:ext cx="6096000" cy="2216150"/>
          </a:xfrm>
          <a:prstGeom prst="rect">
            <a:avLst/>
          </a:pr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236200">
            <a:spAutoFit/>
          </a:bodyPr>
          <a:lstStyle/>
          <a:p>
            <a:pPr indent="-254000" lvl="0" marL="902335" marR="1332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Удаление или преобразование 	пропущенных значений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902969" marR="0" rtl="0" algn="l">
              <a:lnSpc>
                <a:spcPct val="100000"/>
              </a:lnSpc>
              <a:spcBef>
                <a:spcPts val="184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Удаление дублей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902969" marR="0" rtl="0" algn="l">
              <a:lnSpc>
                <a:spcPct val="100000"/>
              </a:lnSpc>
              <a:spcBef>
                <a:spcPts val="183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Удаление/обработка выбросов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2" name="Google Shape;1512;p72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1513" name="Google Shape;1513;p72"/>
            <p:cNvSpPr/>
            <p:nvPr/>
          </p:nvSpPr>
          <p:spPr>
            <a:xfrm>
              <a:off x="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0" y="6858000"/>
                  </a:moveTo>
                  <a:lnTo>
                    <a:pt x="6096000" y="68580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4" name="Google Shape;1514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711" y="5849628"/>
              <a:ext cx="238679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5" name="Google Shape;1515;p72"/>
            <p:cNvSpPr/>
            <p:nvPr/>
          </p:nvSpPr>
          <p:spPr>
            <a:xfrm>
              <a:off x="1585750" y="5774987"/>
              <a:ext cx="248285" cy="305435"/>
            </a:xfrm>
            <a:custGeom>
              <a:rect b="b" l="l" r="r" t="t"/>
              <a:pathLst>
                <a:path extrusionOk="0" h="305435" w="248285">
                  <a:moveTo>
                    <a:pt x="112305" y="74641"/>
                  </a:moveTo>
                  <a:lnTo>
                    <a:pt x="67625" y="83038"/>
                  </a:lnTo>
                  <a:lnTo>
                    <a:pt x="31489" y="107056"/>
                  </a:lnTo>
                  <a:lnTo>
                    <a:pt x="7950" y="143979"/>
                  </a:lnTo>
                  <a:lnTo>
                    <a:pt x="0" y="189806"/>
                  </a:lnTo>
                  <a:lnTo>
                    <a:pt x="822" y="204866"/>
                  </a:lnTo>
                  <a:lnTo>
                    <a:pt x="884" y="206012"/>
                  </a:lnTo>
                  <a:lnTo>
                    <a:pt x="14124" y="249519"/>
                  </a:lnTo>
                  <a:lnTo>
                    <a:pt x="42244" y="282308"/>
                  </a:lnTo>
                  <a:lnTo>
                    <a:pt x="81691" y="301341"/>
                  </a:lnTo>
                  <a:lnTo>
                    <a:pt x="112305" y="304966"/>
                  </a:lnTo>
                  <a:lnTo>
                    <a:pt x="126254" y="304247"/>
                  </a:lnTo>
                  <a:lnTo>
                    <a:pt x="163135" y="293451"/>
                  </a:lnTo>
                  <a:lnTo>
                    <a:pt x="199411" y="264872"/>
                  </a:lnTo>
                  <a:lnTo>
                    <a:pt x="248051" y="264872"/>
                  </a:lnTo>
                  <a:lnTo>
                    <a:pt x="248051" y="261035"/>
                  </a:lnTo>
                  <a:lnTo>
                    <a:pt x="124669" y="261035"/>
                  </a:lnTo>
                  <a:lnTo>
                    <a:pt x="109505" y="259809"/>
                  </a:lnTo>
                  <a:lnTo>
                    <a:pt x="72938" y="241415"/>
                  </a:lnTo>
                  <a:lnTo>
                    <a:pt x="54302" y="204866"/>
                  </a:lnTo>
                  <a:lnTo>
                    <a:pt x="53061" y="189806"/>
                  </a:lnTo>
                  <a:lnTo>
                    <a:pt x="54302" y="174769"/>
                  </a:lnTo>
                  <a:lnTo>
                    <a:pt x="72938" y="138621"/>
                  </a:lnTo>
                  <a:lnTo>
                    <a:pt x="109505" y="119825"/>
                  </a:lnTo>
                  <a:lnTo>
                    <a:pt x="124669" y="118572"/>
                  </a:lnTo>
                  <a:lnTo>
                    <a:pt x="248051" y="118572"/>
                  </a:lnTo>
                  <a:lnTo>
                    <a:pt x="248051" y="112599"/>
                  </a:lnTo>
                  <a:lnTo>
                    <a:pt x="197222" y="112599"/>
                  </a:lnTo>
                  <a:lnTo>
                    <a:pt x="189865" y="104842"/>
                  </a:lnTo>
                  <a:lnTo>
                    <a:pt x="181515" y="97779"/>
                  </a:lnTo>
                  <a:lnTo>
                    <a:pt x="138622" y="77413"/>
                  </a:lnTo>
                  <a:lnTo>
                    <a:pt x="125854" y="75334"/>
                  </a:lnTo>
                  <a:lnTo>
                    <a:pt x="112305" y="74641"/>
                  </a:lnTo>
                  <a:close/>
                </a:path>
                <a:path extrusionOk="0" h="305435" w="248285">
                  <a:moveTo>
                    <a:pt x="248051" y="264872"/>
                  </a:moveTo>
                  <a:lnTo>
                    <a:pt x="199411" y="264872"/>
                  </a:lnTo>
                  <a:lnTo>
                    <a:pt x="210015" y="300704"/>
                  </a:lnTo>
                  <a:lnTo>
                    <a:pt x="248051" y="300704"/>
                  </a:lnTo>
                  <a:lnTo>
                    <a:pt x="248051" y="264872"/>
                  </a:lnTo>
                  <a:close/>
                </a:path>
                <a:path extrusionOk="0" h="305435" w="248285">
                  <a:moveTo>
                    <a:pt x="248051" y="118572"/>
                  </a:moveTo>
                  <a:lnTo>
                    <a:pt x="124669" y="118572"/>
                  </a:lnTo>
                  <a:lnTo>
                    <a:pt x="140053" y="119825"/>
                  </a:lnTo>
                  <a:lnTo>
                    <a:pt x="153878" y="123584"/>
                  </a:lnTo>
                  <a:lnTo>
                    <a:pt x="185775" y="149176"/>
                  </a:lnTo>
                  <a:lnTo>
                    <a:pt x="197222" y="189806"/>
                  </a:lnTo>
                  <a:lnTo>
                    <a:pt x="195950" y="204866"/>
                  </a:lnTo>
                  <a:lnTo>
                    <a:pt x="176873" y="241415"/>
                  </a:lnTo>
                  <a:lnTo>
                    <a:pt x="140053" y="259809"/>
                  </a:lnTo>
                  <a:lnTo>
                    <a:pt x="124669" y="261035"/>
                  </a:lnTo>
                  <a:lnTo>
                    <a:pt x="248051" y="261035"/>
                  </a:lnTo>
                  <a:lnTo>
                    <a:pt x="248051" y="118572"/>
                  </a:lnTo>
                  <a:close/>
                </a:path>
                <a:path extrusionOk="0" h="305435" w="248285">
                  <a:moveTo>
                    <a:pt x="248051" y="0"/>
                  </a:moveTo>
                  <a:lnTo>
                    <a:pt x="197222" y="0"/>
                  </a:lnTo>
                  <a:lnTo>
                    <a:pt x="197222" y="112599"/>
                  </a:lnTo>
                  <a:lnTo>
                    <a:pt x="248051" y="112599"/>
                  </a:lnTo>
                  <a:lnTo>
                    <a:pt x="2480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6" name="Google Shape;1516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1285" y="5853891"/>
              <a:ext cx="202545" cy="22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7" name="Google Shape;1517;p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8049" y="5849628"/>
              <a:ext cx="230793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8" name="Google Shape;1518;p7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91081" y="5849628"/>
              <a:ext cx="202073" cy="2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9" name="Google Shape;1519;p72"/>
            <p:cNvSpPr/>
            <p:nvPr/>
          </p:nvSpPr>
          <p:spPr>
            <a:xfrm>
              <a:off x="2624010" y="5762193"/>
              <a:ext cx="260985" cy="313690"/>
            </a:xfrm>
            <a:custGeom>
              <a:rect b="b" l="l" r="r" t="t"/>
              <a:pathLst>
                <a:path extrusionOk="0" h="313689" w="260985">
                  <a:moveTo>
                    <a:pt x="161378" y="270852"/>
                  </a:moveTo>
                  <a:lnTo>
                    <a:pt x="114071" y="270852"/>
                  </a:lnTo>
                  <a:lnTo>
                    <a:pt x="102857" y="269303"/>
                  </a:lnTo>
                  <a:lnTo>
                    <a:pt x="94843" y="264668"/>
                  </a:lnTo>
                  <a:lnTo>
                    <a:pt x="90043" y="256933"/>
                  </a:lnTo>
                  <a:lnTo>
                    <a:pt x="88442" y="246113"/>
                  </a:lnTo>
                  <a:lnTo>
                    <a:pt x="88442" y="134366"/>
                  </a:lnTo>
                  <a:lnTo>
                    <a:pt x="156959" y="134366"/>
                  </a:lnTo>
                  <a:lnTo>
                    <a:pt x="156959" y="91706"/>
                  </a:lnTo>
                  <a:lnTo>
                    <a:pt x="88442" y="91706"/>
                  </a:lnTo>
                  <a:lnTo>
                    <a:pt x="88442" y="27724"/>
                  </a:lnTo>
                  <a:lnTo>
                    <a:pt x="50406" y="27724"/>
                  </a:lnTo>
                  <a:lnTo>
                    <a:pt x="37566" y="91706"/>
                  </a:lnTo>
                  <a:lnTo>
                    <a:pt x="0" y="91706"/>
                  </a:lnTo>
                  <a:lnTo>
                    <a:pt x="0" y="134366"/>
                  </a:lnTo>
                  <a:lnTo>
                    <a:pt x="37566" y="134366"/>
                  </a:lnTo>
                  <a:lnTo>
                    <a:pt x="37566" y="246113"/>
                  </a:lnTo>
                  <a:lnTo>
                    <a:pt x="38785" y="261569"/>
                  </a:lnTo>
                  <a:lnTo>
                    <a:pt x="57010" y="296443"/>
                  </a:lnTo>
                  <a:lnTo>
                    <a:pt x="96405" y="312432"/>
                  </a:lnTo>
                  <a:lnTo>
                    <a:pt x="114071" y="313499"/>
                  </a:lnTo>
                  <a:lnTo>
                    <a:pt x="156959" y="313499"/>
                  </a:lnTo>
                  <a:lnTo>
                    <a:pt x="161378" y="270852"/>
                  </a:lnTo>
                  <a:close/>
                </a:path>
                <a:path extrusionOk="0" h="313689" w="260985">
                  <a:moveTo>
                    <a:pt x="254406" y="91706"/>
                  </a:moveTo>
                  <a:lnTo>
                    <a:pt x="203581" y="91706"/>
                  </a:lnTo>
                  <a:lnTo>
                    <a:pt x="203581" y="313499"/>
                  </a:lnTo>
                  <a:lnTo>
                    <a:pt x="254406" y="313499"/>
                  </a:lnTo>
                  <a:lnTo>
                    <a:pt x="254406" y="91706"/>
                  </a:lnTo>
                  <a:close/>
                </a:path>
                <a:path extrusionOk="0" h="313689" w="260985">
                  <a:moveTo>
                    <a:pt x="260629" y="21475"/>
                  </a:moveTo>
                  <a:lnTo>
                    <a:pt x="257670" y="14211"/>
                  </a:lnTo>
                  <a:lnTo>
                    <a:pt x="251752" y="8547"/>
                  </a:lnTo>
                  <a:lnTo>
                    <a:pt x="245872" y="2844"/>
                  </a:lnTo>
                  <a:lnTo>
                    <a:pt x="238353" y="0"/>
                  </a:lnTo>
                  <a:lnTo>
                    <a:pt x="220065" y="0"/>
                  </a:lnTo>
                  <a:lnTo>
                    <a:pt x="212420" y="2844"/>
                  </a:lnTo>
                  <a:lnTo>
                    <a:pt x="206248" y="8547"/>
                  </a:lnTo>
                  <a:lnTo>
                    <a:pt x="200317" y="14211"/>
                  </a:lnTo>
                  <a:lnTo>
                    <a:pt x="197396" y="21475"/>
                  </a:lnTo>
                  <a:lnTo>
                    <a:pt x="197396" y="39103"/>
                  </a:lnTo>
                  <a:lnTo>
                    <a:pt x="200317" y="46355"/>
                  </a:lnTo>
                  <a:lnTo>
                    <a:pt x="206248" y="52044"/>
                  </a:lnTo>
                  <a:lnTo>
                    <a:pt x="212128" y="57442"/>
                  </a:lnTo>
                  <a:lnTo>
                    <a:pt x="219760" y="60147"/>
                  </a:lnTo>
                  <a:lnTo>
                    <a:pt x="238353" y="60147"/>
                  </a:lnTo>
                  <a:lnTo>
                    <a:pt x="245872" y="57442"/>
                  </a:lnTo>
                  <a:lnTo>
                    <a:pt x="251752" y="52044"/>
                  </a:lnTo>
                  <a:lnTo>
                    <a:pt x="257670" y="46355"/>
                  </a:lnTo>
                  <a:lnTo>
                    <a:pt x="260629" y="39103"/>
                  </a:lnTo>
                  <a:lnTo>
                    <a:pt x="260629" y="214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20" name="Google Shape;1520;p7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835" y="5849628"/>
              <a:ext cx="245819" cy="2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1" name="Google Shape;1521;p7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14872" y="5849628"/>
              <a:ext cx="204735" cy="226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2" name="Google Shape;1522;p72"/>
            <p:cNvSpPr/>
            <p:nvPr/>
          </p:nvSpPr>
          <p:spPr>
            <a:xfrm>
              <a:off x="665196" y="5714027"/>
              <a:ext cx="485140" cy="481965"/>
            </a:xfrm>
            <a:custGeom>
              <a:rect b="b" l="l" r="r" t="t"/>
              <a:pathLst>
                <a:path extrusionOk="0" h="481964" w="485140">
                  <a:moveTo>
                    <a:pt x="252123" y="0"/>
                  </a:moveTo>
                  <a:lnTo>
                    <a:pt x="232688" y="0"/>
                  </a:lnTo>
                  <a:lnTo>
                    <a:pt x="160006" y="529"/>
                  </a:lnTo>
                  <a:lnTo>
                    <a:pt x="104735" y="4232"/>
                  </a:lnTo>
                  <a:lnTo>
                    <a:pt x="63673" y="14285"/>
                  </a:lnTo>
                  <a:lnTo>
                    <a:pt x="13875" y="63639"/>
                  </a:lnTo>
                  <a:lnTo>
                    <a:pt x="3735" y="104326"/>
                  </a:lnTo>
                  <a:lnTo>
                    <a:pt x="0" y="159095"/>
                  </a:lnTo>
                  <a:lnTo>
                    <a:pt x="0" y="322399"/>
                  </a:lnTo>
                  <a:lnTo>
                    <a:pt x="3735" y="377169"/>
                  </a:lnTo>
                  <a:lnTo>
                    <a:pt x="13875" y="417857"/>
                  </a:lnTo>
                  <a:lnTo>
                    <a:pt x="63674" y="467202"/>
                  </a:lnTo>
                  <a:lnTo>
                    <a:pt x="104735" y="477250"/>
                  </a:lnTo>
                  <a:lnTo>
                    <a:pt x="160006" y="480951"/>
                  </a:lnTo>
                  <a:lnTo>
                    <a:pt x="232688" y="481480"/>
                  </a:lnTo>
                  <a:lnTo>
                    <a:pt x="252123" y="481480"/>
                  </a:lnTo>
                  <a:lnTo>
                    <a:pt x="324807" y="480951"/>
                  </a:lnTo>
                  <a:lnTo>
                    <a:pt x="380078" y="477250"/>
                  </a:lnTo>
                  <a:lnTo>
                    <a:pt x="421140" y="467202"/>
                  </a:lnTo>
                  <a:lnTo>
                    <a:pt x="470951" y="417857"/>
                  </a:lnTo>
                  <a:lnTo>
                    <a:pt x="481096" y="377169"/>
                  </a:lnTo>
                  <a:lnTo>
                    <a:pt x="483164" y="346873"/>
                  </a:lnTo>
                  <a:lnTo>
                    <a:pt x="257996" y="346873"/>
                  </a:lnTo>
                  <a:lnTo>
                    <a:pt x="213485" y="342340"/>
                  </a:lnTo>
                  <a:lnTo>
                    <a:pt x="175027" y="329038"/>
                  </a:lnTo>
                  <a:lnTo>
                    <a:pt x="142848" y="307409"/>
                  </a:lnTo>
                  <a:lnTo>
                    <a:pt x="117176" y="277894"/>
                  </a:lnTo>
                  <a:lnTo>
                    <a:pt x="98235" y="240936"/>
                  </a:lnTo>
                  <a:lnTo>
                    <a:pt x="86253" y="196978"/>
                  </a:lnTo>
                  <a:lnTo>
                    <a:pt x="81457" y="146461"/>
                  </a:lnTo>
                  <a:lnTo>
                    <a:pt x="483972" y="146461"/>
                  </a:lnTo>
                  <a:lnTo>
                    <a:pt x="481096" y="104326"/>
                  </a:lnTo>
                  <a:lnTo>
                    <a:pt x="470951" y="63639"/>
                  </a:lnTo>
                  <a:lnTo>
                    <a:pt x="421140" y="14285"/>
                  </a:lnTo>
                  <a:lnTo>
                    <a:pt x="380078" y="4232"/>
                  </a:lnTo>
                  <a:lnTo>
                    <a:pt x="324807" y="529"/>
                  </a:lnTo>
                  <a:lnTo>
                    <a:pt x="252123" y="0"/>
                  </a:lnTo>
                  <a:close/>
                </a:path>
                <a:path extrusionOk="0" h="481964" w="485140">
                  <a:moveTo>
                    <a:pt x="264272" y="275252"/>
                  </a:moveTo>
                  <a:lnTo>
                    <a:pt x="264272" y="346873"/>
                  </a:lnTo>
                  <a:lnTo>
                    <a:pt x="348085" y="346873"/>
                  </a:lnTo>
                  <a:lnTo>
                    <a:pt x="335501" y="320166"/>
                  </a:lnTo>
                  <a:lnTo>
                    <a:pt x="316807" y="298273"/>
                  </a:lnTo>
                  <a:lnTo>
                    <a:pt x="292799" y="282775"/>
                  </a:lnTo>
                  <a:lnTo>
                    <a:pt x="264272" y="275252"/>
                  </a:lnTo>
                  <a:close/>
                </a:path>
                <a:path extrusionOk="0" h="481964" w="485140">
                  <a:moveTo>
                    <a:pt x="483972" y="146461"/>
                  </a:moveTo>
                  <a:lnTo>
                    <a:pt x="393432" y="146461"/>
                  </a:lnTo>
                  <a:lnTo>
                    <a:pt x="382301" y="180633"/>
                  </a:lnTo>
                  <a:lnTo>
                    <a:pt x="364356" y="209201"/>
                  </a:lnTo>
                  <a:lnTo>
                    <a:pt x="343185" y="231375"/>
                  </a:lnTo>
                  <a:lnTo>
                    <a:pt x="322374" y="246363"/>
                  </a:lnTo>
                  <a:lnTo>
                    <a:pt x="344087" y="259134"/>
                  </a:lnTo>
                  <a:lnTo>
                    <a:pt x="367774" y="279767"/>
                  </a:lnTo>
                  <a:lnTo>
                    <a:pt x="389563" y="308825"/>
                  </a:lnTo>
                  <a:lnTo>
                    <a:pt x="405582" y="346873"/>
                  </a:lnTo>
                  <a:lnTo>
                    <a:pt x="483164" y="346873"/>
                  </a:lnTo>
                  <a:lnTo>
                    <a:pt x="484834" y="322399"/>
                  </a:lnTo>
                  <a:lnTo>
                    <a:pt x="484834" y="159095"/>
                  </a:lnTo>
                  <a:lnTo>
                    <a:pt x="483972" y="146461"/>
                  </a:lnTo>
                  <a:close/>
                </a:path>
                <a:path extrusionOk="0" h="481964" w="485140">
                  <a:moveTo>
                    <a:pt x="212039" y="146461"/>
                  </a:moveTo>
                  <a:lnTo>
                    <a:pt x="136932" y="146461"/>
                  </a:lnTo>
                  <a:lnTo>
                    <a:pt x="144880" y="205785"/>
                  </a:lnTo>
                  <a:lnTo>
                    <a:pt x="163021" y="247318"/>
                  </a:lnTo>
                  <a:lnTo>
                    <a:pt x="186894" y="273128"/>
                  </a:lnTo>
                  <a:lnTo>
                    <a:pt x="212039" y="285283"/>
                  </a:lnTo>
                  <a:lnTo>
                    <a:pt x="212039" y="146461"/>
                  </a:lnTo>
                  <a:close/>
                </a:path>
                <a:path extrusionOk="0" h="481964" w="485140">
                  <a:moveTo>
                    <a:pt x="341199" y="146461"/>
                  </a:moveTo>
                  <a:lnTo>
                    <a:pt x="264272" y="146461"/>
                  </a:lnTo>
                  <a:lnTo>
                    <a:pt x="264272" y="225701"/>
                  </a:lnTo>
                  <a:lnTo>
                    <a:pt x="288192" y="217468"/>
                  </a:lnTo>
                  <a:lnTo>
                    <a:pt x="310479" y="199698"/>
                  </a:lnTo>
                  <a:lnTo>
                    <a:pt x="328894" y="175120"/>
                  </a:lnTo>
                  <a:lnTo>
                    <a:pt x="341199" y="146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23" name="Google Shape;1523;p7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8977" y="536448"/>
              <a:ext cx="3276727" cy="76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4" name="Google Shape;1524;p72"/>
          <p:cNvSpPr txBox="1"/>
          <p:nvPr/>
        </p:nvSpPr>
        <p:spPr>
          <a:xfrm>
            <a:off x="0" y="2401823"/>
            <a:ext cx="6096000" cy="2054860"/>
          </a:xfrm>
          <a:prstGeom prst="rect">
            <a:avLst/>
          </a:prstGeom>
          <a:solidFill>
            <a:srgbClr val="275DF6"/>
          </a:solidFill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10039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Ошибки при записи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1003935" marR="0" rtl="0" algn="l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Ошибки при сборке данных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1003935" marR="0" rtl="0" algn="l">
              <a:lnSpc>
                <a:spcPct val="100000"/>
              </a:lnSpc>
              <a:spcBef>
                <a:spcPts val="1689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Невозможность сбора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25" name="Google Shape;1525;p72"/>
          <p:cNvGrpSpPr/>
          <p:nvPr/>
        </p:nvGrpSpPr>
        <p:grpSpPr>
          <a:xfrm>
            <a:off x="6096000" y="-1"/>
            <a:ext cx="6096000" cy="6858001"/>
            <a:chOff x="6096000" y="-1"/>
            <a:chExt cx="6096000" cy="6858001"/>
          </a:xfrm>
        </p:grpSpPr>
        <p:pic>
          <p:nvPicPr>
            <p:cNvPr id="1526" name="Google Shape;1526;p7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96000" y="-1"/>
              <a:ext cx="6096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7" name="Google Shape;1527;p72"/>
            <p:cNvSpPr/>
            <p:nvPr/>
          </p:nvSpPr>
          <p:spPr>
            <a:xfrm>
              <a:off x="6096000" y="0"/>
              <a:ext cx="6096000" cy="6858000"/>
            </a:xfrm>
            <a:custGeom>
              <a:rect b="b" l="l" r="r" t="t"/>
              <a:pathLst>
                <a:path extrusionOk="0" h="6858000" w="6096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>
                <a:alpha val="7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28" name="Google Shape;1528;p7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096000" y="1146047"/>
              <a:ext cx="6096000" cy="45659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3" name="Google Shape;153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7433" y="594994"/>
            <a:ext cx="6881368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73"/>
          <p:cNvSpPr/>
          <p:nvPr/>
        </p:nvSpPr>
        <p:spPr>
          <a:xfrm>
            <a:off x="925067" y="2677667"/>
            <a:ext cx="4881880" cy="1096010"/>
          </a:xfrm>
          <a:custGeom>
            <a:rect b="b" l="l" r="r" t="t"/>
            <a:pathLst>
              <a:path extrusionOk="0" h="1096010" w="4881880">
                <a:moveTo>
                  <a:pt x="4333494" y="0"/>
                </a:moveTo>
                <a:lnTo>
                  <a:pt x="547878" y="0"/>
                </a:lnTo>
                <a:lnTo>
                  <a:pt x="500604" y="2010"/>
                </a:lnTo>
                <a:lnTo>
                  <a:pt x="454447" y="7932"/>
                </a:lnTo>
                <a:lnTo>
                  <a:pt x="409571" y="17602"/>
                </a:lnTo>
                <a:lnTo>
                  <a:pt x="366141" y="30855"/>
                </a:lnTo>
                <a:lnTo>
                  <a:pt x="324321" y="47526"/>
                </a:lnTo>
                <a:lnTo>
                  <a:pt x="284276" y="67452"/>
                </a:lnTo>
                <a:lnTo>
                  <a:pt x="246170" y="90468"/>
                </a:lnTo>
                <a:lnTo>
                  <a:pt x="210167" y="116409"/>
                </a:lnTo>
                <a:lnTo>
                  <a:pt x="176433" y="145112"/>
                </a:lnTo>
                <a:lnTo>
                  <a:pt x="145130" y="176413"/>
                </a:lnTo>
                <a:lnTo>
                  <a:pt x="116425" y="210146"/>
                </a:lnTo>
                <a:lnTo>
                  <a:pt x="90481" y="246148"/>
                </a:lnTo>
                <a:lnTo>
                  <a:pt x="67462" y="284254"/>
                </a:lnTo>
                <a:lnTo>
                  <a:pt x="47534" y="324300"/>
                </a:lnTo>
                <a:lnTo>
                  <a:pt x="30860" y="366121"/>
                </a:lnTo>
                <a:lnTo>
                  <a:pt x="17605" y="409554"/>
                </a:lnTo>
                <a:lnTo>
                  <a:pt x="7934" y="454434"/>
                </a:lnTo>
                <a:lnTo>
                  <a:pt x="2010" y="500597"/>
                </a:lnTo>
                <a:lnTo>
                  <a:pt x="0" y="547878"/>
                </a:lnTo>
                <a:lnTo>
                  <a:pt x="2010" y="595158"/>
                </a:lnTo>
                <a:lnTo>
                  <a:pt x="7934" y="641321"/>
                </a:lnTo>
                <a:lnTo>
                  <a:pt x="17605" y="686201"/>
                </a:lnTo>
                <a:lnTo>
                  <a:pt x="30860" y="729634"/>
                </a:lnTo>
                <a:lnTo>
                  <a:pt x="47534" y="771455"/>
                </a:lnTo>
                <a:lnTo>
                  <a:pt x="67462" y="811501"/>
                </a:lnTo>
                <a:lnTo>
                  <a:pt x="90481" y="849607"/>
                </a:lnTo>
                <a:lnTo>
                  <a:pt x="116425" y="885609"/>
                </a:lnTo>
                <a:lnTo>
                  <a:pt x="145130" y="919342"/>
                </a:lnTo>
                <a:lnTo>
                  <a:pt x="176433" y="950643"/>
                </a:lnTo>
                <a:lnTo>
                  <a:pt x="210167" y="979346"/>
                </a:lnTo>
                <a:lnTo>
                  <a:pt x="246170" y="1005287"/>
                </a:lnTo>
                <a:lnTo>
                  <a:pt x="284276" y="1028303"/>
                </a:lnTo>
                <a:lnTo>
                  <a:pt x="324321" y="1048229"/>
                </a:lnTo>
                <a:lnTo>
                  <a:pt x="366141" y="1064900"/>
                </a:lnTo>
                <a:lnTo>
                  <a:pt x="409571" y="1078153"/>
                </a:lnTo>
                <a:lnTo>
                  <a:pt x="454447" y="1087823"/>
                </a:lnTo>
                <a:lnTo>
                  <a:pt x="500604" y="1093745"/>
                </a:lnTo>
                <a:lnTo>
                  <a:pt x="547878" y="1095756"/>
                </a:lnTo>
                <a:lnTo>
                  <a:pt x="4333494" y="1095756"/>
                </a:lnTo>
                <a:lnTo>
                  <a:pt x="4380774" y="1093745"/>
                </a:lnTo>
                <a:lnTo>
                  <a:pt x="4426937" y="1087823"/>
                </a:lnTo>
                <a:lnTo>
                  <a:pt x="4471817" y="1078153"/>
                </a:lnTo>
                <a:lnTo>
                  <a:pt x="4515250" y="1064900"/>
                </a:lnTo>
                <a:lnTo>
                  <a:pt x="4557071" y="1048229"/>
                </a:lnTo>
                <a:lnTo>
                  <a:pt x="4597117" y="1028303"/>
                </a:lnTo>
                <a:lnTo>
                  <a:pt x="4635223" y="1005287"/>
                </a:lnTo>
                <a:lnTo>
                  <a:pt x="4671225" y="979346"/>
                </a:lnTo>
                <a:lnTo>
                  <a:pt x="4704958" y="950643"/>
                </a:lnTo>
                <a:lnTo>
                  <a:pt x="4736259" y="919342"/>
                </a:lnTo>
                <a:lnTo>
                  <a:pt x="4764962" y="885609"/>
                </a:lnTo>
                <a:lnTo>
                  <a:pt x="4790903" y="849607"/>
                </a:lnTo>
                <a:lnTo>
                  <a:pt x="4813919" y="811501"/>
                </a:lnTo>
                <a:lnTo>
                  <a:pt x="4833845" y="771455"/>
                </a:lnTo>
                <a:lnTo>
                  <a:pt x="4850516" y="729634"/>
                </a:lnTo>
                <a:lnTo>
                  <a:pt x="4863769" y="686201"/>
                </a:lnTo>
                <a:lnTo>
                  <a:pt x="4873439" y="641321"/>
                </a:lnTo>
                <a:lnTo>
                  <a:pt x="4879361" y="595158"/>
                </a:lnTo>
                <a:lnTo>
                  <a:pt x="4881372" y="547878"/>
                </a:lnTo>
                <a:lnTo>
                  <a:pt x="4879361" y="500597"/>
                </a:lnTo>
                <a:lnTo>
                  <a:pt x="4873439" y="454434"/>
                </a:lnTo>
                <a:lnTo>
                  <a:pt x="4863769" y="409554"/>
                </a:lnTo>
                <a:lnTo>
                  <a:pt x="4850516" y="366121"/>
                </a:lnTo>
                <a:lnTo>
                  <a:pt x="4833845" y="324300"/>
                </a:lnTo>
                <a:lnTo>
                  <a:pt x="4813919" y="284254"/>
                </a:lnTo>
                <a:lnTo>
                  <a:pt x="4790903" y="246148"/>
                </a:lnTo>
                <a:lnTo>
                  <a:pt x="4764962" y="210146"/>
                </a:lnTo>
                <a:lnTo>
                  <a:pt x="4736259" y="176413"/>
                </a:lnTo>
                <a:lnTo>
                  <a:pt x="4704958" y="145112"/>
                </a:lnTo>
                <a:lnTo>
                  <a:pt x="4671225" y="116409"/>
                </a:lnTo>
                <a:lnTo>
                  <a:pt x="4635223" y="90468"/>
                </a:lnTo>
                <a:lnTo>
                  <a:pt x="4597117" y="67452"/>
                </a:lnTo>
                <a:lnTo>
                  <a:pt x="4557071" y="47526"/>
                </a:lnTo>
                <a:lnTo>
                  <a:pt x="4515250" y="30855"/>
                </a:lnTo>
                <a:lnTo>
                  <a:pt x="4471817" y="17602"/>
                </a:lnTo>
                <a:lnTo>
                  <a:pt x="4426937" y="7932"/>
                </a:lnTo>
                <a:lnTo>
                  <a:pt x="4380774" y="2010"/>
                </a:lnTo>
                <a:lnTo>
                  <a:pt x="4333494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73"/>
          <p:cNvSpPr txBox="1"/>
          <p:nvPr/>
        </p:nvSpPr>
        <p:spPr>
          <a:xfrm>
            <a:off x="1462786" y="3083813"/>
            <a:ext cx="380174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Замена на более вероятное значение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6" name="Google Shape;1536;p73"/>
          <p:cNvSpPr/>
          <p:nvPr/>
        </p:nvSpPr>
        <p:spPr>
          <a:xfrm>
            <a:off x="6385559" y="2667000"/>
            <a:ext cx="4881880" cy="1096010"/>
          </a:xfrm>
          <a:custGeom>
            <a:rect b="b" l="l" r="r" t="t"/>
            <a:pathLst>
              <a:path extrusionOk="0" h="1096010" w="4881880">
                <a:moveTo>
                  <a:pt x="4333494" y="0"/>
                </a:moveTo>
                <a:lnTo>
                  <a:pt x="547878" y="0"/>
                </a:lnTo>
                <a:lnTo>
                  <a:pt x="500597" y="2010"/>
                </a:lnTo>
                <a:lnTo>
                  <a:pt x="454434" y="7932"/>
                </a:lnTo>
                <a:lnTo>
                  <a:pt x="409554" y="17602"/>
                </a:lnTo>
                <a:lnTo>
                  <a:pt x="366121" y="30855"/>
                </a:lnTo>
                <a:lnTo>
                  <a:pt x="324300" y="47526"/>
                </a:lnTo>
                <a:lnTo>
                  <a:pt x="284254" y="67452"/>
                </a:lnTo>
                <a:lnTo>
                  <a:pt x="246148" y="90468"/>
                </a:lnTo>
                <a:lnTo>
                  <a:pt x="210146" y="116409"/>
                </a:lnTo>
                <a:lnTo>
                  <a:pt x="176413" y="145112"/>
                </a:lnTo>
                <a:lnTo>
                  <a:pt x="145112" y="176413"/>
                </a:lnTo>
                <a:lnTo>
                  <a:pt x="116409" y="210146"/>
                </a:lnTo>
                <a:lnTo>
                  <a:pt x="90468" y="246148"/>
                </a:lnTo>
                <a:lnTo>
                  <a:pt x="67452" y="284254"/>
                </a:lnTo>
                <a:lnTo>
                  <a:pt x="47526" y="324300"/>
                </a:lnTo>
                <a:lnTo>
                  <a:pt x="30855" y="366121"/>
                </a:lnTo>
                <a:lnTo>
                  <a:pt x="17602" y="409554"/>
                </a:lnTo>
                <a:lnTo>
                  <a:pt x="7932" y="454434"/>
                </a:lnTo>
                <a:lnTo>
                  <a:pt x="2010" y="500597"/>
                </a:lnTo>
                <a:lnTo>
                  <a:pt x="0" y="547877"/>
                </a:lnTo>
                <a:lnTo>
                  <a:pt x="2010" y="595158"/>
                </a:lnTo>
                <a:lnTo>
                  <a:pt x="7932" y="641321"/>
                </a:lnTo>
                <a:lnTo>
                  <a:pt x="17602" y="686201"/>
                </a:lnTo>
                <a:lnTo>
                  <a:pt x="30855" y="729634"/>
                </a:lnTo>
                <a:lnTo>
                  <a:pt x="47526" y="771455"/>
                </a:lnTo>
                <a:lnTo>
                  <a:pt x="67452" y="811501"/>
                </a:lnTo>
                <a:lnTo>
                  <a:pt x="90468" y="849607"/>
                </a:lnTo>
                <a:lnTo>
                  <a:pt x="116409" y="885609"/>
                </a:lnTo>
                <a:lnTo>
                  <a:pt x="145112" y="919342"/>
                </a:lnTo>
                <a:lnTo>
                  <a:pt x="176413" y="950643"/>
                </a:lnTo>
                <a:lnTo>
                  <a:pt x="210146" y="979346"/>
                </a:lnTo>
                <a:lnTo>
                  <a:pt x="246148" y="1005287"/>
                </a:lnTo>
                <a:lnTo>
                  <a:pt x="284254" y="1028303"/>
                </a:lnTo>
                <a:lnTo>
                  <a:pt x="324300" y="1048229"/>
                </a:lnTo>
                <a:lnTo>
                  <a:pt x="366121" y="1064900"/>
                </a:lnTo>
                <a:lnTo>
                  <a:pt x="409554" y="1078153"/>
                </a:lnTo>
                <a:lnTo>
                  <a:pt x="454434" y="1087823"/>
                </a:lnTo>
                <a:lnTo>
                  <a:pt x="500597" y="1093745"/>
                </a:lnTo>
                <a:lnTo>
                  <a:pt x="547878" y="1095756"/>
                </a:lnTo>
                <a:lnTo>
                  <a:pt x="4333494" y="1095756"/>
                </a:lnTo>
                <a:lnTo>
                  <a:pt x="4380774" y="1093745"/>
                </a:lnTo>
                <a:lnTo>
                  <a:pt x="4426937" y="1087823"/>
                </a:lnTo>
                <a:lnTo>
                  <a:pt x="4471817" y="1078153"/>
                </a:lnTo>
                <a:lnTo>
                  <a:pt x="4515250" y="1064900"/>
                </a:lnTo>
                <a:lnTo>
                  <a:pt x="4557071" y="1048229"/>
                </a:lnTo>
                <a:lnTo>
                  <a:pt x="4597117" y="1028303"/>
                </a:lnTo>
                <a:lnTo>
                  <a:pt x="4635223" y="1005287"/>
                </a:lnTo>
                <a:lnTo>
                  <a:pt x="4671225" y="979346"/>
                </a:lnTo>
                <a:lnTo>
                  <a:pt x="4704958" y="950643"/>
                </a:lnTo>
                <a:lnTo>
                  <a:pt x="4736259" y="919342"/>
                </a:lnTo>
                <a:lnTo>
                  <a:pt x="4764962" y="885609"/>
                </a:lnTo>
                <a:lnTo>
                  <a:pt x="4790903" y="849607"/>
                </a:lnTo>
                <a:lnTo>
                  <a:pt x="4813919" y="811501"/>
                </a:lnTo>
                <a:lnTo>
                  <a:pt x="4833845" y="771455"/>
                </a:lnTo>
                <a:lnTo>
                  <a:pt x="4850516" y="729634"/>
                </a:lnTo>
                <a:lnTo>
                  <a:pt x="4863769" y="686201"/>
                </a:lnTo>
                <a:lnTo>
                  <a:pt x="4873439" y="641321"/>
                </a:lnTo>
                <a:lnTo>
                  <a:pt x="4879361" y="595158"/>
                </a:lnTo>
                <a:lnTo>
                  <a:pt x="4881371" y="547877"/>
                </a:lnTo>
                <a:lnTo>
                  <a:pt x="4879361" y="500597"/>
                </a:lnTo>
                <a:lnTo>
                  <a:pt x="4873439" y="454434"/>
                </a:lnTo>
                <a:lnTo>
                  <a:pt x="4863769" y="409554"/>
                </a:lnTo>
                <a:lnTo>
                  <a:pt x="4850516" y="366121"/>
                </a:lnTo>
                <a:lnTo>
                  <a:pt x="4833845" y="324300"/>
                </a:lnTo>
                <a:lnTo>
                  <a:pt x="4813919" y="284254"/>
                </a:lnTo>
                <a:lnTo>
                  <a:pt x="4790903" y="246148"/>
                </a:lnTo>
                <a:lnTo>
                  <a:pt x="4764962" y="210146"/>
                </a:lnTo>
                <a:lnTo>
                  <a:pt x="4736259" y="176413"/>
                </a:lnTo>
                <a:lnTo>
                  <a:pt x="4704958" y="145112"/>
                </a:lnTo>
                <a:lnTo>
                  <a:pt x="4671225" y="116409"/>
                </a:lnTo>
                <a:lnTo>
                  <a:pt x="4635223" y="90468"/>
                </a:lnTo>
                <a:lnTo>
                  <a:pt x="4597117" y="67452"/>
                </a:lnTo>
                <a:lnTo>
                  <a:pt x="4557071" y="47526"/>
                </a:lnTo>
                <a:lnTo>
                  <a:pt x="4515250" y="30855"/>
                </a:lnTo>
                <a:lnTo>
                  <a:pt x="4471817" y="17602"/>
                </a:lnTo>
                <a:lnTo>
                  <a:pt x="4426937" y="7932"/>
                </a:lnTo>
                <a:lnTo>
                  <a:pt x="4380774" y="2010"/>
                </a:lnTo>
                <a:lnTo>
                  <a:pt x="4333494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537" name="Google Shape;1537;p73"/>
          <p:cNvSpPr txBox="1"/>
          <p:nvPr>
            <p:ph type="title"/>
          </p:nvPr>
        </p:nvSpPr>
        <p:spPr>
          <a:xfrm>
            <a:off x="7055357" y="2919729"/>
            <a:ext cx="35433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800">
                <a:solidFill>
                  <a:srgbClr val="EBF3F8"/>
                </a:solidFill>
              </a:rPr>
              <a:t>Замена на случайное значение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800">
                <a:solidFill>
                  <a:srgbClr val="EBF3F8"/>
                </a:solidFill>
              </a:rPr>
              <a:t>из распределение признака</a:t>
            </a:r>
            <a:endParaRPr sz="1800"/>
          </a:p>
        </p:txBody>
      </p:sp>
      <p:sp>
        <p:nvSpPr>
          <p:cNvPr id="1538" name="Google Shape;1538;p73"/>
          <p:cNvSpPr/>
          <p:nvPr/>
        </p:nvSpPr>
        <p:spPr>
          <a:xfrm>
            <a:off x="925067" y="4288535"/>
            <a:ext cx="4881880" cy="1097280"/>
          </a:xfrm>
          <a:custGeom>
            <a:rect b="b" l="l" r="r" t="t"/>
            <a:pathLst>
              <a:path extrusionOk="0" h="1097279" w="4881880">
                <a:moveTo>
                  <a:pt x="4332732" y="0"/>
                </a:moveTo>
                <a:lnTo>
                  <a:pt x="548640" y="0"/>
                </a:lnTo>
                <a:lnTo>
                  <a:pt x="501300" y="2013"/>
                </a:lnTo>
                <a:lnTo>
                  <a:pt x="455079" y="7945"/>
                </a:lnTo>
                <a:lnTo>
                  <a:pt x="410141" y="17629"/>
                </a:lnTo>
                <a:lnTo>
                  <a:pt x="366651" y="30902"/>
                </a:lnTo>
                <a:lnTo>
                  <a:pt x="324773" y="47598"/>
                </a:lnTo>
                <a:lnTo>
                  <a:pt x="284672" y="67554"/>
                </a:lnTo>
                <a:lnTo>
                  <a:pt x="246513" y="90604"/>
                </a:lnTo>
                <a:lnTo>
                  <a:pt x="210460" y="116583"/>
                </a:lnTo>
                <a:lnTo>
                  <a:pt x="176679" y="145328"/>
                </a:lnTo>
                <a:lnTo>
                  <a:pt x="145333" y="176674"/>
                </a:lnTo>
                <a:lnTo>
                  <a:pt x="116587" y="210455"/>
                </a:lnTo>
                <a:lnTo>
                  <a:pt x="90607" y="246508"/>
                </a:lnTo>
                <a:lnTo>
                  <a:pt x="67556" y="284667"/>
                </a:lnTo>
                <a:lnTo>
                  <a:pt x="47600" y="324768"/>
                </a:lnTo>
                <a:lnTo>
                  <a:pt x="30903" y="366646"/>
                </a:lnTo>
                <a:lnTo>
                  <a:pt x="17630" y="410137"/>
                </a:lnTo>
                <a:lnTo>
                  <a:pt x="7945" y="455076"/>
                </a:lnTo>
                <a:lnTo>
                  <a:pt x="2013" y="501298"/>
                </a:lnTo>
                <a:lnTo>
                  <a:pt x="0" y="548639"/>
                </a:lnTo>
                <a:lnTo>
                  <a:pt x="2013" y="595981"/>
                </a:lnTo>
                <a:lnTo>
                  <a:pt x="7945" y="642203"/>
                </a:lnTo>
                <a:lnTo>
                  <a:pt x="17630" y="687142"/>
                </a:lnTo>
                <a:lnTo>
                  <a:pt x="30903" y="730633"/>
                </a:lnTo>
                <a:lnTo>
                  <a:pt x="47600" y="772511"/>
                </a:lnTo>
                <a:lnTo>
                  <a:pt x="67556" y="812612"/>
                </a:lnTo>
                <a:lnTo>
                  <a:pt x="90607" y="850771"/>
                </a:lnTo>
                <a:lnTo>
                  <a:pt x="116587" y="886824"/>
                </a:lnTo>
                <a:lnTo>
                  <a:pt x="145333" y="920605"/>
                </a:lnTo>
                <a:lnTo>
                  <a:pt x="176679" y="951951"/>
                </a:lnTo>
                <a:lnTo>
                  <a:pt x="210460" y="980696"/>
                </a:lnTo>
                <a:lnTo>
                  <a:pt x="246513" y="1006675"/>
                </a:lnTo>
                <a:lnTo>
                  <a:pt x="284672" y="1029725"/>
                </a:lnTo>
                <a:lnTo>
                  <a:pt x="324773" y="1049681"/>
                </a:lnTo>
                <a:lnTo>
                  <a:pt x="366651" y="1066377"/>
                </a:lnTo>
                <a:lnTo>
                  <a:pt x="410141" y="1079650"/>
                </a:lnTo>
                <a:lnTo>
                  <a:pt x="455079" y="1089334"/>
                </a:lnTo>
                <a:lnTo>
                  <a:pt x="501300" y="1095266"/>
                </a:lnTo>
                <a:lnTo>
                  <a:pt x="548640" y="1097280"/>
                </a:lnTo>
                <a:lnTo>
                  <a:pt x="4332732" y="1097280"/>
                </a:lnTo>
                <a:lnTo>
                  <a:pt x="4380073" y="1095266"/>
                </a:lnTo>
                <a:lnTo>
                  <a:pt x="4426295" y="1089334"/>
                </a:lnTo>
                <a:lnTo>
                  <a:pt x="4471234" y="1079650"/>
                </a:lnTo>
                <a:lnTo>
                  <a:pt x="4514725" y="1066377"/>
                </a:lnTo>
                <a:lnTo>
                  <a:pt x="4556603" y="1049681"/>
                </a:lnTo>
                <a:lnTo>
                  <a:pt x="4596704" y="1029725"/>
                </a:lnTo>
                <a:lnTo>
                  <a:pt x="4634863" y="1006675"/>
                </a:lnTo>
                <a:lnTo>
                  <a:pt x="4670916" y="980696"/>
                </a:lnTo>
                <a:lnTo>
                  <a:pt x="4704697" y="951951"/>
                </a:lnTo>
                <a:lnTo>
                  <a:pt x="4736043" y="920605"/>
                </a:lnTo>
                <a:lnTo>
                  <a:pt x="4764788" y="886824"/>
                </a:lnTo>
                <a:lnTo>
                  <a:pt x="4790767" y="850771"/>
                </a:lnTo>
                <a:lnTo>
                  <a:pt x="4813817" y="812612"/>
                </a:lnTo>
                <a:lnTo>
                  <a:pt x="4833773" y="772511"/>
                </a:lnTo>
                <a:lnTo>
                  <a:pt x="4850469" y="730633"/>
                </a:lnTo>
                <a:lnTo>
                  <a:pt x="4863742" y="687142"/>
                </a:lnTo>
                <a:lnTo>
                  <a:pt x="4873426" y="642203"/>
                </a:lnTo>
                <a:lnTo>
                  <a:pt x="4879358" y="595981"/>
                </a:lnTo>
                <a:lnTo>
                  <a:pt x="4881372" y="548639"/>
                </a:lnTo>
                <a:lnTo>
                  <a:pt x="4879358" y="501298"/>
                </a:lnTo>
                <a:lnTo>
                  <a:pt x="4873426" y="455076"/>
                </a:lnTo>
                <a:lnTo>
                  <a:pt x="4863742" y="410137"/>
                </a:lnTo>
                <a:lnTo>
                  <a:pt x="4850469" y="366646"/>
                </a:lnTo>
                <a:lnTo>
                  <a:pt x="4833773" y="324768"/>
                </a:lnTo>
                <a:lnTo>
                  <a:pt x="4813817" y="284667"/>
                </a:lnTo>
                <a:lnTo>
                  <a:pt x="4790767" y="246508"/>
                </a:lnTo>
                <a:lnTo>
                  <a:pt x="4764788" y="210455"/>
                </a:lnTo>
                <a:lnTo>
                  <a:pt x="4736043" y="176674"/>
                </a:lnTo>
                <a:lnTo>
                  <a:pt x="4704697" y="145328"/>
                </a:lnTo>
                <a:lnTo>
                  <a:pt x="4670916" y="116583"/>
                </a:lnTo>
                <a:lnTo>
                  <a:pt x="4634863" y="90604"/>
                </a:lnTo>
                <a:lnTo>
                  <a:pt x="4596704" y="67554"/>
                </a:lnTo>
                <a:lnTo>
                  <a:pt x="4556603" y="47598"/>
                </a:lnTo>
                <a:lnTo>
                  <a:pt x="4514725" y="30902"/>
                </a:lnTo>
                <a:lnTo>
                  <a:pt x="4471234" y="17629"/>
                </a:lnTo>
                <a:lnTo>
                  <a:pt x="4426295" y="7945"/>
                </a:lnTo>
                <a:lnTo>
                  <a:pt x="4380073" y="2013"/>
                </a:lnTo>
                <a:lnTo>
                  <a:pt x="4332732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73"/>
          <p:cNvSpPr txBox="1"/>
          <p:nvPr/>
        </p:nvSpPr>
        <p:spPr>
          <a:xfrm>
            <a:off x="2044954" y="4679060"/>
            <a:ext cx="3098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Замена средним/медианой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40" name="Google Shape;1540;p73"/>
          <p:cNvSpPr/>
          <p:nvPr/>
        </p:nvSpPr>
        <p:spPr>
          <a:xfrm>
            <a:off x="6385559" y="4279391"/>
            <a:ext cx="4881880" cy="1096010"/>
          </a:xfrm>
          <a:custGeom>
            <a:rect b="b" l="l" r="r" t="t"/>
            <a:pathLst>
              <a:path extrusionOk="0" h="1096010" w="4881880">
                <a:moveTo>
                  <a:pt x="4333494" y="0"/>
                </a:moveTo>
                <a:lnTo>
                  <a:pt x="547878" y="0"/>
                </a:lnTo>
                <a:lnTo>
                  <a:pt x="500597" y="2010"/>
                </a:lnTo>
                <a:lnTo>
                  <a:pt x="454434" y="7932"/>
                </a:lnTo>
                <a:lnTo>
                  <a:pt x="409554" y="17602"/>
                </a:lnTo>
                <a:lnTo>
                  <a:pt x="366121" y="30855"/>
                </a:lnTo>
                <a:lnTo>
                  <a:pt x="324300" y="47526"/>
                </a:lnTo>
                <a:lnTo>
                  <a:pt x="284254" y="67452"/>
                </a:lnTo>
                <a:lnTo>
                  <a:pt x="246148" y="90468"/>
                </a:lnTo>
                <a:lnTo>
                  <a:pt x="210146" y="116409"/>
                </a:lnTo>
                <a:lnTo>
                  <a:pt x="176413" y="145112"/>
                </a:lnTo>
                <a:lnTo>
                  <a:pt x="145112" y="176413"/>
                </a:lnTo>
                <a:lnTo>
                  <a:pt x="116409" y="210146"/>
                </a:lnTo>
                <a:lnTo>
                  <a:pt x="90468" y="246148"/>
                </a:lnTo>
                <a:lnTo>
                  <a:pt x="67452" y="284254"/>
                </a:lnTo>
                <a:lnTo>
                  <a:pt x="47526" y="324300"/>
                </a:lnTo>
                <a:lnTo>
                  <a:pt x="30855" y="366121"/>
                </a:lnTo>
                <a:lnTo>
                  <a:pt x="17602" y="409554"/>
                </a:lnTo>
                <a:lnTo>
                  <a:pt x="7932" y="454434"/>
                </a:lnTo>
                <a:lnTo>
                  <a:pt x="2010" y="500597"/>
                </a:lnTo>
                <a:lnTo>
                  <a:pt x="0" y="547877"/>
                </a:lnTo>
                <a:lnTo>
                  <a:pt x="2010" y="595158"/>
                </a:lnTo>
                <a:lnTo>
                  <a:pt x="7932" y="641321"/>
                </a:lnTo>
                <a:lnTo>
                  <a:pt x="17602" y="686201"/>
                </a:lnTo>
                <a:lnTo>
                  <a:pt x="30855" y="729634"/>
                </a:lnTo>
                <a:lnTo>
                  <a:pt x="47526" y="771455"/>
                </a:lnTo>
                <a:lnTo>
                  <a:pt x="67452" y="811501"/>
                </a:lnTo>
                <a:lnTo>
                  <a:pt x="90468" y="849607"/>
                </a:lnTo>
                <a:lnTo>
                  <a:pt x="116409" y="885609"/>
                </a:lnTo>
                <a:lnTo>
                  <a:pt x="145112" y="919342"/>
                </a:lnTo>
                <a:lnTo>
                  <a:pt x="176413" y="950643"/>
                </a:lnTo>
                <a:lnTo>
                  <a:pt x="210146" y="979346"/>
                </a:lnTo>
                <a:lnTo>
                  <a:pt x="246148" y="1005287"/>
                </a:lnTo>
                <a:lnTo>
                  <a:pt x="284254" y="1028303"/>
                </a:lnTo>
                <a:lnTo>
                  <a:pt x="324300" y="1048229"/>
                </a:lnTo>
                <a:lnTo>
                  <a:pt x="366121" y="1064900"/>
                </a:lnTo>
                <a:lnTo>
                  <a:pt x="409554" y="1078153"/>
                </a:lnTo>
                <a:lnTo>
                  <a:pt x="454434" y="1087823"/>
                </a:lnTo>
                <a:lnTo>
                  <a:pt x="500597" y="1093745"/>
                </a:lnTo>
                <a:lnTo>
                  <a:pt x="547878" y="1095755"/>
                </a:lnTo>
                <a:lnTo>
                  <a:pt x="4333494" y="1095755"/>
                </a:lnTo>
                <a:lnTo>
                  <a:pt x="4380774" y="1093745"/>
                </a:lnTo>
                <a:lnTo>
                  <a:pt x="4426937" y="1087823"/>
                </a:lnTo>
                <a:lnTo>
                  <a:pt x="4471817" y="1078153"/>
                </a:lnTo>
                <a:lnTo>
                  <a:pt x="4515250" y="1064900"/>
                </a:lnTo>
                <a:lnTo>
                  <a:pt x="4557071" y="1048229"/>
                </a:lnTo>
                <a:lnTo>
                  <a:pt x="4597117" y="1028303"/>
                </a:lnTo>
                <a:lnTo>
                  <a:pt x="4635223" y="1005287"/>
                </a:lnTo>
                <a:lnTo>
                  <a:pt x="4671225" y="979346"/>
                </a:lnTo>
                <a:lnTo>
                  <a:pt x="4704958" y="950643"/>
                </a:lnTo>
                <a:lnTo>
                  <a:pt x="4736259" y="919342"/>
                </a:lnTo>
                <a:lnTo>
                  <a:pt x="4764962" y="885609"/>
                </a:lnTo>
                <a:lnTo>
                  <a:pt x="4790903" y="849607"/>
                </a:lnTo>
                <a:lnTo>
                  <a:pt x="4813919" y="811501"/>
                </a:lnTo>
                <a:lnTo>
                  <a:pt x="4833845" y="771455"/>
                </a:lnTo>
                <a:lnTo>
                  <a:pt x="4850516" y="729634"/>
                </a:lnTo>
                <a:lnTo>
                  <a:pt x="4863769" y="686201"/>
                </a:lnTo>
                <a:lnTo>
                  <a:pt x="4873439" y="641321"/>
                </a:lnTo>
                <a:lnTo>
                  <a:pt x="4879361" y="595158"/>
                </a:lnTo>
                <a:lnTo>
                  <a:pt x="4881371" y="547877"/>
                </a:lnTo>
                <a:lnTo>
                  <a:pt x="4879361" y="500597"/>
                </a:lnTo>
                <a:lnTo>
                  <a:pt x="4873439" y="454434"/>
                </a:lnTo>
                <a:lnTo>
                  <a:pt x="4863769" y="409554"/>
                </a:lnTo>
                <a:lnTo>
                  <a:pt x="4850516" y="366121"/>
                </a:lnTo>
                <a:lnTo>
                  <a:pt x="4833845" y="324300"/>
                </a:lnTo>
                <a:lnTo>
                  <a:pt x="4813919" y="284254"/>
                </a:lnTo>
                <a:lnTo>
                  <a:pt x="4790903" y="246148"/>
                </a:lnTo>
                <a:lnTo>
                  <a:pt x="4764962" y="210146"/>
                </a:lnTo>
                <a:lnTo>
                  <a:pt x="4736259" y="176413"/>
                </a:lnTo>
                <a:lnTo>
                  <a:pt x="4704958" y="145112"/>
                </a:lnTo>
                <a:lnTo>
                  <a:pt x="4671225" y="116409"/>
                </a:lnTo>
                <a:lnTo>
                  <a:pt x="4635223" y="90468"/>
                </a:lnTo>
                <a:lnTo>
                  <a:pt x="4597117" y="67452"/>
                </a:lnTo>
                <a:lnTo>
                  <a:pt x="4557071" y="47526"/>
                </a:lnTo>
                <a:lnTo>
                  <a:pt x="4515250" y="30855"/>
                </a:lnTo>
                <a:lnTo>
                  <a:pt x="4471817" y="17602"/>
                </a:lnTo>
                <a:lnTo>
                  <a:pt x="4426937" y="7932"/>
                </a:lnTo>
                <a:lnTo>
                  <a:pt x="4380774" y="2010"/>
                </a:lnTo>
                <a:lnTo>
                  <a:pt x="4333494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73"/>
          <p:cNvSpPr txBox="1"/>
          <p:nvPr/>
        </p:nvSpPr>
        <p:spPr>
          <a:xfrm>
            <a:off x="6733793" y="4394403"/>
            <a:ext cx="4187190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EBF3F8"/>
                </a:solidFill>
                <a:latin typeface="Trebuchet MS"/>
                <a:ea typeface="Trebuchet MS"/>
                <a:cs typeface="Trebuchet MS"/>
                <a:sym typeface="Trebuchet MS"/>
              </a:rPr>
              <a:t>Замена средним значением целевой переменной на пропущенных значениях признака</a:t>
            </a:r>
            <a:endParaRPr b="0" i="0" sz="1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6" name="Google Shape;1546;p74"/>
          <p:cNvGrpSpPr/>
          <p:nvPr/>
        </p:nvGrpSpPr>
        <p:grpSpPr>
          <a:xfrm>
            <a:off x="6990506" y="5336233"/>
            <a:ext cx="3765164" cy="1145085"/>
            <a:chOff x="6990506" y="5336233"/>
            <a:chExt cx="3765164" cy="1145085"/>
          </a:xfrm>
        </p:grpSpPr>
        <p:pic>
          <p:nvPicPr>
            <p:cNvPr id="1547" name="Google Shape;1547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0506" y="5336233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8" name="Google Shape;1548;p74"/>
            <p:cNvSpPr/>
            <p:nvPr/>
          </p:nvSpPr>
          <p:spPr>
            <a:xfrm>
              <a:off x="7141464" y="5433059"/>
              <a:ext cx="3451860" cy="855344"/>
            </a:xfrm>
            <a:custGeom>
              <a:rect b="b" l="l" r="r" t="t"/>
              <a:pathLst>
                <a:path extrusionOk="0" h="855345" w="3451859">
                  <a:moveTo>
                    <a:pt x="3320541" y="0"/>
                  </a:moveTo>
                  <a:lnTo>
                    <a:pt x="131317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7"/>
                  </a:lnTo>
                  <a:lnTo>
                    <a:pt x="0" y="723696"/>
                  </a:lnTo>
                  <a:lnTo>
                    <a:pt x="10320" y="774795"/>
                  </a:lnTo>
                  <a:lnTo>
                    <a:pt x="38465" y="816519"/>
                  </a:lnTo>
                  <a:lnTo>
                    <a:pt x="80206" y="844649"/>
                  </a:lnTo>
                  <a:lnTo>
                    <a:pt x="131317" y="854963"/>
                  </a:lnTo>
                  <a:lnTo>
                    <a:pt x="3320541" y="854963"/>
                  </a:lnTo>
                  <a:lnTo>
                    <a:pt x="3371653" y="844649"/>
                  </a:lnTo>
                  <a:lnTo>
                    <a:pt x="3413394" y="816519"/>
                  </a:lnTo>
                  <a:lnTo>
                    <a:pt x="3441539" y="774795"/>
                  </a:lnTo>
                  <a:lnTo>
                    <a:pt x="3451859" y="723696"/>
                  </a:lnTo>
                  <a:lnTo>
                    <a:pt x="3451859" y="131317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1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9" name="Google Shape;1549;p74"/>
          <p:cNvGrpSpPr/>
          <p:nvPr/>
        </p:nvGrpSpPr>
        <p:grpSpPr>
          <a:xfrm>
            <a:off x="6990506" y="3740699"/>
            <a:ext cx="3765164" cy="1146512"/>
            <a:chOff x="6990506" y="3740699"/>
            <a:chExt cx="3765164" cy="1146512"/>
          </a:xfrm>
        </p:grpSpPr>
        <p:pic>
          <p:nvPicPr>
            <p:cNvPr id="1550" name="Google Shape;1550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0506" y="3740699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1" name="Google Shape;1551;p74"/>
            <p:cNvSpPr/>
            <p:nvPr/>
          </p:nvSpPr>
          <p:spPr>
            <a:xfrm>
              <a:off x="7141464" y="3837432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4" y="0"/>
                  </a:moveTo>
                  <a:lnTo>
                    <a:pt x="131444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5"/>
                  </a:lnTo>
                  <a:lnTo>
                    <a:pt x="0" y="725043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4" y="856488"/>
                  </a:lnTo>
                  <a:lnTo>
                    <a:pt x="3320414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59" y="725043"/>
                  </a:lnTo>
                  <a:lnTo>
                    <a:pt x="3451859" y="131445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4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2" name="Google Shape;1552;p74"/>
          <p:cNvGrpSpPr/>
          <p:nvPr/>
        </p:nvGrpSpPr>
        <p:grpSpPr>
          <a:xfrm>
            <a:off x="6993554" y="2222726"/>
            <a:ext cx="3765164" cy="1145085"/>
            <a:chOff x="6993554" y="2222726"/>
            <a:chExt cx="3765164" cy="1145085"/>
          </a:xfrm>
        </p:grpSpPr>
        <p:pic>
          <p:nvPicPr>
            <p:cNvPr id="1553" name="Google Shape;1553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3554" y="2222726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4" name="Google Shape;1554;p74"/>
            <p:cNvSpPr/>
            <p:nvPr/>
          </p:nvSpPr>
          <p:spPr>
            <a:xfrm>
              <a:off x="7144512" y="2319528"/>
              <a:ext cx="3451860" cy="855344"/>
            </a:xfrm>
            <a:custGeom>
              <a:rect b="b" l="l" r="r" t="t"/>
              <a:pathLst>
                <a:path extrusionOk="0" h="855344" w="3451859">
                  <a:moveTo>
                    <a:pt x="3320542" y="0"/>
                  </a:moveTo>
                  <a:lnTo>
                    <a:pt x="131318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8"/>
                  </a:lnTo>
                  <a:lnTo>
                    <a:pt x="0" y="723646"/>
                  </a:lnTo>
                  <a:lnTo>
                    <a:pt x="10320" y="774757"/>
                  </a:lnTo>
                  <a:lnTo>
                    <a:pt x="38465" y="816498"/>
                  </a:lnTo>
                  <a:lnTo>
                    <a:pt x="80206" y="844643"/>
                  </a:lnTo>
                  <a:lnTo>
                    <a:pt x="131318" y="854963"/>
                  </a:lnTo>
                  <a:lnTo>
                    <a:pt x="3320542" y="854963"/>
                  </a:lnTo>
                  <a:lnTo>
                    <a:pt x="3371653" y="844643"/>
                  </a:lnTo>
                  <a:lnTo>
                    <a:pt x="3413394" y="816498"/>
                  </a:lnTo>
                  <a:lnTo>
                    <a:pt x="3441539" y="774757"/>
                  </a:lnTo>
                  <a:lnTo>
                    <a:pt x="3451860" y="723646"/>
                  </a:lnTo>
                  <a:lnTo>
                    <a:pt x="3451860" y="131318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2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5" name="Google Shape;1555;p74"/>
          <p:cNvGrpSpPr/>
          <p:nvPr/>
        </p:nvGrpSpPr>
        <p:grpSpPr>
          <a:xfrm>
            <a:off x="6993554" y="747563"/>
            <a:ext cx="3765164" cy="1146512"/>
            <a:chOff x="6993554" y="747563"/>
            <a:chExt cx="3765164" cy="1146512"/>
          </a:xfrm>
        </p:grpSpPr>
        <p:pic>
          <p:nvPicPr>
            <p:cNvPr id="1556" name="Google Shape;1556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3554" y="747563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7" name="Google Shape;1557;p74"/>
            <p:cNvSpPr/>
            <p:nvPr/>
          </p:nvSpPr>
          <p:spPr>
            <a:xfrm>
              <a:off x="7144512" y="844295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5" y="0"/>
                  </a:moveTo>
                  <a:lnTo>
                    <a:pt x="131445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4"/>
                  </a:lnTo>
                  <a:lnTo>
                    <a:pt x="0" y="725042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5" y="856488"/>
                  </a:lnTo>
                  <a:lnTo>
                    <a:pt x="3320415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60" y="725042"/>
                  </a:lnTo>
                  <a:lnTo>
                    <a:pt x="3451860" y="131444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5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8" name="Google Shape;1558;p74"/>
          <p:cNvSpPr/>
          <p:nvPr/>
        </p:nvSpPr>
        <p:spPr>
          <a:xfrm>
            <a:off x="0" y="0"/>
            <a:ext cx="5535295" cy="6858000"/>
          </a:xfrm>
          <a:custGeom>
            <a:rect b="b" l="l" r="r" t="t"/>
            <a:pathLst>
              <a:path extrusionOk="0" h="6858000" w="5535295">
                <a:moveTo>
                  <a:pt x="5292725" y="0"/>
                </a:moveTo>
                <a:lnTo>
                  <a:pt x="0" y="0"/>
                </a:lnTo>
                <a:lnTo>
                  <a:pt x="0" y="6857999"/>
                </a:lnTo>
                <a:lnTo>
                  <a:pt x="5292725" y="6857999"/>
                </a:lnTo>
                <a:lnTo>
                  <a:pt x="5341610" y="6853074"/>
                </a:lnTo>
                <a:lnTo>
                  <a:pt x="5387131" y="6838952"/>
                </a:lnTo>
                <a:lnTo>
                  <a:pt x="5428315" y="6816605"/>
                </a:lnTo>
                <a:lnTo>
                  <a:pt x="5464190" y="6787008"/>
                </a:lnTo>
                <a:lnTo>
                  <a:pt x="5493785" y="6751137"/>
                </a:lnTo>
                <a:lnTo>
                  <a:pt x="5516127" y="6709965"/>
                </a:lnTo>
                <a:lnTo>
                  <a:pt x="5530246" y="6664468"/>
                </a:lnTo>
                <a:lnTo>
                  <a:pt x="5535168" y="6615620"/>
                </a:lnTo>
                <a:lnTo>
                  <a:pt x="5535168" y="242316"/>
                </a:lnTo>
                <a:lnTo>
                  <a:pt x="5530246" y="193472"/>
                </a:lnTo>
                <a:lnTo>
                  <a:pt x="5516127" y="147982"/>
                </a:lnTo>
                <a:lnTo>
                  <a:pt x="5493785" y="106821"/>
                </a:lnTo>
                <a:lnTo>
                  <a:pt x="5464190" y="70961"/>
                </a:lnTo>
                <a:lnTo>
                  <a:pt x="5428315" y="41375"/>
                </a:lnTo>
                <a:lnTo>
                  <a:pt x="5387131" y="19038"/>
                </a:lnTo>
                <a:lnTo>
                  <a:pt x="5341610" y="4921"/>
                </a:lnTo>
                <a:lnTo>
                  <a:pt x="5292725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74"/>
          <p:cNvSpPr txBox="1"/>
          <p:nvPr/>
        </p:nvSpPr>
        <p:spPr>
          <a:xfrm>
            <a:off x="652678" y="4335271"/>
            <a:ext cx="3609975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Уменьшает переобучение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Повышает точность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Ускорение обучения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0" name="Google Shape;1560;p74"/>
          <p:cNvSpPr txBox="1"/>
          <p:nvPr/>
        </p:nvSpPr>
        <p:spPr>
          <a:xfrm>
            <a:off x="7507605" y="2467127"/>
            <a:ext cx="258826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Рекурсивное исключение 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1" name="Google Shape;1561;p74"/>
          <p:cNvSpPr txBox="1"/>
          <p:nvPr/>
        </p:nvSpPr>
        <p:spPr>
          <a:xfrm>
            <a:off x="7480172" y="5602958"/>
            <a:ext cx="2724150" cy="563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Отбор на основе важности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62" name="Google Shape;1562;p74"/>
          <p:cNvGrpSpPr/>
          <p:nvPr/>
        </p:nvGrpSpPr>
        <p:grpSpPr>
          <a:xfrm>
            <a:off x="6792468" y="1993392"/>
            <a:ext cx="670560" cy="670560"/>
            <a:chOff x="6792468" y="1993392"/>
            <a:chExt cx="670560" cy="670560"/>
          </a:xfrm>
        </p:grpSpPr>
        <p:sp>
          <p:nvSpPr>
            <p:cNvPr id="1563" name="Google Shape;1563;p74"/>
            <p:cNvSpPr/>
            <p:nvPr/>
          </p:nvSpPr>
          <p:spPr>
            <a:xfrm>
              <a:off x="6792468" y="1993392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80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80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64" name="Google Shape;1564;p7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23227" y="2083638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5" name="Google Shape;1565;p74"/>
          <p:cNvGrpSpPr/>
          <p:nvPr/>
        </p:nvGrpSpPr>
        <p:grpSpPr>
          <a:xfrm>
            <a:off x="6786371" y="5076444"/>
            <a:ext cx="670560" cy="670560"/>
            <a:chOff x="6786371" y="5076444"/>
            <a:chExt cx="670560" cy="670560"/>
          </a:xfrm>
        </p:grpSpPr>
        <p:sp>
          <p:nvSpPr>
            <p:cNvPr id="1566" name="Google Shape;1566;p74"/>
            <p:cNvSpPr/>
            <p:nvPr/>
          </p:nvSpPr>
          <p:spPr>
            <a:xfrm>
              <a:off x="6786371" y="5076444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67" name="Google Shape;1567;p7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11288" y="5166969"/>
              <a:ext cx="445007" cy="4757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8" name="Google Shape;1568;p74"/>
          <p:cNvSpPr txBox="1"/>
          <p:nvPr/>
        </p:nvSpPr>
        <p:spPr>
          <a:xfrm>
            <a:off x="7507605" y="1157173"/>
            <a:ext cx="23971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Однофакторный анализ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9" name="Google Shape;1569;p74"/>
          <p:cNvSpPr txBox="1"/>
          <p:nvPr/>
        </p:nvSpPr>
        <p:spPr>
          <a:xfrm>
            <a:off x="7507605" y="4157217"/>
            <a:ext cx="4273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PCA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70" name="Google Shape;1570;p74"/>
          <p:cNvGrpSpPr/>
          <p:nvPr/>
        </p:nvGrpSpPr>
        <p:grpSpPr>
          <a:xfrm>
            <a:off x="6792468" y="554736"/>
            <a:ext cx="670560" cy="670560"/>
            <a:chOff x="6792468" y="554736"/>
            <a:chExt cx="670560" cy="670560"/>
          </a:xfrm>
        </p:grpSpPr>
        <p:sp>
          <p:nvSpPr>
            <p:cNvPr id="1571" name="Google Shape;1571;p74"/>
            <p:cNvSpPr/>
            <p:nvPr/>
          </p:nvSpPr>
          <p:spPr>
            <a:xfrm>
              <a:off x="6792468" y="554736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2" name="Google Shape;1572;p7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8279" y="644906"/>
              <a:ext cx="280416" cy="475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3" name="Google Shape;1573;p74"/>
          <p:cNvGrpSpPr/>
          <p:nvPr/>
        </p:nvGrpSpPr>
        <p:grpSpPr>
          <a:xfrm>
            <a:off x="6792468" y="3535679"/>
            <a:ext cx="670560" cy="669290"/>
            <a:chOff x="6792468" y="3535679"/>
            <a:chExt cx="670560" cy="669290"/>
          </a:xfrm>
        </p:grpSpPr>
        <p:sp>
          <p:nvSpPr>
            <p:cNvPr id="1574" name="Google Shape;1574;p74"/>
            <p:cNvSpPr/>
            <p:nvPr/>
          </p:nvSpPr>
          <p:spPr>
            <a:xfrm>
              <a:off x="6792468" y="3535679"/>
              <a:ext cx="670560" cy="669290"/>
            </a:xfrm>
            <a:custGeom>
              <a:rect b="b" l="l" r="r" t="t"/>
              <a:pathLst>
                <a:path extrusionOk="0" h="669289" w="670559">
                  <a:moveTo>
                    <a:pt x="335279" y="0"/>
                  </a:moveTo>
                  <a:lnTo>
                    <a:pt x="285735" y="3626"/>
                  </a:lnTo>
                  <a:lnTo>
                    <a:pt x="238448" y="14160"/>
                  </a:lnTo>
                  <a:lnTo>
                    <a:pt x="193936" y="31085"/>
                  </a:lnTo>
                  <a:lnTo>
                    <a:pt x="152718" y="53883"/>
                  </a:lnTo>
                  <a:lnTo>
                    <a:pt x="115313" y="82039"/>
                  </a:lnTo>
                  <a:lnTo>
                    <a:pt x="82239" y="115035"/>
                  </a:lnTo>
                  <a:lnTo>
                    <a:pt x="54016" y="152353"/>
                  </a:lnTo>
                  <a:lnTo>
                    <a:pt x="31162" y="193478"/>
                  </a:lnTo>
                  <a:lnTo>
                    <a:pt x="14195" y="237891"/>
                  </a:lnTo>
                  <a:lnTo>
                    <a:pt x="3635" y="285077"/>
                  </a:lnTo>
                  <a:lnTo>
                    <a:pt x="0" y="334518"/>
                  </a:lnTo>
                  <a:lnTo>
                    <a:pt x="3635" y="383958"/>
                  </a:lnTo>
                  <a:lnTo>
                    <a:pt x="14195" y="431144"/>
                  </a:lnTo>
                  <a:lnTo>
                    <a:pt x="31162" y="475557"/>
                  </a:lnTo>
                  <a:lnTo>
                    <a:pt x="54016" y="516682"/>
                  </a:lnTo>
                  <a:lnTo>
                    <a:pt x="82239" y="554000"/>
                  </a:lnTo>
                  <a:lnTo>
                    <a:pt x="115313" y="586996"/>
                  </a:lnTo>
                  <a:lnTo>
                    <a:pt x="152718" y="615152"/>
                  </a:lnTo>
                  <a:lnTo>
                    <a:pt x="193936" y="637950"/>
                  </a:lnTo>
                  <a:lnTo>
                    <a:pt x="238448" y="654875"/>
                  </a:lnTo>
                  <a:lnTo>
                    <a:pt x="285735" y="665409"/>
                  </a:lnTo>
                  <a:lnTo>
                    <a:pt x="335279" y="669036"/>
                  </a:lnTo>
                  <a:lnTo>
                    <a:pt x="384824" y="665409"/>
                  </a:lnTo>
                  <a:lnTo>
                    <a:pt x="432111" y="654875"/>
                  </a:lnTo>
                  <a:lnTo>
                    <a:pt x="476623" y="637950"/>
                  </a:lnTo>
                  <a:lnTo>
                    <a:pt x="517841" y="615152"/>
                  </a:lnTo>
                  <a:lnTo>
                    <a:pt x="555246" y="586996"/>
                  </a:lnTo>
                  <a:lnTo>
                    <a:pt x="588320" y="554000"/>
                  </a:lnTo>
                  <a:lnTo>
                    <a:pt x="616543" y="516682"/>
                  </a:lnTo>
                  <a:lnTo>
                    <a:pt x="639397" y="475557"/>
                  </a:lnTo>
                  <a:lnTo>
                    <a:pt x="656364" y="431144"/>
                  </a:lnTo>
                  <a:lnTo>
                    <a:pt x="666924" y="383958"/>
                  </a:lnTo>
                  <a:lnTo>
                    <a:pt x="670559" y="334518"/>
                  </a:lnTo>
                  <a:lnTo>
                    <a:pt x="666924" y="285077"/>
                  </a:lnTo>
                  <a:lnTo>
                    <a:pt x="656364" y="237891"/>
                  </a:lnTo>
                  <a:lnTo>
                    <a:pt x="639397" y="193478"/>
                  </a:lnTo>
                  <a:lnTo>
                    <a:pt x="616543" y="152353"/>
                  </a:lnTo>
                  <a:lnTo>
                    <a:pt x="588320" y="115035"/>
                  </a:lnTo>
                  <a:lnTo>
                    <a:pt x="555246" y="82039"/>
                  </a:lnTo>
                  <a:lnTo>
                    <a:pt x="517841" y="53883"/>
                  </a:lnTo>
                  <a:lnTo>
                    <a:pt x="476623" y="31085"/>
                  </a:lnTo>
                  <a:lnTo>
                    <a:pt x="432111" y="14160"/>
                  </a:lnTo>
                  <a:lnTo>
                    <a:pt x="384824" y="3626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5" name="Google Shape;1575;p7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023227" y="3625291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6" name="Google Shape;1576;p74"/>
          <p:cNvGrpSpPr/>
          <p:nvPr/>
        </p:nvGrpSpPr>
        <p:grpSpPr>
          <a:xfrm>
            <a:off x="644347" y="539826"/>
            <a:ext cx="3451733" cy="1420291"/>
            <a:chOff x="644347" y="539826"/>
            <a:chExt cx="3451733" cy="1420291"/>
          </a:xfrm>
        </p:grpSpPr>
        <p:pic>
          <p:nvPicPr>
            <p:cNvPr id="1577" name="Google Shape;1577;p7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44347" y="539826"/>
              <a:ext cx="2409571" cy="76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8" name="Google Shape;1578;p7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44347" y="1197813"/>
              <a:ext cx="3451733" cy="762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1579" name="Google Shape;1579;p74"/>
          <p:cNvSpPr txBox="1"/>
          <p:nvPr>
            <p:ph type="title"/>
          </p:nvPr>
        </p:nvSpPr>
        <p:spPr>
          <a:xfrm>
            <a:off x="631647" y="2394331"/>
            <a:ext cx="3850004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rgbClr val="FFFFFF"/>
                </a:solidFill>
              </a:rPr>
              <a:t>Выбор признаков, имеющих наиболее тесные взаимосвязи с целевой переменной</a:t>
            </a:r>
            <a:endParaRPr sz="2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4" name="Google Shape;1584;p75"/>
          <p:cNvGrpSpPr/>
          <p:nvPr/>
        </p:nvGrpSpPr>
        <p:grpSpPr>
          <a:xfrm>
            <a:off x="6990506" y="5336233"/>
            <a:ext cx="3765164" cy="1145085"/>
            <a:chOff x="6990506" y="5336233"/>
            <a:chExt cx="3765164" cy="1145085"/>
          </a:xfrm>
        </p:grpSpPr>
        <p:pic>
          <p:nvPicPr>
            <p:cNvPr id="1585" name="Google Shape;1585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0506" y="5336233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6" name="Google Shape;1586;p75"/>
            <p:cNvSpPr/>
            <p:nvPr/>
          </p:nvSpPr>
          <p:spPr>
            <a:xfrm>
              <a:off x="7141464" y="5433059"/>
              <a:ext cx="3451860" cy="855344"/>
            </a:xfrm>
            <a:custGeom>
              <a:rect b="b" l="l" r="r" t="t"/>
              <a:pathLst>
                <a:path extrusionOk="0" h="855345" w="3451859">
                  <a:moveTo>
                    <a:pt x="3320541" y="0"/>
                  </a:moveTo>
                  <a:lnTo>
                    <a:pt x="131317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7"/>
                  </a:lnTo>
                  <a:lnTo>
                    <a:pt x="0" y="723696"/>
                  </a:lnTo>
                  <a:lnTo>
                    <a:pt x="10320" y="774795"/>
                  </a:lnTo>
                  <a:lnTo>
                    <a:pt x="38465" y="816519"/>
                  </a:lnTo>
                  <a:lnTo>
                    <a:pt x="80206" y="844649"/>
                  </a:lnTo>
                  <a:lnTo>
                    <a:pt x="131317" y="854963"/>
                  </a:lnTo>
                  <a:lnTo>
                    <a:pt x="3320541" y="854963"/>
                  </a:lnTo>
                  <a:lnTo>
                    <a:pt x="3371653" y="844649"/>
                  </a:lnTo>
                  <a:lnTo>
                    <a:pt x="3413394" y="816519"/>
                  </a:lnTo>
                  <a:lnTo>
                    <a:pt x="3441539" y="774795"/>
                  </a:lnTo>
                  <a:lnTo>
                    <a:pt x="3451859" y="723696"/>
                  </a:lnTo>
                  <a:lnTo>
                    <a:pt x="3451859" y="131317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1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7" name="Google Shape;1587;p75"/>
          <p:cNvGrpSpPr/>
          <p:nvPr/>
        </p:nvGrpSpPr>
        <p:grpSpPr>
          <a:xfrm>
            <a:off x="6990506" y="3740699"/>
            <a:ext cx="3765164" cy="1146512"/>
            <a:chOff x="6990506" y="3740699"/>
            <a:chExt cx="3765164" cy="1146512"/>
          </a:xfrm>
        </p:grpSpPr>
        <p:pic>
          <p:nvPicPr>
            <p:cNvPr id="1588" name="Google Shape;1588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0506" y="3740699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9" name="Google Shape;1589;p75"/>
            <p:cNvSpPr/>
            <p:nvPr/>
          </p:nvSpPr>
          <p:spPr>
            <a:xfrm>
              <a:off x="7141464" y="3837432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4" y="0"/>
                  </a:moveTo>
                  <a:lnTo>
                    <a:pt x="131444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5"/>
                  </a:lnTo>
                  <a:lnTo>
                    <a:pt x="0" y="725043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4" y="856488"/>
                  </a:lnTo>
                  <a:lnTo>
                    <a:pt x="3320414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59" y="725043"/>
                  </a:lnTo>
                  <a:lnTo>
                    <a:pt x="3451859" y="131445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4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0" name="Google Shape;1590;p75"/>
          <p:cNvGrpSpPr/>
          <p:nvPr/>
        </p:nvGrpSpPr>
        <p:grpSpPr>
          <a:xfrm>
            <a:off x="6993554" y="2222726"/>
            <a:ext cx="3765164" cy="1145085"/>
            <a:chOff x="6993554" y="2222726"/>
            <a:chExt cx="3765164" cy="1145085"/>
          </a:xfrm>
        </p:grpSpPr>
        <p:pic>
          <p:nvPicPr>
            <p:cNvPr id="1591" name="Google Shape;1591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3554" y="2222726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2" name="Google Shape;1592;p75"/>
            <p:cNvSpPr/>
            <p:nvPr/>
          </p:nvSpPr>
          <p:spPr>
            <a:xfrm>
              <a:off x="7144512" y="2319528"/>
              <a:ext cx="3451860" cy="855344"/>
            </a:xfrm>
            <a:custGeom>
              <a:rect b="b" l="l" r="r" t="t"/>
              <a:pathLst>
                <a:path extrusionOk="0" h="855344" w="3451859">
                  <a:moveTo>
                    <a:pt x="3320542" y="0"/>
                  </a:moveTo>
                  <a:lnTo>
                    <a:pt x="131318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8"/>
                  </a:lnTo>
                  <a:lnTo>
                    <a:pt x="0" y="723646"/>
                  </a:lnTo>
                  <a:lnTo>
                    <a:pt x="10320" y="774757"/>
                  </a:lnTo>
                  <a:lnTo>
                    <a:pt x="38465" y="816498"/>
                  </a:lnTo>
                  <a:lnTo>
                    <a:pt x="80206" y="844643"/>
                  </a:lnTo>
                  <a:lnTo>
                    <a:pt x="131318" y="854963"/>
                  </a:lnTo>
                  <a:lnTo>
                    <a:pt x="3320542" y="854963"/>
                  </a:lnTo>
                  <a:lnTo>
                    <a:pt x="3371653" y="844643"/>
                  </a:lnTo>
                  <a:lnTo>
                    <a:pt x="3413394" y="816498"/>
                  </a:lnTo>
                  <a:lnTo>
                    <a:pt x="3441539" y="774757"/>
                  </a:lnTo>
                  <a:lnTo>
                    <a:pt x="3451860" y="723646"/>
                  </a:lnTo>
                  <a:lnTo>
                    <a:pt x="3451860" y="131318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2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3" name="Google Shape;1593;p75"/>
          <p:cNvGrpSpPr/>
          <p:nvPr/>
        </p:nvGrpSpPr>
        <p:grpSpPr>
          <a:xfrm>
            <a:off x="6993554" y="747563"/>
            <a:ext cx="3765164" cy="1146512"/>
            <a:chOff x="6993554" y="747563"/>
            <a:chExt cx="3765164" cy="1146512"/>
          </a:xfrm>
        </p:grpSpPr>
        <p:pic>
          <p:nvPicPr>
            <p:cNvPr id="1594" name="Google Shape;1594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3554" y="747563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5" name="Google Shape;1595;p75"/>
            <p:cNvSpPr/>
            <p:nvPr/>
          </p:nvSpPr>
          <p:spPr>
            <a:xfrm>
              <a:off x="7144512" y="844295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5" y="0"/>
                  </a:moveTo>
                  <a:lnTo>
                    <a:pt x="131445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4"/>
                  </a:lnTo>
                  <a:lnTo>
                    <a:pt x="0" y="725042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5" y="856488"/>
                  </a:lnTo>
                  <a:lnTo>
                    <a:pt x="3320415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60" y="725042"/>
                  </a:lnTo>
                  <a:lnTo>
                    <a:pt x="3451860" y="131444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5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6" name="Google Shape;1596;p75"/>
          <p:cNvGrpSpPr/>
          <p:nvPr/>
        </p:nvGrpSpPr>
        <p:grpSpPr>
          <a:xfrm>
            <a:off x="0" y="0"/>
            <a:ext cx="5631002" cy="6858000"/>
            <a:chOff x="0" y="0"/>
            <a:chExt cx="5631002" cy="6858000"/>
          </a:xfrm>
        </p:grpSpPr>
        <p:sp>
          <p:nvSpPr>
            <p:cNvPr id="1597" name="Google Shape;1597;p75"/>
            <p:cNvSpPr/>
            <p:nvPr/>
          </p:nvSpPr>
          <p:spPr>
            <a:xfrm>
              <a:off x="0" y="0"/>
              <a:ext cx="5535295" cy="6858000"/>
            </a:xfrm>
            <a:custGeom>
              <a:rect b="b" l="l" r="r" t="t"/>
              <a:pathLst>
                <a:path extrusionOk="0" h="6858000" w="5535295">
                  <a:moveTo>
                    <a:pt x="5292725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5292725" y="6857999"/>
                  </a:lnTo>
                  <a:lnTo>
                    <a:pt x="5341610" y="6853074"/>
                  </a:lnTo>
                  <a:lnTo>
                    <a:pt x="5387131" y="6838952"/>
                  </a:lnTo>
                  <a:lnTo>
                    <a:pt x="5428315" y="6816605"/>
                  </a:lnTo>
                  <a:lnTo>
                    <a:pt x="5464190" y="6787008"/>
                  </a:lnTo>
                  <a:lnTo>
                    <a:pt x="5493785" y="6751137"/>
                  </a:lnTo>
                  <a:lnTo>
                    <a:pt x="5516127" y="6709965"/>
                  </a:lnTo>
                  <a:lnTo>
                    <a:pt x="5530246" y="6664468"/>
                  </a:lnTo>
                  <a:lnTo>
                    <a:pt x="5535168" y="6615620"/>
                  </a:lnTo>
                  <a:lnTo>
                    <a:pt x="5535168" y="242316"/>
                  </a:lnTo>
                  <a:lnTo>
                    <a:pt x="5530246" y="193472"/>
                  </a:lnTo>
                  <a:lnTo>
                    <a:pt x="5516127" y="147982"/>
                  </a:lnTo>
                  <a:lnTo>
                    <a:pt x="5493785" y="106821"/>
                  </a:lnTo>
                  <a:lnTo>
                    <a:pt x="5464190" y="70961"/>
                  </a:lnTo>
                  <a:lnTo>
                    <a:pt x="5428315" y="41375"/>
                  </a:lnTo>
                  <a:lnTo>
                    <a:pt x="5387131" y="19038"/>
                  </a:lnTo>
                  <a:lnTo>
                    <a:pt x="5341610" y="4921"/>
                  </a:lnTo>
                  <a:lnTo>
                    <a:pt x="5292725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8" name="Google Shape;1598;p7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4347" y="539826"/>
              <a:ext cx="4986655" cy="76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9" name="Google Shape;1599;p7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4347" y="1196289"/>
              <a:ext cx="3451733" cy="762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0" name="Google Shape;1600;p75"/>
          <p:cNvSpPr txBox="1"/>
          <p:nvPr/>
        </p:nvSpPr>
        <p:spPr>
          <a:xfrm>
            <a:off x="7507605" y="2467127"/>
            <a:ext cx="258826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Рекурсивное исключение 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1" name="Google Shape;1601;p75"/>
          <p:cNvSpPr txBox="1"/>
          <p:nvPr/>
        </p:nvSpPr>
        <p:spPr>
          <a:xfrm>
            <a:off x="7480172" y="5602958"/>
            <a:ext cx="2724150" cy="563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Отбор на основе важности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02" name="Google Shape;1602;p75"/>
          <p:cNvGrpSpPr/>
          <p:nvPr/>
        </p:nvGrpSpPr>
        <p:grpSpPr>
          <a:xfrm>
            <a:off x="6792468" y="1993392"/>
            <a:ext cx="670560" cy="670560"/>
            <a:chOff x="6792468" y="1993392"/>
            <a:chExt cx="670560" cy="670560"/>
          </a:xfrm>
        </p:grpSpPr>
        <p:sp>
          <p:nvSpPr>
            <p:cNvPr id="1603" name="Google Shape;1603;p75"/>
            <p:cNvSpPr/>
            <p:nvPr/>
          </p:nvSpPr>
          <p:spPr>
            <a:xfrm>
              <a:off x="6792468" y="1993392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80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80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04" name="Google Shape;1604;p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23227" y="2083638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5" name="Google Shape;1605;p75"/>
          <p:cNvGrpSpPr/>
          <p:nvPr/>
        </p:nvGrpSpPr>
        <p:grpSpPr>
          <a:xfrm>
            <a:off x="6786371" y="5076444"/>
            <a:ext cx="670560" cy="670560"/>
            <a:chOff x="6786371" y="5076444"/>
            <a:chExt cx="670560" cy="670560"/>
          </a:xfrm>
        </p:grpSpPr>
        <p:sp>
          <p:nvSpPr>
            <p:cNvPr id="1606" name="Google Shape;1606;p75"/>
            <p:cNvSpPr/>
            <p:nvPr/>
          </p:nvSpPr>
          <p:spPr>
            <a:xfrm>
              <a:off x="6786371" y="5076444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07" name="Google Shape;1607;p7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011288" y="5166969"/>
              <a:ext cx="445007" cy="4757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8" name="Google Shape;1608;p75"/>
          <p:cNvSpPr txBox="1"/>
          <p:nvPr/>
        </p:nvSpPr>
        <p:spPr>
          <a:xfrm>
            <a:off x="7507605" y="1157173"/>
            <a:ext cx="23971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Однофакторный анализ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9" name="Google Shape;1609;p75"/>
          <p:cNvSpPr txBox="1"/>
          <p:nvPr/>
        </p:nvSpPr>
        <p:spPr>
          <a:xfrm>
            <a:off x="7507605" y="4157217"/>
            <a:ext cx="4273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PCA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10" name="Google Shape;1610;p75"/>
          <p:cNvGrpSpPr/>
          <p:nvPr/>
        </p:nvGrpSpPr>
        <p:grpSpPr>
          <a:xfrm>
            <a:off x="6792468" y="554736"/>
            <a:ext cx="670560" cy="670560"/>
            <a:chOff x="6792468" y="554736"/>
            <a:chExt cx="670560" cy="670560"/>
          </a:xfrm>
        </p:grpSpPr>
        <p:sp>
          <p:nvSpPr>
            <p:cNvPr id="1611" name="Google Shape;1611;p75"/>
            <p:cNvSpPr/>
            <p:nvPr/>
          </p:nvSpPr>
          <p:spPr>
            <a:xfrm>
              <a:off x="6792468" y="554736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2" name="Google Shape;1612;p7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058279" y="644906"/>
              <a:ext cx="280416" cy="475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3" name="Google Shape;1613;p75"/>
          <p:cNvGrpSpPr/>
          <p:nvPr/>
        </p:nvGrpSpPr>
        <p:grpSpPr>
          <a:xfrm>
            <a:off x="6792468" y="3535679"/>
            <a:ext cx="670560" cy="669290"/>
            <a:chOff x="6792468" y="3535679"/>
            <a:chExt cx="670560" cy="669290"/>
          </a:xfrm>
        </p:grpSpPr>
        <p:sp>
          <p:nvSpPr>
            <p:cNvPr id="1614" name="Google Shape;1614;p75"/>
            <p:cNvSpPr/>
            <p:nvPr/>
          </p:nvSpPr>
          <p:spPr>
            <a:xfrm>
              <a:off x="6792468" y="3535679"/>
              <a:ext cx="670560" cy="669290"/>
            </a:xfrm>
            <a:custGeom>
              <a:rect b="b" l="l" r="r" t="t"/>
              <a:pathLst>
                <a:path extrusionOk="0" h="669289" w="670559">
                  <a:moveTo>
                    <a:pt x="335279" y="0"/>
                  </a:moveTo>
                  <a:lnTo>
                    <a:pt x="285735" y="3626"/>
                  </a:lnTo>
                  <a:lnTo>
                    <a:pt x="238448" y="14160"/>
                  </a:lnTo>
                  <a:lnTo>
                    <a:pt x="193936" y="31085"/>
                  </a:lnTo>
                  <a:lnTo>
                    <a:pt x="152718" y="53883"/>
                  </a:lnTo>
                  <a:lnTo>
                    <a:pt x="115313" y="82039"/>
                  </a:lnTo>
                  <a:lnTo>
                    <a:pt x="82239" y="115035"/>
                  </a:lnTo>
                  <a:lnTo>
                    <a:pt x="54016" y="152353"/>
                  </a:lnTo>
                  <a:lnTo>
                    <a:pt x="31162" y="193478"/>
                  </a:lnTo>
                  <a:lnTo>
                    <a:pt x="14195" y="237891"/>
                  </a:lnTo>
                  <a:lnTo>
                    <a:pt x="3635" y="285077"/>
                  </a:lnTo>
                  <a:lnTo>
                    <a:pt x="0" y="334518"/>
                  </a:lnTo>
                  <a:lnTo>
                    <a:pt x="3635" y="383958"/>
                  </a:lnTo>
                  <a:lnTo>
                    <a:pt x="14195" y="431144"/>
                  </a:lnTo>
                  <a:lnTo>
                    <a:pt x="31162" y="475557"/>
                  </a:lnTo>
                  <a:lnTo>
                    <a:pt x="54016" y="516682"/>
                  </a:lnTo>
                  <a:lnTo>
                    <a:pt x="82239" y="554000"/>
                  </a:lnTo>
                  <a:lnTo>
                    <a:pt x="115313" y="586996"/>
                  </a:lnTo>
                  <a:lnTo>
                    <a:pt x="152718" y="615152"/>
                  </a:lnTo>
                  <a:lnTo>
                    <a:pt x="193936" y="637950"/>
                  </a:lnTo>
                  <a:lnTo>
                    <a:pt x="238448" y="654875"/>
                  </a:lnTo>
                  <a:lnTo>
                    <a:pt x="285735" y="665409"/>
                  </a:lnTo>
                  <a:lnTo>
                    <a:pt x="335279" y="669036"/>
                  </a:lnTo>
                  <a:lnTo>
                    <a:pt x="384824" y="665409"/>
                  </a:lnTo>
                  <a:lnTo>
                    <a:pt x="432111" y="654875"/>
                  </a:lnTo>
                  <a:lnTo>
                    <a:pt x="476623" y="637950"/>
                  </a:lnTo>
                  <a:lnTo>
                    <a:pt x="517841" y="615152"/>
                  </a:lnTo>
                  <a:lnTo>
                    <a:pt x="555246" y="586996"/>
                  </a:lnTo>
                  <a:lnTo>
                    <a:pt x="588320" y="554000"/>
                  </a:lnTo>
                  <a:lnTo>
                    <a:pt x="616543" y="516682"/>
                  </a:lnTo>
                  <a:lnTo>
                    <a:pt x="639397" y="475557"/>
                  </a:lnTo>
                  <a:lnTo>
                    <a:pt x="656364" y="431144"/>
                  </a:lnTo>
                  <a:lnTo>
                    <a:pt x="666924" y="383958"/>
                  </a:lnTo>
                  <a:lnTo>
                    <a:pt x="670559" y="334518"/>
                  </a:lnTo>
                  <a:lnTo>
                    <a:pt x="666924" y="285077"/>
                  </a:lnTo>
                  <a:lnTo>
                    <a:pt x="656364" y="237891"/>
                  </a:lnTo>
                  <a:lnTo>
                    <a:pt x="639397" y="193478"/>
                  </a:lnTo>
                  <a:lnTo>
                    <a:pt x="616543" y="152353"/>
                  </a:lnTo>
                  <a:lnTo>
                    <a:pt x="588320" y="115035"/>
                  </a:lnTo>
                  <a:lnTo>
                    <a:pt x="555246" y="82039"/>
                  </a:lnTo>
                  <a:lnTo>
                    <a:pt x="517841" y="53883"/>
                  </a:lnTo>
                  <a:lnTo>
                    <a:pt x="476623" y="31085"/>
                  </a:lnTo>
                  <a:lnTo>
                    <a:pt x="432111" y="14160"/>
                  </a:lnTo>
                  <a:lnTo>
                    <a:pt x="384824" y="3626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5" name="Google Shape;1615;p7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23227" y="3625291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6" name="Google Shape;1616;p75"/>
          <p:cNvSpPr txBox="1"/>
          <p:nvPr/>
        </p:nvSpPr>
        <p:spPr>
          <a:xfrm>
            <a:off x="639876" y="3045713"/>
            <a:ext cx="4440555" cy="155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Отбор признаков по взаимосвязи с целевой переменной. Например по качеству модели на 1 признаке, стабильности, корреляции с таргетом и тд.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17" name="Google Shape;1617;p75"/>
          <p:cNvSpPr/>
          <p:nvPr/>
        </p:nvSpPr>
        <p:spPr>
          <a:xfrm>
            <a:off x="5535167" y="1894331"/>
            <a:ext cx="6657340" cy="4963795"/>
          </a:xfrm>
          <a:custGeom>
            <a:rect b="b" l="l" r="r" t="t"/>
            <a:pathLst>
              <a:path extrusionOk="0" h="4963795" w="6657340">
                <a:moveTo>
                  <a:pt x="6656832" y="0"/>
                </a:moveTo>
                <a:lnTo>
                  <a:pt x="0" y="0"/>
                </a:lnTo>
                <a:lnTo>
                  <a:pt x="0" y="4963668"/>
                </a:lnTo>
                <a:lnTo>
                  <a:pt x="6656832" y="4963668"/>
                </a:lnTo>
                <a:lnTo>
                  <a:pt x="6656832" y="0"/>
                </a:lnTo>
                <a:close/>
              </a:path>
            </a:pathLst>
          </a:custGeom>
          <a:solidFill>
            <a:srgbClr val="FFFFFF">
              <a:alpha val="6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2" name="Google Shape;1622;p76"/>
          <p:cNvGrpSpPr/>
          <p:nvPr/>
        </p:nvGrpSpPr>
        <p:grpSpPr>
          <a:xfrm>
            <a:off x="6990506" y="5336233"/>
            <a:ext cx="3765164" cy="1145085"/>
            <a:chOff x="6990506" y="5336233"/>
            <a:chExt cx="3765164" cy="1145085"/>
          </a:xfrm>
        </p:grpSpPr>
        <p:pic>
          <p:nvPicPr>
            <p:cNvPr id="1623" name="Google Shape;1623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0506" y="5336233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4" name="Google Shape;1624;p76"/>
            <p:cNvSpPr/>
            <p:nvPr/>
          </p:nvSpPr>
          <p:spPr>
            <a:xfrm>
              <a:off x="7141464" y="5433059"/>
              <a:ext cx="3451860" cy="855344"/>
            </a:xfrm>
            <a:custGeom>
              <a:rect b="b" l="l" r="r" t="t"/>
              <a:pathLst>
                <a:path extrusionOk="0" h="855345" w="3451859">
                  <a:moveTo>
                    <a:pt x="3320541" y="0"/>
                  </a:moveTo>
                  <a:lnTo>
                    <a:pt x="131317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7"/>
                  </a:lnTo>
                  <a:lnTo>
                    <a:pt x="0" y="723696"/>
                  </a:lnTo>
                  <a:lnTo>
                    <a:pt x="10320" y="774795"/>
                  </a:lnTo>
                  <a:lnTo>
                    <a:pt x="38465" y="816519"/>
                  </a:lnTo>
                  <a:lnTo>
                    <a:pt x="80206" y="844649"/>
                  </a:lnTo>
                  <a:lnTo>
                    <a:pt x="131317" y="854963"/>
                  </a:lnTo>
                  <a:lnTo>
                    <a:pt x="3320541" y="854963"/>
                  </a:lnTo>
                  <a:lnTo>
                    <a:pt x="3371653" y="844649"/>
                  </a:lnTo>
                  <a:lnTo>
                    <a:pt x="3413394" y="816519"/>
                  </a:lnTo>
                  <a:lnTo>
                    <a:pt x="3441539" y="774795"/>
                  </a:lnTo>
                  <a:lnTo>
                    <a:pt x="3451859" y="723696"/>
                  </a:lnTo>
                  <a:lnTo>
                    <a:pt x="3451859" y="131317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1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5" name="Google Shape;1625;p76"/>
          <p:cNvGrpSpPr/>
          <p:nvPr/>
        </p:nvGrpSpPr>
        <p:grpSpPr>
          <a:xfrm>
            <a:off x="6990506" y="3740699"/>
            <a:ext cx="3765164" cy="1146512"/>
            <a:chOff x="6990506" y="3740699"/>
            <a:chExt cx="3765164" cy="1146512"/>
          </a:xfrm>
        </p:grpSpPr>
        <p:pic>
          <p:nvPicPr>
            <p:cNvPr id="1626" name="Google Shape;1626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0506" y="3740699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7" name="Google Shape;1627;p76"/>
            <p:cNvSpPr/>
            <p:nvPr/>
          </p:nvSpPr>
          <p:spPr>
            <a:xfrm>
              <a:off x="7141464" y="3837432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4" y="0"/>
                  </a:moveTo>
                  <a:lnTo>
                    <a:pt x="131444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5"/>
                  </a:lnTo>
                  <a:lnTo>
                    <a:pt x="0" y="725043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4" y="856488"/>
                  </a:lnTo>
                  <a:lnTo>
                    <a:pt x="3320414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59" y="725043"/>
                  </a:lnTo>
                  <a:lnTo>
                    <a:pt x="3451859" y="131445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4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8" name="Google Shape;1628;p76"/>
          <p:cNvGrpSpPr/>
          <p:nvPr/>
        </p:nvGrpSpPr>
        <p:grpSpPr>
          <a:xfrm>
            <a:off x="6993554" y="2222726"/>
            <a:ext cx="3765164" cy="1145085"/>
            <a:chOff x="6993554" y="2222726"/>
            <a:chExt cx="3765164" cy="1145085"/>
          </a:xfrm>
        </p:grpSpPr>
        <p:pic>
          <p:nvPicPr>
            <p:cNvPr id="1629" name="Google Shape;1629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3554" y="2222726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0" name="Google Shape;1630;p76"/>
            <p:cNvSpPr/>
            <p:nvPr/>
          </p:nvSpPr>
          <p:spPr>
            <a:xfrm>
              <a:off x="7144512" y="2319528"/>
              <a:ext cx="3451860" cy="855344"/>
            </a:xfrm>
            <a:custGeom>
              <a:rect b="b" l="l" r="r" t="t"/>
              <a:pathLst>
                <a:path extrusionOk="0" h="855344" w="3451859">
                  <a:moveTo>
                    <a:pt x="3320542" y="0"/>
                  </a:moveTo>
                  <a:lnTo>
                    <a:pt x="131318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8"/>
                  </a:lnTo>
                  <a:lnTo>
                    <a:pt x="0" y="723646"/>
                  </a:lnTo>
                  <a:lnTo>
                    <a:pt x="10320" y="774757"/>
                  </a:lnTo>
                  <a:lnTo>
                    <a:pt x="38465" y="816498"/>
                  </a:lnTo>
                  <a:lnTo>
                    <a:pt x="80206" y="844643"/>
                  </a:lnTo>
                  <a:lnTo>
                    <a:pt x="131318" y="854963"/>
                  </a:lnTo>
                  <a:lnTo>
                    <a:pt x="3320542" y="854963"/>
                  </a:lnTo>
                  <a:lnTo>
                    <a:pt x="3371653" y="844643"/>
                  </a:lnTo>
                  <a:lnTo>
                    <a:pt x="3413394" y="816498"/>
                  </a:lnTo>
                  <a:lnTo>
                    <a:pt x="3441539" y="774757"/>
                  </a:lnTo>
                  <a:lnTo>
                    <a:pt x="3451860" y="723646"/>
                  </a:lnTo>
                  <a:lnTo>
                    <a:pt x="3451860" y="131318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2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1" name="Google Shape;1631;p76"/>
          <p:cNvGrpSpPr/>
          <p:nvPr/>
        </p:nvGrpSpPr>
        <p:grpSpPr>
          <a:xfrm>
            <a:off x="6993554" y="747563"/>
            <a:ext cx="3765164" cy="1146512"/>
            <a:chOff x="6993554" y="747563"/>
            <a:chExt cx="3765164" cy="1146512"/>
          </a:xfrm>
        </p:grpSpPr>
        <p:pic>
          <p:nvPicPr>
            <p:cNvPr id="1632" name="Google Shape;1632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3554" y="747563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3" name="Google Shape;1633;p76"/>
            <p:cNvSpPr/>
            <p:nvPr/>
          </p:nvSpPr>
          <p:spPr>
            <a:xfrm>
              <a:off x="7144512" y="844295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5" y="0"/>
                  </a:moveTo>
                  <a:lnTo>
                    <a:pt x="131445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4"/>
                  </a:lnTo>
                  <a:lnTo>
                    <a:pt x="0" y="725042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5" y="856488"/>
                  </a:lnTo>
                  <a:lnTo>
                    <a:pt x="3320415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60" y="725042"/>
                  </a:lnTo>
                  <a:lnTo>
                    <a:pt x="3451860" y="131444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5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4" name="Google Shape;1634;p76"/>
          <p:cNvGrpSpPr/>
          <p:nvPr/>
        </p:nvGrpSpPr>
        <p:grpSpPr>
          <a:xfrm>
            <a:off x="0" y="0"/>
            <a:ext cx="7457440" cy="6858000"/>
            <a:chOff x="0" y="0"/>
            <a:chExt cx="7457440" cy="6858000"/>
          </a:xfrm>
        </p:grpSpPr>
        <p:sp>
          <p:nvSpPr>
            <p:cNvPr id="1635" name="Google Shape;1635;p76"/>
            <p:cNvSpPr/>
            <p:nvPr/>
          </p:nvSpPr>
          <p:spPr>
            <a:xfrm>
              <a:off x="0" y="0"/>
              <a:ext cx="7457440" cy="6858000"/>
            </a:xfrm>
            <a:custGeom>
              <a:rect b="b" l="l" r="r" t="t"/>
              <a:pathLst>
                <a:path extrusionOk="0" h="6858000" w="7457440">
                  <a:moveTo>
                    <a:pt x="5535168" y="242328"/>
                  </a:moveTo>
                  <a:lnTo>
                    <a:pt x="5530240" y="193484"/>
                  </a:lnTo>
                  <a:lnTo>
                    <a:pt x="5516118" y="147993"/>
                  </a:lnTo>
                  <a:lnTo>
                    <a:pt x="5493778" y="106832"/>
                  </a:lnTo>
                  <a:lnTo>
                    <a:pt x="5464187" y="70967"/>
                  </a:lnTo>
                  <a:lnTo>
                    <a:pt x="5428310" y="41376"/>
                  </a:lnTo>
                  <a:lnTo>
                    <a:pt x="5387124" y="19050"/>
                  </a:lnTo>
                  <a:lnTo>
                    <a:pt x="5341607" y="4927"/>
                  </a:lnTo>
                  <a:lnTo>
                    <a:pt x="5292725" y="0"/>
                  </a:lnTo>
                  <a:lnTo>
                    <a:pt x="0" y="0"/>
                  </a:lnTo>
                  <a:lnTo>
                    <a:pt x="0" y="6858000"/>
                  </a:lnTo>
                  <a:lnTo>
                    <a:pt x="5292725" y="6858000"/>
                  </a:lnTo>
                  <a:lnTo>
                    <a:pt x="5341607" y="6853085"/>
                  </a:lnTo>
                  <a:lnTo>
                    <a:pt x="5387124" y="6838963"/>
                  </a:lnTo>
                  <a:lnTo>
                    <a:pt x="5428310" y="6816611"/>
                  </a:lnTo>
                  <a:lnTo>
                    <a:pt x="5464187" y="6787020"/>
                  </a:lnTo>
                  <a:lnTo>
                    <a:pt x="5493778" y="6751142"/>
                  </a:lnTo>
                  <a:lnTo>
                    <a:pt x="5516118" y="6709969"/>
                  </a:lnTo>
                  <a:lnTo>
                    <a:pt x="5530240" y="6664477"/>
                  </a:lnTo>
                  <a:lnTo>
                    <a:pt x="5535168" y="6615620"/>
                  </a:lnTo>
                  <a:lnTo>
                    <a:pt x="5535168" y="242328"/>
                  </a:lnTo>
                  <a:close/>
                </a:path>
                <a:path extrusionOk="0" h="6858000" w="7457440">
                  <a:moveTo>
                    <a:pt x="7456932" y="5411724"/>
                  </a:moveTo>
                  <a:lnTo>
                    <a:pt x="7453287" y="5362181"/>
                  </a:lnTo>
                  <a:lnTo>
                    <a:pt x="7442733" y="5314899"/>
                  </a:lnTo>
                  <a:lnTo>
                    <a:pt x="7425766" y="5270385"/>
                  </a:lnTo>
                  <a:lnTo>
                    <a:pt x="7402906" y="5229174"/>
                  </a:lnTo>
                  <a:lnTo>
                    <a:pt x="7374687" y="5191760"/>
                  </a:lnTo>
                  <a:lnTo>
                    <a:pt x="7341616" y="5158689"/>
                  </a:lnTo>
                  <a:lnTo>
                    <a:pt x="7304202" y="5130470"/>
                  </a:lnTo>
                  <a:lnTo>
                    <a:pt x="7262990" y="5107610"/>
                  </a:lnTo>
                  <a:lnTo>
                    <a:pt x="7218477" y="5090642"/>
                  </a:lnTo>
                  <a:lnTo>
                    <a:pt x="7171195" y="5080089"/>
                  </a:lnTo>
                  <a:lnTo>
                    <a:pt x="7121652" y="5076444"/>
                  </a:lnTo>
                  <a:lnTo>
                    <a:pt x="7072096" y="5080089"/>
                  </a:lnTo>
                  <a:lnTo>
                    <a:pt x="7024814" y="5090642"/>
                  </a:lnTo>
                  <a:lnTo>
                    <a:pt x="6980301" y="5107610"/>
                  </a:lnTo>
                  <a:lnTo>
                    <a:pt x="6939089" y="5130470"/>
                  </a:lnTo>
                  <a:lnTo>
                    <a:pt x="6901675" y="5158689"/>
                  </a:lnTo>
                  <a:lnTo>
                    <a:pt x="6868604" y="5191760"/>
                  </a:lnTo>
                  <a:lnTo>
                    <a:pt x="6840385" y="5229174"/>
                  </a:lnTo>
                  <a:lnTo>
                    <a:pt x="6817525" y="5270385"/>
                  </a:lnTo>
                  <a:lnTo>
                    <a:pt x="6800558" y="5314899"/>
                  </a:lnTo>
                  <a:lnTo>
                    <a:pt x="6790004" y="5362181"/>
                  </a:lnTo>
                  <a:lnTo>
                    <a:pt x="6786372" y="5411724"/>
                  </a:lnTo>
                  <a:lnTo>
                    <a:pt x="6790004" y="5461279"/>
                  </a:lnTo>
                  <a:lnTo>
                    <a:pt x="6800558" y="5508561"/>
                  </a:lnTo>
                  <a:lnTo>
                    <a:pt x="6817525" y="5553075"/>
                  </a:lnTo>
                  <a:lnTo>
                    <a:pt x="6840385" y="5594286"/>
                  </a:lnTo>
                  <a:lnTo>
                    <a:pt x="6868604" y="5631700"/>
                  </a:lnTo>
                  <a:lnTo>
                    <a:pt x="6901675" y="5664771"/>
                  </a:lnTo>
                  <a:lnTo>
                    <a:pt x="6939089" y="5692991"/>
                  </a:lnTo>
                  <a:lnTo>
                    <a:pt x="6980301" y="5715851"/>
                  </a:lnTo>
                  <a:lnTo>
                    <a:pt x="7024814" y="5732818"/>
                  </a:lnTo>
                  <a:lnTo>
                    <a:pt x="7072096" y="5743372"/>
                  </a:lnTo>
                  <a:lnTo>
                    <a:pt x="7121652" y="5747004"/>
                  </a:lnTo>
                  <a:lnTo>
                    <a:pt x="7171195" y="5743372"/>
                  </a:lnTo>
                  <a:lnTo>
                    <a:pt x="7218477" y="5732818"/>
                  </a:lnTo>
                  <a:lnTo>
                    <a:pt x="7262990" y="5715851"/>
                  </a:lnTo>
                  <a:lnTo>
                    <a:pt x="7304202" y="5692991"/>
                  </a:lnTo>
                  <a:lnTo>
                    <a:pt x="7341616" y="5664771"/>
                  </a:lnTo>
                  <a:lnTo>
                    <a:pt x="7374687" y="5631700"/>
                  </a:lnTo>
                  <a:lnTo>
                    <a:pt x="7402906" y="5594286"/>
                  </a:lnTo>
                  <a:lnTo>
                    <a:pt x="7425766" y="5553075"/>
                  </a:lnTo>
                  <a:lnTo>
                    <a:pt x="7442733" y="5508561"/>
                  </a:lnTo>
                  <a:lnTo>
                    <a:pt x="7453287" y="5461279"/>
                  </a:lnTo>
                  <a:lnTo>
                    <a:pt x="7456932" y="5411724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36" name="Google Shape;1636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11289" y="5166969"/>
              <a:ext cx="445007" cy="4757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7" name="Google Shape;1637;p76"/>
          <p:cNvSpPr txBox="1"/>
          <p:nvPr/>
        </p:nvSpPr>
        <p:spPr>
          <a:xfrm>
            <a:off x="7507605" y="2467127"/>
            <a:ext cx="258826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Рекурсивное исключение 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38" name="Google Shape;1638;p76"/>
          <p:cNvGrpSpPr/>
          <p:nvPr/>
        </p:nvGrpSpPr>
        <p:grpSpPr>
          <a:xfrm>
            <a:off x="6792468" y="1993392"/>
            <a:ext cx="670560" cy="670560"/>
            <a:chOff x="6792468" y="1993392"/>
            <a:chExt cx="670560" cy="670560"/>
          </a:xfrm>
        </p:grpSpPr>
        <p:sp>
          <p:nvSpPr>
            <p:cNvPr id="1639" name="Google Shape;1639;p76"/>
            <p:cNvSpPr/>
            <p:nvPr/>
          </p:nvSpPr>
          <p:spPr>
            <a:xfrm>
              <a:off x="6792468" y="1993392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80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80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0" name="Google Shape;1640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23227" y="2083638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1" name="Google Shape;1641;p76"/>
          <p:cNvSpPr txBox="1"/>
          <p:nvPr/>
        </p:nvSpPr>
        <p:spPr>
          <a:xfrm>
            <a:off x="7507605" y="1157173"/>
            <a:ext cx="23971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Однофакторный анализ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2" name="Google Shape;1642;p76"/>
          <p:cNvSpPr txBox="1"/>
          <p:nvPr/>
        </p:nvSpPr>
        <p:spPr>
          <a:xfrm>
            <a:off x="7492872" y="4179616"/>
            <a:ext cx="2698750" cy="1981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7305" marR="0" rtl="0" algn="l">
              <a:lnSpc>
                <a:spcPct val="1149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PCA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Отбор на основе важности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43" name="Google Shape;1643;p76"/>
          <p:cNvGrpSpPr/>
          <p:nvPr/>
        </p:nvGrpSpPr>
        <p:grpSpPr>
          <a:xfrm>
            <a:off x="6792468" y="554736"/>
            <a:ext cx="670560" cy="670560"/>
            <a:chOff x="6792468" y="554736"/>
            <a:chExt cx="670560" cy="670560"/>
          </a:xfrm>
        </p:grpSpPr>
        <p:sp>
          <p:nvSpPr>
            <p:cNvPr id="1644" name="Google Shape;1644;p76"/>
            <p:cNvSpPr/>
            <p:nvPr/>
          </p:nvSpPr>
          <p:spPr>
            <a:xfrm>
              <a:off x="6792468" y="554736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5" name="Google Shape;1645;p7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8279" y="644906"/>
              <a:ext cx="280416" cy="475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6" name="Google Shape;1646;p76"/>
          <p:cNvGrpSpPr/>
          <p:nvPr/>
        </p:nvGrpSpPr>
        <p:grpSpPr>
          <a:xfrm>
            <a:off x="633374" y="528827"/>
            <a:ext cx="11559133" cy="6329172"/>
            <a:chOff x="633374" y="528827"/>
            <a:chExt cx="11559133" cy="6329172"/>
          </a:xfrm>
        </p:grpSpPr>
        <p:sp>
          <p:nvSpPr>
            <p:cNvPr id="1647" name="Google Shape;1647;p76"/>
            <p:cNvSpPr/>
            <p:nvPr/>
          </p:nvSpPr>
          <p:spPr>
            <a:xfrm>
              <a:off x="6792467" y="3535679"/>
              <a:ext cx="670560" cy="669290"/>
            </a:xfrm>
            <a:custGeom>
              <a:rect b="b" l="l" r="r" t="t"/>
              <a:pathLst>
                <a:path extrusionOk="0" h="669289" w="670559">
                  <a:moveTo>
                    <a:pt x="335279" y="0"/>
                  </a:moveTo>
                  <a:lnTo>
                    <a:pt x="285735" y="3626"/>
                  </a:lnTo>
                  <a:lnTo>
                    <a:pt x="238448" y="14160"/>
                  </a:lnTo>
                  <a:lnTo>
                    <a:pt x="193936" y="31085"/>
                  </a:lnTo>
                  <a:lnTo>
                    <a:pt x="152718" y="53883"/>
                  </a:lnTo>
                  <a:lnTo>
                    <a:pt x="115313" y="82039"/>
                  </a:lnTo>
                  <a:lnTo>
                    <a:pt x="82239" y="115035"/>
                  </a:lnTo>
                  <a:lnTo>
                    <a:pt x="54016" y="152353"/>
                  </a:lnTo>
                  <a:lnTo>
                    <a:pt x="31162" y="193478"/>
                  </a:lnTo>
                  <a:lnTo>
                    <a:pt x="14195" y="237891"/>
                  </a:lnTo>
                  <a:lnTo>
                    <a:pt x="3635" y="285077"/>
                  </a:lnTo>
                  <a:lnTo>
                    <a:pt x="0" y="334518"/>
                  </a:lnTo>
                  <a:lnTo>
                    <a:pt x="3635" y="383958"/>
                  </a:lnTo>
                  <a:lnTo>
                    <a:pt x="14195" y="431144"/>
                  </a:lnTo>
                  <a:lnTo>
                    <a:pt x="31162" y="475557"/>
                  </a:lnTo>
                  <a:lnTo>
                    <a:pt x="54016" y="516682"/>
                  </a:lnTo>
                  <a:lnTo>
                    <a:pt x="82239" y="554000"/>
                  </a:lnTo>
                  <a:lnTo>
                    <a:pt x="115313" y="586996"/>
                  </a:lnTo>
                  <a:lnTo>
                    <a:pt x="152718" y="615152"/>
                  </a:lnTo>
                  <a:lnTo>
                    <a:pt x="193936" y="637950"/>
                  </a:lnTo>
                  <a:lnTo>
                    <a:pt x="238448" y="654875"/>
                  </a:lnTo>
                  <a:lnTo>
                    <a:pt x="285735" y="665409"/>
                  </a:lnTo>
                  <a:lnTo>
                    <a:pt x="335279" y="669036"/>
                  </a:lnTo>
                  <a:lnTo>
                    <a:pt x="384824" y="665409"/>
                  </a:lnTo>
                  <a:lnTo>
                    <a:pt x="432111" y="654875"/>
                  </a:lnTo>
                  <a:lnTo>
                    <a:pt x="476623" y="637950"/>
                  </a:lnTo>
                  <a:lnTo>
                    <a:pt x="517841" y="615152"/>
                  </a:lnTo>
                  <a:lnTo>
                    <a:pt x="555246" y="586996"/>
                  </a:lnTo>
                  <a:lnTo>
                    <a:pt x="588320" y="554000"/>
                  </a:lnTo>
                  <a:lnTo>
                    <a:pt x="616543" y="516682"/>
                  </a:lnTo>
                  <a:lnTo>
                    <a:pt x="639397" y="475557"/>
                  </a:lnTo>
                  <a:lnTo>
                    <a:pt x="656364" y="431144"/>
                  </a:lnTo>
                  <a:lnTo>
                    <a:pt x="666924" y="383958"/>
                  </a:lnTo>
                  <a:lnTo>
                    <a:pt x="670559" y="334518"/>
                  </a:lnTo>
                  <a:lnTo>
                    <a:pt x="666924" y="285077"/>
                  </a:lnTo>
                  <a:lnTo>
                    <a:pt x="656364" y="237891"/>
                  </a:lnTo>
                  <a:lnTo>
                    <a:pt x="639397" y="193478"/>
                  </a:lnTo>
                  <a:lnTo>
                    <a:pt x="616543" y="152353"/>
                  </a:lnTo>
                  <a:lnTo>
                    <a:pt x="588320" y="115035"/>
                  </a:lnTo>
                  <a:lnTo>
                    <a:pt x="555246" y="82039"/>
                  </a:lnTo>
                  <a:lnTo>
                    <a:pt x="517841" y="53883"/>
                  </a:lnTo>
                  <a:lnTo>
                    <a:pt x="476623" y="31085"/>
                  </a:lnTo>
                  <a:lnTo>
                    <a:pt x="432111" y="14160"/>
                  </a:lnTo>
                  <a:lnTo>
                    <a:pt x="384824" y="3626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8" name="Google Shape;1648;p7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023227" y="3625291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9" name="Google Shape;1649;p7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3374" y="528827"/>
              <a:ext cx="498665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0" name="Google Shape;1650;p7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3374" y="1185367"/>
              <a:ext cx="3451352" cy="762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1" name="Google Shape;1651;p76"/>
            <p:cNvSpPr/>
            <p:nvPr/>
          </p:nvSpPr>
          <p:spPr>
            <a:xfrm>
              <a:off x="5535167" y="3428999"/>
              <a:ext cx="6657340" cy="3429000"/>
            </a:xfrm>
            <a:custGeom>
              <a:rect b="b" l="l" r="r" t="t"/>
              <a:pathLst>
                <a:path extrusionOk="0" h="3429000" w="6657340">
                  <a:moveTo>
                    <a:pt x="6656832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656832" y="3429000"/>
                  </a:lnTo>
                  <a:lnTo>
                    <a:pt x="6656832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2" name="Google Shape;1652;p76"/>
          <p:cNvSpPr txBox="1"/>
          <p:nvPr/>
        </p:nvSpPr>
        <p:spPr>
          <a:xfrm>
            <a:off x="639876" y="3581527"/>
            <a:ext cx="3656965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Отбор признаков с помощью recursive feature elimination.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53" name="Google Shape;1653;p76"/>
          <p:cNvSpPr/>
          <p:nvPr/>
        </p:nvSpPr>
        <p:spPr>
          <a:xfrm>
            <a:off x="5535167" y="47244"/>
            <a:ext cx="6657340" cy="1842770"/>
          </a:xfrm>
          <a:custGeom>
            <a:rect b="b" l="l" r="r" t="t"/>
            <a:pathLst>
              <a:path extrusionOk="0" h="1842770" w="6657340">
                <a:moveTo>
                  <a:pt x="6656832" y="0"/>
                </a:moveTo>
                <a:lnTo>
                  <a:pt x="0" y="0"/>
                </a:lnTo>
                <a:lnTo>
                  <a:pt x="0" y="1842515"/>
                </a:lnTo>
                <a:lnTo>
                  <a:pt x="6656832" y="1842515"/>
                </a:lnTo>
                <a:lnTo>
                  <a:pt x="6656832" y="0"/>
                </a:lnTo>
                <a:close/>
              </a:path>
            </a:pathLst>
          </a:custGeom>
          <a:solidFill>
            <a:srgbClr val="FFFFFF">
              <a:alpha val="6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82"/>
          <p:cNvGrpSpPr/>
          <p:nvPr/>
        </p:nvGrpSpPr>
        <p:grpSpPr>
          <a:xfrm>
            <a:off x="6990506" y="5336233"/>
            <a:ext cx="3765164" cy="1145085"/>
            <a:chOff x="6990506" y="5336233"/>
            <a:chExt cx="3765164" cy="1145085"/>
          </a:xfrm>
        </p:grpSpPr>
        <p:pic>
          <p:nvPicPr>
            <p:cNvPr id="1659" name="Google Shape;1659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0506" y="5336233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0" name="Google Shape;1660;p82"/>
            <p:cNvSpPr/>
            <p:nvPr/>
          </p:nvSpPr>
          <p:spPr>
            <a:xfrm>
              <a:off x="7141464" y="5433059"/>
              <a:ext cx="3451860" cy="855344"/>
            </a:xfrm>
            <a:custGeom>
              <a:rect b="b" l="l" r="r" t="t"/>
              <a:pathLst>
                <a:path extrusionOk="0" h="855345" w="3451859">
                  <a:moveTo>
                    <a:pt x="3320541" y="0"/>
                  </a:moveTo>
                  <a:lnTo>
                    <a:pt x="131317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7"/>
                  </a:lnTo>
                  <a:lnTo>
                    <a:pt x="0" y="723696"/>
                  </a:lnTo>
                  <a:lnTo>
                    <a:pt x="10320" y="774795"/>
                  </a:lnTo>
                  <a:lnTo>
                    <a:pt x="38465" y="816519"/>
                  </a:lnTo>
                  <a:lnTo>
                    <a:pt x="80206" y="844649"/>
                  </a:lnTo>
                  <a:lnTo>
                    <a:pt x="131317" y="854963"/>
                  </a:lnTo>
                  <a:lnTo>
                    <a:pt x="3320541" y="854963"/>
                  </a:lnTo>
                  <a:lnTo>
                    <a:pt x="3371653" y="844649"/>
                  </a:lnTo>
                  <a:lnTo>
                    <a:pt x="3413394" y="816519"/>
                  </a:lnTo>
                  <a:lnTo>
                    <a:pt x="3441539" y="774795"/>
                  </a:lnTo>
                  <a:lnTo>
                    <a:pt x="3451859" y="723696"/>
                  </a:lnTo>
                  <a:lnTo>
                    <a:pt x="3451859" y="131317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1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1" name="Google Shape;1661;p82"/>
          <p:cNvGrpSpPr/>
          <p:nvPr/>
        </p:nvGrpSpPr>
        <p:grpSpPr>
          <a:xfrm>
            <a:off x="6990506" y="3740699"/>
            <a:ext cx="3765164" cy="1146512"/>
            <a:chOff x="6990506" y="3740699"/>
            <a:chExt cx="3765164" cy="1146512"/>
          </a:xfrm>
        </p:grpSpPr>
        <p:pic>
          <p:nvPicPr>
            <p:cNvPr id="1662" name="Google Shape;1662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0506" y="3740699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82"/>
            <p:cNvSpPr/>
            <p:nvPr/>
          </p:nvSpPr>
          <p:spPr>
            <a:xfrm>
              <a:off x="7141464" y="3837432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4" y="0"/>
                  </a:moveTo>
                  <a:lnTo>
                    <a:pt x="131444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5"/>
                  </a:lnTo>
                  <a:lnTo>
                    <a:pt x="0" y="725043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4" y="856488"/>
                  </a:lnTo>
                  <a:lnTo>
                    <a:pt x="3320414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59" y="725043"/>
                  </a:lnTo>
                  <a:lnTo>
                    <a:pt x="3451859" y="131445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4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4" name="Google Shape;1664;p82"/>
          <p:cNvGrpSpPr/>
          <p:nvPr/>
        </p:nvGrpSpPr>
        <p:grpSpPr>
          <a:xfrm>
            <a:off x="6993554" y="2222726"/>
            <a:ext cx="3765164" cy="1145085"/>
            <a:chOff x="6993554" y="2222726"/>
            <a:chExt cx="3765164" cy="1145085"/>
          </a:xfrm>
        </p:grpSpPr>
        <p:pic>
          <p:nvPicPr>
            <p:cNvPr id="1665" name="Google Shape;1665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3554" y="2222726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6" name="Google Shape;1666;p82"/>
            <p:cNvSpPr/>
            <p:nvPr/>
          </p:nvSpPr>
          <p:spPr>
            <a:xfrm>
              <a:off x="7144512" y="2319528"/>
              <a:ext cx="3451860" cy="855344"/>
            </a:xfrm>
            <a:custGeom>
              <a:rect b="b" l="l" r="r" t="t"/>
              <a:pathLst>
                <a:path extrusionOk="0" h="855344" w="3451859">
                  <a:moveTo>
                    <a:pt x="3320542" y="0"/>
                  </a:moveTo>
                  <a:lnTo>
                    <a:pt x="131318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8"/>
                  </a:lnTo>
                  <a:lnTo>
                    <a:pt x="0" y="723646"/>
                  </a:lnTo>
                  <a:lnTo>
                    <a:pt x="10320" y="774757"/>
                  </a:lnTo>
                  <a:lnTo>
                    <a:pt x="38465" y="816498"/>
                  </a:lnTo>
                  <a:lnTo>
                    <a:pt x="80206" y="844643"/>
                  </a:lnTo>
                  <a:lnTo>
                    <a:pt x="131318" y="854963"/>
                  </a:lnTo>
                  <a:lnTo>
                    <a:pt x="3320542" y="854963"/>
                  </a:lnTo>
                  <a:lnTo>
                    <a:pt x="3371653" y="844643"/>
                  </a:lnTo>
                  <a:lnTo>
                    <a:pt x="3413394" y="816498"/>
                  </a:lnTo>
                  <a:lnTo>
                    <a:pt x="3441539" y="774757"/>
                  </a:lnTo>
                  <a:lnTo>
                    <a:pt x="3451860" y="723646"/>
                  </a:lnTo>
                  <a:lnTo>
                    <a:pt x="3451860" y="131318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2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7" name="Google Shape;1667;p82"/>
          <p:cNvGrpSpPr/>
          <p:nvPr/>
        </p:nvGrpSpPr>
        <p:grpSpPr>
          <a:xfrm>
            <a:off x="6993554" y="747563"/>
            <a:ext cx="3765164" cy="1146512"/>
            <a:chOff x="6993554" y="747563"/>
            <a:chExt cx="3765164" cy="1146512"/>
          </a:xfrm>
        </p:grpSpPr>
        <p:pic>
          <p:nvPicPr>
            <p:cNvPr id="1668" name="Google Shape;1668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3554" y="747563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9" name="Google Shape;1669;p82"/>
            <p:cNvSpPr/>
            <p:nvPr/>
          </p:nvSpPr>
          <p:spPr>
            <a:xfrm>
              <a:off x="7144512" y="844295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5" y="0"/>
                  </a:moveTo>
                  <a:lnTo>
                    <a:pt x="131445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4"/>
                  </a:lnTo>
                  <a:lnTo>
                    <a:pt x="0" y="725042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5" y="856488"/>
                  </a:lnTo>
                  <a:lnTo>
                    <a:pt x="3320415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60" y="725042"/>
                  </a:lnTo>
                  <a:lnTo>
                    <a:pt x="3451860" y="131444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5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0" name="Google Shape;1670;p82"/>
          <p:cNvSpPr/>
          <p:nvPr/>
        </p:nvSpPr>
        <p:spPr>
          <a:xfrm>
            <a:off x="0" y="0"/>
            <a:ext cx="5535295" cy="6858000"/>
          </a:xfrm>
          <a:custGeom>
            <a:rect b="b" l="l" r="r" t="t"/>
            <a:pathLst>
              <a:path extrusionOk="0" h="6858000" w="5535295">
                <a:moveTo>
                  <a:pt x="5292725" y="0"/>
                </a:moveTo>
                <a:lnTo>
                  <a:pt x="0" y="0"/>
                </a:lnTo>
                <a:lnTo>
                  <a:pt x="0" y="6857999"/>
                </a:lnTo>
                <a:lnTo>
                  <a:pt x="5292725" y="6857999"/>
                </a:lnTo>
                <a:lnTo>
                  <a:pt x="5341610" y="6853074"/>
                </a:lnTo>
                <a:lnTo>
                  <a:pt x="5387131" y="6838952"/>
                </a:lnTo>
                <a:lnTo>
                  <a:pt x="5428315" y="6816605"/>
                </a:lnTo>
                <a:lnTo>
                  <a:pt x="5464190" y="6787008"/>
                </a:lnTo>
                <a:lnTo>
                  <a:pt x="5493785" y="6751137"/>
                </a:lnTo>
                <a:lnTo>
                  <a:pt x="5516127" y="6709965"/>
                </a:lnTo>
                <a:lnTo>
                  <a:pt x="5530246" y="6664468"/>
                </a:lnTo>
                <a:lnTo>
                  <a:pt x="5535168" y="6615620"/>
                </a:lnTo>
                <a:lnTo>
                  <a:pt x="5535168" y="242316"/>
                </a:lnTo>
                <a:lnTo>
                  <a:pt x="5530246" y="193472"/>
                </a:lnTo>
                <a:lnTo>
                  <a:pt x="5516127" y="147982"/>
                </a:lnTo>
                <a:lnTo>
                  <a:pt x="5493785" y="106821"/>
                </a:lnTo>
                <a:lnTo>
                  <a:pt x="5464190" y="70961"/>
                </a:lnTo>
                <a:lnTo>
                  <a:pt x="5428315" y="41375"/>
                </a:lnTo>
                <a:lnTo>
                  <a:pt x="5387131" y="19038"/>
                </a:lnTo>
                <a:lnTo>
                  <a:pt x="5341610" y="4921"/>
                </a:lnTo>
                <a:lnTo>
                  <a:pt x="5292725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82"/>
          <p:cNvSpPr txBox="1"/>
          <p:nvPr/>
        </p:nvSpPr>
        <p:spPr>
          <a:xfrm>
            <a:off x="7492872" y="5650647"/>
            <a:ext cx="2698750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Отбор на основе важности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72" name="Google Shape;1672;p82"/>
          <p:cNvSpPr txBox="1"/>
          <p:nvPr/>
        </p:nvSpPr>
        <p:spPr>
          <a:xfrm>
            <a:off x="7520305" y="1179586"/>
            <a:ext cx="2562860" cy="184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Однофакторный анализ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Рекурсивное исключение 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73" name="Google Shape;1673;p82"/>
          <p:cNvGrpSpPr/>
          <p:nvPr/>
        </p:nvGrpSpPr>
        <p:grpSpPr>
          <a:xfrm>
            <a:off x="6792468" y="1993392"/>
            <a:ext cx="670560" cy="670560"/>
            <a:chOff x="6792468" y="1993392"/>
            <a:chExt cx="670560" cy="670560"/>
          </a:xfrm>
        </p:grpSpPr>
        <p:sp>
          <p:nvSpPr>
            <p:cNvPr id="1674" name="Google Shape;1674;p82"/>
            <p:cNvSpPr/>
            <p:nvPr/>
          </p:nvSpPr>
          <p:spPr>
            <a:xfrm>
              <a:off x="6792468" y="1993392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80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80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75" name="Google Shape;1675;p8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23227" y="2083638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6" name="Google Shape;1676;p82"/>
          <p:cNvGrpSpPr/>
          <p:nvPr/>
        </p:nvGrpSpPr>
        <p:grpSpPr>
          <a:xfrm>
            <a:off x="5535167" y="4919471"/>
            <a:ext cx="6657340" cy="1938655"/>
            <a:chOff x="5535167" y="4919471"/>
            <a:chExt cx="6657340" cy="1938655"/>
          </a:xfrm>
        </p:grpSpPr>
        <p:sp>
          <p:nvSpPr>
            <p:cNvPr id="1677" name="Google Shape;1677;p82"/>
            <p:cNvSpPr/>
            <p:nvPr/>
          </p:nvSpPr>
          <p:spPr>
            <a:xfrm>
              <a:off x="6786371" y="5076443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78" name="Google Shape;1678;p8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11288" y="5166969"/>
              <a:ext cx="445007" cy="4757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9" name="Google Shape;1679;p82"/>
            <p:cNvSpPr/>
            <p:nvPr/>
          </p:nvSpPr>
          <p:spPr>
            <a:xfrm>
              <a:off x="5535167" y="4919471"/>
              <a:ext cx="6657340" cy="1938655"/>
            </a:xfrm>
            <a:custGeom>
              <a:rect b="b" l="l" r="r" t="t"/>
              <a:pathLst>
                <a:path extrusionOk="0" h="1938654" w="6657340">
                  <a:moveTo>
                    <a:pt x="6656832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6656832" y="1938527"/>
                  </a:lnTo>
                  <a:lnTo>
                    <a:pt x="6656832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0" name="Google Shape;1680;p82"/>
          <p:cNvSpPr txBox="1"/>
          <p:nvPr/>
        </p:nvSpPr>
        <p:spPr>
          <a:xfrm>
            <a:off x="7507605" y="4157217"/>
            <a:ext cx="4273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PCA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81" name="Google Shape;1681;p82"/>
          <p:cNvGrpSpPr/>
          <p:nvPr/>
        </p:nvGrpSpPr>
        <p:grpSpPr>
          <a:xfrm>
            <a:off x="633374" y="47244"/>
            <a:ext cx="11559133" cy="3289300"/>
            <a:chOff x="633374" y="47244"/>
            <a:chExt cx="11559133" cy="3289300"/>
          </a:xfrm>
        </p:grpSpPr>
        <p:sp>
          <p:nvSpPr>
            <p:cNvPr id="1682" name="Google Shape;1682;p82"/>
            <p:cNvSpPr/>
            <p:nvPr/>
          </p:nvSpPr>
          <p:spPr>
            <a:xfrm>
              <a:off x="6792467" y="554735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3" name="Google Shape;1683;p8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8279" y="644906"/>
              <a:ext cx="280416" cy="4754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4" name="Google Shape;1684;p8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3374" y="528827"/>
              <a:ext cx="498665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5" name="Google Shape;1685;p8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3374" y="1185367"/>
              <a:ext cx="3451352" cy="762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6" name="Google Shape;1686;p82"/>
            <p:cNvSpPr/>
            <p:nvPr/>
          </p:nvSpPr>
          <p:spPr>
            <a:xfrm>
              <a:off x="5535167" y="47244"/>
              <a:ext cx="6657340" cy="3289300"/>
            </a:xfrm>
            <a:custGeom>
              <a:rect b="b" l="l" r="r" t="t"/>
              <a:pathLst>
                <a:path extrusionOk="0" h="3289300" w="6657340">
                  <a:moveTo>
                    <a:pt x="6656832" y="0"/>
                  </a:moveTo>
                  <a:lnTo>
                    <a:pt x="0" y="0"/>
                  </a:lnTo>
                  <a:lnTo>
                    <a:pt x="0" y="3288791"/>
                  </a:lnTo>
                  <a:lnTo>
                    <a:pt x="6656832" y="3288791"/>
                  </a:lnTo>
                  <a:lnTo>
                    <a:pt x="6656832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7" name="Google Shape;1687;p82"/>
          <p:cNvGrpSpPr/>
          <p:nvPr/>
        </p:nvGrpSpPr>
        <p:grpSpPr>
          <a:xfrm>
            <a:off x="6792468" y="3535679"/>
            <a:ext cx="670560" cy="669290"/>
            <a:chOff x="6792468" y="3535679"/>
            <a:chExt cx="670560" cy="669290"/>
          </a:xfrm>
        </p:grpSpPr>
        <p:sp>
          <p:nvSpPr>
            <p:cNvPr id="1688" name="Google Shape;1688;p82"/>
            <p:cNvSpPr/>
            <p:nvPr/>
          </p:nvSpPr>
          <p:spPr>
            <a:xfrm>
              <a:off x="6792468" y="3535679"/>
              <a:ext cx="670560" cy="669290"/>
            </a:xfrm>
            <a:custGeom>
              <a:rect b="b" l="l" r="r" t="t"/>
              <a:pathLst>
                <a:path extrusionOk="0" h="669289" w="670559">
                  <a:moveTo>
                    <a:pt x="335279" y="0"/>
                  </a:moveTo>
                  <a:lnTo>
                    <a:pt x="285735" y="3626"/>
                  </a:lnTo>
                  <a:lnTo>
                    <a:pt x="238448" y="14160"/>
                  </a:lnTo>
                  <a:lnTo>
                    <a:pt x="193936" y="31085"/>
                  </a:lnTo>
                  <a:lnTo>
                    <a:pt x="152718" y="53883"/>
                  </a:lnTo>
                  <a:lnTo>
                    <a:pt x="115313" y="82039"/>
                  </a:lnTo>
                  <a:lnTo>
                    <a:pt x="82239" y="115035"/>
                  </a:lnTo>
                  <a:lnTo>
                    <a:pt x="54016" y="152353"/>
                  </a:lnTo>
                  <a:lnTo>
                    <a:pt x="31162" y="193478"/>
                  </a:lnTo>
                  <a:lnTo>
                    <a:pt x="14195" y="237891"/>
                  </a:lnTo>
                  <a:lnTo>
                    <a:pt x="3635" y="285077"/>
                  </a:lnTo>
                  <a:lnTo>
                    <a:pt x="0" y="334518"/>
                  </a:lnTo>
                  <a:lnTo>
                    <a:pt x="3635" y="383958"/>
                  </a:lnTo>
                  <a:lnTo>
                    <a:pt x="14195" y="431144"/>
                  </a:lnTo>
                  <a:lnTo>
                    <a:pt x="31162" y="475557"/>
                  </a:lnTo>
                  <a:lnTo>
                    <a:pt x="54016" y="516682"/>
                  </a:lnTo>
                  <a:lnTo>
                    <a:pt x="82239" y="554000"/>
                  </a:lnTo>
                  <a:lnTo>
                    <a:pt x="115313" y="586996"/>
                  </a:lnTo>
                  <a:lnTo>
                    <a:pt x="152718" y="615152"/>
                  </a:lnTo>
                  <a:lnTo>
                    <a:pt x="193936" y="637950"/>
                  </a:lnTo>
                  <a:lnTo>
                    <a:pt x="238448" y="654875"/>
                  </a:lnTo>
                  <a:lnTo>
                    <a:pt x="285735" y="665409"/>
                  </a:lnTo>
                  <a:lnTo>
                    <a:pt x="335279" y="669036"/>
                  </a:lnTo>
                  <a:lnTo>
                    <a:pt x="384824" y="665409"/>
                  </a:lnTo>
                  <a:lnTo>
                    <a:pt x="432111" y="654875"/>
                  </a:lnTo>
                  <a:lnTo>
                    <a:pt x="476623" y="637950"/>
                  </a:lnTo>
                  <a:lnTo>
                    <a:pt x="517841" y="615152"/>
                  </a:lnTo>
                  <a:lnTo>
                    <a:pt x="555246" y="586996"/>
                  </a:lnTo>
                  <a:lnTo>
                    <a:pt x="588320" y="554000"/>
                  </a:lnTo>
                  <a:lnTo>
                    <a:pt x="616543" y="516682"/>
                  </a:lnTo>
                  <a:lnTo>
                    <a:pt x="639397" y="475557"/>
                  </a:lnTo>
                  <a:lnTo>
                    <a:pt x="656364" y="431144"/>
                  </a:lnTo>
                  <a:lnTo>
                    <a:pt x="666924" y="383958"/>
                  </a:lnTo>
                  <a:lnTo>
                    <a:pt x="670559" y="334518"/>
                  </a:lnTo>
                  <a:lnTo>
                    <a:pt x="666924" y="285077"/>
                  </a:lnTo>
                  <a:lnTo>
                    <a:pt x="656364" y="237891"/>
                  </a:lnTo>
                  <a:lnTo>
                    <a:pt x="639397" y="193478"/>
                  </a:lnTo>
                  <a:lnTo>
                    <a:pt x="616543" y="152353"/>
                  </a:lnTo>
                  <a:lnTo>
                    <a:pt x="588320" y="115035"/>
                  </a:lnTo>
                  <a:lnTo>
                    <a:pt x="555246" y="82039"/>
                  </a:lnTo>
                  <a:lnTo>
                    <a:pt x="517841" y="53883"/>
                  </a:lnTo>
                  <a:lnTo>
                    <a:pt x="476623" y="31085"/>
                  </a:lnTo>
                  <a:lnTo>
                    <a:pt x="432111" y="14160"/>
                  </a:lnTo>
                  <a:lnTo>
                    <a:pt x="384824" y="3626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9" name="Google Shape;1689;p8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23227" y="3625291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0" name="Google Shape;1690;p82"/>
          <p:cNvSpPr txBox="1"/>
          <p:nvPr/>
        </p:nvSpPr>
        <p:spPr>
          <a:xfrm>
            <a:off x="645363" y="2923794"/>
            <a:ext cx="4737735" cy="185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Метод главных компонент позволяет уменьшить количество используемых признаков с помощью взятия проекций пространства признаков на подпространство меньшей размерности.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5" name="Google Shape;1695;p84"/>
          <p:cNvGrpSpPr/>
          <p:nvPr/>
        </p:nvGrpSpPr>
        <p:grpSpPr>
          <a:xfrm>
            <a:off x="6990506" y="5336233"/>
            <a:ext cx="3765164" cy="1145085"/>
            <a:chOff x="6990506" y="5336233"/>
            <a:chExt cx="3765164" cy="1145085"/>
          </a:xfrm>
        </p:grpSpPr>
        <p:pic>
          <p:nvPicPr>
            <p:cNvPr id="1696" name="Google Shape;1696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0506" y="5336233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7" name="Google Shape;1697;p84"/>
            <p:cNvSpPr/>
            <p:nvPr/>
          </p:nvSpPr>
          <p:spPr>
            <a:xfrm>
              <a:off x="7141464" y="5433059"/>
              <a:ext cx="3451860" cy="855344"/>
            </a:xfrm>
            <a:custGeom>
              <a:rect b="b" l="l" r="r" t="t"/>
              <a:pathLst>
                <a:path extrusionOk="0" h="855345" w="3451859">
                  <a:moveTo>
                    <a:pt x="3320541" y="0"/>
                  </a:moveTo>
                  <a:lnTo>
                    <a:pt x="131317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7"/>
                  </a:lnTo>
                  <a:lnTo>
                    <a:pt x="0" y="723696"/>
                  </a:lnTo>
                  <a:lnTo>
                    <a:pt x="10320" y="774795"/>
                  </a:lnTo>
                  <a:lnTo>
                    <a:pt x="38465" y="816519"/>
                  </a:lnTo>
                  <a:lnTo>
                    <a:pt x="80206" y="844649"/>
                  </a:lnTo>
                  <a:lnTo>
                    <a:pt x="131317" y="854963"/>
                  </a:lnTo>
                  <a:lnTo>
                    <a:pt x="3320541" y="854963"/>
                  </a:lnTo>
                  <a:lnTo>
                    <a:pt x="3371653" y="844649"/>
                  </a:lnTo>
                  <a:lnTo>
                    <a:pt x="3413394" y="816519"/>
                  </a:lnTo>
                  <a:lnTo>
                    <a:pt x="3441539" y="774795"/>
                  </a:lnTo>
                  <a:lnTo>
                    <a:pt x="3451859" y="723696"/>
                  </a:lnTo>
                  <a:lnTo>
                    <a:pt x="3451859" y="131317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1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8" name="Google Shape;1698;p84"/>
          <p:cNvGrpSpPr/>
          <p:nvPr/>
        </p:nvGrpSpPr>
        <p:grpSpPr>
          <a:xfrm>
            <a:off x="6990506" y="3740699"/>
            <a:ext cx="3765164" cy="1146512"/>
            <a:chOff x="6990506" y="3740699"/>
            <a:chExt cx="3765164" cy="1146512"/>
          </a:xfrm>
        </p:grpSpPr>
        <p:pic>
          <p:nvPicPr>
            <p:cNvPr id="1699" name="Google Shape;1699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0506" y="3740699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0" name="Google Shape;1700;p84"/>
            <p:cNvSpPr/>
            <p:nvPr/>
          </p:nvSpPr>
          <p:spPr>
            <a:xfrm>
              <a:off x="7141464" y="3837432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4" y="0"/>
                  </a:moveTo>
                  <a:lnTo>
                    <a:pt x="131444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5"/>
                  </a:lnTo>
                  <a:lnTo>
                    <a:pt x="0" y="725043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4" y="856488"/>
                  </a:lnTo>
                  <a:lnTo>
                    <a:pt x="3320414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59" y="725043"/>
                  </a:lnTo>
                  <a:lnTo>
                    <a:pt x="3451859" y="131445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4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1" name="Google Shape;1701;p84"/>
          <p:cNvGrpSpPr/>
          <p:nvPr/>
        </p:nvGrpSpPr>
        <p:grpSpPr>
          <a:xfrm>
            <a:off x="6993554" y="2222726"/>
            <a:ext cx="3765164" cy="1145085"/>
            <a:chOff x="6993554" y="2222726"/>
            <a:chExt cx="3765164" cy="1145085"/>
          </a:xfrm>
        </p:grpSpPr>
        <p:pic>
          <p:nvPicPr>
            <p:cNvPr id="1702" name="Google Shape;1702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3554" y="2222726"/>
              <a:ext cx="3765164" cy="1145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3" name="Google Shape;1703;p84"/>
            <p:cNvSpPr/>
            <p:nvPr/>
          </p:nvSpPr>
          <p:spPr>
            <a:xfrm>
              <a:off x="7144512" y="2319528"/>
              <a:ext cx="3451860" cy="855344"/>
            </a:xfrm>
            <a:custGeom>
              <a:rect b="b" l="l" r="r" t="t"/>
              <a:pathLst>
                <a:path extrusionOk="0" h="855344" w="3451859">
                  <a:moveTo>
                    <a:pt x="3320542" y="0"/>
                  </a:moveTo>
                  <a:lnTo>
                    <a:pt x="131318" y="0"/>
                  </a:lnTo>
                  <a:lnTo>
                    <a:pt x="80206" y="10320"/>
                  </a:lnTo>
                  <a:lnTo>
                    <a:pt x="38465" y="38465"/>
                  </a:lnTo>
                  <a:lnTo>
                    <a:pt x="10320" y="80206"/>
                  </a:lnTo>
                  <a:lnTo>
                    <a:pt x="0" y="131318"/>
                  </a:lnTo>
                  <a:lnTo>
                    <a:pt x="0" y="723646"/>
                  </a:lnTo>
                  <a:lnTo>
                    <a:pt x="10320" y="774757"/>
                  </a:lnTo>
                  <a:lnTo>
                    <a:pt x="38465" y="816498"/>
                  </a:lnTo>
                  <a:lnTo>
                    <a:pt x="80206" y="844643"/>
                  </a:lnTo>
                  <a:lnTo>
                    <a:pt x="131318" y="854963"/>
                  </a:lnTo>
                  <a:lnTo>
                    <a:pt x="3320542" y="854963"/>
                  </a:lnTo>
                  <a:lnTo>
                    <a:pt x="3371653" y="844643"/>
                  </a:lnTo>
                  <a:lnTo>
                    <a:pt x="3413394" y="816498"/>
                  </a:lnTo>
                  <a:lnTo>
                    <a:pt x="3441539" y="774757"/>
                  </a:lnTo>
                  <a:lnTo>
                    <a:pt x="3451860" y="723646"/>
                  </a:lnTo>
                  <a:lnTo>
                    <a:pt x="3451860" y="131318"/>
                  </a:lnTo>
                  <a:lnTo>
                    <a:pt x="3441539" y="80206"/>
                  </a:lnTo>
                  <a:lnTo>
                    <a:pt x="3413394" y="38465"/>
                  </a:lnTo>
                  <a:lnTo>
                    <a:pt x="3371653" y="10320"/>
                  </a:lnTo>
                  <a:lnTo>
                    <a:pt x="3320542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4" name="Google Shape;1704;p84"/>
          <p:cNvGrpSpPr/>
          <p:nvPr/>
        </p:nvGrpSpPr>
        <p:grpSpPr>
          <a:xfrm>
            <a:off x="6993554" y="747563"/>
            <a:ext cx="3765164" cy="1146512"/>
            <a:chOff x="6993554" y="747563"/>
            <a:chExt cx="3765164" cy="1146512"/>
          </a:xfrm>
        </p:grpSpPr>
        <p:pic>
          <p:nvPicPr>
            <p:cNvPr id="1705" name="Google Shape;1705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3554" y="747563"/>
              <a:ext cx="3765164" cy="1146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6" name="Google Shape;1706;p84"/>
            <p:cNvSpPr/>
            <p:nvPr/>
          </p:nvSpPr>
          <p:spPr>
            <a:xfrm>
              <a:off x="7144512" y="844295"/>
              <a:ext cx="3451860" cy="856615"/>
            </a:xfrm>
            <a:custGeom>
              <a:rect b="b" l="l" r="r" t="t"/>
              <a:pathLst>
                <a:path extrusionOk="0" h="856614" w="3451859">
                  <a:moveTo>
                    <a:pt x="3320415" y="0"/>
                  </a:moveTo>
                  <a:lnTo>
                    <a:pt x="131445" y="0"/>
                  </a:lnTo>
                  <a:lnTo>
                    <a:pt x="80313" y="10340"/>
                  </a:lnTo>
                  <a:lnTo>
                    <a:pt x="38528" y="38528"/>
                  </a:lnTo>
                  <a:lnTo>
                    <a:pt x="10340" y="80313"/>
                  </a:lnTo>
                  <a:lnTo>
                    <a:pt x="0" y="131444"/>
                  </a:lnTo>
                  <a:lnTo>
                    <a:pt x="0" y="725042"/>
                  </a:lnTo>
                  <a:lnTo>
                    <a:pt x="10340" y="776174"/>
                  </a:lnTo>
                  <a:lnTo>
                    <a:pt x="38528" y="817959"/>
                  </a:lnTo>
                  <a:lnTo>
                    <a:pt x="80313" y="846147"/>
                  </a:lnTo>
                  <a:lnTo>
                    <a:pt x="131445" y="856488"/>
                  </a:lnTo>
                  <a:lnTo>
                    <a:pt x="3320415" y="856488"/>
                  </a:lnTo>
                  <a:lnTo>
                    <a:pt x="3371546" y="846147"/>
                  </a:lnTo>
                  <a:lnTo>
                    <a:pt x="3413331" y="817959"/>
                  </a:lnTo>
                  <a:lnTo>
                    <a:pt x="3441519" y="776174"/>
                  </a:lnTo>
                  <a:lnTo>
                    <a:pt x="3451860" y="725042"/>
                  </a:lnTo>
                  <a:lnTo>
                    <a:pt x="3451860" y="131444"/>
                  </a:lnTo>
                  <a:lnTo>
                    <a:pt x="3441519" y="80313"/>
                  </a:lnTo>
                  <a:lnTo>
                    <a:pt x="3413331" y="38528"/>
                  </a:lnTo>
                  <a:lnTo>
                    <a:pt x="3371546" y="10340"/>
                  </a:lnTo>
                  <a:lnTo>
                    <a:pt x="3320415" y="0"/>
                  </a:lnTo>
                  <a:close/>
                </a:path>
              </a:pathLst>
            </a:custGeom>
            <a:solidFill>
              <a:srgbClr val="EBF3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7" name="Google Shape;1707;p84"/>
          <p:cNvGrpSpPr/>
          <p:nvPr/>
        </p:nvGrpSpPr>
        <p:grpSpPr>
          <a:xfrm>
            <a:off x="0" y="0"/>
            <a:ext cx="7463155" cy="6858000"/>
            <a:chOff x="0" y="0"/>
            <a:chExt cx="7463155" cy="6858000"/>
          </a:xfrm>
        </p:grpSpPr>
        <p:sp>
          <p:nvSpPr>
            <p:cNvPr id="1708" name="Google Shape;1708;p84"/>
            <p:cNvSpPr/>
            <p:nvPr/>
          </p:nvSpPr>
          <p:spPr>
            <a:xfrm>
              <a:off x="0" y="0"/>
              <a:ext cx="7463155" cy="6858000"/>
            </a:xfrm>
            <a:custGeom>
              <a:rect b="b" l="l" r="r" t="t"/>
              <a:pathLst>
                <a:path extrusionOk="0" h="6858000" w="7463155">
                  <a:moveTo>
                    <a:pt x="5535168" y="242328"/>
                  </a:moveTo>
                  <a:lnTo>
                    <a:pt x="5530240" y="193484"/>
                  </a:lnTo>
                  <a:lnTo>
                    <a:pt x="5516118" y="147993"/>
                  </a:lnTo>
                  <a:lnTo>
                    <a:pt x="5493778" y="106832"/>
                  </a:lnTo>
                  <a:lnTo>
                    <a:pt x="5464187" y="70967"/>
                  </a:lnTo>
                  <a:lnTo>
                    <a:pt x="5428310" y="41376"/>
                  </a:lnTo>
                  <a:lnTo>
                    <a:pt x="5387124" y="19050"/>
                  </a:lnTo>
                  <a:lnTo>
                    <a:pt x="5341607" y="4927"/>
                  </a:lnTo>
                  <a:lnTo>
                    <a:pt x="5292725" y="0"/>
                  </a:lnTo>
                  <a:lnTo>
                    <a:pt x="0" y="0"/>
                  </a:lnTo>
                  <a:lnTo>
                    <a:pt x="0" y="6858000"/>
                  </a:lnTo>
                  <a:lnTo>
                    <a:pt x="5292725" y="6858000"/>
                  </a:lnTo>
                  <a:lnTo>
                    <a:pt x="5341607" y="6853085"/>
                  </a:lnTo>
                  <a:lnTo>
                    <a:pt x="5387124" y="6838963"/>
                  </a:lnTo>
                  <a:lnTo>
                    <a:pt x="5428310" y="6816611"/>
                  </a:lnTo>
                  <a:lnTo>
                    <a:pt x="5464187" y="6787020"/>
                  </a:lnTo>
                  <a:lnTo>
                    <a:pt x="5493778" y="6751142"/>
                  </a:lnTo>
                  <a:lnTo>
                    <a:pt x="5516118" y="6709969"/>
                  </a:lnTo>
                  <a:lnTo>
                    <a:pt x="5530240" y="6664477"/>
                  </a:lnTo>
                  <a:lnTo>
                    <a:pt x="5535168" y="6615620"/>
                  </a:lnTo>
                  <a:lnTo>
                    <a:pt x="5535168" y="242328"/>
                  </a:lnTo>
                  <a:close/>
                </a:path>
                <a:path extrusionOk="0" h="6858000" w="7463155">
                  <a:moveTo>
                    <a:pt x="7463028" y="2328672"/>
                  </a:moveTo>
                  <a:lnTo>
                    <a:pt x="7459383" y="2279129"/>
                  </a:lnTo>
                  <a:lnTo>
                    <a:pt x="7448829" y="2231847"/>
                  </a:lnTo>
                  <a:lnTo>
                    <a:pt x="7431862" y="2187333"/>
                  </a:lnTo>
                  <a:lnTo>
                    <a:pt x="7409002" y="2146122"/>
                  </a:lnTo>
                  <a:lnTo>
                    <a:pt x="7380783" y="2108708"/>
                  </a:lnTo>
                  <a:lnTo>
                    <a:pt x="7347712" y="2075637"/>
                  </a:lnTo>
                  <a:lnTo>
                    <a:pt x="7310298" y="2047417"/>
                  </a:lnTo>
                  <a:lnTo>
                    <a:pt x="7269086" y="2024557"/>
                  </a:lnTo>
                  <a:lnTo>
                    <a:pt x="7224573" y="2007590"/>
                  </a:lnTo>
                  <a:lnTo>
                    <a:pt x="7177291" y="1997036"/>
                  </a:lnTo>
                  <a:lnTo>
                    <a:pt x="7127748" y="1993392"/>
                  </a:lnTo>
                  <a:lnTo>
                    <a:pt x="7078192" y="1997036"/>
                  </a:lnTo>
                  <a:lnTo>
                    <a:pt x="7030910" y="2007590"/>
                  </a:lnTo>
                  <a:lnTo>
                    <a:pt x="6986397" y="2024557"/>
                  </a:lnTo>
                  <a:lnTo>
                    <a:pt x="6945185" y="2047417"/>
                  </a:lnTo>
                  <a:lnTo>
                    <a:pt x="6907771" y="2075637"/>
                  </a:lnTo>
                  <a:lnTo>
                    <a:pt x="6874700" y="2108708"/>
                  </a:lnTo>
                  <a:lnTo>
                    <a:pt x="6846481" y="2146122"/>
                  </a:lnTo>
                  <a:lnTo>
                    <a:pt x="6823621" y="2187333"/>
                  </a:lnTo>
                  <a:lnTo>
                    <a:pt x="6806654" y="2231847"/>
                  </a:lnTo>
                  <a:lnTo>
                    <a:pt x="6796100" y="2279129"/>
                  </a:lnTo>
                  <a:lnTo>
                    <a:pt x="6792468" y="2328672"/>
                  </a:lnTo>
                  <a:lnTo>
                    <a:pt x="6796100" y="2378227"/>
                  </a:lnTo>
                  <a:lnTo>
                    <a:pt x="6806654" y="2425509"/>
                  </a:lnTo>
                  <a:lnTo>
                    <a:pt x="6823621" y="2470023"/>
                  </a:lnTo>
                  <a:lnTo>
                    <a:pt x="6846481" y="2511234"/>
                  </a:lnTo>
                  <a:lnTo>
                    <a:pt x="6874700" y="2548648"/>
                  </a:lnTo>
                  <a:lnTo>
                    <a:pt x="6907771" y="2581719"/>
                  </a:lnTo>
                  <a:lnTo>
                    <a:pt x="6945185" y="2609939"/>
                  </a:lnTo>
                  <a:lnTo>
                    <a:pt x="6986397" y="2632799"/>
                  </a:lnTo>
                  <a:lnTo>
                    <a:pt x="7030910" y="2649766"/>
                  </a:lnTo>
                  <a:lnTo>
                    <a:pt x="7078192" y="2660319"/>
                  </a:lnTo>
                  <a:lnTo>
                    <a:pt x="7127748" y="2663952"/>
                  </a:lnTo>
                  <a:lnTo>
                    <a:pt x="7177291" y="2660319"/>
                  </a:lnTo>
                  <a:lnTo>
                    <a:pt x="7224573" y="2649766"/>
                  </a:lnTo>
                  <a:lnTo>
                    <a:pt x="7269086" y="2632799"/>
                  </a:lnTo>
                  <a:lnTo>
                    <a:pt x="7310298" y="2609939"/>
                  </a:lnTo>
                  <a:lnTo>
                    <a:pt x="7347712" y="2581719"/>
                  </a:lnTo>
                  <a:lnTo>
                    <a:pt x="7380783" y="2548648"/>
                  </a:lnTo>
                  <a:lnTo>
                    <a:pt x="7409002" y="2511234"/>
                  </a:lnTo>
                  <a:lnTo>
                    <a:pt x="7431862" y="2470023"/>
                  </a:lnTo>
                  <a:lnTo>
                    <a:pt x="7448829" y="2425509"/>
                  </a:lnTo>
                  <a:lnTo>
                    <a:pt x="7459383" y="2378227"/>
                  </a:lnTo>
                  <a:lnTo>
                    <a:pt x="7463028" y="2328672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09" name="Google Shape;1709;p8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23227" y="2083638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0" name="Google Shape;1710;p84"/>
          <p:cNvSpPr txBox="1"/>
          <p:nvPr/>
        </p:nvSpPr>
        <p:spPr>
          <a:xfrm>
            <a:off x="7480172" y="5602958"/>
            <a:ext cx="2724150" cy="563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Отбор на основе важности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1" name="Google Shape;1711;p84"/>
          <p:cNvSpPr txBox="1"/>
          <p:nvPr/>
        </p:nvSpPr>
        <p:spPr>
          <a:xfrm>
            <a:off x="7520305" y="1179586"/>
            <a:ext cx="2562860" cy="3242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Однофакторный анализ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Рекурсивное исключение признаков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PCA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12" name="Google Shape;1712;p84"/>
          <p:cNvGrpSpPr/>
          <p:nvPr/>
        </p:nvGrpSpPr>
        <p:grpSpPr>
          <a:xfrm>
            <a:off x="6786371" y="5076444"/>
            <a:ext cx="670560" cy="670560"/>
            <a:chOff x="6786371" y="5076444"/>
            <a:chExt cx="670560" cy="670560"/>
          </a:xfrm>
        </p:grpSpPr>
        <p:sp>
          <p:nvSpPr>
            <p:cNvPr id="1713" name="Google Shape;1713;p84"/>
            <p:cNvSpPr/>
            <p:nvPr/>
          </p:nvSpPr>
          <p:spPr>
            <a:xfrm>
              <a:off x="6786371" y="5076444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4" name="Google Shape;1714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11288" y="5166969"/>
              <a:ext cx="445007" cy="4757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5" name="Google Shape;1715;p84"/>
          <p:cNvGrpSpPr/>
          <p:nvPr/>
        </p:nvGrpSpPr>
        <p:grpSpPr>
          <a:xfrm>
            <a:off x="633374" y="47244"/>
            <a:ext cx="11559133" cy="4872355"/>
            <a:chOff x="633374" y="47244"/>
            <a:chExt cx="11559133" cy="4872355"/>
          </a:xfrm>
        </p:grpSpPr>
        <p:sp>
          <p:nvSpPr>
            <p:cNvPr id="1716" name="Google Shape;1716;p84"/>
            <p:cNvSpPr/>
            <p:nvPr/>
          </p:nvSpPr>
          <p:spPr>
            <a:xfrm>
              <a:off x="6792467" y="554735"/>
              <a:ext cx="670560" cy="670560"/>
            </a:xfrm>
            <a:custGeom>
              <a:rect b="b" l="l" r="r" t="t"/>
              <a:pathLst>
                <a:path extrusionOk="0" h="670560" w="670559">
                  <a:moveTo>
                    <a:pt x="335279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79" y="670560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59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7" name="Google Shape;1717;p8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8279" y="644906"/>
              <a:ext cx="280416" cy="475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8" name="Google Shape;1718;p84"/>
            <p:cNvSpPr/>
            <p:nvPr/>
          </p:nvSpPr>
          <p:spPr>
            <a:xfrm>
              <a:off x="6792467" y="3535679"/>
              <a:ext cx="670560" cy="669290"/>
            </a:xfrm>
            <a:custGeom>
              <a:rect b="b" l="l" r="r" t="t"/>
              <a:pathLst>
                <a:path extrusionOk="0" h="669289" w="670559">
                  <a:moveTo>
                    <a:pt x="335279" y="0"/>
                  </a:moveTo>
                  <a:lnTo>
                    <a:pt x="285735" y="3626"/>
                  </a:lnTo>
                  <a:lnTo>
                    <a:pt x="238448" y="14160"/>
                  </a:lnTo>
                  <a:lnTo>
                    <a:pt x="193936" y="31085"/>
                  </a:lnTo>
                  <a:lnTo>
                    <a:pt x="152718" y="53883"/>
                  </a:lnTo>
                  <a:lnTo>
                    <a:pt x="115313" y="82039"/>
                  </a:lnTo>
                  <a:lnTo>
                    <a:pt x="82239" y="115035"/>
                  </a:lnTo>
                  <a:lnTo>
                    <a:pt x="54016" y="152353"/>
                  </a:lnTo>
                  <a:lnTo>
                    <a:pt x="31162" y="193478"/>
                  </a:lnTo>
                  <a:lnTo>
                    <a:pt x="14195" y="237891"/>
                  </a:lnTo>
                  <a:lnTo>
                    <a:pt x="3635" y="285077"/>
                  </a:lnTo>
                  <a:lnTo>
                    <a:pt x="0" y="334518"/>
                  </a:lnTo>
                  <a:lnTo>
                    <a:pt x="3635" y="383958"/>
                  </a:lnTo>
                  <a:lnTo>
                    <a:pt x="14195" y="431144"/>
                  </a:lnTo>
                  <a:lnTo>
                    <a:pt x="31162" y="475557"/>
                  </a:lnTo>
                  <a:lnTo>
                    <a:pt x="54016" y="516682"/>
                  </a:lnTo>
                  <a:lnTo>
                    <a:pt x="82239" y="554000"/>
                  </a:lnTo>
                  <a:lnTo>
                    <a:pt x="115313" y="586996"/>
                  </a:lnTo>
                  <a:lnTo>
                    <a:pt x="152718" y="615152"/>
                  </a:lnTo>
                  <a:lnTo>
                    <a:pt x="193936" y="637950"/>
                  </a:lnTo>
                  <a:lnTo>
                    <a:pt x="238448" y="654875"/>
                  </a:lnTo>
                  <a:lnTo>
                    <a:pt x="285735" y="665409"/>
                  </a:lnTo>
                  <a:lnTo>
                    <a:pt x="335279" y="669036"/>
                  </a:lnTo>
                  <a:lnTo>
                    <a:pt x="384824" y="665409"/>
                  </a:lnTo>
                  <a:lnTo>
                    <a:pt x="432111" y="654875"/>
                  </a:lnTo>
                  <a:lnTo>
                    <a:pt x="476623" y="637950"/>
                  </a:lnTo>
                  <a:lnTo>
                    <a:pt x="517841" y="615152"/>
                  </a:lnTo>
                  <a:lnTo>
                    <a:pt x="555246" y="586996"/>
                  </a:lnTo>
                  <a:lnTo>
                    <a:pt x="588320" y="554000"/>
                  </a:lnTo>
                  <a:lnTo>
                    <a:pt x="616543" y="516682"/>
                  </a:lnTo>
                  <a:lnTo>
                    <a:pt x="639397" y="475557"/>
                  </a:lnTo>
                  <a:lnTo>
                    <a:pt x="656364" y="431144"/>
                  </a:lnTo>
                  <a:lnTo>
                    <a:pt x="666924" y="383958"/>
                  </a:lnTo>
                  <a:lnTo>
                    <a:pt x="670559" y="334518"/>
                  </a:lnTo>
                  <a:lnTo>
                    <a:pt x="666924" y="285077"/>
                  </a:lnTo>
                  <a:lnTo>
                    <a:pt x="656364" y="237891"/>
                  </a:lnTo>
                  <a:lnTo>
                    <a:pt x="639397" y="193478"/>
                  </a:lnTo>
                  <a:lnTo>
                    <a:pt x="616543" y="152353"/>
                  </a:lnTo>
                  <a:lnTo>
                    <a:pt x="588320" y="115035"/>
                  </a:lnTo>
                  <a:lnTo>
                    <a:pt x="555246" y="82039"/>
                  </a:lnTo>
                  <a:lnTo>
                    <a:pt x="517841" y="53883"/>
                  </a:lnTo>
                  <a:lnTo>
                    <a:pt x="476623" y="31085"/>
                  </a:lnTo>
                  <a:lnTo>
                    <a:pt x="432111" y="14160"/>
                  </a:lnTo>
                  <a:lnTo>
                    <a:pt x="384824" y="3626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9" name="Google Shape;1719;p8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023227" y="3625291"/>
              <a:ext cx="423672" cy="475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0" name="Google Shape;1720;p8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3374" y="528827"/>
              <a:ext cx="498665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1" name="Google Shape;1721;p8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3374" y="1185367"/>
              <a:ext cx="3451352" cy="762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2" name="Google Shape;1722;p84"/>
            <p:cNvSpPr/>
            <p:nvPr/>
          </p:nvSpPr>
          <p:spPr>
            <a:xfrm>
              <a:off x="5535167" y="47244"/>
              <a:ext cx="6657340" cy="4872355"/>
            </a:xfrm>
            <a:custGeom>
              <a:rect b="b" l="l" r="r" t="t"/>
              <a:pathLst>
                <a:path extrusionOk="0" h="4872355" w="6657340">
                  <a:moveTo>
                    <a:pt x="6656832" y="0"/>
                  </a:moveTo>
                  <a:lnTo>
                    <a:pt x="0" y="0"/>
                  </a:lnTo>
                  <a:lnTo>
                    <a:pt x="0" y="4872228"/>
                  </a:lnTo>
                  <a:lnTo>
                    <a:pt x="6656832" y="4872228"/>
                  </a:lnTo>
                  <a:lnTo>
                    <a:pt x="6656832" y="0"/>
                  </a:lnTo>
                  <a:close/>
                </a:path>
              </a:pathLst>
            </a:custGeom>
            <a:solidFill>
              <a:srgbClr val="FFFFFF">
                <a:alpha val="6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3" name="Google Shape;1723;p84"/>
          <p:cNvSpPr txBox="1"/>
          <p:nvPr/>
        </p:nvSpPr>
        <p:spPr>
          <a:xfrm>
            <a:off x="648411" y="3050286"/>
            <a:ext cx="4145915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По коэффициентам построенной модели/по feature importance некоторых алгоритмов.</a:t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9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9" name="Google Shape;172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5433" y="594994"/>
            <a:ext cx="8397494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0" name="Google Shape;1730;p93"/>
          <p:cNvGrpSpPr/>
          <p:nvPr/>
        </p:nvGrpSpPr>
        <p:grpSpPr>
          <a:xfrm>
            <a:off x="2686811" y="1784604"/>
            <a:ext cx="6818630" cy="4582795"/>
            <a:chOff x="2686811" y="1784604"/>
            <a:chExt cx="6818630" cy="4582795"/>
          </a:xfrm>
        </p:grpSpPr>
        <p:sp>
          <p:nvSpPr>
            <p:cNvPr id="1731" name="Google Shape;1731;p93"/>
            <p:cNvSpPr/>
            <p:nvPr/>
          </p:nvSpPr>
          <p:spPr>
            <a:xfrm>
              <a:off x="2686811" y="1784604"/>
              <a:ext cx="6818630" cy="4582795"/>
            </a:xfrm>
            <a:custGeom>
              <a:rect b="b" l="l" r="r" t="t"/>
              <a:pathLst>
                <a:path extrusionOk="0" h="4582795" w="6818630">
                  <a:moveTo>
                    <a:pt x="6580632" y="0"/>
                  </a:moveTo>
                  <a:lnTo>
                    <a:pt x="237744" y="0"/>
                  </a:ln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0" y="4344924"/>
                  </a:lnTo>
                  <a:lnTo>
                    <a:pt x="4829" y="4392838"/>
                  </a:lnTo>
                  <a:lnTo>
                    <a:pt x="18680" y="4437465"/>
                  </a:lnTo>
                  <a:lnTo>
                    <a:pt x="40598" y="4477850"/>
                  </a:lnTo>
                  <a:lnTo>
                    <a:pt x="69627" y="4513035"/>
                  </a:lnTo>
                  <a:lnTo>
                    <a:pt x="104812" y="4542065"/>
                  </a:lnTo>
                  <a:lnTo>
                    <a:pt x="145196" y="4563985"/>
                  </a:lnTo>
                  <a:lnTo>
                    <a:pt x="189825" y="4577838"/>
                  </a:lnTo>
                  <a:lnTo>
                    <a:pt x="237744" y="4582668"/>
                  </a:lnTo>
                  <a:lnTo>
                    <a:pt x="6580632" y="4582668"/>
                  </a:lnTo>
                  <a:lnTo>
                    <a:pt x="6628550" y="4577838"/>
                  </a:lnTo>
                  <a:lnTo>
                    <a:pt x="6673179" y="4563985"/>
                  </a:lnTo>
                  <a:lnTo>
                    <a:pt x="6713563" y="4542065"/>
                  </a:lnTo>
                  <a:lnTo>
                    <a:pt x="6748748" y="4513035"/>
                  </a:lnTo>
                  <a:lnTo>
                    <a:pt x="6777777" y="4477850"/>
                  </a:lnTo>
                  <a:lnTo>
                    <a:pt x="6799695" y="4437465"/>
                  </a:lnTo>
                  <a:lnTo>
                    <a:pt x="6813546" y="4392838"/>
                  </a:lnTo>
                  <a:lnTo>
                    <a:pt x="6818376" y="4344924"/>
                  </a:lnTo>
                  <a:lnTo>
                    <a:pt x="6818376" y="237744"/>
                  </a:lnTo>
                  <a:lnTo>
                    <a:pt x="6813546" y="189825"/>
                  </a:lnTo>
                  <a:lnTo>
                    <a:pt x="6799695" y="145196"/>
                  </a:lnTo>
                  <a:lnTo>
                    <a:pt x="6777777" y="104812"/>
                  </a:lnTo>
                  <a:lnTo>
                    <a:pt x="6748748" y="69627"/>
                  </a:lnTo>
                  <a:lnTo>
                    <a:pt x="6713563" y="40598"/>
                  </a:lnTo>
                  <a:lnTo>
                    <a:pt x="6673179" y="18680"/>
                  </a:lnTo>
                  <a:lnTo>
                    <a:pt x="6628550" y="4829"/>
                  </a:lnTo>
                  <a:lnTo>
                    <a:pt x="65806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32" name="Google Shape;173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46831" y="1946148"/>
              <a:ext cx="6498336" cy="42550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1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11"/>
          <p:cNvSpPr/>
          <p:nvPr/>
        </p:nvSpPr>
        <p:spPr>
          <a:xfrm>
            <a:off x="6037553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3" y="0"/>
                </a:moveTo>
                <a:lnTo>
                  <a:pt x="956072" y="1159"/>
                </a:lnTo>
                <a:lnTo>
                  <a:pt x="907989" y="4601"/>
                </a:lnTo>
                <a:lnTo>
                  <a:pt x="860557" y="10274"/>
                </a:lnTo>
                <a:lnTo>
                  <a:pt x="813828" y="18125"/>
                </a:lnTo>
                <a:lnTo>
                  <a:pt x="767854" y="28100"/>
                </a:lnTo>
                <a:lnTo>
                  <a:pt x="722690" y="40148"/>
                </a:lnTo>
                <a:lnTo>
                  <a:pt x="678386" y="54215"/>
                </a:lnTo>
                <a:lnTo>
                  <a:pt x="634996" y="70249"/>
                </a:lnTo>
                <a:lnTo>
                  <a:pt x="592572" y="88198"/>
                </a:lnTo>
                <a:lnTo>
                  <a:pt x="551167" y="108007"/>
                </a:lnTo>
                <a:lnTo>
                  <a:pt x="510834" y="129625"/>
                </a:lnTo>
                <a:lnTo>
                  <a:pt x="471625" y="152998"/>
                </a:lnTo>
                <a:lnTo>
                  <a:pt x="433593" y="178075"/>
                </a:lnTo>
                <a:lnTo>
                  <a:pt x="396791" y="204802"/>
                </a:lnTo>
                <a:lnTo>
                  <a:pt x="361271" y="233127"/>
                </a:lnTo>
                <a:lnTo>
                  <a:pt x="327085" y="262996"/>
                </a:lnTo>
                <a:lnTo>
                  <a:pt x="294287" y="294358"/>
                </a:lnTo>
                <a:lnTo>
                  <a:pt x="262929" y="327158"/>
                </a:lnTo>
                <a:lnTo>
                  <a:pt x="233064" y="361346"/>
                </a:lnTo>
                <a:lnTo>
                  <a:pt x="204744" y="396867"/>
                </a:lnTo>
                <a:lnTo>
                  <a:pt x="178022" y="433669"/>
                </a:lnTo>
                <a:lnTo>
                  <a:pt x="152950" y="471699"/>
                </a:lnTo>
                <a:lnTo>
                  <a:pt x="129582" y="510906"/>
                </a:lnTo>
                <a:lnTo>
                  <a:pt x="107970" y="551235"/>
                </a:lnTo>
                <a:lnTo>
                  <a:pt x="88166" y="592634"/>
                </a:lnTo>
                <a:lnTo>
                  <a:pt x="70223" y="635050"/>
                </a:lnTo>
                <a:lnTo>
                  <a:pt x="54195" y="678431"/>
                </a:lnTo>
                <a:lnTo>
                  <a:pt x="40132" y="722724"/>
                </a:lnTo>
                <a:lnTo>
                  <a:pt x="28089" y="767877"/>
                </a:lnTo>
                <a:lnTo>
                  <a:pt x="18117" y="813835"/>
                </a:lnTo>
                <a:lnTo>
                  <a:pt x="10269" y="860547"/>
                </a:lnTo>
                <a:lnTo>
                  <a:pt x="4599" y="907960"/>
                </a:lnTo>
                <a:lnTo>
                  <a:pt x="1158" y="956022"/>
                </a:lnTo>
                <a:lnTo>
                  <a:pt x="0" y="1004678"/>
                </a:lnTo>
                <a:lnTo>
                  <a:pt x="1158" y="1053367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5" y="1331089"/>
                </a:lnTo>
                <a:lnTo>
                  <a:pt x="70223" y="1374483"/>
                </a:lnTo>
                <a:lnTo>
                  <a:pt x="88166" y="1416911"/>
                </a:lnTo>
                <a:lnTo>
                  <a:pt x="107970" y="1458319"/>
                </a:lnTo>
                <a:lnTo>
                  <a:pt x="129582" y="1498655"/>
                </a:lnTo>
                <a:lnTo>
                  <a:pt x="152950" y="1537866"/>
                </a:lnTo>
                <a:lnTo>
                  <a:pt x="178022" y="1575900"/>
                </a:lnTo>
                <a:lnTo>
                  <a:pt x="204744" y="1612705"/>
                </a:lnTo>
                <a:lnTo>
                  <a:pt x="233064" y="1648227"/>
                </a:lnTo>
                <a:lnTo>
                  <a:pt x="262929" y="1682414"/>
                </a:lnTo>
                <a:lnTo>
                  <a:pt x="294287" y="1715213"/>
                </a:lnTo>
                <a:lnTo>
                  <a:pt x="327085" y="1746572"/>
                </a:lnTo>
                <a:lnTo>
                  <a:pt x="361271" y="1776438"/>
                </a:lnTo>
                <a:lnTo>
                  <a:pt x="396791" y="1804758"/>
                </a:lnTo>
                <a:lnTo>
                  <a:pt x="433594" y="1831480"/>
                </a:lnTo>
                <a:lnTo>
                  <a:pt x="471626" y="1856552"/>
                </a:lnTo>
                <a:lnTo>
                  <a:pt x="510834" y="1879920"/>
                </a:lnTo>
                <a:lnTo>
                  <a:pt x="551168" y="1901532"/>
                </a:lnTo>
                <a:lnTo>
                  <a:pt x="592572" y="1921335"/>
                </a:lnTo>
                <a:lnTo>
                  <a:pt x="634996" y="1939278"/>
                </a:lnTo>
                <a:lnTo>
                  <a:pt x="678386" y="1955306"/>
                </a:lnTo>
                <a:lnTo>
                  <a:pt x="722690" y="1969368"/>
                </a:lnTo>
                <a:lnTo>
                  <a:pt x="767855" y="1981411"/>
                </a:lnTo>
                <a:lnTo>
                  <a:pt x="813828" y="1991383"/>
                </a:lnTo>
                <a:lnTo>
                  <a:pt x="860557" y="1999230"/>
                </a:lnTo>
                <a:lnTo>
                  <a:pt x="907989" y="2004900"/>
                </a:lnTo>
                <a:lnTo>
                  <a:pt x="956072" y="2008341"/>
                </a:lnTo>
                <a:lnTo>
                  <a:pt x="1004753" y="2009499"/>
                </a:lnTo>
                <a:lnTo>
                  <a:pt x="1053437" y="2008341"/>
                </a:lnTo>
                <a:lnTo>
                  <a:pt x="1101523" y="2004900"/>
                </a:lnTo>
                <a:lnTo>
                  <a:pt x="1148958" y="1999230"/>
                </a:lnTo>
                <a:lnTo>
                  <a:pt x="1195690" y="1991383"/>
                </a:lnTo>
                <a:lnTo>
                  <a:pt x="1241666" y="1981411"/>
                </a:lnTo>
                <a:lnTo>
                  <a:pt x="1286833" y="1969368"/>
                </a:lnTo>
                <a:lnTo>
                  <a:pt x="1331139" y="1955306"/>
                </a:lnTo>
                <a:lnTo>
                  <a:pt x="1374532" y="1939278"/>
                </a:lnTo>
                <a:lnTo>
                  <a:pt x="1416958" y="1921335"/>
                </a:lnTo>
                <a:lnTo>
                  <a:pt x="1458364" y="1901532"/>
                </a:lnTo>
                <a:lnTo>
                  <a:pt x="1498699" y="1879920"/>
                </a:lnTo>
                <a:lnTo>
                  <a:pt x="1537910" y="1856552"/>
                </a:lnTo>
                <a:lnTo>
                  <a:pt x="1575944" y="1831480"/>
                </a:lnTo>
                <a:lnTo>
                  <a:pt x="1612748" y="1804758"/>
                </a:lnTo>
                <a:lnTo>
                  <a:pt x="1648269" y="1776438"/>
                </a:lnTo>
                <a:lnTo>
                  <a:pt x="1682456" y="1746572"/>
                </a:lnTo>
                <a:lnTo>
                  <a:pt x="1715255" y="1715213"/>
                </a:lnTo>
                <a:lnTo>
                  <a:pt x="1746615" y="1682414"/>
                </a:lnTo>
                <a:lnTo>
                  <a:pt x="1776481" y="1648227"/>
                </a:lnTo>
                <a:lnTo>
                  <a:pt x="1804802" y="1612705"/>
                </a:lnTo>
                <a:lnTo>
                  <a:pt x="1831525" y="1575900"/>
                </a:lnTo>
                <a:lnTo>
                  <a:pt x="1856597" y="1537866"/>
                </a:lnTo>
                <a:lnTo>
                  <a:pt x="1879966" y="1498655"/>
                </a:lnTo>
                <a:lnTo>
                  <a:pt x="1901579" y="1458319"/>
                </a:lnTo>
                <a:lnTo>
                  <a:pt x="1921383" y="1416911"/>
                </a:lnTo>
                <a:lnTo>
                  <a:pt x="1939326" y="1374483"/>
                </a:lnTo>
                <a:lnTo>
                  <a:pt x="1955355" y="1331089"/>
                </a:lnTo>
                <a:lnTo>
                  <a:pt x="1969418" y="1286780"/>
                </a:lnTo>
                <a:lnTo>
                  <a:pt x="1981462" y="1241610"/>
                </a:lnTo>
                <a:lnTo>
                  <a:pt x="1991434" y="1195631"/>
                </a:lnTo>
                <a:lnTo>
                  <a:pt x="1999281" y="1148896"/>
                </a:lnTo>
                <a:lnTo>
                  <a:pt x="2004952" y="1101457"/>
                </a:lnTo>
                <a:lnTo>
                  <a:pt x="2008393" y="1053367"/>
                </a:lnTo>
                <a:lnTo>
                  <a:pt x="2009551" y="1004678"/>
                </a:lnTo>
                <a:lnTo>
                  <a:pt x="1004753" y="1004678"/>
                </a:lnTo>
                <a:lnTo>
                  <a:pt x="100475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11"/>
          <p:cNvSpPr/>
          <p:nvPr/>
        </p:nvSpPr>
        <p:spPr>
          <a:xfrm>
            <a:off x="8112646" y="703525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1004751" y="0"/>
                </a:moveTo>
                <a:lnTo>
                  <a:pt x="0" y="0"/>
                </a:lnTo>
                <a:lnTo>
                  <a:pt x="0" y="2009499"/>
                </a:lnTo>
                <a:lnTo>
                  <a:pt x="1004751" y="2009499"/>
                </a:lnTo>
                <a:lnTo>
                  <a:pt x="1053431" y="2008341"/>
                </a:lnTo>
                <a:lnTo>
                  <a:pt x="1101513" y="2004900"/>
                </a:lnTo>
                <a:lnTo>
                  <a:pt x="1148945" y="1999230"/>
                </a:lnTo>
                <a:lnTo>
                  <a:pt x="1195673" y="1991383"/>
                </a:lnTo>
                <a:lnTo>
                  <a:pt x="1241646" y="1981411"/>
                </a:lnTo>
                <a:lnTo>
                  <a:pt x="1286810" y="1969368"/>
                </a:lnTo>
                <a:lnTo>
                  <a:pt x="1331114" y="1955306"/>
                </a:lnTo>
                <a:lnTo>
                  <a:pt x="1374504" y="1939278"/>
                </a:lnTo>
                <a:lnTo>
                  <a:pt x="1416927" y="1921335"/>
                </a:lnTo>
                <a:lnTo>
                  <a:pt x="1458332" y="1901532"/>
                </a:lnTo>
                <a:lnTo>
                  <a:pt x="1498665" y="1879920"/>
                </a:lnTo>
                <a:lnTo>
                  <a:pt x="1537873" y="1856552"/>
                </a:lnTo>
                <a:lnTo>
                  <a:pt x="1575905" y="1831480"/>
                </a:lnTo>
                <a:lnTo>
                  <a:pt x="1612708" y="1804758"/>
                </a:lnTo>
                <a:lnTo>
                  <a:pt x="1648228" y="1776437"/>
                </a:lnTo>
                <a:lnTo>
                  <a:pt x="1682414" y="1746571"/>
                </a:lnTo>
                <a:lnTo>
                  <a:pt x="1715212" y="1715213"/>
                </a:lnTo>
                <a:lnTo>
                  <a:pt x="1746570" y="1682413"/>
                </a:lnTo>
                <a:lnTo>
                  <a:pt x="1776435" y="1648227"/>
                </a:lnTo>
                <a:lnTo>
                  <a:pt x="1804756" y="1612705"/>
                </a:lnTo>
                <a:lnTo>
                  <a:pt x="1831478" y="1575900"/>
                </a:lnTo>
                <a:lnTo>
                  <a:pt x="1856549" y="1537866"/>
                </a:lnTo>
                <a:lnTo>
                  <a:pt x="1879918" y="1498655"/>
                </a:lnTo>
                <a:lnTo>
                  <a:pt x="1901530" y="1458319"/>
                </a:lnTo>
                <a:lnTo>
                  <a:pt x="1921334" y="1416910"/>
                </a:lnTo>
                <a:lnTo>
                  <a:pt x="1939277" y="1374483"/>
                </a:lnTo>
                <a:lnTo>
                  <a:pt x="1955306" y="1331089"/>
                </a:lnTo>
                <a:lnTo>
                  <a:pt x="1969369" y="1286780"/>
                </a:lnTo>
                <a:lnTo>
                  <a:pt x="1981412" y="1241610"/>
                </a:lnTo>
                <a:lnTo>
                  <a:pt x="1991384" y="1195631"/>
                </a:lnTo>
                <a:lnTo>
                  <a:pt x="1999232" y="1148896"/>
                </a:lnTo>
                <a:lnTo>
                  <a:pt x="2004902" y="1101457"/>
                </a:lnTo>
                <a:lnTo>
                  <a:pt x="2008343" y="1053367"/>
                </a:lnTo>
                <a:lnTo>
                  <a:pt x="2009502" y="1004678"/>
                </a:lnTo>
                <a:lnTo>
                  <a:pt x="2008343" y="956021"/>
                </a:lnTo>
                <a:lnTo>
                  <a:pt x="2004902" y="907960"/>
                </a:lnTo>
                <a:lnTo>
                  <a:pt x="1999232" y="860547"/>
                </a:lnTo>
                <a:lnTo>
                  <a:pt x="1991384" y="813835"/>
                </a:lnTo>
                <a:lnTo>
                  <a:pt x="1981412" y="767876"/>
                </a:lnTo>
                <a:lnTo>
                  <a:pt x="1969369" y="722724"/>
                </a:lnTo>
                <a:lnTo>
                  <a:pt x="1955306" y="678431"/>
                </a:lnTo>
                <a:lnTo>
                  <a:pt x="1939277" y="635050"/>
                </a:lnTo>
                <a:lnTo>
                  <a:pt x="1921334" y="592634"/>
                </a:lnTo>
                <a:lnTo>
                  <a:pt x="1901530" y="551235"/>
                </a:lnTo>
                <a:lnTo>
                  <a:pt x="1879918" y="510906"/>
                </a:lnTo>
                <a:lnTo>
                  <a:pt x="1856549" y="471699"/>
                </a:lnTo>
                <a:lnTo>
                  <a:pt x="1831478" y="433669"/>
                </a:lnTo>
                <a:lnTo>
                  <a:pt x="1804756" y="396867"/>
                </a:lnTo>
                <a:lnTo>
                  <a:pt x="1776435" y="361346"/>
                </a:lnTo>
                <a:lnTo>
                  <a:pt x="1746570" y="327158"/>
                </a:lnTo>
                <a:lnTo>
                  <a:pt x="1715212" y="294358"/>
                </a:lnTo>
                <a:lnTo>
                  <a:pt x="1682414" y="262996"/>
                </a:lnTo>
                <a:lnTo>
                  <a:pt x="1648228" y="233127"/>
                </a:lnTo>
                <a:lnTo>
                  <a:pt x="1612708" y="204802"/>
                </a:lnTo>
                <a:lnTo>
                  <a:pt x="1575905" y="178075"/>
                </a:lnTo>
                <a:lnTo>
                  <a:pt x="1537873" y="152998"/>
                </a:lnTo>
                <a:lnTo>
                  <a:pt x="1498664" y="129625"/>
                </a:lnTo>
                <a:lnTo>
                  <a:pt x="1458331" y="108007"/>
                </a:lnTo>
                <a:lnTo>
                  <a:pt x="1416927" y="88198"/>
                </a:lnTo>
                <a:lnTo>
                  <a:pt x="1374503" y="70249"/>
                </a:lnTo>
                <a:lnTo>
                  <a:pt x="1331114" y="54215"/>
                </a:lnTo>
                <a:lnTo>
                  <a:pt x="1286810" y="40148"/>
                </a:lnTo>
                <a:lnTo>
                  <a:pt x="1241646" y="28100"/>
                </a:lnTo>
                <a:lnTo>
                  <a:pt x="1195673" y="18125"/>
                </a:lnTo>
                <a:lnTo>
                  <a:pt x="1148944" y="10274"/>
                </a:lnTo>
                <a:lnTo>
                  <a:pt x="1101513" y="4601"/>
                </a:lnTo>
                <a:lnTo>
                  <a:pt x="1053431" y="1159"/>
                </a:lnTo>
                <a:lnTo>
                  <a:pt x="1004751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111"/>
          <p:cNvSpPr/>
          <p:nvPr/>
        </p:nvSpPr>
        <p:spPr>
          <a:xfrm>
            <a:off x="10187691" y="703526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2004309" y="0"/>
                </a:moveTo>
                <a:lnTo>
                  <a:pt x="0" y="107"/>
                </a:lnTo>
                <a:lnTo>
                  <a:pt x="0" y="1004678"/>
                </a:lnTo>
                <a:lnTo>
                  <a:pt x="1158" y="1053366"/>
                </a:lnTo>
                <a:lnTo>
                  <a:pt x="4599" y="1101457"/>
                </a:lnTo>
                <a:lnTo>
                  <a:pt x="10270" y="1148896"/>
                </a:lnTo>
                <a:lnTo>
                  <a:pt x="18117" y="1195631"/>
                </a:lnTo>
                <a:lnTo>
                  <a:pt x="28089" y="1241610"/>
                </a:lnTo>
                <a:lnTo>
                  <a:pt x="40132" y="1286780"/>
                </a:lnTo>
                <a:lnTo>
                  <a:pt x="54194" y="1331088"/>
                </a:lnTo>
                <a:lnTo>
                  <a:pt x="70222" y="1374483"/>
                </a:lnTo>
                <a:lnTo>
                  <a:pt x="88164" y="1416910"/>
                </a:lnTo>
                <a:lnTo>
                  <a:pt x="107967" y="1458318"/>
                </a:lnTo>
                <a:lnTo>
                  <a:pt x="129577" y="1498654"/>
                </a:lnTo>
                <a:lnTo>
                  <a:pt x="152944" y="1537866"/>
                </a:lnTo>
                <a:lnTo>
                  <a:pt x="178013" y="1575900"/>
                </a:lnTo>
                <a:lnTo>
                  <a:pt x="204733" y="1612704"/>
                </a:lnTo>
                <a:lnTo>
                  <a:pt x="233050" y="1648226"/>
                </a:lnTo>
                <a:lnTo>
                  <a:pt x="262912" y="1682413"/>
                </a:lnTo>
                <a:lnTo>
                  <a:pt x="294266" y="1715212"/>
                </a:lnTo>
                <a:lnTo>
                  <a:pt x="327060" y="1746571"/>
                </a:lnTo>
                <a:lnTo>
                  <a:pt x="361240" y="1776437"/>
                </a:lnTo>
                <a:lnTo>
                  <a:pt x="396755" y="1804758"/>
                </a:lnTo>
                <a:lnTo>
                  <a:pt x="433552" y="1831480"/>
                </a:lnTo>
                <a:lnTo>
                  <a:pt x="471577" y="1856551"/>
                </a:lnTo>
                <a:lnTo>
                  <a:pt x="510778" y="1879919"/>
                </a:lnTo>
                <a:lnTo>
                  <a:pt x="551103" y="1901532"/>
                </a:lnTo>
                <a:lnTo>
                  <a:pt x="592499" y="1921335"/>
                </a:lnTo>
                <a:lnTo>
                  <a:pt x="634913" y="1939277"/>
                </a:lnTo>
                <a:lnTo>
                  <a:pt x="678293" y="1955306"/>
                </a:lnTo>
                <a:lnTo>
                  <a:pt x="722585" y="1969368"/>
                </a:lnTo>
                <a:lnTo>
                  <a:pt x="767738" y="1981411"/>
                </a:lnTo>
                <a:lnTo>
                  <a:pt x="813698" y="1991382"/>
                </a:lnTo>
                <a:lnTo>
                  <a:pt x="860413" y="1999230"/>
                </a:lnTo>
                <a:lnTo>
                  <a:pt x="907830" y="2004900"/>
                </a:lnTo>
                <a:lnTo>
                  <a:pt x="955897" y="2008340"/>
                </a:lnTo>
                <a:lnTo>
                  <a:pt x="1004561" y="2009499"/>
                </a:lnTo>
                <a:lnTo>
                  <a:pt x="1053260" y="2008340"/>
                </a:lnTo>
                <a:lnTo>
                  <a:pt x="1101360" y="2004900"/>
                </a:lnTo>
                <a:lnTo>
                  <a:pt x="1148807" y="1999230"/>
                </a:lnTo>
                <a:lnTo>
                  <a:pt x="1195548" y="1991382"/>
                </a:lnTo>
                <a:lnTo>
                  <a:pt x="1241532" y="1981411"/>
                </a:lnTo>
                <a:lnTo>
                  <a:pt x="1286706" y="1969368"/>
                </a:lnTo>
                <a:lnTo>
                  <a:pt x="1331016" y="1955306"/>
                </a:lnTo>
                <a:lnTo>
                  <a:pt x="1374412" y="1939277"/>
                </a:lnTo>
                <a:lnTo>
                  <a:pt x="1416839" y="1921335"/>
                </a:lnTo>
                <a:lnTo>
                  <a:pt x="1458246" y="1901532"/>
                </a:lnTo>
                <a:lnTo>
                  <a:pt x="1498580" y="1879919"/>
                </a:lnTo>
                <a:lnTo>
                  <a:pt x="1537789" y="1856551"/>
                </a:lnTo>
                <a:lnTo>
                  <a:pt x="1575819" y="1831480"/>
                </a:lnTo>
                <a:lnTo>
                  <a:pt x="1612619" y="1804758"/>
                </a:lnTo>
                <a:lnTo>
                  <a:pt x="1648136" y="1776437"/>
                </a:lnTo>
                <a:lnTo>
                  <a:pt x="1682318" y="1746571"/>
                </a:lnTo>
                <a:lnTo>
                  <a:pt x="1715111" y="1715212"/>
                </a:lnTo>
                <a:lnTo>
                  <a:pt x="1746464" y="1682413"/>
                </a:lnTo>
                <a:lnTo>
                  <a:pt x="1776323" y="1648226"/>
                </a:lnTo>
                <a:lnTo>
                  <a:pt x="1804637" y="1612704"/>
                </a:lnTo>
                <a:lnTo>
                  <a:pt x="1831352" y="1575900"/>
                </a:lnTo>
                <a:lnTo>
                  <a:pt x="1856417" y="1537866"/>
                </a:lnTo>
                <a:lnTo>
                  <a:pt x="1879778" y="1498654"/>
                </a:lnTo>
                <a:lnTo>
                  <a:pt x="1901384" y="1458318"/>
                </a:lnTo>
                <a:lnTo>
                  <a:pt x="1921181" y="1416910"/>
                </a:lnTo>
                <a:lnTo>
                  <a:pt x="1939117" y="1374483"/>
                </a:lnTo>
                <a:lnTo>
                  <a:pt x="1955140" y="1331088"/>
                </a:lnTo>
                <a:lnTo>
                  <a:pt x="1969197" y="1286780"/>
                </a:lnTo>
                <a:lnTo>
                  <a:pt x="1981235" y="1241610"/>
                </a:lnTo>
                <a:lnTo>
                  <a:pt x="1991203" y="1195631"/>
                </a:lnTo>
                <a:lnTo>
                  <a:pt x="1999047" y="1148896"/>
                </a:lnTo>
                <a:lnTo>
                  <a:pt x="2004309" y="1104853"/>
                </a:lnTo>
                <a:lnTo>
                  <a:pt x="200430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111"/>
          <p:cNvSpPr/>
          <p:nvPr/>
        </p:nvSpPr>
        <p:spPr>
          <a:xfrm>
            <a:off x="8114215" y="2778562"/>
            <a:ext cx="2009775" cy="2009775"/>
          </a:xfrm>
          <a:custGeom>
            <a:rect b="b" l="l" r="r" t="t"/>
            <a:pathLst>
              <a:path extrusionOk="0" h="2009775" w="2009775">
                <a:moveTo>
                  <a:pt x="2009549" y="0"/>
                </a:moveTo>
                <a:lnTo>
                  <a:pt x="1004798" y="0"/>
                </a:lnTo>
                <a:lnTo>
                  <a:pt x="956114" y="1158"/>
                </a:lnTo>
                <a:lnTo>
                  <a:pt x="908028" y="4599"/>
                </a:lnTo>
                <a:lnTo>
                  <a:pt x="860593" y="10269"/>
                </a:lnTo>
                <a:lnTo>
                  <a:pt x="813861" y="18116"/>
                </a:lnTo>
                <a:lnTo>
                  <a:pt x="767885" y="28087"/>
                </a:lnTo>
                <a:lnTo>
                  <a:pt x="722718" y="40130"/>
                </a:lnTo>
                <a:lnTo>
                  <a:pt x="678411" y="54191"/>
                </a:lnTo>
                <a:lnTo>
                  <a:pt x="635019" y="70219"/>
                </a:lnTo>
                <a:lnTo>
                  <a:pt x="592593" y="88161"/>
                </a:lnTo>
                <a:lnTo>
                  <a:pt x="551187" y="107963"/>
                </a:lnTo>
                <a:lnTo>
                  <a:pt x="510852" y="129574"/>
                </a:lnTo>
                <a:lnTo>
                  <a:pt x="471641" y="152941"/>
                </a:lnTo>
                <a:lnTo>
                  <a:pt x="433607" y="178011"/>
                </a:lnTo>
                <a:lnTo>
                  <a:pt x="396803" y="204731"/>
                </a:lnTo>
                <a:lnTo>
                  <a:pt x="361282" y="233049"/>
                </a:lnTo>
                <a:lnTo>
                  <a:pt x="327095" y="262913"/>
                </a:lnTo>
                <a:lnTo>
                  <a:pt x="294296" y="294268"/>
                </a:lnTo>
                <a:lnTo>
                  <a:pt x="262936" y="327064"/>
                </a:lnTo>
                <a:lnTo>
                  <a:pt x="233070" y="361247"/>
                </a:lnTo>
                <a:lnTo>
                  <a:pt x="204749" y="396765"/>
                </a:lnTo>
                <a:lnTo>
                  <a:pt x="178026" y="433565"/>
                </a:lnTo>
                <a:lnTo>
                  <a:pt x="152954" y="471594"/>
                </a:lnTo>
                <a:lnTo>
                  <a:pt x="129585" y="510800"/>
                </a:lnTo>
                <a:lnTo>
                  <a:pt x="107972" y="551130"/>
                </a:lnTo>
                <a:lnTo>
                  <a:pt x="88168" y="592532"/>
                </a:lnTo>
                <a:lnTo>
                  <a:pt x="70225" y="634952"/>
                </a:lnTo>
                <a:lnTo>
                  <a:pt x="54196" y="678339"/>
                </a:lnTo>
                <a:lnTo>
                  <a:pt x="40133" y="722639"/>
                </a:lnTo>
                <a:lnTo>
                  <a:pt x="28089" y="767800"/>
                </a:lnTo>
                <a:lnTo>
                  <a:pt x="18117" y="813770"/>
                </a:lnTo>
                <a:lnTo>
                  <a:pt x="10270" y="860495"/>
                </a:lnTo>
                <a:lnTo>
                  <a:pt x="4599" y="907923"/>
                </a:lnTo>
                <a:lnTo>
                  <a:pt x="1158" y="956002"/>
                </a:lnTo>
                <a:lnTo>
                  <a:pt x="0" y="1004678"/>
                </a:lnTo>
                <a:lnTo>
                  <a:pt x="1158" y="1053359"/>
                </a:lnTo>
                <a:lnTo>
                  <a:pt x="4599" y="1101441"/>
                </a:lnTo>
                <a:lnTo>
                  <a:pt x="10270" y="1148873"/>
                </a:lnTo>
                <a:lnTo>
                  <a:pt x="18117" y="1195601"/>
                </a:lnTo>
                <a:lnTo>
                  <a:pt x="28089" y="1241574"/>
                </a:lnTo>
                <a:lnTo>
                  <a:pt x="40133" y="1286738"/>
                </a:lnTo>
                <a:lnTo>
                  <a:pt x="54196" y="1331041"/>
                </a:lnTo>
                <a:lnTo>
                  <a:pt x="70225" y="1374430"/>
                </a:lnTo>
                <a:lnTo>
                  <a:pt x="88168" y="1416853"/>
                </a:lnTo>
                <a:lnTo>
                  <a:pt x="107972" y="1458257"/>
                </a:lnTo>
                <a:lnTo>
                  <a:pt x="129585" y="1498589"/>
                </a:lnTo>
                <a:lnTo>
                  <a:pt x="152954" y="1537797"/>
                </a:lnTo>
                <a:lnTo>
                  <a:pt x="178026" y="1575828"/>
                </a:lnTo>
                <a:lnTo>
                  <a:pt x="204749" y="1612629"/>
                </a:lnTo>
                <a:lnTo>
                  <a:pt x="233070" y="1648148"/>
                </a:lnTo>
                <a:lnTo>
                  <a:pt x="262937" y="1682333"/>
                </a:lnTo>
                <a:lnTo>
                  <a:pt x="294296" y="1715129"/>
                </a:lnTo>
                <a:lnTo>
                  <a:pt x="327095" y="1746486"/>
                </a:lnTo>
                <a:lnTo>
                  <a:pt x="361282" y="1776351"/>
                </a:lnTo>
                <a:lnTo>
                  <a:pt x="396804" y="1804669"/>
                </a:lnTo>
                <a:lnTo>
                  <a:pt x="433608" y="1831390"/>
                </a:lnTo>
                <a:lnTo>
                  <a:pt x="471641" y="1856461"/>
                </a:lnTo>
                <a:lnTo>
                  <a:pt x="510852" y="1879828"/>
                </a:lnTo>
                <a:lnTo>
                  <a:pt x="551187" y="1901439"/>
                </a:lnTo>
                <a:lnTo>
                  <a:pt x="592594" y="1921242"/>
                </a:lnTo>
                <a:lnTo>
                  <a:pt x="635019" y="1939184"/>
                </a:lnTo>
                <a:lnTo>
                  <a:pt x="678412" y="1955212"/>
                </a:lnTo>
                <a:lnTo>
                  <a:pt x="722718" y="1969274"/>
                </a:lnTo>
                <a:lnTo>
                  <a:pt x="767885" y="1981317"/>
                </a:lnTo>
                <a:lnTo>
                  <a:pt x="813861" y="1991288"/>
                </a:lnTo>
                <a:lnTo>
                  <a:pt x="860593" y="1999135"/>
                </a:lnTo>
                <a:lnTo>
                  <a:pt x="908028" y="2004805"/>
                </a:lnTo>
                <a:lnTo>
                  <a:pt x="956114" y="2008246"/>
                </a:lnTo>
                <a:lnTo>
                  <a:pt x="1004798" y="2009404"/>
                </a:lnTo>
                <a:lnTo>
                  <a:pt x="2009549" y="2009404"/>
                </a:lnTo>
                <a:lnTo>
                  <a:pt x="2009549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111"/>
          <p:cNvSpPr/>
          <p:nvPr/>
        </p:nvSpPr>
        <p:spPr>
          <a:xfrm>
            <a:off x="10187738" y="2778609"/>
            <a:ext cx="2004695" cy="2009775"/>
          </a:xfrm>
          <a:custGeom>
            <a:rect b="b" l="l" r="r" t="t"/>
            <a:pathLst>
              <a:path extrusionOk="0" h="2009775" w="2004695">
                <a:moveTo>
                  <a:pt x="1080577" y="0"/>
                </a:moveTo>
                <a:lnTo>
                  <a:pt x="806212" y="1221"/>
                </a:lnTo>
                <a:lnTo>
                  <a:pt x="756911" y="2959"/>
                </a:lnTo>
                <a:lnTo>
                  <a:pt x="713696" y="5824"/>
                </a:lnTo>
                <a:lnTo>
                  <a:pt x="675179" y="10098"/>
                </a:lnTo>
                <a:lnTo>
                  <a:pt x="590951" y="27671"/>
                </a:lnTo>
                <a:lnTo>
                  <a:pt x="543170" y="42199"/>
                </a:lnTo>
                <a:lnTo>
                  <a:pt x="496724" y="59547"/>
                </a:lnTo>
                <a:lnTo>
                  <a:pt x="451714" y="79617"/>
                </a:lnTo>
                <a:lnTo>
                  <a:pt x="408237" y="102309"/>
                </a:lnTo>
                <a:lnTo>
                  <a:pt x="366394" y="127526"/>
                </a:lnTo>
                <a:lnTo>
                  <a:pt x="326283" y="155169"/>
                </a:lnTo>
                <a:lnTo>
                  <a:pt x="288003" y="185138"/>
                </a:lnTo>
                <a:lnTo>
                  <a:pt x="251652" y="217336"/>
                </a:lnTo>
                <a:lnTo>
                  <a:pt x="217331" y="251662"/>
                </a:lnTo>
                <a:lnTo>
                  <a:pt x="185138" y="288019"/>
                </a:lnTo>
                <a:lnTo>
                  <a:pt x="155171" y="326307"/>
                </a:lnTo>
                <a:lnTo>
                  <a:pt x="127530" y="366429"/>
                </a:lnTo>
                <a:lnTo>
                  <a:pt x="102313" y="408284"/>
                </a:lnTo>
                <a:lnTo>
                  <a:pt x="79620" y="451775"/>
                </a:lnTo>
                <a:lnTo>
                  <a:pt x="59550" y="496802"/>
                </a:lnTo>
                <a:lnTo>
                  <a:pt x="42202" y="543267"/>
                </a:lnTo>
                <a:lnTo>
                  <a:pt x="27673" y="591070"/>
                </a:lnTo>
                <a:lnTo>
                  <a:pt x="16065" y="640114"/>
                </a:lnTo>
                <a:lnTo>
                  <a:pt x="5824" y="713677"/>
                </a:lnTo>
                <a:lnTo>
                  <a:pt x="2959" y="756867"/>
                </a:lnTo>
                <a:lnTo>
                  <a:pt x="1221" y="806174"/>
                </a:lnTo>
                <a:lnTo>
                  <a:pt x="0" y="928673"/>
                </a:lnTo>
                <a:lnTo>
                  <a:pt x="1221" y="1203127"/>
                </a:lnTo>
                <a:lnTo>
                  <a:pt x="2959" y="1252439"/>
                </a:lnTo>
                <a:lnTo>
                  <a:pt x="5824" y="1295632"/>
                </a:lnTo>
                <a:lnTo>
                  <a:pt x="10099" y="1334089"/>
                </a:lnTo>
                <a:lnTo>
                  <a:pt x="27673" y="1418239"/>
                </a:lnTo>
                <a:lnTo>
                  <a:pt x="42202" y="1466043"/>
                </a:lnTo>
                <a:lnTo>
                  <a:pt x="59550" y="1512508"/>
                </a:lnTo>
                <a:lnTo>
                  <a:pt x="79621" y="1557535"/>
                </a:lnTo>
                <a:lnTo>
                  <a:pt x="102313" y="1601026"/>
                </a:lnTo>
                <a:lnTo>
                  <a:pt x="127530" y="1642881"/>
                </a:lnTo>
                <a:lnTo>
                  <a:pt x="155171" y="1683002"/>
                </a:lnTo>
                <a:lnTo>
                  <a:pt x="185138" y="1721291"/>
                </a:lnTo>
                <a:lnTo>
                  <a:pt x="217331" y="1757648"/>
                </a:lnTo>
                <a:lnTo>
                  <a:pt x="251653" y="1791974"/>
                </a:lnTo>
                <a:lnTo>
                  <a:pt x="288003" y="1824171"/>
                </a:lnTo>
                <a:lnTo>
                  <a:pt x="326283" y="1854141"/>
                </a:lnTo>
                <a:lnTo>
                  <a:pt x="366394" y="1881783"/>
                </a:lnTo>
                <a:lnTo>
                  <a:pt x="408238" y="1907001"/>
                </a:lnTo>
                <a:lnTo>
                  <a:pt x="451714" y="1929693"/>
                </a:lnTo>
                <a:lnTo>
                  <a:pt x="496724" y="1949763"/>
                </a:lnTo>
                <a:lnTo>
                  <a:pt x="543170" y="1967111"/>
                </a:lnTo>
                <a:lnTo>
                  <a:pt x="590952" y="1981638"/>
                </a:lnTo>
                <a:lnTo>
                  <a:pt x="639971" y="1993246"/>
                </a:lnTo>
                <a:lnTo>
                  <a:pt x="713696" y="2003486"/>
                </a:lnTo>
                <a:lnTo>
                  <a:pt x="756911" y="2006351"/>
                </a:lnTo>
                <a:lnTo>
                  <a:pt x="806212" y="2008089"/>
                </a:lnTo>
                <a:lnTo>
                  <a:pt x="862987" y="2008982"/>
                </a:lnTo>
                <a:lnTo>
                  <a:pt x="2004261" y="2009357"/>
                </a:lnTo>
                <a:lnTo>
                  <a:pt x="2004261" y="724711"/>
                </a:lnTo>
                <a:lnTo>
                  <a:pt x="1999388" y="675221"/>
                </a:lnTo>
                <a:lnTo>
                  <a:pt x="1981957" y="591070"/>
                </a:lnTo>
                <a:lnTo>
                  <a:pt x="1967414" y="543267"/>
                </a:lnTo>
                <a:lnTo>
                  <a:pt x="1950051" y="496802"/>
                </a:lnTo>
                <a:lnTo>
                  <a:pt x="1929966" y="451775"/>
                </a:lnTo>
                <a:lnTo>
                  <a:pt x="1907258" y="408284"/>
                </a:lnTo>
                <a:lnTo>
                  <a:pt x="1882025" y="366429"/>
                </a:lnTo>
                <a:lnTo>
                  <a:pt x="1854365" y="326307"/>
                </a:lnTo>
                <a:lnTo>
                  <a:pt x="1824377" y="288019"/>
                </a:lnTo>
                <a:lnTo>
                  <a:pt x="1792160" y="251662"/>
                </a:lnTo>
                <a:lnTo>
                  <a:pt x="1757812" y="217336"/>
                </a:lnTo>
                <a:lnTo>
                  <a:pt x="1721433" y="185138"/>
                </a:lnTo>
                <a:lnTo>
                  <a:pt x="1683119" y="155169"/>
                </a:lnTo>
                <a:lnTo>
                  <a:pt x="1642970" y="127526"/>
                </a:lnTo>
                <a:lnTo>
                  <a:pt x="1601085" y="102309"/>
                </a:lnTo>
                <a:lnTo>
                  <a:pt x="1557561" y="79617"/>
                </a:lnTo>
                <a:lnTo>
                  <a:pt x="1512498" y="59547"/>
                </a:lnTo>
                <a:lnTo>
                  <a:pt x="1465994" y="42199"/>
                </a:lnTo>
                <a:lnTo>
                  <a:pt x="1418147" y="27671"/>
                </a:lnTo>
                <a:lnTo>
                  <a:pt x="1369057" y="16064"/>
                </a:lnTo>
                <a:lnTo>
                  <a:pt x="1295622" y="5824"/>
                </a:lnTo>
                <a:lnTo>
                  <a:pt x="1252465" y="2959"/>
                </a:lnTo>
                <a:lnTo>
                  <a:pt x="1203164" y="1221"/>
                </a:lnTo>
                <a:lnTo>
                  <a:pt x="108057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11"/>
          <p:cNvSpPr/>
          <p:nvPr/>
        </p:nvSpPr>
        <p:spPr>
          <a:xfrm>
            <a:off x="7543732" y="4853456"/>
            <a:ext cx="502920" cy="2004695"/>
          </a:xfrm>
          <a:custGeom>
            <a:rect b="b" l="l" r="r" t="t"/>
            <a:pathLst>
              <a:path extrusionOk="0" h="2004695" w="502920">
                <a:moveTo>
                  <a:pt x="251187" y="0"/>
                </a:moveTo>
                <a:lnTo>
                  <a:pt x="206034" y="4048"/>
                </a:lnTo>
                <a:lnTo>
                  <a:pt x="163536" y="15718"/>
                </a:lnTo>
                <a:lnTo>
                  <a:pt x="124404" y="34302"/>
                </a:lnTo>
                <a:lnTo>
                  <a:pt x="89347" y="59089"/>
                </a:lnTo>
                <a:lnTo>
                  <a:pt x="59073" y="89368"/>
                </a:lnTo>
                <a:lnTo>
                  <a:pt x="34292" y="124431"/>
                </a:lnTo>
                <a:lnTo>
                  <a:pt x="15713" y="163566"/>
                </a:lnTo>
                <a:lnTo>
                  <a:pt x="4046" y="206065"/>
                </a:lnTo>
                <a:lnTo>
                  <a:pt x="0" y="251217"/>
                </a:lnTo>
                <a:lnTo>
                  <a:pt x="0" y="1758258"/>
                </a:lnTo>
                <a:lnTo>
                  <a:pt x="4046" y="1803401"/>
                </a:lnTo>
                <a:lnTo>
                  <a:pt x="15714" y="1845890"/>
                </a:lnTo>
                <a:lnTo>
                  <a:pt x="34292" y="1885017"/>
                </a:lnTo>
                <a:lnTo>
                  <a:pt x="59073" y="1920071"/>
                </a:lnTo>
                <a:lnTo>
                  <a:pt x="89347" y="1950344"/>
                </a:lnTo>
                <a:lnTo>
                  <a:pt x="124404" y="1975124"/>
                </a:lnTo>
                <a:lnTo>
                  <a:pt x="163537" y="1993703"/>
                </a:lnTo>
                <a:lnTo>
                  <a:pt x="203002" y="2004539"/>
                </a:lnTo>
                <a:lnTo>
                  <a:pt x="299373" y="2004539"/>
                </a:lnTo>
                <a:lnTo>
                  <a:pt x="338838" y="1993703"/>
                </a:lnTo>
                <a:lnTo>
                  <a:pt x="377970" y="1975124"/>
                </a:lnTo>
                <a:lnTo>
                  <a:pt x="413028" y="1950344"/>
                </a:lnTo>
                <a:lnTo>
                  <a:pt x="443302" y="1920071"/>
                </a:lnTo>
                <a:lnTo>
                  <a:pt x="468083" y="1885017"/>
                </a:lnTo>
                <a:lnTo>
                  <a:pt x="486661" y="1845890"/>
                </a:lnTo>
                <a:lnTo>
                  <a:pt x="498329" y="1803401"/>
                </a:lnTo>
                <a:lnTo>
                  <a:pt x="502375" y="1758258"/>
                </a:lnTo>
                <a:lnTo>
                  <a:pt x="502375" y="251217"/>
                </a:lnTo>
                <a:lnTo>
                  <a:pt x="498328" y="206065"/>
                </a:lnTo>
                <a:lnTo>
                  <a:pt x="486661" y="163566"/>
                </a:lnTo>
                <a:lnTo>
                  <a:pt x="468082" y="124431"/>
                </a:lnTo>
                <a:lnTo>
                  <a:pt x="443302" y="89368"/>
                </a:lnTo>
                <a:lnTo>
                  <a:pt x="413028" y="59089"/>
                </a:lnTo>
                <a:lnTo>
                  <a:pt x="377970" y="34302"/>
                </a:lnTo>
                <a:lnTo>
                  <a:pt x="338838" y="15718"/>
                </a:lnTo>
                <a:lnTo>
                  <a:pt x="296341" y="4048"/>
                </a:lnTo>
                <a:lnTo>
                  <a:pt x="251187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111"/>
          <p:cNvSpPr/>
          <p:nvPr/>
        </p:nvSpPr>
        <p:spPr>
          <a:xfrm>
            <a:off x="6037554" y="4853456"/>
            <a:ext cx="1349375" cy="2004695"/>
          </a:xfrm>
          <a:custGeom>
            <a:rect b="b" l="l" r="r" t="t"/>
            <a:pathLst>
              <a:path extrusionOk="0" h="2004695" w="1349375">
                <a:moveTo>
                  <a:pt x="1348763" y="0"/>
                </a:moveTo>
                <a:lnTo>
                  <a:pt x="0" y="0"/>
                </a:lnTo>
                <a:lnTo>
                  <a:pt x="0" y="660740"/>
                </a:lnTo>
                <a:lnTo>
                  <a:pt x="1057" y="952448"/>
                </a:lnTo>
                <a:lnTo>
                  <a:pt x="3568" y="1076036"/>
                </a:lnTo>
                <a:lnTo>
                  <a:pt x="8459" y="1186547"/>
                </a:lnTo>
                <a:lnTo>
                  <a:pt x="12045" y="1237314"/>
                </a:lnTo>
                <a:lnTo>
                  <a:pt x="16522" y="1285309"/>
                </a:lnTo>
                <a:lnTo>
                  <a:pt x="21991" y="1330699"/>
                </a:lnTo>
                <a:lnTo>
                  <a:pt x="28551" y="1373648"/>
                </a:lnTo>
                <a:lnTo>
                  <a:pt x="36300" y="1414323"/>
                </a:lnTo>
                <a:lnTo>
                  <a:pt x="45338" y="1452890"/>
                </a:lnTo>
                <a:lnTo>
                  <a:pt x="67676" y="1524363"/>
                </a:lnTo>
                <a:lnTo>
                  <a:pt x="96360" y="1589391"/>
                </a:lnTo>
                <a:lnTo>
                  <a:pt x="140016" y="1661574"/>
                </a:lnTo>
                <a:lnTo>
                  <a:pt x="169141" y="1701402"/>
                </a:lnTo>
                <a:lnTo>
                  <a:pt x="200604" y="1739288"/>
                </a:lnTo>
                <a:lnTo>
                  <a:pt x="234307" y="1775132"/>
                </a:lnTo>
                <a:lnTo>
                  <a:pt x="270149" y="1808835"/>
                </a:lnTo>
                <a:lnTo>
                  <a:pt x="308030" y="1840297"/>
                </a:lnTo>
                <a:lnTo>
                  <a:pt x="347853" y="1869418"/>
                </a:lnTo>
                <a:lnTo>
                  <a:pt x="389516" y="1896100"/>
                </a:lnTo>
                <a:lnTo>
                  <a:pt x="451829" y="1928250"/>
                </a:lnTo>
                <a:lnTo>
                  <a:pt x="519922" y="1953659"/>
                </a:lnTo>
                <a:lnTo>
                  <a:pt x="595121" y="1973121"/>
                </a:lnTo>
                <a:lnTo>
                  <a:pt x="635800" y="1980870"/>
                </a:lnTo>
                <a:lnTo>
                  <a:pt x="678754" y="1987429"/>
                </a:lnTo>
                <a:lnTo>
                  <a:pt x="724147" y="1992897"/>
                </a:lnTo>
                <a:lnTo>
                  <a:pt x="772146" y="1997374"/>
                </a:lnTo>
                <a:lnTo>
                  <a:pt x="822917" y="2000959"/>
                </a:lnTo>
                <a:lnTo>
                  <a:pt x="897945" y="2004539"/>
                </a:lnTo>
                <a:lnTo>
                  <a:pt x="1348764" y="2004539"/>
                </a:lnTo>
                <a:lnTo>
                  <a:pt x="1348763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11"/>
          <p:cNvSpPr/>
          <p:nvPr/>
        </p:nvSpPr>
        <p:spPr>
          <a:xfrm>
            <a:off x="8114833" y="4853456"/>
            <a:ext cx="2006600" cy="2006600"/>
          </a:xfrm>
          <a:custGeom>
            <a:rect b="b" l="l" r="r" t="t"/>
            <a:pathLst>
              <a:path extrusionOk="0" h="2006600" w="2006600">
                <a:moveTo>
                  <a:pt x="1003182" y="0"/>
                </a:moveTo>
                <a:lnTo>
                  <a:pt x="951013" y="1067"/>
                </a:lnTo>
                <a:lnTo>
                  <a:pt x="899839" y="4269"/>
                </a:lnTo>
                <a:lnTo>
                  <a:pt x="849658" y="9605"/>
                </a:lnTo>
                <a:lnTo>
                  <a:pt x="800471" y="17076"/>
                </a:lnTo>
                <a:lnTo>
                  <a:pt x="752276" y="26679"/>
                </a:lnTo>
                <a:lnTo>
                  <a:pt x="705074" y="38416"/>
                </a:lnTo>
                <a:lnTo>
                  <a:pt x="658864" y="52285"/>
                </a:lnTo>
                <a:lnTo>
                  <a:pt x="613645" y="68286"/>
                </a:lnTo>
                <a:lnTo>
                  <a:pt x="569417" y="86419"/>
                </a:lnTo>
                <a:lnTo>
                  <a:pt x="526181" y="106683"/>
                </a:lnTo>
                <a:lnTo>
                  <a:pt x="483934" y="129077"/>
                </a:lnTo>
                <a:lnTo>
                  <a:pt x="439674" y="155893"/>
                </a:lnTo>
                <a:lnTo>
                  <a:pt x="397322" y="184699"/>
                </a:lnTo>
                <a:lnTo>
                  <a:pt x="356878" y="215495"/>
                </a:lnTo>
                <a:lnTo>
                  <a:pt x="318341" y="248282"/>
                </a:lnTo>
                <a:lnTo>
                  <a:pt x="281712" y="283058"/>
                </a:lnTo>
                <a:lnTo>
                  <a:pt x="246991" y="319826"/>
                </a:lnTo>
                <a:lnTo>
                  <a:pt x="214178" y="358583"/>
                </a:lnTo>
                <a:lnTo>
                  <a:pt x="183273" y="399331"/>
                </a:lnTo>
                <a:lnTo>
                  <a:pt x="154275" y="442070"/>
                </a:lnTo>
                <a:lnTo>
                  <a:pt x="127186" y="486798"/>
                </a:lnTo>
                <a:lnTo>
                  <a:pt x="105112" y="528252"/>
                </a:lnTo>
                <a:lnTo>
                  <a:pt x="85141" y="570802"/>
                </a:lnTo>
                <a:lnTo>
                  <a:pt x="67271" y="614449"/>
                </a:lnTo>
                <a:lnTo>
                  <a:pt x="51505" y="659191"/>
                </a:lnTo>
                <a:lnTo>
                  <a:pt x="37840" y="705031"/>
                </a:lnTo>
                <a:lnTo>
                  <a:pt x="26278" y="751967"/>
                </a:lnTo>
                <a:lnTo>
                  <a:pt x="16817" y="800001"/>
                </a:lnTo>
                <a:lnTo>
                  <a:pt x="9460" y="849131"/>
                </a:lnTo>
                <a:lnTo>
                  <a:pt x="4204" y="899360"/>
                </a:lnTo>
                <a:lnTo>
                  <a:pt x="1051" y="950686"/>
                </a:lnTo>
                <a:lnTo>
                  <a:pt x="0" y="1003110"/>
                </a:lnTo>
                <a:lnTo>
                  <a:pt x="1051" y="1055565"/>
                </a:lnTo>
                <a:lnTo>
                  <a:pt x="4204" y="1106983"/>
                </a:lnTo>
                <a:lnTo>
                  <a:pt x="9460" y="1157364"/>
                </a:lnTo>
                <a:lnTo>
                  <a:pt x="16818" y="1206709"/>
                </a:lnTo>
                <a:lnTo>
                  <a:pt x="26278" y="1255018"/>
                </a:lnTo>
                <a:lnTo>
                  <a:pt x="37840" y="1302292"/>
                </a:lnTo>
                <a:lnTo>
                  <a:pt x="51505" y="1348530"/>
                </a:lnTo>
                <a:lnTo>
                  <a:pt x="67272" y="1393732"/>
                </a:lnTo>
                <a:lnTo>
                  <a:pt x="85141" y="1437899"/>
                </a:lnTo>
                <a:lnTo>
                  <a:pt x="105112" y="1481031"/>
                </a:lnTo>
                <a:lnTo>
                  <a:pt x="127186" y="1523129"/>
                </a:lnTo>
                <a:lnTo>
                  <a:pt x="154275" y="1567150"/>
                </a:lnTo>
                <a:lnTo>
                  <a:pt x="183273" y="1609259"/>
                </a:lnTo>
                <a:lnTo>
                  <a:pt x="214178" y="1649453"/>
                </a:lnTo>
                <a:lnTo>
                  <a:pt x="246992" y="1687733"/>
                </a:lnTo>
                <a:lnTo>
                  <a:pt x="281713" y="1724098"/>
                </a:lnTo>
                <a:lnTo>
                  <a:pt x="318341" y="1758547"/>
                </a:lnTo>
                <a:lnTo>
                  <a:pt x="356878" y="1791078"/>
                </a:lnTo>
                <a:lnTo>
                  <a:pt x="397322" y="1821693"/>
                </a:lnTo>
                <a:lnTo>
                  <a:pt x="439674" y="1850389"/>
                </a:lnTo>
                <a:lnTo>
                  <a:pt x="483934" y="1877166"/>
                </a:lnTo>
                <a:lnTo>
                  <a:pt x="526181" y="1899556"/>
                </a:lnTo>
                <a:lnTo>
                  <a:pt x="569418" y="1919816"/>
                </a:lnTo>
                <a:lnTo>
                  <a:pt x="613645" y="1937946"/>
                </a:lnTo>
                <a:lnTo>
                  <a:pt x="658864" y="1953944"/>
                </a:lnTo>
                <a:lnTo>
                  <a:pt x="705074" y="1967811"/>
                </a:lnTo>
                <a:lnTo>
                  <a:pt x="752276" y="1979547"/>
                </a:lnTo>
                <a:lnTo>
                  <a:pt x="800471" y="1989149"/>
                </a:lnTo>
                <a:lnTo>
                  <a:pt x="849658" y="1996619"/>
                </a:lnTo>
                <a:lnTo>
                  <a:pt x="899839" y="2001955"/>
                </a:lnTo>
                <a:lnTo>
                  <a:pt x="951014" y="2005157"/>
                </a:lnTo>
                <a:lnTo>
                  <a:pt x="1003182" y="2006224"/>
                </a:lnTo>
                <a:lnTo>
                  <a:pt x="1055352" y="2005157"/>
                </a:lnTo>
                <a:lnTo>
                  <a:pt x="1106529" y="2001955"/>
                </a:lnTo>
                <a:lnTo>
                  <a:pt x="1156714" y="1996619"/>
                </a:lnTo>
                <a:lnTo>
                  <a:pt x="1205906" y="1989149"/>
                </a:lnTo>
                <a:lnTo>
                  <a:pt x="1254104" y="1979547"/>
                </a:lnTo>
                <a:lnTo>
                  <a:pt x="1301310" y="1967811"/>
                </a:lnTo>
                <a:lnTo>
                  <a:pt x="1347522" y="1953944"/>
                </a:lnTo>
                <a:lnTo>
                  <a:pt x="1392740" y="1937946"/>
                </a:lnTo>
                <a:lnTo>
                  <a:pt x="1436964" y="1919816"/>
                </a:lnTo>
                <a:lnTo>
                  <a:pt x="1480195" y="1899556"/>
                </a:lnTo>
                <a:lnTo>
                  <a:pt x="1522430" y="1877166"/>
                </a:lnTo>
                <a:lnTo>
                  <a:pt x="1567332" y="1850389"/>
                </a:lnTo>
                <a:lnTo>
                  <a:pt x="1610183" y="1821693"/>
                </a:lnTo>
                <a:lnTo>
                  <a:pt x="1650984" y="1791078"/>
                </a:lnTo>
                <a:lnTo>
                  <a:pt x="1689734" y="1758547"/>
                </a:lnTo>
                <a:lnTo>
                  <a:pt x="1726434" y="1724098"/>
                </a:lnTo>
                <a:lnTo>
                  <a:pt x="1761084" y="1687733"/>
                </a:lnTo>
                <a:lnTo>
                  <a:pt x="1793683" y="1649453"/>
                </a:lnTo>
                <a:lnTo>
                  <a:pt x="1824232" y="1609259"/>
                </a:lnTo>
                <a:lnTo>
                  <a:pt x="1852731" y="1567150"/>
                </a:lnTo>
                <a:lnTo>
                  <a:pt x="1879179" y="1523129"/>
                </a:lnTo>
                <a:lnTo>
                  <a:pt x="1901253" y="1481031"/>
                </a:lnTo>
                <a:lnTo>
                  <a:pt x="1921224" y="1437899"/>
                </a:lnTo>
                <a:lnTo>
                  <a:pt x="1939093" y="1393732"/>
                </a:lnTo>
                <a:lnTo>
                  <a:pt x="1954860" y="1348530"/>
                </a:lnTo>
                <a:lnTo>
                  <a:pt x="1968524" y="1302292"/>
                </a:lnTo>
                <a:lnTo>
                  <a:pt x="1980087" y="1255018"/>
                </a:lnTo>
                <a:lnTo>
                  <a:pt x="1989547" y="1206709"/>
                </a:lnTo>
                <a:lnTo>
                  <a:pt x="1996905" y="1157364"/>
                </a:lnTo>
                <a:lnTo>
                  <a:pt x="2002160" y="1106983"/>
                </a:lnTo>
                <a:lnTo>
                  <a:pt x="2005314" y="1055565"/>
                </a:lnTo>
                <a:lnTo>
                  <a:pt x="2006365" y="1003110"/>
                </a:lnTo>
                <a:lnTo>
                  <a:pt x="2005314" y="950686"/>
                </a:lnTo>
                <a:lnTo>
                  <a:pt x="2002160" y="899360"/>
                </a:lnTo>
                <a:lnTo>
                  <a:pt x="1996905" y="849131"/>
                </a:lnTo>
                <a:lnTo>
                  <a:pt x="1989547" y="800001"/>
                </a:lnTo>
                <a:lnTo>
                  <a:pt x="1980087" y="751967"/>
                </a:lnTo>
                <a:lnTo>
                  <a:pt x="1968524" y="705031"/>
                </a:lnTo>
                <a:lnTo>
                  <a:pt x="1954860" y="659191"/>
                </a:lnTo>
                <a:lnTo>
                  <a:pt x="1939093" y="614449"/>
                </a:lnTo>
                <a:lnTo>
                  <a:pt x="1921224" y="570802"/>
                </a:lnTo>
                <a:lnTo>
                  <a:pt x="1901252" y="528252"/>
                </a:lnTo>
                <a:lnTo>
                  <a:pt x="1879179" y="486798"/>
                </a:lnTo>
                <a:lnTo>
                  <a:pt x="1852731" y="442070"/>
                </a:lnTo>
                <a:lnTo>
                  <a:pt x="1824232" y="399331"/>
                </a:lnTo>
                <a:lnTo>
                  <a:pt x="1793683" y="358583"/>
                </a:lnTo>
                <a:lnTo>
                  <a:pt x="1761084" y="319826"/>
                </a:lnTo>
                <a:lnTo>
                  <a:pt x="1726434" y="283058"/>
                </a:lnTo>
                <a:lnTo>
                  <a:pt x="1689734" y="248282"/>
                </a:lnTo>
                <a:lnTo>
                  <a:pt x="1650984" y="215495"/>
                </a:lnTo>
                <a:lnTo>
                  <a:pt x="1610183" y="184699"/>
                </a:lnTo>
                <a:lnTo>
                  <a:pt x="1567332" y="155893"/>
                </a:lnTo>
                <a:lnTo>
                  <a:pt x="1522430" y="129077"/>
                </a:lnTo>
                <a:lnTo>
                  <a:pt x="1480194" y="106683"/>
                </a:lnTo>
                <a:lnTo>
                  <a:pt x="1436964" y="86419"/>
                </a:lnTo>
                <a:lnTo>
                  <a:pt x="1392740" y="68286"/>
                </a:lnTo>
                <a:lnTo>
                  <a:pt x="1347522" y="52285"/>
                </a:lnTo>
                <a:lnTo>
                  <a:pt x="1301310" y="38416"/>
                </a:lnTo>
                <a:lnTo>
                  <a:pt x="1254104" y="26679"/>
                </a:lnTo>
                <a:lnTo>
                  <a:pt x="1205905" y="17076"/>
                </a:lnTo>
                <a:lnTo>
                  <a:pt x="1156714" y="9605"/>
                </a:lnTo>
                <a:lnTo>
                  <a:pt x="1106529" y="4269"/>
                </a:lnTo>
                <a:lnTo>
                  <a:pt x="1055352" y="1067"/>
                </a:lnTo>
                <a:lnTo>
                  <a:pt x="1003182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111"/>
          <p:cNvSpPr/>
          <p:nvPr/>
        </p:nvSpPr>
        <p:spPr>
          <a:xfrm>
            <a:off x="10186075" y="4851935"/>
            <a:ext cx="2005964" cy="2006600"/>
          </a:xfrm>
          <a:custGeom>
            <a:rect b="b" l="l" r="r" t="t"/>
            <a:pathLst>
              <a:path extrusionOk="0" h="2006600" w="2005965">
                <a:moveTo>
                  <a:pt x="1080814" y="0"/>
                </a:moveTo>
                <a:lnTo>
                  <a:pt x="0" y="0"/>
                </a:lnTo>
                <a:lnTo>
                  <a:pt x="0" y="2006060"/>
                </a:lnTo>
                <a:lnTo>
                  <a:pt x="2005924" y="2006060"/>
                </a:lnTo>
                <a:lnTo>
                  <a:pt x="2005924" y="748380"/>
                </a:lnTo>
                <a:lnTo>
                  <a:pt x="1999326" y="675203"/>
                </a:lnTo>
                <a:lnTo>
                  <a:pt x="1981786" y="591077"/>
                </a:lnTo>
                <a:lnTo>
                  <a:pt x="1967297" y="543277"/>
                </a:lnTo>
                <a:lnTo>
                  <a:pt x="1949975" y="496815"/>
                </a:lnTo>
                <a:lnTo>
                  <a:pt x="1929920" y="451788"/>
                </a:lnTo>
                <a:lnTo>
                  <a:pt x="1907232" y="408297"/>
                </a:lnTo>
                <a:lnTo>
                  <a:pt x="1882012" y="366440"/>
                </a:lnTo>
                <a:lnTo>
                  <a:pt x="1854360" y="326316"/>
                </a:lnTo>
                <a:lnTo>
                  <a:pt x="1824376" y="288024"/>
                </a:lnTo>
                <a:lnTo>
                  <a:pt x="1792160" y="251664"/>
                </a:lnTo>
                <a:lnTo>
                  <a:pt x="1757812" y="217334"/>
                </a:lnTo>
                <a:lnTo>
                  <a:pt x="1721433" y="185133"/>
                </a:lnTo>
                <a:lnTo>
                  <a:pt x="1683123" y="155160"/>
                </a:lnTo>
                <a:lnTo>
                  <a:pt x="1642982" y="127515"/>
                </a:lnTo>
                <a:lnTo>
                  <a:pt x="1601109" y="102296"/>
                </a:lnTo>
                <a:lnTo>
                  <a:pt x="1557607" y="79603"/>
                </a:lnTo>
                <a:lnTo>
                  <a:pt x="1512574" y="59534"/>
                </a:lnTo>
                <a:lnTo>
                  <a:pt x="1466110" y="42188"/>
                </a:lnTo>
                <a:lnTo>
                  <a:pt x="1418317" y="27665"/>
                </a:lnTo>
                <a:lnTo>
                  <a:pt x="1369294" y="16064"/>
                </a:lnTo>
                <a:lnTo>
                  <a:pt x="1295859" y="5824"/>
                </a:lnTo>
                <a:lnTo>
                  <a:pt x="1252702" y="2959"/>
                </a:lnTo>
                <a:lnTo>
                  <a:pt x="1203402" y="1221"/>
                </a:lnTo>
                <a:lnTo>
                  <a:pt x="1146568" y="328"/>
                </a:lnTo>
                <a:lnTo>
                  <a:pt x="1080814" y="0"/>
                </a:lnTo>
                <a:close/>
              </a:path>
            </a:pathLst>
          </a:custGeom>
          <a:solidFill>
            <a:srgbClr val="EBF4F8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7" name="Google Shape;1747;p111"/>
          <p:cNvGrpSpPr/>
          <p:nvPr/>
        </p:nvGrpSpPr>
        <p:grpSpPr>
          <a:xfrm>
            <a:off x="658977" y="2668270"/>
            <a:ext cx="5830697" cy="1347215"/>
            <a:chOff x="658977" y="2668270"/>
            <a:chExt cx="5830697" cy="1347215"/>
          </a:xfrm>
        </p:grpSpPr>
        <p:pic>
          <p:nvPicPr>
            <p:cNvPr id="1748" name="Google Shape;1748;p1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8977" y="2668270"/>
              <a:ext cx="5830697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9" name="Google Shape;1749;p1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8977" y="3253181"/>
              <a:ext cx="2819781" cy="7623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0" name="Google Shape;1750;p111"/>
          <p:cNvSpPr/>
          <p:nvPr/>
        </p:nvSpPr>
        <p:spPr>
          <a:xfrm>
            <a:off x="9648443" y="6358128"/>
            <a:ext cx="45720" cy="260985"/>
          </a:xfrm>
          <a:custGeom>
            <a:rect b="b" l="l" r="r" t="t"/>
            <a:pathLst>
              <a:path extrusionOk="0" h="260984" w="45720">
                <a:moveTo>
                  <a:pt x="45720" y="0"/>
                </a:moveTo>
                <a:lnTo>
                  <a:pt x="0" y="0"/>
                </a:lnTo>
                <a:lnTo>
                  <a:pt x="0" y="260604"/>
                </a:lnTo>
                <a:lnTo>
                  <a:pt x="45720" y="260604"/>
                </a:lnTo>
                <a:lnTo>
                  <a:pt x="45720" y="0"/>
                </a:lnTo>
                <a:close/>
              </a:path>
            </a:pathLst>
          </a:custGeom>
          <a:solidFill>
            <a:srgbClr val="2E90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1" name="Google Shape;1751;p111"/>
          <p:cNvGrpSpPr/>
          <p:nvPr/>
        </p:nvGrpSpPr>
        <p:grpSpPr>
          <a:xfrm>
            <a:off x="7510398" y="1712976"/>
            <a:ext cx="4085844" cy="4604549"/>
            <a:chOff x="7510398" y="1712976"/>
            <a:chExt cx="4085844" cy="4604549"/>
          </a:xfrm>
        </p:grpSpPr>
        <p:pic>
          <p:nvPicPr>
            <p:cNvPr id="1752" name="Google Shape;1752;p1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55279" y="1712976"/>
              <a:ext cx="3345179" cy="3957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3" name="Google Shape;1753;p1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10398" y="5538342"/>
              <a:ext cx="4085844" cy="77918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2020-08-24T10:59:58Z</dcterms:created>
  <dc:creator>MIEM HSE course</dc:creator>
</cp:coreProperties>
</file>