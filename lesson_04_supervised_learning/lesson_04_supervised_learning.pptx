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slide8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slides/slide12.xml" ContentType="application/vnd.openxmlformats-officedocument.presentationml.slide+xml"/>
  <Override PartName="/ppt/slides/charts/chart7.xml" ContentType="application/vnd.openxmlformats-officedocument.drawingml.chart+xml"/>
  <Override PartName="/ppt/slides/slide13.xml" ContentType="application/vnd.openxmlformats-officedocument.presentationml.slide+xml"/>
  <Override PartName="/ppt/slides/charts/chart8.xml" ContentType="application/vnd.openxmlformats-officedocument.drawingml.chart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charts/chart9.xml" ContentType="application/vnd.openxmlformats-officedocument.drawingml.chart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9b07fffd54b4c5f" /><Relationship Type="http://schemas.openxmlformats.org/officeDocument/2006/relationships/extended-properties" Target="/docProps/app.xml" Id="R6f6086004dcc44d5" /><Relationship Type="http://schemas.openxmlformats.org/officeDocument/2006/relationships/officeDocument" Target="/ppt/presentation.xml" Id="R4380380706c6498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cda728e39dce4c5d"/>
  </p:sldMasterIdLst>
  <p:notesMasterIdLst>
    <p:notesMasterId xmlns:r="http://schemas.openxmlformats.org/officeDocument/2006/relationships" r:id="R5a2a5126ce0642dc"/>
  </p:notesMasterIdLst>
  <p:sldIdLst>
    <p:sldId xmlns:r="http://schemas.openxmlformats.org/officeDocument/2006/relationships" id="256" r:id="Rd5e790826fe84cf0"/>
    <p:sldId xmlns:r="http://schemas.openxmlformats.org/officeDocument/2006/relationships" id="257" r:id="Rfd83e93de89f42f7"/>
    <p:sldId xmlns:r="http://schemas.openxmlformats.org/officeDocument/2006/relationships" id="258" r:id="R3140b8a19fed4c1b"/>
    <p:sldId xmlns:r="http://schemas.openxmlformats.org/officeDocument/2006/relationships" id="259" r:id="Rdf9a6c70dd464cc4"/>
    <p:sldId xmlns:r="http://schemas.openxmlformats.org/officeDocument/2006/relationships" id="260" r:id="Rdfacf7f6944f4a21"/>
    <p:sldId xmlns:r="http://schemas.openxmlformats.org/officeDocument/2006/relationships" id="261" r:id="R4d9db0aebeab4bd0"/>
    <p:sldId xmlns:r="http://schemas.openxmlformats.org/officeDocument/2006/relationships" id="262" r:id="R087754c8b7f84dfd"/>
    <p:sldId xmlns:r="http://schemas.openxmlformats.org/officeDocument/2006/relationships" id="263" r:id="R4c6f6c0022844596"/>
    <p:sldId xmlns:r="http://schemas.openxmlformats.org/officeDocument/2006/relationships" id="264" r:id="R00cdbc3e56b7469d"/>
    <p:sldId xmlns:r="http://schemas.openxmlformats.org/officeDocument/2006/relationships" id="265" r:id="R3597de5287d84352"/>
    <p:sldId xmlns:r="http://schemas.openxmlformats.org/officeDocument/2006/relationships" id="266" r:id="R56a2ba6735ff4b24"/>
    <p:sldId xmlns:r="http://schemas.openxmlformats.org/officeDocument/2006/relationships" id="267" r:id="Rd7acd42267304883"/>
    <p:sldId xmlns:r="http://schemas.openxmlformats.org/officeDocument/2006/relationships" id="268" r:id="Rb7ea1fbbec9b4e5c"/>
    <p:sldId xmlns:r="http://schemas.openxmlformats.org/officeDocument/2006/relationships" id="269" r:id="R2dd7301445454840"/>
    <p:sldId xmlns:r="http://schemas.openxmlformats.org/officeDocument/2006/relationships" id="270" r:id="Rc93fde51e46d4e1d"/>
    <p:sldId xmlns:r="http://schemas.openxmlformats.org/officeDocument/2006/relationships" id="271" r:id="Rca1b8b715c9849ca"/>
    <p:sldId xmlns:r="http://schemas.openxmlformats.org/officeDocument/2006/relationships" id="272" r:id="Rf2f2474d97db4bd1"/>
    <p:sldId xmlns:r="http://schemas.openxmlformats.org/officeDocument/2006/relationships" id="273" r:id="R6f7ed68f53dc4ba7"/>
    <p:sldId xmlns:r="http://schemas.openxmlformats.org/officeDocument/2006/relationships" id="274" r:id="R456ea9b8ecf043e6"/>
  </p:sldIdLst>
  <p:sldSz cx="12192000" cy="6858000"/>
  <p:notesSz cx="6858000" cy="9144000"/>
  <p:embeddedFontLst>
    <p:embeddedFont>
      <p:font typeface="Play"/>
      <p:regular xmlns:r="http://schemas.openxmlformats.org/officeDocument/2006/relationships" r:id="R04e916dd487e4ed2"/>
      <p:bold xmlns:r="http://schemas.openxmlformats.org/officeDocument/2006/relationships" r:id="R72a0151b4eee46d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42A0CCC7-7F15-49A9-B57E-EC746E9F5DE4}">
  <a:tblStyle styleId="{42A0CCC7-7F15-49A9-B57E-EC746E9F5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72f84c4c524d45" /><Relationship Type="http://schemas.openxmlformats.org/officeDocument/2006/relationships/slideMaster" Target="/ppt/slideMasters/slideMaster1.xml" Id="Rcda728e39dce4c5d" /><Relationship Type="http://schemas.openxmlformats.org/officeDocument/2006/relationships/notesMaster" Target="/ppt/notesMasters/notesMaster1.xml" Id="R5a2a5126ce0642dc" /><Relationship Type="http://schemas.openxmlformats.org/officeDocument/2006/relationships/presProps" Target="/ppt/presProps.xml" Id="Rf927cbc489184828" /><Relationship Type="http://schemas.openxmlformats.org/officeDocument/2006/relationships/viewProps" Target="/ppt/viewProps.xml" Id="R4c53adfabbe246c6" /><Relationship Type="http://schemas.openxmlformats.org/officeDocument/2006/relationships/tableStyles" Target="/ppt/tableStyles.xml" Id="R377b377a05344b83" /><Relationship Type="http://schemas.openxmlformats.org/officeDocument/2006/relationships/font" Target="/ppt/fonts/font.dat" Id="R04e916dd487e4ed2" /><Relationship Type="http://schemas.openxmlformats.org/officeDocument/2006/relationships/font" Target="/ppt/fonts/font2.dat" Id="R72a0151b4eee46d7" /><Relationship Type="http://schemas.openxmlformats.org/officeDocument/2006/relationships/slide" Target="/ppt/slides/slide1.xml" Id="Rd5e790826fe84cf0" /><Relationship Type="http://schemas.openxmlformats.org/officeDocument/2006/relationships/slide" Target="/ppt/slides/slide2.xml" Id="Rfd83e93de89f42f7" /><Relationship Type="http://schemas.openxmlformats.org/officeDocument/2006/relationships/slide" Target="/ppt/slides/slide3.xml" Id="R3140b8a19fed4c1b" /><Relationship Type="http://schemas.openxmlformats.org/officeDocument/2006/relationships/slide" Target="/ppt/slides/slide4.xml" Id="Rdf9a6c70dd464cc4" /><Relationship Type="http://schemas.openxmlformats.org/officeDocument/2006/relationships/slide" Target="/ppt/slides/slide5.xml" Id="Rdfacf7f6944f4a21" /><Relationship Type="http://schemas.openxmlformats.org/officeDocument/2006/relationships/slide" Target="/ppt/slides/slide6.xml" Id="R4d9db0aebeab4bd0" /><Relationship Type="http://schemas.openxmlformats.org/officeDocument/2006/relationships/slide" Target="/ppt/slides/slide7.xml" Id="R087754c8b7f84dfd" /><Relationship Type="http://schemas.openxmlformats.org/officeDocument/2006/relationships/slide" Target="/ppt/slides/slide8.xml" Id="R4c6f6c0022844596" /><Relationship Type="http://schemas.openxmlformats.org/officeDocument/2006/relationships/slide" Target="/ppt/slides/slide9.xml" Id="R00cdbc3e56b7469d" /><Relationship Type="http://schemas.openxmlformats.org/officeDocument/2006/relationships/slide" Target="/ppt/slides/slide10.xml" Id="R3597de5287d84352" /><Relationship Type="http://schemas.openxmlformats.org/officeDocument/2006/relationships/slide" Target="/ppt/slides/slide11.xml" Id="R56a2ba6735ff4b24" /><Relationship Type="http://schemas.openxmlformats.org/officeDocument/2006/relationships/slide" Target="/ppt/slides/slide12.xml" Id="Rd7acd42267304883" /><Relationship Type="http://schemas.openxmlformats.org/officeDocument/2006/relationships/slide" Target="/ppt/slides/slide13.xml" Id="Rb7ea1fbbec9b4e5c" /><Relationship Type="http://schemas.openxmlformats.org/officeDocument/2006/relationships/slide" Target="/ppt/slides/slide14.xml" Id="R2dd7301445454840" /><Relationship Type="http://schemas.openxmlformats.org/officeDocument/2006/relationships/slide" Target="/ppt/slides/slide15.xml" Id="Rc93fde51e46d4e1d" /><Relationship Type="http://schemas.openxmlformats.org/officeDocument/2006/relationships/slide" Target="/ppt/slides/slide16.xml" Id="Rca1b8b715c9849ca" /><Relationship Type="http://schemas.openxmlformats.org/officeDocument/2006/relationships/slide" Target="/ppt/slides/slide17.xml" Id="Rf2f2474d97db4bd1" /><Relationship Type="http://schemas.openxmlformats.org/officeDocument/2006/relationships/slide" Target="/ppt/slides/slide18.xml" Id="R6f7ed68f53dc4ba7" /><Relationship Type="http://schemas.openxmlformats.org/officeDocument/2006/relationships/slide" Target="/ppt/slides/slide19.xml" Id="R456ea9b8ecf043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3357d8c39f48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2df1437ee4efe" /><Relationship Type="http://schemas.openxmlformats.org/officeDocument/2006/relationships/image" Target="/ppt/media/image.png" Id="R4345272352f84648" /><Relationship Type="http://schemas.openxmlformats.org/officeDocument/2006/relationships/image" Target="/ppt/media/image2.png" Id="Ra1505038bebb422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b23e44376f43df" /><Relationship Type="http://schemas.openxmlformats.org/officeDocument/2006/relationships/image" Target="/ppt/media/image3.png" Id="Ra4d5350f9fd541a1" /><Relationship Type="http://schemas.openxmlformats.org/officeDocument/2006/relationships/image" Target="/ppt/media/image4.png" Id="R12ef6f38df3949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51965bb37846c4" /><Relationship Type="http://schemas.openxmlformats.org/officeDocument/2006/relationships/image" Target="/ppt/media/image2.png" Id="Rc04fddf4b3534e85" /><Relationship Type="http://schemas.openxmlformats.org/officeDocument/2006/relationships/image" Target="/ppt/media/image5.png" Id="Rfed973f0320d40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34050a24f74ed6" /><Relationship Type="http://schemas.openxmlformats.org/officeDocument/2006/relationships/image" Target="/ppt/media/image4.png" Id="R7ff2e381b82c49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f454f459634a61" /><Relationship Type="http://schemas.openxmlformats.org/officeDocument/2006/relationships/image" Target="/ppt/media/image4.png" Id="R8ca6f725343b4aec" /><Relationship Type="http://schemas.openxmlformats.org/officeDocument/2006/relationships/image" Target="/ppt/media/image6.png" Id="R9ad8d41869b34d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94a3a14f00474c" /><Relationship Type="http://schemas.openxmlformats.org/officeDocument/2006/relationships/image" Target="/ppt/media/image2.png" Id="R80526dcb3d5b4bd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5c25106d44ef1" /><Relationship Type="http://schemas.openxmlformats.org/officeDocument/2006/relationships/image" Target="/ppt/media/image4.png" Id="R88efa0709dd44d2d" /><Relationship Type="http://schemas.openxmlformats.org/officeDocument/2006/relationships/image" Target="/ppt/media/image7.png" Id="Rbbed52711d364d4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174cce20bf469f" /><Relationship Type="http://schemas.openxmlformats.org/officeDocument/2006/relationships/image" Target="/ppt/media/image4.png" Id="R9d5bcbef969b4c9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60324ef534502" /><Relationship Type="http://schemas.openxmlformats.org/officeDocument/2006/relationships/image" Target="/ppt/media/image4.png" Id="Rfa5b53682f77406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878431a4264fab" /><Relationship Type="http://schemas.openxmlformats.org/officeDocument/2006/relationships/image" Target="/ppt/media/image8.png" Id="Rc8a74ae4c2d34e3f" /><Relationship Type="http://schemas.openxmlformats.org/officeDocument/2006/relationships/image" Target="/ppt/media/image4.png" Id="R6b88d329f7f347a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4b49835d7458a" /><Relationship Type="http://schemas.openxmlformats.org/officeDocument/2006/relationships/image" Target="/ppt/media/image4.png" Id="R522735a1272f4a34" /><Relationship Type="http://schemas.openxmlformats.org/officeDocument/2006/relationships/image" Target="/ppt/media/image6.png" Id="R7c40b8a5e0c8433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25e9dea11e4fc9" /><Relationship Type="http://schemas.openxmlformats.org/officeDocument/2006/relationships/image" Target="/ppt/media/image4.png" Id="R4d0c0dd1628a43f5" /><Relationship Type="http://schemas.openxmlformats.org/officeDocument/2006/relationships/image" Target="/ppt/media/image7.png" Id="R5674ff139a714309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109f7e4e104bb4" /><Relationship Type="http://schemas.openxmlformats.org/officeDocument/2006/relationships/image" Target="/ppt/media/image4.png" Id="R5a2e0a38816d4a6d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e04b73b824466" /><Relationship Type="http://schemas.openxmlformats.org/officeDocument/2006/relationships/image" Target="/ppt/media/image4.png" Id="R2970521761624f13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9649cff6a34ef3" /><Relationship Type="http://schemas.openxmlformats.org/officeDocument/2006/relationships/image" Target="/ppt/media/image4.png" Id="R88b23a4f71b24c57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ace7d6fe7442d9" /><Relationship Type="http://schemas.openxmlformats.org/officeDocument/2006/relationships/image" Target="/ppt/media/image4.png" Id="Rb961df8ad37d455c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fd7cc429ed46f2" /><Relationship Type="http://schemas.openxmlformats.org/officeDocument/2006/relationships/image" Target="/ppt/media/image9.png" Id="R74585c104ab74108" /><Relationship Type="http://schemas.openxmlformats.org/officeDocument/2006/relationships/image" Target="/ppt/media/image4.png" Id="R6dd74c5db2f94a05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048c879d224c1c" /><Relationship Type="http://schemas.openxmlformats.org/officeDocument/2006/relationships/image" Target="/ppt/media/image4.png" Id="R4c16a4721d514cc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944ddb8c164440" /><Relationship Type="http://schemas.openxmlformats.org/officeDocument/2006/relationships/image" Target="/ppt/media/image10.png" Id="R25ca4392daa84a4c" /><Relationship Type="http://schemas.openxmlformats.org/officeDocument/2006/relationships/image" Target="/ppt/media/image4.png" Id="Rff86168f99d34ae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02cd5469cb4809" /><Relationship Type="http://schemas.openxmlformats.org/officeDocument/2006/relationships/image" Target="/ppt/media/image11.png" Id="R112bc043539c430a" /><Relationship Type="http://schemas.openxmlformats.org/officeDocument/2006/relationships/image" Target="/ppt/media/image4.png" Id="R2322528a56d3474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f2d3d0f9fb4632" /><Relationship Type="http://schemas.openxmlformats.org/officeDocument/2006/relationships/image" Target="/ppt/media/image12.png" Id="R2160ede332234b0b" /><Relationship Type="http://schemas.openxmlformats.org/officeDocument/2006/relationships/image" Target="/ppt/media/image2.png" Id="Rc69fbc907a3f45bd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db6c03002442bb" /><Relationship Type="http://schemas.openxmlformats.org/officeDocument/2006/relationships/image" Target="/ppt/media/image2.png" Id="Rf98484914a1f4e9c" /><Relationship Type="http://schemas.openxmlformats.org/officeDocument/2006/relationships/image" Target="/ppt/media/image13.png" Id="R19b9c03ed5e74e6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ad33d9a1141ac" /><Relationship Type="http://schemas.openxmlformats.org/officeDocument/2006/relationships/image" Target="/ppt/media/image2.png" Id="R47367495487d4607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49d4f5a65470f" /><Relationship Type="http://schemas.openxmlformats.org/officeDocument/2006/relationships/image" Target="/ppt/media/image14.png" Id="R9e4aa897d083442f" /><Relationship Type="http://schemas.openxmlformats.org/officeDocument/2006/relationships/image" Target="/ppt/media/image2.png" Id="Re22487604d60462d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847747dd784724" /><Relationship Type="http://schemas.openxmlformats.org/officeDocument/2006/relationships/image" Target="/ppt/media/image15.png" Id="Rd8c23f204da545af" /><Relationship Type="http://schemas.openxmlformats.org/officeDocument/2006/relationships/image" Target="/ppt/media/image2.png" Id="R376fef48c6c7487b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129977b6d1410c" /><Relationship Type="http://schemas.openxmlformats.org/officeDocument/2006/relationships/image" Target="/ppt/media/image4.png" Id="Rc31942c09a994d71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5267796e0e4e9f" /><Relationship Type="http://schemas.openxmlformats.org/officeDocument/2006/relationships/image" Target="/ppt/media/image4.png" Id="R0fb582b4a06840e5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e233c8ed94909" /><Relationship Type="http://schemas.openxmlformats.org/officeDocument/2006/relationships/image" Target="/ppt/media/image4.png" Id="Rbd3d14a94c824998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868ac78dc448c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53cb49a24a44ce" /><Relationship Type="http://schemas.openxmlformats.org/officeDocument/2006/relationships/image" Target="/ppt/media/image4.png" Id="Re9f9c4b661c94a96" /></Relationships>
</file>

<file path=ppt/slideLayouts/slideLayout1.xml><?xml version="1.0" encoding="utf-8"?>
<p:sldLayout xmlns:p="http://schemas.openxmlformats.org/presentationml/2006/main" matchingName="1_Титульный слайд">
  <p:cSld name="1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3;p78">
            <a:extLst xmlns:a="http://schemas.openxmlformats.org/drawingml/2006/main">
              <a:ext uri="{FF2B5EF4-FFF2-40B4-BE49-F238E27FC236}">
                <a16:creationId xmlns:a16="http://schemas.microsoft.com/office/drawing/2014/main" id="{6D2F5A50-78E3-4793-A68F-D6A5351D37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45272352f8464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78">
            <a:extLst xmlns:a="http://schemas.openxmlformats.org/drawingml/2006/main">
              <a:ext uri="{FF2B5EF4-FFF2-40B4-BE49-F238E27FC236}">
                <a16:creationId xmlns:a16="http://schemas.microsoft.com/office/drawing/2014/main" id="{4CC46BB1-F2F7-4222-BB76-C9F50FC58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866865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78">
            <a:extLst xmlns:a="http://schemas.openxmlformats.org/drawingml/2006/main">
              <a:ext uri="{FF2B5EF4-FFF2-40B4-BE49-F238E27FC236}">
                <a16:creationId xmlns:a16="http://schemas.microsoft.com/office/drawing/2014/main" id="{93297518-F6AD-46A8-90DC-C1F21A5D3A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921912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78">
            <a:extLst xmlns:a="http://schemas.openxmlformats.org/drawingml/2006/main">
              <a:ext uri="{FF2B5EF4-FFF2-40B4-BE49-F238E27FC236}">
                <a16:creationId xmlns:a16="http://schemas.microsoft.com/office/drawing/2014/main" id="{3EF6218E-7F51-4AAE-A1B4-2A53A1F1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3" name="Google Shape;57;p78">
            <a:extLst xmlns:a="http://schemas.openxmlformats.org/drawingml/2006/main">
              <a:ext uri="{FF2B5EF4-FFF2-40B4-BE49-F238E27FC236}">
                <a16:creationId xmlns:a16="http://schemas.microsoft.com/office/drawing/2014/main" id="{245CE298-1272-446C-B019-610B75989F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505038bebb42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2_Титульный слайд раздела">
  <p:cSld name="2_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1">
            <a:extLst xmlns:a="http://schemas.openxmlformats.org/drawingml/2006/main">
              <a:ext uri="{FF2B5EF4-FFF2-40B4-BE49-F238E27FC236}">
                <a16:creationId xmlns:a16="http://schemas.microsoft.com/office/drawing/2014/main" id="{3E1F4F42-180C-4994-9542-7233360A60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63" name="Google Shape;60;p91">
            <a:extLst xmlns:a="http://schemas.openxmlformats.org/drawingml/2006/main">
              <a:ext uri="{FF2B5EF4-FFF2-40B4-BE49-F238E27FC236}">
                <a16:creationId xmlns:a16="http://schemas.microsoft.com/office/drawing/2014/main" id="{00F61C49-774E-4F8A-A37E-07FF5B539A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d5350f9fd541a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4" name="Google Shape;61;p91">
            <a:extLst xmlns:a="http://schemas.openxmlformats.org/drawingml/2006/main">
              <a:ext uri="{FF2B5EF4-FFF2-40B4-BE49-F238E27FC236}">
                <a16:creationId xmlns:a16="http://schemas.microsoft.com/office/drawing/2014/main" id="{5F97935A-63CC-41C0-9021-DACE53AD9E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ef6f38df3949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3_Титульный слайд">
  <p:cSld name="3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79">
            <a:extLst xmlns:a="http://schemas.openxmlformats.org/drawingml/2006/main">
              <a:ext uri="{FF2B5EF4-FFF2-40B4-BE49-F238E27FC236}">
                <a16:creationId xmlns:a16="http://schemas.microsoft.com/office/drawing/2014/main" id="{AD6D51BD-14B6-4C28-BE61-A84EEFD7F9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79">
            <a:extLst xmlns:a="http://schemas.openxmlformats.org/drawingml/2006/main">
              <a:ext uri="{FF2B5EF4-FFF2-40B4-BE49-F238E27FC236}">
                <a16:creationId xmlns:a16="http://schemas.microsoft.com/office/drawing/2014/main" id="{0ECA34F2-1D84-4AC8-BF3D-F0D31B87A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79">
            <a:extLst xmlns:a="http://schemas.openxmlformats.org/drawingml/2006/main">
              <a:ext uri="{FF2B5EF4-FFF2-40B4-BE49-F238E27FC236}">
                <a16:creationId xmlns:a16="http://schemas.microsoft.com/office/drawing/2014/main" id="{1D583EE1-088C-47D6-A357-EC7DBB02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Google Shape;66;p79">
            <a:extLst xmlns:a="http://schemas.openxmlformats.org/drawingml/2006/main">
              <a:ext uri="{FF2B5EF4-FFF2-40B4-BE49-F238E27FC236}">
                <a16:creationId xmlns:a16="http://schemas.microsoft.com/office/drawing/2014/main" id="{DDE31291-BC2E-4E3B-A7EC-23E289D6FA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4fddf4b3534e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2" name="Google Shape;67;p79">
            <a:extLst xmlns:a="http://schemas.openxmlformats.org/drawingml/2006/main">
              <a:ext uri="{FF2B5EF4-FFF2-40B4-BE49-F238E27FC236}">
                <a16:creationId xmlns:a16="http://schemas.microsoft.com/office/drawing/2014/main" id="{91F92B62-9781-4D8E-AA77-DB3759A0FE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d973f0320d40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3845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1_Заголовок">
  <p:cSld name="1_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90">
            <a:extLst xmlns:a="http://schemas.openxmlformats.org/drawingml/2006/main">
              <a:ext uri="{FF2B5EF4-FFF2-40B4-BE49-F238E27FC236}">
                <a16:creationId xmlns:a16="http://schemas.microsoft.com/office/drawing/2014/main" id="{AF020EE3-9457-4DD1-BDBB-BBBE911EAB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72" name="Google Shape;70;p90">
            <a:extLst xmlns:a="http://schemas.openxmlformats.org/drawingml/2006/main">
              <a:ext uri="{FF2B5EF4-FFF2-40B4-BE49-F238E27FC236}">
                <a16:creationId xmlns:a16="http://schemas.microsoft.com/office/drawing/2014/main" id="{E15D4D18-BBB1-44A0-9EA6-03D34236A3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f2e381b82c49a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2580" y="692150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matchingName="2_Финальный с QR + подпись">
  <p:cSld name="2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87">
            <a:extLst xmlns:a="http://schemas.openxmlformats.org/drawingml/2006/main">
              <a:ext uri="{FF2B5EF4-FFF2-40B4-BE49-F238E27FC236}">
                <a16:creationId xmlns:a16="http://schemas.microsoft.com/office/drawing/2014/main" id="{9083A82E-9915-45C3-889B-9F54CAEAA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87">
            <a:extLst xmlns:a="http://schemas.openxmlformats.org/drawingml/2006/main">
              <a:ext uri="{FF2B5EF4-FFF2-40B4-BE49-F238E27FC236}">
                <a16:creationId xmlns:a16="http://schemas.microsoft.com/office/drawing/2014/main" id="{A1862C87-7255-46AD-87EE-4DE7FD56190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87">
            <a:extLst xmlns:a="http://schemas.openxmlformats.org/drawingml/2006/main">
              <a:ext uri="{FF2B5EF4-FFF2-40B4-BE49-F238E27FC236}">
                <a16:creationId xmlns:a16="http://schemas.microsoft.com/office/drawing/2014/main" id="{58B97EF8-9F24-44F4-83C4-105D705E2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80" name="Google Shape;75;p87">
            <a:extLst xmlns:a="http://schemas.openxmlformats.org/drawingml/2006/main">
              <a:ext uri="{FF2B5EF4-FFF2-40B4-BE49-F238E27FC236}">
                <a16:creationId xmlns:a16="http://schemas.microsoft.com/office/drawing/2014/main" id="{33EC979B-F57F-45E5-8522-9A9D6E710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a6f725343b4a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1" name="Google Shape;76;p87">
            <a:extLst xmlns:a="http://schemas.openxmlformats.org/drawingml/2006/main">
              <a:ext uri="{FF2B5EF4-FFF2-40B4-BE49-F238E27FC236}">
                <a16:creationId xmlns:a16="http://schemas.microsoft.com/office/drawing/2014/main" id="{18FDD539-3E68-4206-82F6-1B3F38C0CB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ad8d41869b34d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Слайд со спикером">
  <p:cSld name="Слайд со спикером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80">
            <a:extLst xmlns:a="http://schemas.openxmlformats.org/drawingml/2006/main">
              <a:ext uri="{FF2B5EF4-FFF2-40B4-BE49-F238E27FC236}">
                <a16:creationId xmlns:a16="http://schemas.microsoft.com/office/drawing/2014/main" id="{513CB229-47D2-4E22-9E72-5D331D18FF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13" y="692150"/>
            <a:ext cx="6192838" cy="1380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9" name="Google Shape;79;p80">
            <a:extLst xmlns:a="http://schemas.openxmlformats.org/drawingml/2006/main">
              <a:ext uri="{FF2B5EF4-FFF2-40B4-BE49-F238E27FC236}">
                <a16:creationId xmlns:a16="http://schemas.microsoft.com/office/drawing/2014/main" id="{5B179B25-BD0E-4704-8521-14ACB0FE90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2357767"/>
            <a:ext cx="5142954" cy="21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85" name="Google Shape;80;p80">
            <a:extLst xmlns:a="http://schemas.openxmlformats.org/drawingml/2006/main">
              <a:ext uri="{FF2B5EF4-FFF2-40B4-BE49-F238E27FC236}">
                <a16:creationId xmlns:a16="http://schemas.microsoft.com/office/drawing/2014/main" id="{315D4AEB-0795-488F-826A-FD175F8E22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526dcb3d5b4bd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80">
            <a:extLst xmlns:a="http://schemas.openxmlformats.org/drawingml/2006/main">
              <a:ext uri="{FF2B5EF4-FFF2-40B4-BE49-F238E27FC236}">
                <a16:creationId xmlns:a16="http://schemas.microsoft.com/office/drawing/2014/main" id="{E6621A00-201D-4905-A1C5-598DE5E4C6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</p:spTree>
  </p:cSld>
</p:sldLayout>
</file>

<file path=ppt/slideLayouts/slideLayout7.xml><?xml version="1.0" encoding="utf-8"?>
<p:sldLayout xmlns:p="http://schemas.openxmlformats.org/presentationml/2006/main" matchingName="4_Финальный с QR + подпись">
  <p:cSld name="4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Google Shape;83;p86">
            <a:extLst xmlns:a="http://schemas.openxmlformats.org/drawingml/2006/main">
              <a:ext uri="{FF2B5EF4-FFF2-40B4-BE49-F238E27FC236}">
                <a16:creationId xmlns:a16="http://schemas.microsoft.com/office/drawing/2014/main" id="{24693AAF-2307-46B7-B4B0-C7DA6C9B5F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86">
            <a:extLst xmlns:a="http://schemas.openxmlformats.org/drawingml/2006/main">
              <a:ext uri="{FF2B5EF4-FFF2-40B4-BE49-F238E27FC236}">
                <a16:creationId xmlns:a16="http://schemas.microsoft.com/office/drawing/2014/main" id="{04AD51D1-A14E-474D-821F-75B676BCCFB2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5" name="Google Shape;85;p86">
            <a:extLst xmlns:a="http://schemas.openxmlformats.org/drawingml/2006/main">
              <a:ext uri="{FF2B5EF4-FFF2-40B4-BE49-F238E27FC236}">
                <a16:creationId xmlns:a16="http://schemas.microsoft.com/office/drawing/2014/main" id="{A523FB80-140D-4F30-A875-DDBC344C47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91" name="Google Shape;86;p86">
            <a:extLst xmlns:a="http://schemas.openxmlformats.org/drawingml/2006/main">
              <a:ext uri="{FF2B5EF4-FFF2-40B4-BE49-F238E27FC236}">
                <a16:creationId xmlns:a16="http://schemas.microsoft.com/office/drawing/2014/main" id="{AF2433BF-A55D-443D-AC71-4AC832D6AA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efa0709dd44d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2" name="Google Shape;87;p86">
            <a:extLst xmlns:a="http://schemas.openxmlformats.org/drawingml/2006/main">
              <a:ext uri="{FF2B5EF4-FFF2-40B4-BE49-F238E27FC236}">
                <a16:creationId xmlns:a16="http://schemas.microsoft.com/office/drawing/2014/main" id="{0AA81872-8CA5-4423-93B2-D5E5081AF1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ed52711d364d4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Заголовок + текст">
  <p:cSld name="Заголовок + текс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81">
            <a:extLst xmlns:a="http://schemas.openxmlformats.org/drawingml/2006/main">
              <a:ext uri="{FF2B5EF4-FFF2-40B4-BE49-F238E27FC236}">
                <a16:creationId xmlns:a16="http://schemas.microsoft.com/office/drawing/2014/main" id="{26DF3BEA-8A2D-4B72-97B2-91F5B14B1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81">
            <a:extLst xmlns:a="http://schemas.openxmlformats.org/drawingml/2006/main">
              <a:ext uri="{FF2B5EF4-FFF2-40B4-BE49-F238E27FC236}">
                <a16:creationId xmlns:a16="http://schemas.microsoft.com/office/drawing/2014/main" id="{62E2224D-829B-4C82-A01D-D92D2A333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94" name="Google Shape;91;p81">
            <a:extLst xmlns:a="http://schemas.openxmlformats.org/drawingml/2006/main">
              <a:ext uri="{FF2B5EF4-FFF2-40B4-BE49-F238E27FC236}">
                <a16:creationId xmlns:a16="http://schemas.microsoft.com/office/drawing/2014/main" id="{0D96CA68-67F4-49FE-AD96-CDE25EE2A0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5bcbef969b4c9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2 фактоида + текст">
  <p:cSld name="2 фактоида +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Google Shape;93;p96">
            <a:extLst xmlns:a="http://schemas.openxmlformats.org/drawingml/2006/main">
              <a:ext uri="{FF2B5EF4-FFF2-40B4-BE49-F238E27FC236}">
                <a16:creationId xmlns:a16="http://schemas.microsoft.com/office/drawing/2014/main" id="{272FCAEC-6BF7-4D48-8BBB-9D2CA0C8C1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1773238"/>
            <a:ext cx="5135728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4" name="Google Shape;94;p96">
            <a:extLst xmlns:a="http://schemas.openxmlformats.org/drawingml/2006/main">
              <a:ext uri="{FF2B5EF4-FFF2-40B4-BE49-F238E27FC236}">
                <a16:creationId xmlns:a16="http://schemas.microsoft.com/office/drawing/2014/main" id="{5340DAAD-2CFA-4202-ACD7-3D65467B96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5" name="Google Shape;95;p96">
            <a:extLst xmlns:a="http://schemas.openxmlformats.org/drawingml/2006/main">
              <a:ext uri="{FF2B5EF4-FFF2-40B4-BE49-F238E27FC236}">
                <a16:creationId xmlns:a16="http://schemas.microsoft.com/office/drawing/2014/main" id="{4DB49770-5505-48B6-9B9C-BD242DF6FB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6" name="Google Shape;96;p96">
            <a:extLst xmlns:a="http://schemas.openxmlformats.org/drawingml/2006/main">
              <a:ext uri="{FF2B5EF4-FFF2-40B4-BE49-F238E27FC236}">
                <a16:creationId xmlns:a16="http://schemas.microsoft.com/office/drawing/2014/main" id="{09ED0D13-FA2E-4ED8-A884-7A5E04E0D7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7339" y="3864033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7" name="Google Shape;97;p96">
            <a:extLst xmlns:a="http://schemas.openxmlformats.org/drawingml/2006/main">
              <a:ext uri="{FF2B5EF4-FFF2-40B4-BE49-F238E27FC236}">
                <a16:creationId xmlns:a16="http://schemas.microsoft.com/office/drawing/2014/main" id="{CEA262A0-96A0-4B89-89AE-5626E381F10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7338" y="5058095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8" name="Google Shape;98;p96">
            <a:extLst xmlns:a="http://schemas.openxmlformats.org/drawingml/2006/main">
              <a:ext uri="{FF2B5EF4-FFF2-40B4-BE49-F238E27FC236}">
                <a16:creationId xmlns:a16="http://schemas.microsoft.com/office/drawing/2014/main" id="{8EEFE89D-A616-4802-AFCB-D1577ECA0F7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96000" y="1773238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9" name="Google Shape;99;p96">
            <a:extLst xmlns:a="http://schemas.openxmlformats.org/drawingml/2006/main">
              <a:ext uri="{FF2B5EF4-FFF2-40B4-BE49-F238E27FC236}">
                <a16:creationId xmlns:a16="http://schemas.microsoft.com/office/drawing/2014/main" id="{83B69CAC-FDBB-40AB-BF0A-A128DA7F2E4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96000" y="2967300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08" name="Google Shape;100;p96">
            <a:extLst xmlns:a="http://schemas.openxmlformats.org/drawingml/2006/main">
              <a:ext uri="{FF2B5EF4-FFF2-40B4-BE49-F238E27FC236}">
                <a16:creationId xmlns:a16="http://schemas.microsoft.com/office/drawing/2014/main" id="{CE609FED-A301-4C04-96D2-1D4527F0E5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5b53682f77406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Титульный слайд раздела">
  <p:cSld name="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85">
            <a:extLst xmlns:a="http://schemas.openxmlformats.org/drawingml/2006/main">
              <a:ext uri="{FF2B5EF4-FFF2-40B4-BE49-F238E27FC236}">
                <a16:creationId xmlns:a16="http://schemas.microsoft.com/office/drawing/2014/main" id="{B93B54AB-FFD6-4EEF-AE1E-D3F36CAAA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06" name="Google Shape;103;p85">
            <a:extLst xmlns:a="http://schemas.openxmlformats.org/drawingml/2006/main">
              <a:ext uri="{FF2B5EF4-FFF2-40B4-BE49-F238E27FC236}">
                <a16:creationId xmlns:a16="http://schemas.microsoft.com/office/drawing/2014/main" id="{16FA5193-00E8-46C7-A6F0-F23AFE9B56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a74ae4c2d34e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1342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7" name="Google Shape;104;p85">
            <a:extLst xmlns:a="http://schemas.openxmlformats.org/drawingml/2006/main">
              <a:ext uri="{FF2B5EF4-FFF2-40B4-BE49-F238E27FC236}">
                <a16:creationId xmlns:a16="http://schemas.microsoft.com/office/drawing/2014/main" id="{69853A38-E786-40D0-A906-C3AA2DB7DF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b88d329f7f347a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2_Титульный слайд">
  <p:cSld name="2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88">
            <a:extLst xmlns:a="http://schemas.openxmlformats.org/drawingml/2006/main">
              <a:ext uri="{FF2B5EF4-FFF2-40B4-BE49-F238E27FC236}">
                <a16:creationId xmlns:a16="http://schemas.microsoft.com/office/drawing/2014/main" id="{782F8709-67BD-4C92-9FBE-122BDFFE8A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128"/>
            <a:ext cx="1022400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07" name="Google Shape;107;p88">
            <a:extLst xmlns:a="http://schemas.openxmlformats.org/drawingml/2006/main">
              <a:ext uri="{FF2B5EF4-FFF2-40B4-BE49-F238E27FC236}">
                <a16:creationId xmlns:a16="http://schemas.microsoft.com/office/drawing/2014/main" id="{A41675AD-758C-4CD1-BC26-4B473167C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783175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08" name="Google Shape;108;p88">
            <a:extLst xmlns:a="http://schemas.openxmlformats.org/drawingml/2006/main">
              <a:ext uri="{FF2B5EF4-FFF2-40B4-BE49-F238E27FC236}">
                <a16:creationId xmlns:a16="http://schemas.microsoft.com/office/drawing/2014/main" id="{48BCB255-EA1F-4941-B982-152A6E04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4" name="Google Shape;109;p88">
            <a:extLst xmlns:a="http://schemas.openxmlformats.org/drawingml/2006/main">
              <a:ext uri="{FF2B5EF4-FFF2-40B4-BE49-F238E27FC236}">
                <a16:creationId xmlns:a16="http://schemas.microsoft.com/office/drawing/2014/main" id="{DCFF2123-14BC-41D6-B963-30359304FF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2735a1272f4a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5" name="Google Shape;110;p88">
            <a:extLst xmlns:a="http://schemas.openxmlformats.org/drawingml/2006/main">
              <a:ext uri="{FF2B5EF4-FFF2-40B4-BE49-F238E27FC236}">
                <a16:creationId xmlns:a16="http://schemas.microsoft.com/office/drawing/2014/main" id="{96134A68-C602-4689-B19E-B3C7AC51D8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40b8a5e0c8433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4_Титульный слайд">
  <p:cSld name="4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Google Shape;112;p89">
            <a:extLst xmlns:a="http://schemas.openxmlformats.org/drawingml/2006/main">
              <a:ext uri="{FF2B5EF4-FFF2-40B4-BE49-F238E27FC236}">
                <a16:creationId xmlns:a16="http://schemas.microsoft.com/office/drawing/2014/main" id="{D31F1421-0B22-49D1-8A1F-D8F4C7B0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9" name="Google Shape;113;p89">
            <a:extLst xmlns:a="http://schemas.openxmlformats.org/drawingml/2006/main">
              <a:ext uri="{FF2B5EF4-FFF2-40B4-BE49-F238E27FC236}">
                <a16:creationId xmlns:a16="http://schemas.microsoft.com/office/drawing/2014/main" id="{95F4A55A-5239-4F63-AC53-959DF2AEE8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0c0dd1628a43f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4" name="Google Shape;114;p89">
            <a:extLst xmlns:a="http://schemas.openxmlformats.org/drawingml/2006/main">
              <a:ext uri="{FF2B5EF4-FFF2-40B4-BE49-F238E27FC236}">
                <a16:creationId xmlns:a16="http://schemas.microsoft.com/office/drawing/2014/main" id="{E956B07A-F169-4F62-ABDC-C440B10182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15" name="Google Shape;115;p89">
            <a:extLst xmlns:a="http://schemas.openxmlformats.org/drawingml/2006/main">
              <a:ext uri="{FF2B5EF4-FFF2-40B4-BE49-F238E27FC236}">
                <a16:creationId xmlns:a16="http://schemas.microsoft.com/office/drawing/2014/main" id="{05D1B4AB-9AF6-4821-9AC6-C382B031A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22" name="Google Shape;116;p89">
            <a:extLst xmlns:a="http://schemas.openxmlformats.org/drawingml/2006/main">
              <a:ext uri="{FF2B5EF4-FFF2-40B4-BE49-F238E27FC236}">
                <a16:creationId xmlns:a16="http://schemas.microsoft.com/office/drawing/2014/main" id="{754CDB69-CEFE-40FD-8442-E505A2BEE5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74ff139a7143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matchingName="Заголовок в 2 строки + объект">
  <p:cSld name="Заголовок в 2 строки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94">
            <a:extLst xmlns:a="http://schemas.openxmlformats.org/drawingml/2006/main">
              <a:ext uri="{FF2B5EF4-FFF2-40B4-BE49-F238E27FC236}">
                <a16:creationId xmlns:a16="http://schemas.microsoft.com/office/drawing/2014/main" id="{C86DE073-00CE-4E64-AB97-8E1EA77DDB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2040889"/>
            <a:ext cx="5424487" cy="4159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19" name="Google Shape;119;p94">
            <a:extLst xmlns:a="http://schemas.openxmlformats.org/drawingml/2006/main">
              <a:ext uri="{FF2B5EF4-FFF2-40B4-BE49-F238E27FC236}">
                <a16:creationId xmlns:a16="http://schemas.microsoft.com/office/drawing/2014/main" id="{3B78BD49-7168-460F-929C-BE8C08A4E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0" name="Google Shape;120;p94">
            <a:extLst xmlns:a="http://schemas.openxmlformats.org/drawingml/2006/main">
              <a:ext uri="{FF2B5EF4-FFF2-40B4-BE49-F238E27FC236}">
                <a16:creationId xmlns:a16="http://schemas.microsoft.com/office/drawing/2014/main" id="{462593EC-36E0-45A6-B073-28B91079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5" name="Google Shape;121;p94">
            <a:extLst xmlns:a="http://schemas.openxmlformats.org/drawingml/2006/main">
              <a:ext uri="{FF2B5EF4-FFF2-40B4-BE49-F238E27FC236}">
                <a16:creationId xmlns:a16="http://schemas.microsoft.com/office/drawing/2014/main" id="{C99EA6D8-58E1-46DA-B470-D0AF6A5362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2e0a38816d4a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Заголовок">
  <p:cSld name="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p95">
            <a:extLst xmlns:a="http://schemas.openxmlformats.org/drawingml/2006/main">
              <a:ext uri="{FF2B5EF4-FFF2-40B4-BE49-F238E27FC236}">
                <a16:creationId xmlns:a16="http://schemas.microsoft.com/office/drawing/2014/main" id="{3952C40A-E2B4-4D5F-B7E1-49D984394D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26" name="Google Shape;124;p95">
            <a:extLst xmlns:a="http://schemas.openxmlformats.org/drawingml/2006/main">
              <a:ext uri="{FF2B5EF4-FFF2-40B4-BE49-F238E27FC236}">
                <a16:creationId xmlns:a16="http://schemas.microsoft.com/office/drawing/2014/main" id="{6D5CA75B-BE7C-42BE-B2DF-F6C07BD03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70521761624f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Цитата без фото">
  <p:cSld name="Цитата без фот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97">
            <a:extLst xmlns:a="http://schemas.openxmlformats.org/drawingml/2006/main">
              <a:ext uri="{FF2B5EF4-FFF2-40B4-BE49-F238E27FC236}">
                <a16:creationId xmlns:a16="http://schemas.microsoft.com/office/drawing/2014/main" id="{F4D0D2F4-8A94-4D00-8FBD-6AE155CBD0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359150" y="692151"/>
            <a:ext cx="8174038" cy="160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7" name="Google Shape;127;p97">
            <a:extLst xmlns:a="http://schemas.openxmlformats.org/drawingml/2006/main">
              <a:ext uri="{FF2B5EF4-FFF2-40B4-BE49-F238E27FC236}">
                <a16:creationId xmlns:a16="http://schemas.microsoft.com/office/drawing/2014/main" id="{E02C253D-D8C1-44CE-A234-7D53045F38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59150" y="4646741"/>
            <a:ext cx="8200516" cy="318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8" name="Google Shape;128;p97">
            <a:extLst xmlns:a="http://schemas.openxmlformats.org/drawingml/2006/main">
              <a:ext uri="{FF2B5EF4-FFF2-40B4-BE49-F238E27FC236}">
                <a16:creationId xmlns:a16="http://schemas.microsoft.com/office/drawing/2014/main" id="{457A4B98-8AD8-46D7-9603-B9E821B60C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66814" y="2459421"/>
            <a:ext cx="8174038" cy="1609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Play"/>
                <a:ea typeface="Play"/>
                <a:cs typeface="Play"/>
              </a:defRPr>
            </a:lvl1pPr>
            <a:lvl2pPr marL="914400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9" name="Google Shape;129;p97">
            <a:extLst xmlns:a="http://schemas.openxmlformats.org/drawingml/2006/main">
              <a:ext uri="{FF2B5EF4-FFF2-40B4-BE49-F238E27FC236}">
                <a16:creationId xmlns:a16="http://schemas.microsoft.com/office/drawing/2014/main" id="{9504385E-1A1C-4742-BDAC-A39EC76A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-1049150"/>
            <a:ext cx="2058988" cy="447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sz="28800" b="1" i="0" u="none" cap="none">
                <a:solidFill>
                  <a:schemeClr val="accent1"/>
                </a:solidFill>
                <a:latin typeface="Play"/>
                <a:ea typeface="Play"/>
                <a:cs typeface="Play"/>
              </a:rPr>
              <a:t>«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Google Shape;130;p97">
            <a:extLst xmlns:a="http://schemas.openxmlformats.org/drawingml/2006/main">
              <a:ext uri="{FF2B5EF4-FFF2-40B4-BE49-F238E27FC236}">
                <a16:creationId xmlns:a16="http://schemas.microsoft.com/office/drawing/2014/main" id="{8E8A8C36-CADC-4791-85DA-649329EC47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pic>
        <p:nvPicPr>
          <p:cNvPr id="137" name="Google Shape;131;p97">
            <a:extLst xmlns:a="http://schemas.openxmlformats.org/drawingml/2006/main">
              <a:ext uri="{FF2B5EF4-FFF2-40B4-BE49-F238E27FC236}">
                <a16:creationId xmlns:a16="http://schemas.microsoft.com/office/drawing/2014/main" id="{979BAA07-6A5B-4D74-898E-6259496D6A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b23a4f71b24c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matchingName="2_Заголовок + текст в две колонки">
  <p:cSld name="2_Заголовок + текст в две колонки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98">
            <a:extLst xmlns:a="http://schemas.openxmlformats.org/drawingml/2006/main">
              <a:ext uri="{FF2B5EF4-FFF2-40B4-BE49-F238E27FC236}">
                <a16:creationId xmlns:a16="http://schemas.microsoft.com/office/drawing/2014/main" id="{6F926339-12EB-42C5-8947-E4BFB43A33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043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34" name="Google Shape;134;p98">
            <a:extLst xmlns:a="http://schemas.openxmlformats.org/drawingml/2006/main">
              <a:ext uri="{FF2B5EF4-FFF2-40B4-BE49-F238E27FC236}">
                <a16:creationId xmlns:a16="http://schemas.microsoft.com/office/drawing/2014/main" id="{6D04C8A1-00DB-429F-B2D1-34276954D2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28824" y="1773239"/>
            <a:ext cx="5304364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35" name="Google Shape;135;p98">
            <a:extLst xmlns:a="http://schemas.openxmlformats.org/drawingml/2006/main">
              <a:ext uri="{FF2B5EF4-FFF2-40B4-BE49-F238E27FC236}">
                <a16:creationId xmlns:a16="http://schemas.microsoft.com/office/drawing/2014/main" id="{ED42AA21-62E7-4B80-8240-10BD33A8E3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40" name="Google Shape;136;p98">
            <a:extLst xmlns:a="http://schemas.openxmlformats.org/drawingml/2006/main">
              <a:ext uri="{FF2B5EF4-FFF2-40B4-BE49-F238E27FC236}">
                <a16:creationId xmlns:a16="http://schemas.microsoft.com/office/drawing/2014/main" id="{B30EFED2-46FF-4E51-9ACA-39E64785C4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61df8ad37d455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matchingName="Мокап телефона ">
  <p:cSld name="Мокап телефона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99">
            <a:extLst xmlns:a="http://schemas.openxmlformats.org/drawingml/2006/main">
              <a:ext uri="{FF2B5EF4-FFF2-40B4-BE49-F238E27FC236}">
                <a16:creationId xmlns:a16="http://schemas.microsoft.com/office/drawing/2014/main" id="{4AC1FEAC-B081-4F50-99A0-BDC8B01E4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9" name="Google Shape;139;p99">
            <a:extLst xmlns:a="http://schemas.openxmlformats.org/drawingml/2006/main">
              <a:ext uri="{FF2B5EF4-FFF2-40B4-BE49-F238E27FC236}">
                <a16:creationId xmlns:a16="http://schemas.microsoft.com/office/drawing/2014/main" id="{F6495DD6-FB0E-4431-BD2F-980A4D98B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55970"/>
            <a:ext cx="5418666" cy="414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0" name="Google Shape;140;p99">
            <a:extLst xmlns:a="http://schemas.openxmlformats.org/drawingml/2006/main">
              <a:ext uri="{FF2B5EF4-FFF2-40B4-BE49-F238E27FC236}">
                <a16:creationId xmlns:a16="http://schemas.microsoft.com/office/drawing/2014/main" id="{C9B604BA-D7BA-4ADB-ADE4-23F75C2CA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48" name="Google Shape;141;p99">
            <a:extLst xmlns:a="http://schemas.openxmlformats.org/drawingml/2006/main">
              <a:ext uri="{FF2B5EF4-FFF2-40B4-BE49-F238E27FC236}">
                <a16:creationId xmlns:a16="http://schemas.microsoft.com/office/drawing/2014/main" id="{E41420C4-A353-46C3-A84C-2CF285A066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585c104ab7410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82421" y="452282"/>
            <a:ext cx="3174791" cy="599138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99">
            <a:extLst xmlns:a="http://schemas.openxmlformats.org/drawingml/2006/main">
              <a:ext uri="{FF2B5EF4-FFF2-40B4-BE49-F238E27FC236}">
                <a16:creationId xmlns:a16="http://schemas.microsoft.com/office/drawing/2014/main" id="{1AD45DC5-858E-42ED-98AD-78E2A159AE42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51157" y="814745"/>
            <a:ext cx="2430752" cy="52607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50" name="Google Shape;143;p99">
            <a:extLst xmlns:a="http://schemas.openxmlformats.org/drawingml/2006/main">
              <a:ext uri="{FF2B5EF4-FFF2-40B4-BE49-F238E27FC236}">
                <a16:creationId xmlns:a16="http://schemas.microsoft.com/office/drawing/2014/main" id="{6A0C84CF-A3D0-4860-8EC6-811FEB5B8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d74c5db2f94a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matchingName="Заголовок + скриншот (1)">
  <p:cSld name="Заголовок + скриншот (1)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100">
            <a:extLst xmlns:a="http://schemas.openxmlformats.org/drawingml/2006/main">
              <a:ext uri="{FF2B5EF4-FFF2-40B4-BE49-F238E27FC236}">
                <a16:creationId xmlns:a16="http://schemas.microsoft.com/office/drawing/2014/main" id="{CA79422D-1307-494A-BD33-B80817995B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692150"/>
            <a:ext cx="5437187" cy="550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100">
            <a:extLst xmlns:a="http://schemas.openxmlformats.org/drawingml/2006/main">
              <a:ext uri="{FF2B5EF4-FFF2-40B4-BE49-F238E27FC236}">
                <a16:creationId xmlns:a16="http://schemas.microsoft.com/office/drawing/2014/main" id="{7AC54B3C-B24C-463A-95DC-2E0203D4A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100">
            <a:extLst xmlns:a="http://schemas.openxmlformats.org/drawingml/2006/main">
              <a:ext uri="{FF2B5EF4-FFF2-40B4-BE49-F238E27FC236}">
                <a16:creationId xmlns:a16="http://schemas.microsoft.com/office/drawing/2014/main" id="{C50FCC27-6519-448D-9C33-AAFA2542A5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52" name="Google Shape;148;p100">
            <a:extLst xmlns:a="http://schemas.openxmlformats.org/drawingml/2006/main">
              <a:ext uri="{FF2B5EF4-FFF2-40B4-BE49-F238E27FC236}">
                <a16:creationId xmlns:a16="http://schemas.microsoft.com/office/drawing/2014/main" id="{AA62818E-F419-4E02-A483-52139EC4C0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16a4721d514cc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Паттерн + фото">
  <p:cSld name="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p101">
            <a:extLst xmlns:a="http://schemas.openxmlformats.org/drawingml/2006/main">
              <a:ext uri="{FF2B5EF4-FFF2-40B4-BE49-F238E27FC236}">
                <a16:creationId xmlns:a16="http://schemas.microsoft.com/office/drawing/2014/main" id="{5471E9A2-80B9-462F-B760-04B2D634E1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1" name="Google Shape;151;p101">
            <a:extLst xmlns:a="http://schemas.openxmlformats.org/drawingml/2006/main">
              <a:ext uri="{FF2B5EF4-FFF2-40B4-BE49-F238E27FC236}">
                <a16:creationId xmlns:a16="http://schemas.microsoft.com/office/drawing/2014/main" id="{9CD6165F-C490-4F66-AF40-D98FCAD025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56" name="Google Shape;152;p101">
            <a:extLst xmlns:a="http://schemas.openxmlformats.org/drawingml/2006/main">
              <a:ext uri="{FF2B5EF4-FFF2-40B4-BE49-F238E27FC236}">
                <a16:creationId xmlns:a16="http://schemas.microsoft.com/office/drawing/2014/main" id="{EDEE9B24-7054-465A-A3E2-74B31E577F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ca4392daa84a4c">
            <a:alphaModFix/>
          </a:blip>
          <a:srcRect xmlns:a="http://schemas.openxmlformats.org/drawingml/2006/main" l="621" t="0" r="0" b="39"/>
          <a:stretch xmlns:a="http://schemas.openxmlformats.org/drawingml/2006/main"/>
        </p:blipFill>
        <p:spPr>
          <a:xfrm xmlns:a="http://schemas.openxmlformats.org/drawingml/2006/main">
            <a:off x="5335631" y="0"/>
            <a:ext cx="6872200" cy="6855356"/>
          </a:xfrm>
          <a:ln xmlns:a="http://schemas.openxmlformats.org/drawingml/2006/main">
            <a:noFill/>
          </a:ln>
        </p:spPr>
      </p:pic>
      <p:pic>
        <p:nvPicPr>
          <p:cNvPr id="157" name="Google Shape;153;p101">
            <a:extLst xmlns:a="http://schemas.openxmlformats.org/drawingml/2006/main">
              <a:ext uri="{FF2B5EF4-FFF2-40B4-BE49-F238E27FC236}">
                <a16:creationId xmlns:a16="http://schemas.microsoft.com/office/drawing/2014/main" id="{9399C052-8430-45E7-B27C-0B2DEE51AE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86168f99d34a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0.xml><?xml version="1.0" encoding="utf-8"?>
<p:sldLayout xmlns:p="http://schemas.openxmlformats.org/presentationml/2006/main" matchingName="1_Паттерн + фото">
  <p:cSld name="1_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02">
            <a:extLst xmlns:a="http://schemas.openxmlformats.org/drawingml/2006/main">
              <a:ext uri="{FF2B5EF4-FFF2-40B4-BE49-F238E27FC236}">
                <a16:creationId xmlns:a16="http://schemas.microsoft.com/office/drawing/2014/main" id="{C8067CA2-FFCD-44CA-8E6D-94FD5377A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102">
            <a:extLst xmlns:a="http://schemas.openxmlformats.org/drawingml/2006/main">
              <a:ext uri="{FF2B5EF4-FFF2-40B4-BE49-F238E27FC236}">
                <a16:creationId xmlns:a16="http://schemas.microsoft.com/office/drawing/2014/main" id="{FBE568C5-F113-4EFD-9E76-7C5FA966A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61" name="Google Shape;157;p102">
            <a:extLst xmlns:a="http://schemas.openxmlformats.org/drawingml/2006/main">
              <a:ext uri="{FF2B5EF4-FFF2-40B4-BE49-F238E27FC236}">
                <a16:creationId xmlns:a16="http://schemas.microsoft.com/office/drawing/2014/main" id="{5CDCA48D-8D27-4614-AFEA-DEAD95CDC9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2bc043539c430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3139" y="0"/>
            <a:ext cx="6858000" cy="6858000"/>
          </a:xfrm>
          <a:ln xmlns:a="http://schemas.openxmlformats.org/drawingml/2006/main">
            <a:noFill/>
          </a:ln>
        </p:spPr>
      </p:pic>
      <p:pic>
        <p:nvPicPr>
          <p:cNvPr id="162" name="Google Shape;158;p102">
            <a:extLst xmlns:a="http://schemas.openxmlformats.org/drawingml/2006/main">
              <a:ext uri="{FF2B5EF4-FFF2-40B4-BE49-F238E27FC236}">
                <a16:creationId xmlns:a16="http://schemas.microsoft.com/office/drawing/2014/main" id="{17F30FD6-F882-49EC-9ED0-D2802C0CD0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22528a56d347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matchingName="Финальный с QR + подпись">
  <p:cSld name="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6" name="Google Shape;160;p103">
            <a:extLst xmlns:a="http://schemas.openxmlformats.org/drawingml/2006/main">
              <a:ext uri="{FF2B5EF4-FFF2-40B4-BE49-F238E27FC236}">
                <a16:creationId xmlns:a16="http://schemas.microsoft.com/office/drawing/2014/main" id="{87E166BB-6AE2-46B9-9FC4-826FE25424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60ede332234b0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23251" y="692149"/>
            <a:ext cx="6168749" cy="61687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103">
            <a:extLst xmlns:a="http://schemas.openxmlformats.org/drawingml/2006/main">
              <a:ext uri="{FF2B5EF4-FFF2-40B4-BE49-F238E27FC236}">
                <a16:creationId xmlns:a16="http://schemas.microsoft.com/office/drawing/2014/main" id="{7D8C5480-E819-454C-A730-5A16C2EB38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2" name="Google Shape;162;p103">
            <a:extLst xmlns:a="http://schemas.openxmlformats.org/drawingml/2006/main">
              <a:ext uri="{FF2B5EF4-FFF2-40B4-BE49-F238E27FC236}">
                <a16:creationId xmlns:a16="http://schemas.microsoft.com/office/drawing/2014/main" id="{5C929561-49EF-410E-BD09-F320494EF93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3" name="Google Shape;163;p103">
            <a:extLst xmlns:a="http://schemas.openxmlformats.org/drawingml/2006/main">
              <a:ext uri="{FF2B5EF4-FFF2-40B4-BE49-F238E27FC236}">
                <a16:creationId xmlns:a16="http://schemas.microsoft.com/office/drawing/2014/main" id="{673C4A70-C520-4B57-9CB3-03F7A34B71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0" name="Google Shape;164;p103">
            <a:extLst xmlns:a="http://schemas.openxmlformats.org/drawingml/2006/main">
              <a:ext uri="{FF2B5EF4-FFF2-40B4-BE49-F238E27FC236}">
                <a16:creationId xmlns:a16="http://schemas.microsoft.com/office/drawing/2014/main" id="{13DEFEF2-FFF0-480A-AD56-CE0A0819F0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9fbc907a3f45b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3_Финальный с QR + подпись">
  <p:cSld name="3_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p104">
            <a:extLst xmlns:a="http://schemas.openxmlformats.org/drawingml/2006/main">
              <a:ext uri="{FF2B5EF4-FFF2-40B4-BE49-F238E27FC236}">
                <a16:creationId xmlns:a16="http://schemas.microsoft.com/office/drawing/2014/main" id="{524DE69F-1E10-41EF-93D4-F9DF10B1D1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104">
            <a:extLst xmlns:a="http://schemas.openxmlformats.org/drawingml/2006/main">
              <a:ext uri="{FF2B5EF4-FFF2-40B4-BE49-F238E27FC236}">
                <a16:creationId xmlns:a16="http://schemas.microsoft.com/office/drawing/2014/main" id="{24F607A9-7E0A-4506-A779-2D6D74252D8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8" name="Google Shape;168;p104">
            <a:extLst xmlns:a="http://schemas.openxmlformats.org/drawingml/2006/main">
              <a:ext uri="{FF2B5EF4-FFF2-40B4-BE49-F238E27FC236}">
                <a16:creationId xmlns:a16="http://schemas.microsoft.com/office/drawing/2014/main" id="{3C7D7B5B-F293-45C3-990C-C62A52517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4" name="Google Shape;169;p104">
            <a:extLst xmlns:a="http://schemas.openxmlformats.org/drawingml/2006/main">
              <a:ext uri="{FF2B5EF4-FFF2-40B4-BE49-F238E27FC236}">
                <a16:creationId xmlns:a16="http://schemas.microsoft.com/office/drawing/2014/main" id="{D62E6A42-E477-49CC-B42D-0B9635FCD6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8484914a1f4e9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70;p104">
            <a:extLst xmlns:a="http://schemas.openxmlformats.org/drawingml/2006/main">
              <a:ext uri="{FF2B5EF4-FFF2-40B4-BE49-F238E27FC236}">
                <a16:creationId xmlns:a16="http://schemas.microsoft.com/office/drawing/2014/main" id="{137DBCCB-5A20-4862-A798-492DA69DD0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b9c03ed5e74e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3.xml><?xml version="1.0" encoding="utf-8"?>
<p:sldLayout xmlns:p="http://schemas.openxmlformats.org/presentationml/2006/main" matchingName="Пользовательский макет">
  <p:cSld name="Пользовательский макет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105">
            <a:extLst xmlns:a="http://schemas.openxmlformats.org/drawingml/2006/main">
              <a:ext uri="{FF2B5EF4-FFF2-40B4-BE49-F238E27FC236}">
                <a16:creationId xmlns:a16="http://schemas.microsoft.com/office/drawing/2014/main" id="{16C1C66B-93F8-4DAF-B875-6D64C072F1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105">
            <a:extLst xmlns:a="http://schemas.openxmlformats.org/drawingml/2006/main">
              <a:ext uri="{FF2B5EF4-FFF2-40B4-BE49-F238E27FC236}">
                <a16:creationId xmlns:a16="http://schemas.microsoft.com/office/drawing/2014/main" id="{9871BC82-2361-483B-B9A1-D0B1CD88E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7" name="Google Shape;174;p105">
            <a:extLst xmlns:a="http://schemas.openxmlformats.org/drawingml/2006/main">
              <a:ext uri="{FF2B5EF4-FFF2-40B4-BE49-F238E27FC236}">
                <a16:creationId xmlns:a16="http://schemas.microsoft.com/office/drawing/2014/main" id="{8B7C9099-2A35-4AB0-8F96-8B1E4B4CBC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367495487d460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4.xml><?xml version="1.0" encoding="utf-8"?>
<p:sldLayout xmlns:p="http://schemas.openxmlformats.org/presentationml/2006/main" matchingName="1_Титульный слайд раздела">
  <p:cSld name="1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92">
            <a:extLst xmlns:a="http://schemas.openxmlformats.org/drawingml/2006/main">
              <a:ext uri="{FF2B5EF4-FFF2-40B4-BE49-F238E27FC236}">
                <a16:creationId xmlns:a16="http://schemas.microsoft.com/office/drawing/2014/main" id="{C8A6A4FA-61DA-4770-A57D-3886E106A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0" name="Google Shape;177;p92">
            <a:extLst xmlns:a="http://schemas.openxmlformats.org/drawingml/2006/main">
              <a:ext uri="{FF2B5EF4-FFF2-40B4-BE49-F238E27FC236}">
                <a16:creationId xmlns:a16="http://schemas.microsoft.com/office/drawing/2014/main" id="{D62609CF-2D0F-4821-A5F8-0988EE1D93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e4aa897d08344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78;p92">
            <a:extLst xmlns:a="http://schemas.openxmlformats.org/drawingml/2006/main">
              <a:ext uri="{FF2B5EF4-FFF2-40B4-BE49-F238E27FC236}">
                <a16:creationId xmlns:a16="http://schemas.microsoft.com/office/drawing/2014/main" id="{FD1082AE-BE45-471C-A7D9-B520619CC2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2487604d6046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5.xml><?xml version="1.0" encoding="utf-8"?>
<p:sldLayout xmlns:p="http://schemas.openxmlformats.org/presentationml/2006/main" matchingName="3_Титульный слайд раздела">
  <p:cSld name="3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83">
            <a:extLst xmlns:a="http://schemas.openxmlformats.org/drawingml/2006/main">
              <a:ext uri="{FF2B5EF4-FFF2-40B4-BE49-F238E27FC236}">
                <a16:creationId xmlns:a16="http://schemas.microsoft.com/office/drawing/2014/main" id="{FA301F0C-38F8-46AF-977D-B057D8EE07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4" name="Google Shape;181;p83">
            <a:extLst xmlns:a="http://schemas.openxmlformats.org/drawingml/2006/main">
              <a:ext uri="{FF2B5EF4-FFF2-40B4-BE49-F238E27FC236}">
                <a16:creationId xmlns:a16="http://schemas.microsoft.com/office/drawing/2014/main" id="{FAFD35CF-A1C3-4689-8E8B-3CBBFCA7D6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c23f204da545a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5" name="Google Shape;182;p83">
            <a:extLst xmlns:a="http://schemas.openxmlformats.org/drawingml/2006/main">
              <a:ext uri="{FF2B5EF4-FFF2-40B4-BE49-F238E27FC236}">
                <a16:creationId xmlns:a16="http://schemas.microsoft.com/office/drawing/2014/main" id="{09D171E4-4A18-4441-B405-4EF017DFB3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6fef48c6c7487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6.xml><?xml version="1.0" encoding="utf-8"?>
<p:sldLayout xmlns:p="http://schemas.openxmlformats.org/presentationml/2006/main" matchingName="Заголовок + объект">
  <p:cSld name="Заголовок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106">
            <a:extLst xmlns:a="http://schemas.openxmlformats.org/drawingml/2006/main">
              <a:ext uri="{FF2B5EF4-FFF2-40B4-BE49-F238E27FC236}">
                <a16:creationId xmlns:a16="http://schemas.microsoft.com/office/drawing/2014/main" id="{F0A4ACF4-976C-475F-B52C-FB6E68E95E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74375" cy="4447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5" name="Google Shape;185;p106">
            <a:extLst xmlns:a="http://schemas.openxmlformats.org/drawingml/2006/main">
              <a:ext uri="{FF2B5EF4-FFF2-40B4-BE49-F238E27FC236}">
                <a16:creationId xmlns:a16="http://schemas.microsoft.com/office/drawing/2014/main" id="{D5BDF457-FF66-4059-ACB5-1C50CBA8A4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9" name="Google Shape;186;p106">
            <a:extLst xmlns:a="http://schemas.openxmlformats.org/drawingml/2006/main">
              <a:ext uri="{FF2B5EF4-FFF2-40B4-BE49-F238E27FC236}">
                <a16:creationId xmlns:a16="http://schemas.microsoft.com/office/drawing/2014/main" id="{2F49EB32-05BC-4E7A-B30D-D98429D03A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1942c09a994d7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7.xml><?xml version="1.0" encoding="utf-8"?>
<p:sldLayout xmlns:p="http://schemas.openxmlformats.org/presentationml/2006/main" matchingName="Заголовок + 2 объекта">
  <p:cSld name="Заголовок + 2 объекта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107">
            <a:extLst xmlns:a="http://schemas.openxmlformats.org/drawingml/2006/main">
              <a:ext uri="{FF2B5EF4-FFF2-40B4-BE49-F238E27FC236}">
                <a16:creationId xmlns:a16="http://schemas.microsoft.com/office/drawing/2014/main" id="{DC25AE3B-EB1E-4773-B9FB-98631CD02E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170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9" name="Google Shape;189;p107">
            <a:extLst xmlns:a="http://schemas.openxmlformats.org/drawingml/2006/main">
              <a:ext uri="{FF2B5EF4-FFF2-40B4-BE49-F238E27FC236}">
                <a16:creationId xmlns:a16="http://schemas.microsoft.com/office/drawing/2014/main" id="{4E983CF9-795C-43D4-AAC1-41D5D21F7F0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97604" y="1773238"/>
            <a:ext cx="5317062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0" name="Google Shape;190;p107">
            <a:extLst xmlns:a="http://schemas.openxmlformats.org/drawingml/2006/main">
              <a:ext uri="{FF2B5EF4-FFF2-40B4-BE49-F238E27FC236}">
                <a16:creationId xmlns:a16="http://schemas.microsoft.com/office/drawing/2014/main" id="{28FE24F1-0910-418D-83E9-8F3BBFBBEE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95" name="Google Shape;191;p107">
            <a:extLst xmlns:a="http://schemas.openxmlformats.org/drawingml/2006/main">
              <a:ext uri="{FF2B5EF4-FFF2-40B4-BE49-F238E27FC236}">
                <a16:creationId xmlns:a16="http://schemas.microsoft.com/office/drawing/2014/main" id="{B0D852DC-55ED-4A75-BC0F-1B48CEA9E3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b582b4a06840e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8.xml><?xml version="1.0" encoding="utf-8"?>
<p:sldLayout xmlns:p="http://schemas.openxmlformats.org/presentationml/2006/main" matchingName="1 фото">
  <p:cSld name="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8">
            <a:extLst xmlns:a="http://schemas.openxmlformats.org/drawingml/2006/main">
              <a:ext uri="{FF2B5EF4-FFF2-40B4-BE49-F238E27FC236}">
                <a16:creationId xmlns:a16="http://schemas.microsoft.com/office/drawing/2014/main" id="{70CC19AE-046F-48B9-B5E0-DDCDA6A36E0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4" name="Google Shape;194;p108">
            <a:extLst xmlns:a="http://schemas.openxmlformats.org/drawingml/2006/main">
              <a:ext uri="{FF2B5EF4-FFF2-40B4-BE49-F238E27FC236}">
                <a16:creationId xmlns:a16="http://schemas.microsoft.com/office/drawing/2014/main" id="{FE1A0DA6-4060-4A33-BFB6-E98C41E992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5" name="Google Shape;195;p108">
            <a:extLst xmlns:a="http://schemas.openxmlformats.org/drawingml/2006/main">
              <a:ext uri="{FF2B5EF4-FFF2-40B4-BE49-F238E27FC236}">
                <a16:creationId xmlns:a16="http://schemas.microsoft.com/office/drawing/2014/main" id="{3A3D85B0-0238-4A5A-A800-79534CF13C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200" name="Google Shape;196;p108">
            <a:extLst xmlns:a="http://schemas.openxmlformats.org/drawingml/2006/main">
              <a:ext uri="{FF2B5EF4-FFF2-40B4-BE49-F238E27FC236}">
                <a16:creationId xmlns:a16="http://schemas.microsoft.com/office/drawing/2014/main" id="{C2BF59A5-67E2-4B94-AE95-D33F4E7905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3d14a94c82499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9.xml><?xml version="1.0" encoding="utf-8"?>
<p:sldLayout xmlns:p="http://schemas.openxmlformats.org/presentationml/2006/main" matchingName="1_1 фото">
  <p:cSld name="1_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8" name="Google Shape;198;p109">
            <a:extLst xmlns:a="http://schemas.openxmlformats.org/drawingml/2006/main">
              <a:ext uri="{FF2B5EF4-FFF2-40B4-BE49-F238E27FC236}">
                <a16:creationId xmlns:a16="http://schemas.microsoft.com/office/drawing/2014/main" id="{26F74FFF-F294-42A7-AD19-F8CC6BAD103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9" name="Google Shape;199;p109">
            <a:extLst xmlns:a="http://schemas.openxmlformats.org/drawingml/2006/main">
              <a:ext uri="{FF2B5EF4-FFF2-40B4-BE49-F238E27FC236}">
                <a16:creationId xmlns:a16="http://schemas.microsoft.com/office/drawing/2014/main" id="{DB3F14BA-34B2-485B-9159-686EAE4498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70171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0" name="Google Shape;200;p109">
            <a:extLst xmlns:a="http://schemas.openxmlformats.org/drawingml/2006/main">
              <a:ext uri="{FF2B5EF4-FFF2-40B4-BE49-F238E27FC236}">
                <a16:creationId xmlns:a16="http://schemas.microsoft.com/office/drawing/2014/main" id="{B701EBD2-6AEF-4DCB-B022-B141B92E96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64351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0.xml><?xml version="1.0" encoding="utf-8"?>
<p:sldLayout xmlns:p="http://schemas.openxmlformats.org/presentationml/2006/main" matchingName="1 фото + подпись">
  <p:cSld name="1 фото + подпись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110">
            <a:extLst xmlns:a="http://schemas.openxmlformats.org/drawingml/2006/main">
              <a:ext uri="{FF2B5EF4-FFF2-40B4-BE49-F238E27FC236}">
                <a16:creationId xmlns:a16="http://schemas.microsoft.com/office/drawing/2014/main" id="{29672AEE-A0E9-4469-A6BD-81D93263B33D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692151"/>
            <a:ext cx="5437188" cy="418217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203" name="Google Shape;203;p110">
            <a:extLst xmlns:a="http://schemas.openxmlformats.org/drawingml/2006/main">
              <a:ext uri="{FF2B5EF4-FFF2-40B4-BE49-F238E27FC236}">
                <a16:creationId xmlns:a16="http://schemas.microsoft.com/office/drawing/2014/main" id="{29AFBD2A-E243-4CF1-84CE-50A5A0481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5147214"/>
            <a:ext cx="5449888" cy="3528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4" name="Google Shape;204;p110">
            <a:extLst xmlns:a="http://schemas.openxmlformats.org/drawingml/2006/main">
              <a:ext uri="{FF2B5EF4-FFF2-40B4-BE49-F238E27FC236}">
                <a16:creationId xmlns:a16="http://schemas.microsoft.com/office/drawing/2014/main" id="{CAA6A705-C05A-4FD8-AB1D-2A08163068B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0" y="5553075"/>
            <a:ext cx="5449888" cy="6842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5" name="Google Shape;205;p110">
            <a:extLst xmlns:a="http://schemas.openxmlformats.org/drawingml/2006/main">
              <a:ext uri="{FF2B5EF4-FFF2-40B4-BE49-F238E27FC236}">
                <a16:creationId xmlns:a16="http://schemas.microsoft.com/office/drawing/2014/main" id="{607A73AA-2F64-4E5F-9FD8-5EB4F6C0C1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6" name="Google Shape;206;p110">
            <a:extLst xmlns:a="http://schemas.openxmlformats.org/drawingml/2006/main">
              <a:ext uri="{FF2B5EF4-FFF2-40B4-BE49-F238E27FC236}">
                <a16:creationId xmlns:a16="http://schemas.microsoft.com/office/drawing/2014/main" id="{DC103317-2929-4490-9E99-9918799415D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213" name="Google Shape;207;p110">
            <a:extLst xmlns:a="http://schemas.openxmlformats.org/drawingml/2006/main">
              <a:ext uri="{FF2B5EF4-FFF2-40B4-BE49-F238E27FC236}">
                <a16:creationId xmlns:a16="http://schemas.microsoft.com/office/drawing/2014/main" id="{096DC0AC-9295-42BB-A4EB-E411E82BAA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f9c4b661c94a9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0e540da0d042f3" /><Relationship Type="http://schemas.openxmlformats.org/officeDocument/2006/relationships/slideLayout" Target="/ppt/slideLayouts/slideLayout1.xml" Id="Rdb2604d2d48b4473" /><Relationship Type="http://schemas.openxmlformats.org/officeDocument/2006/relationships/slideLayout" Target="/ppt/slideLayouts/slideLayout2.xml" Id="R76f7f6c1197a4ca4" /><Relationship Type="http://schemas.openxmlformats.org/officeDocument/2006/relationships/slideLayout" Target="/ppt/slideLayouts/slideLayout3.xml" Id="Ra4578b69930f4081" /><Relationship Type="http://schemas.openxmlformats.org/officeDocument/2006/relationships/slideLayout" Target="/ppt/slideLayouts/slideLayout4.xml" Id="Rcc0422ef93034336" /><Relationship Type="http://schemas.openxmlformats.org/officeDocument/2006/relationships/slideLayout" Target="/ppt/slideLayouts/slideLayout5.xml" Id="R8f79f545b4a44ae1" /><Relationship Type="http://schemas.openxmlformats.org/officeDocument/2006/relationships/slideLayout" Target="/ppt/slideLayouts/slideLayout6.xml" Id="Rd477ec418e714851" /><Relationship Type="http://schemas.openxmlformats.org/officeDocument/2006/relationships/slideLayout" Target="/ppt/slideLayouts/slideLayout7.xml" Id="Rdb47e14b1de54cb5" /><Relationship Type="http://schemas.openxmlformats.org/officeDocument/2006/relationships/slideLayout" Target="/ppt/slideLayouts/slideLayout8.xml" Id="Ra8a1f2cbf28144f9" /><Relationship Type="http://schemas.openxmlformats.org/officeDocument/2006/relationships/slideLayout" Target="/ppt/slideLayouts/slideLayout9.xml" Id="R5ba92339c3ba4885" /><Relationship Type="http://schemas.openxmlformats.org/officeDocument/2006/relationships/slideLayout" Target="/ppt/slideLayouts/slideLayout10.xml" Id="R0cb6625fecb14534" /><Relationship Type="http://schemas.openxmlformats.org/officeDocument/2006/relationships/slideLayout" Target="/ppt/slideLayouts/slideLayout11.xml" Id="R60cf917cb9784214" /><Relationship Type="http://schemas.openxmlformats.org/officeDocument/2006/relationships/slideLayout" Target="/ppt/slideLayouts/slideLayout12.xml" Id="R16c1c9c835204f15" /><Relationship Type="http://schemas.openxmlformats.org/officeDocument/2006/relationships/slideLayout" Target="/ppt/slideLayouts/slideLayout13.xml" Id="R50ea833ed81a40ea" /><Relationship Type="http://schemas.openxmlformats.org/officeDocument/2006/relationships/slideLayout" Target="/ppt/slideLayouts/slideLayout14.xml" Id="R33d633eecc2d403a" /><Relationship Type="http://schemas.openxmlformats.org/officeDocument/2006/relationships/slideLayout" Target="/ppt/slideLayouts/slideLayout15.xml" Id="R232ed888bbaa4df4" /><Relationship Type="http://schemas.openxmlformats.org/officeDocument/2006/relationships/slideLayout" Target="/ppt/slideLayouts/slideLayout16.xml" Id="Rbd9de6e16a33469f" /><Relationship Type="http://schemas.openxmlformats.org/officeDocument/2006/relationships/slideLayout" Target="/ppt/slideLayouts/slideLayout17.xml" Id="R1f8075021ff249a5" /><Relationship Type="http://schemas.openxmlformats.org/officeDocument/2006/relationships/slideLayout" Target="/ppt/slideLayouts/slideLayout18.xml" Id="Rdd796a378b8647f6" /><Relationship Type="http://schemas.openxmlformats.org/officeDocument/2006/relationships/slideLayout" Target="/ppt/slideLayouts/slideLayout19.xml" Id="R9be60fd61f8245ee" /><Relationship Type="http://schemas.openxmlformats.org/officeDocument/2006/relationships/slideLayout" Target="/ppt/slideLayouts/slideLayout20.xml" Id="R58dbdbe5e74d49d7" /><Relationship Type="http://schemas.openxmlformats.org/officeDocument/2006/relationships/slideLayout" Target="/ppt/slideLayouts/slideLayout21.xml" Id="Re4f941ec4dcf418e" /><Relationship Type="http://schemas.openxmlformats.org/officeDocument/2006/relationships/slideLayout" Target="/ppt/slideLayouts/slideLayout22.xml" Id="R0f8b9b7f359345ce" /><Relationship Type="http://schemas.openxmlformats.org/officeDocument/2006/relationships/slideLayout" Target="/ppt/slideLayouts/slideLayout23.xml" Id="R5cd462014fb24ce7" /><Relationship Type="http://schemas.openxmlformats.org/officeDocument/2006/relationships/slideLayout" Target="/ppt/slideLayouts/slideLayout24.xml" Id="Ra047cf04399046bf" /><Relationship Type="http://schemas.openxmlformats.org/officeDocument/2006/relationships/slideLayout" Target="/ppt/slideLayouts/slideLayout25.xml" Id="R751158d560f3466c" /><Relationship Type="http://schemas.openxmlformats.org/officeDocument/2006/relationships/slideLayout" Target="/ppt/slideLayouts/slideLayout26.xml" Id="R326b46fe35724cf2" /><Relationship Type="http://schemas.openxmlformats.org/officeDocument/2006/relationships/slideLayout" Target="/ppt/slideLayouts/slideLayout27.xml" Id="R3f69fd90d77f48e6" /><Relationship Type="http://schemas.openxmlformats.org/officeDocument/2006/relationships/slideLayout" Target="/ppt/slideLayouts/slideLayout28.xml" Id="R5d80fd9ceb644644" /><Relationship Type="http://schemas.openxmlformats.org/officeDocument/2006/relationships/slideLayout" Target="/ppt/slideLayouts/slideLayout29.xml" Id="R2be626b9e9fa41ba" /><Relationship Type="http://schemas.openxmlformats.org/officeDocument/2006/relationships/slideLayout" Target="/ppt/slideLayouts/slideLayout30.xml" Id="R75e0107de1ba4824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77">
            <a:extLst xmlns:a="http://schemas.openxmlformats.org/drawingml/2006/main">
              <a:ext uri="{FF2B5EF4-FFF2-40B4-BE49-F238E27FC236}">
                <a16:creationId xmlns:a16="http://schemas.microsoft.com/office/drawing/2014/main" id="{74FD687B-266B-42B2-B8F1-378A038C6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sz="36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77">
            <a:extLst xmlns:a="http://schemas.openxmlformats.org/drawingml/2006/main">
              <a:ext uri="{FF2B5EF4-FFF2-40B4-BE49-F238E27FC236}">
                <a16:creationId xmlns:a16="http://schemas.microsoft.com/office/drawing/2014/main" id="{FBD5A2A7-7754-4B3F-ADCC-EEE3F350E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55852" cy="367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marR="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marR="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sz="1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cxnSp>
        <p:nvCxnSpPr>
          <p:cNvPr id="254" name="Google Shape;13;p77">
            <a:extLst xmlns:a="http://schemas.openxmlformats.org/drawingml/2006/main">
              <a:ext uri="{FF2B5EF4-FFF2-40B4-BE49-F238E27FC236}">
                <a16:creationId xmlns:a16="http://schemas.microsoft.com/office/drawing/2014/main" id="{69466DCF-B305-4F37-996C-EEDD14FD4B1B}"/>
              </a:ext>
            </a:extLst>
          </p:cNvPr>
          <p:cNvCxnSpPr/>
          <p:nvPr/>
        </p:nvCxnSpPr>
        <p:spPr>
          <a:xfrm xmlns:a="http://schemas.openxmlformats.org/drawingml/2006/main">
            <a:off x="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5" name="Google Shape;14;p77">
            <a:extLst xmlns:a="http://schemas.openxmlformats.org/drawingml/2006/main">
              <a:ext uri="{FF2B5EF4-FFF2-40B4-BE49-F238E27FC236}">
                <a16:creationId xmlns:a16="http://schemas.microsoft.com/office/drawing/2014/main" id="{51EF9E43-9BE7-4CDA-8F96-9B6DC84378CC}"/>
              </a:ext>
            </a:extLst>
          </p:cNvPr>
          <p:cNvCxnSpPr/>
          <p:nvPr/>
        </p:nvCxnSpPr>
        <p:spPr>
          <a:xfrm xmlns:a="http://schemas.openxmlformats.org/drawingml/2006/main">
            <a:off x="67711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6" name="Google Shape;15;p77">
            <a:extLst xmlns:a="http://schemas.openxmlformats.org/drawingml/2006/main">
              <a:ext uri="{FF2B5EF4-FFF2-40B4-BE49-F238E27FC236}">
                <a16:creationId xmlns:a16="http://schemas.microsoft.com/office/drawing/2014/main" id="{9C20465B-D0B1-4652-9477-33378A31AE26}"/>
              </a:ext>
            </a:extLst>
          </p:cNvPr>
          <p:cNvCxnSpPr/>
          <p:nvPr/>
        </p:nvCxnSpPr>
        <p:spPr>
          <a:xfrm xmlns:a="http://schemas.openxmlformats.org/drawingml/2006/main">
            <a:off x="135423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7" name="Google Shape;16;p77">
            <a:extLst xmlns:a="http://schemas.openxmlformats.org/drawingml/2006/main">
              <a:ext uri="{FF2B5EF4-FFF2-40B4-BE49-F238E27FC236}">
                <a16:creationId xmlns:a16="http://schemas.microsoft.com/office/drawing/2014/main" id="{3A1C4183-1BF8-42E1-9511-E936B6F918DB}"/>
              </a:ext>
            </a:extLst>
          </p:cNvPr>
          <p:cNvCxnSpPr/>
          <p:nvPr/>
        </p:nvCxnSpPr>
        <p:spPr>
          <a:xfrm xmlns:a="http://schemas.openxmlformats.org/drawingml/2006/main">
            <a:off x="203135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8" name="Google Shape;17;p77">
            <a:extLst xmlns:a="http://schemas.openxmlformats.org/drawingml/2006/main">
              <a:ext uri="{FF2B5EF4-FFF2-40B4-BE49-F238E27FC236}">
                <a16:creationId xmlns:a16="http://schemas.microsoft.com/office/drawing/2014/main" id="{AA5D1E64-2106-4836-8D99-55F6A08AF47E}"/>
              </a:ext>
            </a:extLst>
          </p:cNvPr>
          <p:cNvCxnSpPr/>
          <p:nvPr/>
        </p:nvCxnSpPr>
        <p:spPr>
          <a:xfrm xmlns:a="http://schemas.openxmlformats.org/drawingml/2006/main">
            <a:off x="270847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9" name="Google Shape;18;p77">
            <a:extLst xmlns:a="http://schemas.openxmlformats.org/drawingml/2006/main">
              <a:ext uri="{FF2B5EF4-FFF2-40B4-BE49-F238E27FC236}">
                <a16:creationId xmlns:a16="http://schemas.microsoft.com/office/drawing/2014/main" id="{ED2F9762-CE9C-4B4B-A590-E8F20CCC3838}"/>
              </a:ext>
            </a:extLst>
          </p:cNvPr>
          <p:cNvCxnSpPr/>
          <p:nvPr/>
        </p:nvCxnSpPr>
        <p:spPr>
          <a:xfrm xmlns:a="http://schemas.openxmlformats.org/drawingml/2006/main">
            <a:off x="338559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0" name="Google Shape;19;p77">
            <a:extLst xmlns:a="http://schemas.openxmlformats.org/drawingml/2006/main">
              <a:ext uri="{FF2B5EF4-FFF2-40B4-BE49-F238E27FC236}">
                <a16:creationId xmlns:a16="http://schemas.microsoft.com/office/drawing/2014/main" id="{36F6AA7C-B06B-4336-A305-4F7BFC8DCA1F}"/>
              </a:ext>
            </a:extLst>
          </p:cNvPr>
          <p:cNvCxnSpPr/>
          <p:nvPr/>
        </p:nvCxnSpPr>
        <p:spPr>
          <a:xfrm xmlns:a="http://schemas.openxmlformats.org/drawingml/2006/main">
            <a:off x="406271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1" name="Google Shape;20;p77">
            <a:extLst xmlns:a="http://schemas.openxmlformats.org/drawingml/2006/main">
              <a:ext uri="{FF2B5EF4-FFF2-40B4-BE49-F238E27FC236}">
                <a16:creationId xmlns:a16="http://schemas.microsoft.com/office/drawing/2014/main" id="{6E21F2DB-317E-438C-849F-8F3111DAB810}"/>
              </a:ext>
            </a:extLst>
          </p:cNvPr>
          <p:cNvCxnSpPr/>
          <p:nvPr/>
        </p:nvCxnSpPr>
        <p:spPr>
          <a:xfrm xmlns:a="http://schemas.openxmlformats.org/drawingml/2006/main">
            <a:off x="473983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2" name="Google Shape;21;p77">
            <a:extLst xmlns:a="http://schemas.openxmlformats.org/drawingml/2006/main">
              <a:ext uri="{FF2B5EF4-FFF2-40B4-BE49-F238E27FC236}">
                <a16:creationId xmlns:a16="http://schemas.microsoft.com/office/drawing/2014/main" id="{4CF32D11-9323-4B54-B1DF-B94B8421F0CF}"/>
              </a:ext>
            </a:extLst>
          </p:cNvPr>
          <p:cNvCxnSpPr/>
          <p:nvPr/>
        </p:nvCxnSpPr>
        <p:spPr>
          <a:xfrm xmlns:a="http://schemas.openxmlformats.org/drawingml/2006/main">
            <a:off x="5416952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3" name="Google Shape;22;p77">
            <a:extLst xmlns:a="http://schemas.openxmlformats.org/drawingml/2006/main">
              <a:ext uri="{FF2B5EF4-FFF2-40B4-BE49-F238E27FC236}">
                <a16:creationId xmlns:a16="http://schemas.microsoft.com/office/drawing/2014/main" id="{7EE7A80F-804D-4891-954F-006A6C4BADCA}"/>
              </a:ext>
            </a:extLst>
          </p:cNvPr>
          <p:cNvCxnSpPr/>
          <p:nvPr/>
        </p:nvCxnSpPr>
        <p:spPr>
          <a:xfrm xmlns:a="http://schemas.openxmlformats.org/drawingml/2006/main">
            <a:off x="6094071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4" name="Google Shape;23;p77">
            <a:extLst xmlns:a="http://schemas.openxmlformats.org/drawingml/2006/main">
              <a:ext uri="{FF2B5EF4-FFF2-40B4-BE49-F238E27FC236}">
                <a16:creationId xmlns:a16="http://schemas.microsoft.com/office/drawing/2014/main" id="{6D8E0FDA-E240-44B0-861A-CEF7E7C7580A}"/>
              </a:ext>
            </a:extLst>
          </p:cNvPr>
          <p:cNvCxnSpPr/>
          <p:nvPr/>
        </p:nvCxnSpPr>
        <p:spPr>
          <a:xfrm xmlns:a="http://schemas.openxmlformats.org/drawingml/2006/main">
            <a:off x="677119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5" name="Google Shape;24;p77">
            <a:extLst xmlns:a="http://schemas.openxmlformats.org/drawingml/2006/main">
              <a:ext uri="{FF2B5EF4-FFF2-40B4-BE49-F238E27FC236}">
                <a16:creationId xmlns:a16="http://schemas.microsoft.com/office/drawing/2014/main" id="{6E0296B3-34BD-497A-AABD-3AA971AA0884}"/>
              </a:ext>
            </a:extLst>
          </p:cNvPr>
          <p:cNvCxnSpPr/>
          <p:nvPr/>
        </p:nvCxnSpPr>
        <p:spPr>
          <a:xfrm xmlns:a="http://schemas.openxmlformats.org/drawingml/2006/main">
            <a:off x="744830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6" name="Google Shape;25;p77">
            <a:extLst xmlns:a="http://schemas.openxmlformats.org/drawingml/2006/main">
              <a:ext uri="{FF2B5EF4-FFF2-40B4-BE49-F238E27FC236}">
                <a16:creationId xmlns:a16="http://schemas.microsoft.com/office/drawing/2014/main" id="{FB7DA8D6-956F-456F-8A99-802E141B727C}"/>
              </a:ext>
            </a:extLst>
          </p:cNvPr>
          <p:cNvCxnSpPr/>
          <p:nvPr/>
        </p:nvCxnSpPr>
        <p:spPr>
          <a:xfrm xmlns:a="http://schemas.openxmlformats.org/drawingml/2006/main">
            <a:off x="812542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7" name="Google Shape;26;p77">
            <a:extLst xmlns:a="http://schemas.openxmlformats.org/drawingml/2006/main">
              <a:ext uri="{FF2B5EF4-FFF2-40B4-BE49-F238E27FC236}">
                <a16:creationId xmlns:a16="http://schemas.microsoft.com/office/drawing/2014/main" id="{CD859D52-82EA-4CEC-ABAA-A8ADF3D39202}"/>
              </a:ext>
            </a:extLst>
          </p:cNvPr>
          <p:cNvCxnSpPr/>
          <p:nvPr/>
        </p:nvCxnSpPr>
        <p:spPr>
          <a:xfrm xmlns:a="http://schemas.openxmlformats.org/drawingml/2006/main">
            <a:off x="880254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8" name="Google Shape;27;p77">
            <a:extLst xmlns:a="http://schemas.openxmlformats.org/drawingml/2006/main">
              <a:ext uri="{FF2B5EF4-FFF2-40B4-BE49-F238E27FC236}">
                <a16:creationId xmlns:a16="http://schemas.microsoft.com/office/drawing/2014/main" id="{64F8991D-AE80-4C7C-935A-7605E3B54970}"/>
              </a:ext>
            </a:extLst>
          </p:cNvPr>
          <p:cNvCxnSpPr/>
          <p:nvPr/>
        </p:nvCxnSpPr>
        <p:spPr>
          <a:xfrm xmlns:a="http://schemas.openxmlformats.org/drawingml/2006/main">
            <a:off x="947966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9" name="Google Shape;28;p77">
            <a:extLst xmlns:a="http://schemas.openxmlformats.org/drawingml/2006/main">
              <a:ext uri="{FF2B5EF4-FFF2-40B4-BE49-F238E27FC236}">
                <a16:creationId xmlns:a16="http://schemas.microsoft.com/office/drawing/2014/main" id="{53D8B201-AA37-4826-ADBB-24AC95EEBEB5}"/>
              </a:ext>
            </a:extLst>
          </p:cNvPr>
          <p:cNvCxnSpPr/>
          <p:nvPr/>
        </p:nvCxnSpPr>
        <p:spPr>
          <a:xfrm xmlns:a="http://schemas.openxmlformats.org/drawingml/2006/main">
            <a:off x="1015678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0" name="Google Shape;29;p77">
            <a:extLst xmlns:a="http://schemas.openxmlformats.org/drawingml/2006/main">
              <a:ext uri="{FF2B5EF4-FFF2-40B4-BE49-F238E27FC236}">
                <a16:creationId xmlns:a16="http://schemas.microsoft.com/office/drawing/2014/main" id="{A673550E-ED05-451F-BC4A-2EA1849B23FB}"/>
              </a:ext>
            </a:extLst>
          </p:cNvPr>
          <p:cNvCxnSpPr/>
          <p:nvPr/>
        </p:nvCxnSpPr>
        <p:spPr>
          <a:xfrm xmlns:a="http://schemas.openxmlformats.org/drawingml/2006/main">
            <a:off x="1083390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1" name="Google Shape;30;p77">
            <a:extLst xmlns:a="http://schemas.openxmlformats.org/drawingml/2006/main">
              <a:ext uri="{FF2B5EF4-FFF2-40B4-BE49-F238E27FC236}">
                <a16:creationId xmlns:a16="http://schemas.microsoft.com/office/drawing/2014/main" id="{5AAB9663-BBC1-4FDB-8304-0BFDB1F14623}"/>
              </a:ext>
            </a:extLst>
          </p:cNvPr>
          <p:cNvCxnSpPr/>
          <p:nvPr/>
        </p:nvCxnSpPr>
        <p:spPr>
          <a:xfrm xmlns:a="http://schemas.openxmlformats.org/drawingml/2006/main">
            <a:off x="1151102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2" name="Google Shape;31;p77">
            <a:extLst xmlns:a="http://schemas.openxmlformats.org/drawingml/2006/main">
              <a:ext uri="{FF2B5EF4-FFF2-40B4-BE49-F238E27FC236}">
                <a16:creationId xmlns:a16="http://schemas.microsoft.com/office/drawing/2014/main" id="{7CA20D9F-F200-47F4-A527-05E274FE59BF}"/>
              </a:ext>
            </a:extLst>
          </p:cNvPr>
          <p:cNvCxnSpPr/>
          <p:nvPr/>
        </p:nvCxnSpPr>
        <p:spPr>
          <a:xfrm xmlns:a="http://schemas.openxmlformats.org/drawingml/2006/main">
            <a:off x="1218814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3" name="Google Shape;33;p77">
            <a:extLst xmlns:a="http://schemas.openxmlformats.org/drawingml/2006/main">
              <a:ext uri="{FF2B5EF4-FFF2-40B4-BE49-F238E27FC236}">
                <a16:creationId xmlns:a16="http://schemas.microsoft.com/office/drawing/2014/main" id="{063F338A-709E-40D4-8F73-CB4C46909962}"/>
              </a:ext>
            </a:extLst>
          </p:cNvPr>
          <p:cNvCxnSpPr/>
          <p:nvPr/>
        </p:nvCxnSpPr>
        <p:spPr>
          <a:xfrm xmlns:a="http://schemas.openxmlformats.org/drawingml/2006/main">
            <a:off x="-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4" name="Google Shape;34;p77">
            <a:extLst xmlns:a="http://schemas.openxmlformats.org/drawingml/2006/main">
              <a:ext uri="{FF2B5EF4-FFF2-40B4-BE49-F238E27FC236}">
                <a16:creationId xmlns:a16="http://schemas.microsoft.com/office/drawing/2014/main" id="{BB2EA501-04F4-40D6-8BA5-406A1BFAF0F9}"/>
              </a:ext>
            </a:extLst>
          </p:cNvPr>
          <p:cNvCxnSpPr/>
          <p:nvPr/>
        </p:nvCxnSpPr>
        <p:spPr>
          <a:xfrm xmlns:a="http://schemas.openxmlformats.org/drawingml/2006/main">
            <a:off x="67711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5" name="Google Shape;35;p77">
            <a:extLst xmlns:a="http://schemas.openxmlformats.org/drawingml/2006/main">
              <a:ext uri="{FF2B5EF4-FFF2-40B4-BE49-F238E27FC236}">
                <a16:creationId xmlns:a16="http://schemas.microsoft.com/office/drawing/2014/main" id="{19B612D9-1A6E-4F59-93AA-DE8A7B640F20}"/>
              </a:ext>
            </a:extLst>
          </p:cNvPr>
          <p:cNvCxnSpPr/>
          <p:nvPr/>
        </p:nvCxnSpPr>
        <p:spPr>
          <a:xfrm xmlns:a="http://schemas.openxmlformats.org/drawingml/2006/main">
            <a:off x="135423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6" name="Google Shape;36;p77">
            <a:extLst xmlns:a="http://schemas.openxmlformats.org/drawingml/2006/main">
              <a:ext uri="{FF2B5EF4-FFF2-40B4-BE49-F238E27FC236}">
                <a16:creationId xmlns:a16="http://schemas.microsoft.com/office/drawing/2014/main" id="{7DE675F8-7410-45A6-9F93-13559BA8147D}"/>
              </a:ext>
            </a:extLst>
          </p:cNvPr>
          <p:cNvCxnSpPr/>
          <p:nvPr/>
        </p:nvCxnSpPr>
        <p:spPr>
          <a:xfrm xmlns:a="http://schemas.openxmlformats.org/drawingml/2006/main">
            <a:off x="203135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7" name="Google Shape;37;p77">
            <a:extLst xmlns:a="http://schemas.openxmlformats.org/drawingml/2006/main">
              <a:ext uri="{FF2B5EF4-FFF2-40B4-BE49-F238E27FC236}">
                <a16:creationId xmlns:a16="http://schemas.microsoft.com/office/drawing/2014/main" id="{1B0AF887-6BF5-418D-8E9A-E989C58D48F9}"/>
              </a:ext>
            </a:extLst>
          </p:cNvPr>
          <p:cNvCxnSpPr/>
          <p:nvPr/>
        </p:nvCxnSpPr>
        <p:spPr>
          <a:xfrm xmlns:a="http://schemas.openxmlformats.org/drawingml/2006/main">
            <a:off x="270847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8" name="Google Shape;38;p77">
            <a:extLst xmlns:a="http://schemas.openxmlformats.org/drawingml/2006/main">
              <a:ext uri="{FF2B5EF4-FFF2-40B4-BE49-F238E27FC236}">
                <a16:creationId xmlns:a16="http://schemas.microsoft.com/office/drawing/2014/main" id="{5527FFD6-DC3E-4CF0-85DD-99600227F612}"/>
              </a:ext>
            </a:extLst>
          </p:cNvPr>
          <p:cNvCxnSpPr/>
          <p:nvPr/>
        </p:nvCxnSpPr>
        <p:spPr>
          <a:xfrm xmlns:a="http://schemas.openxmlformats.org/drawingml/2006/main">
            <a:off x="338559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9" name="Google Shape;39;p77">
            <a:extLst xmlns:a="http://schemas.openxmlformats.org/drawingml/2006/main">
              <a:ext uri="{FF2B5EF4-FFF2-40B4-BE49-F238E27FC236}">
                <a16:creationId xmlns:a16="http://schemas.microsoft.com/office/drawing/2014/main" id="{4BFAE280-395E-4799-8F09-BFFDAB2B0FAB}"/>
              </a:ext>
            </a:extLst>
          </p:cNvPr>
          <p:cNvCxnSpPr/>
          <p:nvPr/>
        </p:nvCxnSpPr>
        <p:spPr>
          <a:xfrm xmlns:a="http://schemas.openxmlformats.org/drawingml/2006/main">
            <a:off x="406271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0" name="Google Shape;40;p77">
            <a:extLst xmlns:a="http://schemas.openxmlformats.org/drawingml/2006/main">
              <a:ext uri="{FF2B5EF4-FFF2-40B4-BE49-F238E27FC236}">
                <a16:creationId xmlns:a16="http://schemas.microsoft.com/office/drawing/2014/main" id="{52130A64-9034-4371-8A34-660C844AA152}"/>
              </a:ext>
            </a:extLst>
          </p:cNvPr>
          <p:cNvCxnSpPr/>
          <p:nvPr/>
        </p:nvCxnSpPr>
        <p:spPr>
          <a:xfrm xmlns:a="http://schemas.openxmlformats.org/drawingml/2006/main">
            <a:off x="473983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1" name="Google Shape;41;p77">
            <a:extLst xmlns:a="http://schemas.openxmlformats.org/drawingml/2006/main">
              <a:ext uri="{FF2B5EF4-FFF2-40B4-BE49-F238E27FC236}">
                <a16:creationId xmlns:a16="http://schemas.microsoft.com/office/drawing/2014/main" id="{8D8379F1-CDE9-40CA-8A23-58182BFE72E6}"/>
              </a:ext>
            </a:extLst>
          </p:cNvPr>
          <p:cNvCxnSpPr/>
          <p:nvPr/>
        </p:nvCxnSpPr>
        <p:spPr>
          <a:xfrm xmlns:a="http://schemas.openxmlformats.org/drawingml/2006/main">
            <a:off x="5416949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2" name="Google Shape;42;p77">
            <a:extLst xmlns:a="http://schemas.openxmlformats.org/drawingml/2006/main">
              <a:ext uri="{FF2B5EF4-FFF2-40B4-BE49-F238E27FC236}">
                <a16:creationId xmlns:a16="http://schemas.microsoft.com/office/drawing/2014/main" id="{F4248387-1852-4A80-B834-F91A00FE19F5}"/>
              </a:ext>
            </a:extLst>
          </p:cNvPr>
          <p:cNvCxnSpPr/>
          <p:nvPr/>
        </p:nvCxnSpPr>
        <p:spPr>
          <a:xfrm xmlns:a="http://schemas.openxmlformats.org/drawingml/2006/main">
            <a:off x="6094068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3" name="Google Shape;43;p77">
            <a:extLst xmlns:a="http://schemas.openxmlformats.org/drawingml/2006/main">
              <a:ext uri="{FF2B5EF4-FFF2-40B4-BE49-F238E27FC236}">
                <a16:creationId xmlns:a16="http://schemas.microsoft.com/office/drawing/2014/main" id="{7B7DFADF-F1EC-4F4C-B5E1-FEE666A1E6C7}"/>
              </a:ext>
            </a:extLst>
          </p:cNvPr>
          <p:cNvCxnSpPr/>
          <p:nvPr/>
        </p:nvCxnSpPr>
        <p:spPr>
          <a:xfrm xmlns:a="http://schemas.openxmlformats.org/drawingml/2006/main">
            <a:off x="6771187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4" name="Google Shape;44;p77">
            <a:extLst xmlns:a="http://schemas.openxmlformats.org/drawingml/2006/main">
              <a:ext uri="{FF2B5EF4-FFF2-40B4-BE49-F238E27FC236}">
                <a16:creationId xmlns:a16="http://schemas.microsoft.com/office/drawing/2014/main" id="{8E1C10C7-B686-4F45-B1C3-9EBA5A1D1D0E}"/>
              </a:ext>
            </a:extLst>
          </p:cNvPr>
          <p:cNvCxnSpPr/>
          <p:nvPr/>
        </p:nvCxnSpPr>
        <p:spPr>
          <a:xfrm xmlns:a="http://schemas.openxmlformats.org/drawingml/2006/main">
            <a:off x="744830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5" name="Google Shape;45;p77">
            <a:extLst xmlns:a="http://schemas.openxmlformats.org/drawingml/2006/main">
              <a:ext uri="{FF2B5EF4-FFF2-40B4-BE49-F238E27FC236}">
                <a16:creationId xmlns:a16="http://schemas.microsoft.com/office/drawing/2014/main" id="{654C6CE5-4463-469E-86DA-CC15AD013805}"/>
              </a:ext>
            </a:extLst>
          </p:cNvPr>
          <p:cNvCxnSpPr/>
          <p:nvPr/>
        </p:nvCxnSpPr>
        <p:spPr>
          <a:xfrm xmlns:a="http://schemas.openxmlformats.org/drawingml/2006/main">
            <a:off x="812542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6" name="Google Shape;46;p77">
            <a:extLst xmlns:a="http://schemas.openxmlformats.org/drawingml/2006/main">
              <a:ext uri="{FF2B5EF4-FFF2-40B4-BE49-F238E27FC236}">
                <a16:creationId xmlns:a16="http://schemas.microsoft.com/office/drawing/2014/main" id="{1C0BC48F-D363-4B23-8690-D0452835BD7F}"/>
              </a:ext>
            </a:extLst>
          </p:cNvPr>
          <p:cNvCxnSpPr/>
          <p:nvPr/>
        </p:nvCxnSpPr>
        <p:spPr>
          <a:xfrm xmlns:a="http://schemas.openxmlformats.org/drawingml/2006/main">
            <a:off x="880254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7" name="Google Shape;47;p77">
            <a:extLst xmlns:a="http://schemas.openxmlformats.org/drawingml/2006/main">
              <a:ext uri="{FF2B5EF4-FFF2-40B4-BE49-F238E27FC236}">
                <a16:creationId xmlns:a16="http://schemas.microsoft.com/office/drawing/2014/main" id="{D094C9A9-1EEA-4758-B0C4-40475FEC4D33}"/>
              </a:ext>
            </a:extLst>
          </p:cNvPr>
          <p:cNvCxnSpPr/>
          <p:nvPr/>
        </p:nvCxnSpPr>
        <p:spPr>
          <a:xfrm xmlns:a="http://schemas.openxmlformats.org/drawingml/2006/main">
            <a:off x="947966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8" name="Google Shape;48;p77">
            <a:extLst xmlns:a="http://schemas.openxmlformats.org/drawingml/2006/main">
              <a:ext uri="{FF2B5EF4-FFF2-40B4-BE49-F238E27FC236}">
                <a16:creationId xmlns:a16="http://schemas.microsoft.com/office/drawing/2014/main" id="{50D71B55-3655-4B48-B535-C45898B1915E}"/>
              </a:ext>
            </a:extLst>
          </p:cNvPr>
          <p:cNvCxnSpPr/>
          <p:nvPr/>
        </p:nvCxnSpPr>
        <p:spPr>
          <a:xfrm xmlns:a="http://schemas.openxmlformats.org/drawingml/2006/main">
            <a:off x="1015678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9" name="Google Shape;49;p77">
            <a:extLst xmlns:a="http://schemas.openxmlformats.org/drawingml/2006/main">
              <a:ext uri="{FF2B5EF4-FFF2-40B4-BE49-F238E27FC236}">
                <a16:creationId xmlns:a16="http://schemas.microsoft.com/office/drawing/2014/main" id="{9EE88EDE-7B59-4C11-905C-515ABAA2BA07}"/>
              </a:ext>
            </a:extLst>
          </p:cNvPr>
          <p:cNvCxnSpPr/>
          <p:nvPr/>
        </p:nvCxnSpPr>
        <p:spPr>
          <a:xfrm xmlns:a="http://schemas.openxmlformats.org/drawingml/2006/main">
            <a:off x="1083390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0" name="Google Shape;50;p77">
            <a:extLst xmlns:a="http://schemas.openxmlformats.org/drawingml/2006/main">
              <a:ext uri="{FF2B5EF4-FFF2-40B4-BE49-F238E27FC236}">
                <a16:creationId xmlns:a16="http://schemas.microsoft.com/office/drawing/2014/main" id="{A58E0B85-9DF6-4B71-81C6-484A548897CB}"/>
              </a:ext>
            </a:extLst>
          </p:cNvPr>
          <p:cNvCxnSpPr/>
          <p:nvPr/>
        </p:nvCxnSpPr>
        <p:spPr>
          <a:xfrm xmlns:a="http://schemas.openxmlformats.org/drawingml/2006/main">
            <a:off x="1151102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1" name="Google Shape;51;p77">
            <a:extLst xmlns:a="http://schemas.openxmlformats.org/drawingml/2006/main">
              <a:ext uri="{FF2B5EF4-FFF2-40B4-BE49-F238E27FC236}">
                <a16:creationId xmlns:a16="http://schemas.microsoft.com/office/drawing/2014/main" id="{E4D5F5BA-C9CE-45D0-B49C-441284417CBC}"/>
              </a:ext>
            </a:extLst>
          </p:cNvPr>
          <p:cNvCxnSpPr/>
          <p:nvPr/>
        </p:nvCxnSpPr>
        <p:spPr>
          <a:xfrm xmlns:a="http://schemas.openxmlformats.org/drawingml/2006/main">
            <a:off x="1218814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2604d2d48b4473"/>
    <p:sldLayoutId xmlns:r="http://schemas.openxmlformats.org/officeDocument/2006/relationships" id="2147483650" r:id="R76f7f6c1197a4ca4"/>
    <p:sldLayoutId xmlns:r="http://schemas.openxmlformats.org/officeDocument/2006/relationships" id="2147483651" r:id="Ra4578b69930f4081"/>
    <p:sldLayoutId xmlns:r="http://schemas.openxmlformats.org/officeDocument/2006/relationships" id="2147483652" r:id="Rcc0422ef93034336"/>
    <p:sldLayoutId xmlns:r="http://schemas.openxmlformats.org/officeDocument/2006/relationships" id="2147483653" r:id="R8f79f545b4a44ae1"/>
    <p:sldLayoutId xmlns:r="http://schemas.openxmlformats.org/officeDocument/2006/relationships" id="2147483654" r:id="Rd477ec418e714851"/>
    <p:sldLayoutId xmlns:r="http://schemas.openxmlformats.org/officeDocument/2006/relationships" id="2147483655" r:id="Rdb47e14b1de54cb5"/>
    <p:sldLayoutId xmlns:r="http://schemas.openxmlformats.org/officeDocument/2006/relationships" id="2147483656" r:id="Ra8a1f2cbf28144f9"/>
    <p:sldLayoutId xmlns:r="http://schemas.openxmlformats.org/officeDocument/2006/relationships" id="2147483657" r:id="R5ba92339c3ba4885"/>
    <p:sldLayoutId xmlns:r="http://schemas.openxmlformats.org/officeDocument/2006/relationships" id="2147483658" r:id="R0cb6625fecb14534"/>
    <p:sldLayoutId xmlns:r="http://schemas.openxmlformats.org/officeDocument/2006/relationships" id="2147483659" r:id="R60cf917cb9784214"/>
    <p:sldLayoutId xmlns:r="http://schemas.openxmlformats.org/officeDocument/2006/relationships" id="2147483660" r:id="R16c1c9c835204f15"/>
    <p:sldLayoutId xmlns:r="http://schemas.openxmlformats.org/officeDocument/2006/relationships" id="2147483661" r:id="R50ea833ed81a40ea"/>
    <p:sldLayoutId xmlns:r="http://schemas.openxmlformats.org/officeDocument/2006/relationships" id="2147483662" r:id="R33d633eecc2d403a"/>
    <p:sldLayoutId xmlns:r="http://schemas.openxmlformats.org/officeDocument/2006/relationships" id="2147483663" r:id="R232ed888bbaa4df4"/>
    <p:sldLayoutId xmlns:r="http://schemas.openxmlformats.org/officeDocument/2006/relationships" id="2147483664" r:id="Rbd9de6e16a33469f"/>
    <p:sldLayoutId xmlns:r="http://schemas.openxmlformats.org/officeDocument/2006/relationships" id="2147483665" r:id="R1f8075021ff249a5"/>
    <p:sldLayoutId xmlns:r="http://schemas.openxmlformats.org/officeDocument/2006/relationships" id="2147483666" r:id="Rdd796a378b8647f6"/>
    <p:sldLayoutId xmlns:r="http://schemas.openxmlformats.org/officeDocument/2006/relationships" id="2147483667" r:id="R9be60fd61f8245ee"/>
    <p:sldLayoutId xmlns:r="http://schemas.openxmlformats.org/officeDocument/2006/relationships" id="2147483668" r:id="R58dbdbe5e74d49d7"/>
    <p:sldLayoutId xmlns:r="http://schemas.openxmlformats.org/officeDocument/2006/relationships" id="2147483669" r:id="Re4f941ec4dcf418e"/>
    <p:sldLayoutId xmlns:r="http://schemas.openxmlformats.org/officeDocument/2006/relationships" id="2147483670" r:id="R0f8b9b7f359345ce"/>
    <p:sldLayoutId xmlns:r="http://schemas.openxmlformats.org/officeDocument/2006/relationships" id="2147483671" r:id="R5cd462014fb24ce7"/>
    <p:sldLayoutId xmlns:r="http://schemas.openxmlformats.org/officeDocument/2006/relationships" id="2147483672" r:id="Ra047cf04399046bf"/>
    <p:sldLayoutId xmlns:r="http://schemas.openxmlformats.org/officeDocument/2006/relationships" id="2147483673" r:id="R751158d560f3466c"/>
    <p:sldLayoutId xmlns:r="http://schemas.openxmlformats.org/officeDocument/2006/relationships" id="2147483674" r:id="R326b46fe35724cf2"/>
    <p:sldLayoutId xmlns:r="http://schemas.openxmlformats.org/officeDocument/2006/relationships" id="2147483675" r:id="R3f69fd90d77f48e6"/>
    <p:sldLayoutId xmlns:r="http://schemas.openxmlformats.org/officeDocument/2006/relationships" id="2147483676" r:id="R5d80fd9ceb644644"/>
    <p:sldLayoutId xmlns:r="http://schemas.openxmlformats.org/officeDocument/2006/relationships" id="2147483677" r:id="R2be626b9e9fa41ba"/>
    <p:sldLayoutId xmlns:r="http://schemas.openxmlformats.org/officeDocument/2006/relationships" id="2147483678" r:id="R75e0107de1ba4824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15">
          <p15:clr>
            <a:srgbClr xmlns:a="http://schemas.openxmlformats.org/drawingml/2006/main" val="FDE53C"/>
          </p15:clr>
        </p15:guide>
        <p15:guide id="2" pos="7265">
          <p15:clr>
            <a:srgbClr xmlns:a="http://schemas.openxmlformats.org/drawingml/2006/main" val="FDE53C"/>
          </p15:clr>
        </p15:guide>
        <p15:guide id="3" orient="horz" pos="3906">
          <p15:clr>
            <a:srgbClr xmlns:a="http://schemas.openxmlformats.org/drawingml/2006/main" val="FDE53C"/>
          </p15:clr>
        </p15:guide>
        <p15:guide id="4" pos="3840">
          <p15:clr>
            <a:srgbClr xmlns:a="http://schemas.openxmlformats.org/drawingml/2006/main" val="FDE53C"/>
          </p15:clr>
        </p15:guide>
        <p15:guide id="5" orient="horz" pos="436">
          <p15:clr>
            <a:srgbClr xmlns:a="http://schemas.openxmlformats.org/drawingml/2006/main" val="FDE53C"/>
          </p15:clr>
        </p15:guide>
        <p15:guide id="6" orient="horz" pos="1117">
          <p15:clr>
            <a:srgbClr xmlns:a="http://schemas.openxmlformats.org/drawingml/2006/main" val="FDE53C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63f1aa5bbb8f434b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b4a1a4886724dfa" /><Relationship Type="http://schemas.openxmlformats.org/officeDocument/2006/relationships/image" Target="/ppt/media/image16.png" Id="R5712199f8597401d" /><Relationship Type="http://schemas.openxmlformats.org/officeDocument/2006/relationships/image" Target="/ppt/media/image.svg" Id="R6c37a507eb514565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f78c8494ab2a4477" /><Relationship Type="http://schemas.openxmlformats.org/officeDocument/2006/relationships/image" Target="/ppt/media/image17.png" Id="R91596ed0510d42ed" /><Relationship Type="http://schemas.openxmlformats.org/officeDocument/2006/relationships/image" Target="/ppt/media/image2.svg" Id="Ree3d8d6305ec4115" /><Relationship Type="http://schemas.openxmlformats.org/officeDocument/2006/relationships/image" Target="/ppt/media/image18.png" Id="R84573fd8dcd84290" /><Relationship Type="http://schemas.openxmlformats.org/officeDocument/2006/relationships/image" Target="/ppt/media/image3.svg" Id="R89b6cd736fd34c5f" /><Relationship Type="http://schemas.openxmlformats.org/officeDocument/2006/relationships/image" Target="/ppt/media/image19.png" Id="Re1966e717b334836" /><Relationship Type="http://schemas.openxmlformats.org/officeDocument/2006/relationships/image" Target="/ppt/media/image4.svg" Id="R55514d34249f4798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576c8b6998d142a8" /><Relationship Type="http://schemas.openxmlformats.org/officeDocument/2006/relationships/image" Target="/ppt/media/image20.png" Id="Re8f36dbe9613446b" /><Relationship Type="http://schemas.openxmlformats.org/officeDocument/2006/relationships/image" Target="/ppt/media/image5.svg" Id="Rabc7d24bea944e0c" /><Relationship Type="http://schemas.openxmlformats.org/officeDocument/2006/relationships/image" Target="/ppt/media/image21.png" Id="R0914554ef44d4553" /><Relationship Type="http://schemas.openxmlformats.org/officeDocument/2006/relationships/image" Target="/ppt/media/image6.svg" Id="R6e4631161e414d91" /><Relationship Type="http://schemas.openxmlformats.org/officeDocument/2006/relationships/chart" Target="/ppt/slides/charts/chart1.xml" Id="R9e10291f9a144db7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92eb02a69fac47f7" /><Relationship Type="http://schemas.openxmlformats.org/officeDocument/2006/relationships/image" Target="/ppt/media/image22.png" Id="R7331b6c8a9614330" /><Relationship Type="http://schemas.openxmlformats.org/officeDocument/2006/relationships/image" Target="/ppt/media/image7.svg" Id="R2838287664f1460d" /><Relationship Type="http://schemas.openxmlformats.org/officeDocument/2006/relationships/image" Target="/ppt/media/image23.png" Id="R2276fa8ec8fe4c92" /><Relationship Type="http://schemas.openxmlformats.org/officeDocument/2006/relationships/image" Target="/ppt/media/image8.svg" Id="R31c2afb7f1d54945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65f10dcb9df44430" /><Relationship Type="http://schemas.openxmlformats.org/officeDocument/2006/relationships/image" Target="/ppt/media/image24.png" Id="Rba19d3003adb4a81" /><Relationship Type="http://schemas.openxmlformats.org/officeDocument/2006/relationships/image" Target="/ppt/media/image9.svg" Id="Rb47fb8ee86bd4c57" /><Relationship Type="http://schemas.openxmlformats.org/officeDocument/2006/relationships/image" Target="/ppt/media/image25.png" Id="Rba60da8ee6ac4e27" /><Relationship Type="http://schemas.openxmlformats.org/officeDocument/2006/relationships/image" Target="/ppt/media/image10.svg" Id="R8b22ea97fd464b29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508f63dd7c64419" /><Relationship Type="http://schemas.openxmlformats.org/officeDocument/2006/relationships/chart" Target="/ppt/slides/charts/chart2.xml" Id="R6d3eee64e4f442f3" /><Relationship Type="http://schemas.openxmlformats.org/officeDocument/2006/relationships/chart" Target="/ppt/slides/charts/chart3.xml" Id="R0aa54ee4880c434c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036b9802b38e4f3e" /><Relationship Type="http://schemas.openxmlformats.org/officeDocument/2006/relationships/chart" Target="/ppt/slides/charts/chart4.xml" Id="Rbf5c2a1c22254ce4" /><Relationship Type="http://schemas.openxmlformats.org/officeDocument/2006/relationships/chart" Target="/ppt/slides/charts/chart5.xml" Id="Rf716d177e3314dbc" /><Relationship Type="http://schemas.openxmlformats.org/officeDocument/2006/relationships/image" Target="/ppt/media/image26.png" Id="R99b727dd4437435c" /><Relationship Type="http://schemas.openxmlformats.org/officeDocument/2006/relationships/image" Target="/ppt/media/image11.svg" Id="R50c74880e88045a9" /><Relationship Type="http://schemas.openxmlformats.org/officeDocument/2006/relationships/image" Target="/ppt/media/image27.png" Id="Rcfa6fe807d6141d8" /><Relationship Type="http://schemas.openxmlformats.org/officeDocument/2006/relationships/image" Target="/ppt/media/image12.svg" Id="R335f500da5a04679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470074d32f3f4816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fc0e79682694fdd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9b5f4e6d2194311" /><Relationship Type="http://schemas.openxmlformats.org/officeDocument/2006/relationships/chart" Target="/ppt/slides/charts/chart6.xml" Id="R165fe0bd39eb4b76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08e4e50b11e432a" /><Relationship Type="http://schemas.openxmlformats.org/officeDocument/2006/relationships/chart" Target="/ppt/slides/charts/chart7.xml" Id="R8097688d0c874d6f" /><Relationship Type="http://schemas.openxmlformats.org/officeDocument/2006/relationships/image" Target="/ppt/media/image28.png" Id="Ra2caf7a53c1c42ab" /><Relationship Type="http://schemas.openxmlformats.org/officeDocument/2006/relationships/image" Target="/ppt/media/image13.svg" Id="Rc390df5063f54889" /><Relationship Type="http://schemas.openxmlformats.org/officeDocument/2006/relationships/image" Target="/ppt/media/image29.png" Id="R2912b30332984aae" /><Relationship Type="http://schemas.openxmlformats.org/officeDocument/2006/relationships/image" Target="/ppt/media/image14.svg" Id="Rd32a58f61f9a49dc" /><Relationship Type="http://schemas.openxmlformats.org/officeDocument/2006/relationships/image" Target="/ppt/media/image30.png" Id="R2709835827b54a85" /><Relationship Type="http://schemas.openxmlformats.org/officeDocument/2006/relationships/image" Target="/ppt/media/image15.svg" Id="R2b5f02f456734ec7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de105c6f47214449" /><Relationship Type="http://schemas.openxmlformats.org/officeDocument/2006/relationships/image" Target="/ppt/media/image31.png" Id="Radf1535ed2314bae" /><Relationship Type="http://schemas.openxmlformats.org/officeDocument/2006/relationships/image" Target="/ppt/media/image16.svg" Id="Rc9ac0af256cf4738" /><Relationship Type="http://schemas.openxmlformats.org/officeDocument/2006/relationships/chart" Target="/ppt/slides/charts/chart8.xml" Id="R0727e68ebea940f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3c4542bd6e34637" /><Relationship Type="http://schemas.openxmlformats.org/officeDocument/2006/relationships/image" Target="/ppt/media/image32.png" Id="Rc4db5a3900a14b06" /><Relationship Type="http://schemas.openxmlformats.org/officeDocument/2006/relationships/image" Target="/ppt/media/image17.svg" Id="R3d5e5ae866394208" /><Relationship Type="http://schemas.openxmlformats.org/officeDocument/2006/relationships/image" Target="/ppt/media/image33.png" Id="Rb32ad6a8844746ac" /><Relationship Type="http://schemas.openxmlformats.org/officeDocument/2006/relationships/image" Target="/ppt/media/image18.svg" Id="R2a423b30f7314310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40848343a3542ee" /><Relationship Type="http://schemas.openxmlformats.org/officeDocument/2006/relationships/chart" Target="/ppt/slides/charts/chart9.xml" Id="R3158a1f886cd4945" /><Relationship Type="http://schemas.openxmlformats.org/officeDocument/2006/relationships/image" Target="/ppt/media/image34.png" Id="R612d75ead8984250" /><Relationship Type="http://schemas.openxmlformats.org/officeDocument/2006/relationships/image" Target="/ppt/media/image19.svg" Id="R321738f307f345ed" /><Relationship Type="http://schemas.openxmlformats.org/officeDocument/2006/relationships/image" Target="/ppt/media/image35.png" Id="R625b1690716f4d6f" /><Relationship Type="http://schemas.openxmlformats.org/officeDocument/2006/relationships/image" Target="/ppt/media/image20.svg" Id="R1367873071164cbb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ec7cfdebfa44940" /><Relationship Type="http://schemas.openxmlformats.org/officeDocument/2006/relationships/image" Target="/ppt/media/image36.png" Id="Rfdcae16dda20476f" /><Relationship Type="http://schemas.openxmlformats.org/officeDocument/2006/relationships/image" Target="/ppt/media/image21.svg" Id="R6e04953e2de34f99" /><Relationship Type="http://schemas.openxmlformats.org/officeDocument/2006/relationships/image" Target="/ppt/media/image37.png" Id="Rf426e9731d444768" /><Relationship Type="http://schemas.openxmlformats.org/officeDocument/2006/relationships/image" Target="/ppt/media/image22.svg" Id="R5598b84da64340fe" /><Relationship Type="http://schemas.openxmlformats.org/officeDocument/2006/relationships/image" Target="/ppt/media/image38.png" Id="Rc9fa93fa54f640e1" /><Relationship Type="http://schemas.openxmlformats.org/officeDocument/2006/relationships/image" Target="/ppt/media/image23.svg" Id="Rf89208292556455e" /><Relationship Type="http://schemas.openxmlformats.org/officeDocument/2006/relationships/image" Target="/ppt/media/image39.png" Id="Re1234b74f7984327" /><Relationship Type="http://schemas.openxmlformats.org/officeDocument/2006/relationships/image" Target="/ppt/media/image24.svg" Id="R0a82ea6c1d6a4cf6" /><Relationship Type="http://schemas.openxmlformats.org/officeDocument/2006/relationships/image" Target="/ppt/media/image40.png" Id="Rdc498192b5f247f9" /><Relationship Type="http://schemas.openxmlformats.org/officeDocument/2006/relationships/image" Target="/ppt/media/image25.svg" Id="Raecdd14800094b0e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ca151f56a1c54b13" /><Relationship Type="http://schemas.openxmlformats.org/officeDocument/2006/relationships/image" Target="/ppt/media/image41.png" Id="R58e4a721bbba47df" /><Relationship Type="http://schemas.openxmlformats.org/officeDocument/2006/relationships/image" Target="/ppt/media/image26.svg" Id="Rd380d2fc4d6d42cb" /><Relationship Type="http://schemas.openxmlformats.org/officeDocument/2006/relationships/image" Target="/ppt/media/image42.png" Id="Rdc21f5fe6b124c32" /><Relationship Type="http://schemas.openxmlformats.org/officeDocument/2006/relationships/image" Target="/ppt/media/image27.svg" Id="R93ff1c5b61324bcd" /><Relationship Type="http://schemas.openxmlformats.org/officeDocument/2006/relationships/image" Target="/ppt/media/image43.png" Id="R9ed64e264cb9467b" /><Relationship Type="http://schemas.openxmlformats.org/officeDocument/2006/relationships/image" Target="/ppt/media/image28.svg" Id="R408a7b26ca4d4a84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c96197116b91471a" /><Relationship Type="http://schemas.openxmlformats.org/officeDocument/2006/relationships/image" Target="/ppt/media/image44.png" Id="Rcb4b9353817649ef" /><Relationship Type="http://schemas.openxmlformats.org/officeDocument/2006/relationships/image" Target="/ppt/media/image29.svg" Id="R6c492b3a4a214dbf" /><Relationship Type="http://schemas.openxmlformats.org/officeDocument/2006/relationships/image" Target="/ppt/media/image45.png" Id="R0910bfab79e64a1e" /><Relationship Type="http://schemas.openxmlformats.org/officeDocument/2006/relationships/image" Target="/ppt/media/image30.svg" Id="Rcea62781ad764161" /><Relationship Type="http://schemas.openxmlformats.org/officeDocument/2006/relationships/image" Target="/ppt/media/image46.png" Id="R7716288fea3343b7" /><Relationship Type="http://schemas.openxmlformats.org/officeDocument/2006/relationships/image" Target="/ppt/media/image31.svg" Id="R25404e99318340c9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ce1c8832ec274521" /><Relationship Type="http://schemas.openxmlformats.org/officeDocument/2006/relationships/image" Target="/ppt/media/image47.png" Id="Rc89c3549b5ed4e3f" /><Relationship Type="http://schemas.openxmlformats.org/officeDocument/2006/relationships/image" Target="/ppt/media/image32.svg" Id="Rc5de4e1074b94e64" /><Relationship Type="http://schemas.openxmlformats.org/officeDocument/2006/relationships/image" Target="/ppt/media/image48.png" Id="R0ff1cd12c179470b" /><Relationship Type="http://schemas.openxmlformats.org/officeDocument/2006/relationships/image" Target="/ppt/media/image33.svg" Id="Re548e9bcb8984e28" /><Relationship Type="http://schemas.openxmlformats.org/officeDocument/2006/relationships/image" Target="/ppt/media/image49.png" Id="R61e449821d224010" /><Relationship Type="http://schemas.openxmlformats.org/officeDocument/2006/relationships/image" Target="/ppt/media/image34.svg" Id="Rdadcbf9de5c044c4" /><Relationship Type="http://schemas.openxmlformats.org/officeDocument/2006/relationships/image" Target="/ppt/media/image50.png" Id="R8996d588e96740ec" /><Relationship Type="http://schemas.openxmlformats.org/officeDocument/2006/relationships/image" Target="/ppt/media/image35.svg" Id="R9d7be674a0a746ec" /></Relationships>
</file>

<file path=ppt/slides/charts/_rels/chart1.xml.rels><?xml version='1.0' encoding='utf-8'?>
<Relationships xmlns="http://schemas.openxmlformats.org/package/2006/relationships" />
</file>

<file path=ppt/slides/charts/_rels/chart2.xml.rels><?xml version='1.0' encoding='utf-8'?>
<Relationships xmlns="http://schemas.openxmlformats.org/package/2006/relationships" />
</file>

<file path=ppt/slides/charts/_rels/chart3.xml.rels><?xml version='1.0' encoding='utf-8'?>
<Relationships xmlns="http://schemas.openxmlformats.org/package/2006/relationships" />
</file>

<file path=ppt/slides/charts/_rels/chart4.xml.rels><?xml version='1.0' encoding='utf-8'?>
<Relationships xmlns="http://schemas.openxmlformats.org/package/2006/relationships" />
</file>

<file path=ppt/slides/charts/_rels/chart5.xml.rels><?xml version='1.0' encoding='utf-8'?>
<Relationships xmlns="http://schemas.openxmlformats.org/package/2006/relationships" />
</file>

<file path=ppt/slides/charts/_rels/chart6.xml.rels><?xml version='1.0' encoding='utf-8'?>
<Relationships xmlns="http://schemas.openxmlformats.org/package/2006/relationships" />
</file>

<file path=ppt/slides/charts/_rels/chart7.xml.rels><?xml version='1.0' encoding='utf-8'?>
<Relationships xmlns="http://schemas.openxmlformats.org/package/2006/relationships" />
</file>

<file path=ppt/slides/charts/_rels/chart8.xml.rels><?xml version='1.0' encoding='utf-8'?>
<Relationships xmlns="http://schemas.openxmlformats.org/package/2006/relationships" />
</file>

<file path=ppt/slides/charts/_rels/chart9.xml.rels><?xml version='1.0' encoding='utf-8'?>
<Relationships xmlns="http://schemas.openxmlformats.org/package/2006/relationships" /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Ошибка, руб.</c:v>
          </c:tx>
          <c:spPr>
            <a:solidFill xmlns:a="http://schemas.openxmlformats.org/drawingml/2006/main">
              <a:srgbClr val="0077FF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'Chart Data'!$B$2:$B$3</c:f>
              <c:numCache>
                <c:formatCode>0.##</c:formatCode>
                <c:ptCount val="2"/>
                <c:pt idx="0">
                  <c:v>2</c:v>
                </c:pt>
                <c:pt idx="1">
                  <c:v>3.46410162</c:v>
                </c:pt>
              </c:numCache>
            </c:numRef>
          </c:val>
        </c:ser>
        <c:dLbls>
          <c:numFmt formatCode="0.##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4.5"/>
          <c:min val="0"/>
        </c:scaling>
        <c:delete val="0"/>
        <c:axPos val="l"/>
        <c:numFmt formatCode="0.##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Точки</c:v>
          </c:tx>
          <c:spPr>
            <a:solidFill xmlns:a="http://schemas.openxmlformats.org/drawingml/2006/main">
              <a:srgbClr val="BCC8D5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BCC8D5"/>
              </a:solidFill>
            </c:spPr>
          </c:marker>
          <c:xVal>
            <c:numRef>
              <c:f>'Chart Data'!$A$2:$A$36</c:f>
              <c:numCache>
                <c:formatCode>General</c:formatCode>
                <c:ptCount val="35"/>
                <c:pt idx="0">
                  <c:v>0</c:v>
                </c:pt>
                <c:pt idx="1">
                  <c:v>0.29411765</c:v>
                </c:pt>
                <c:pt idx="2">
                  <c:v>0.58823529</c:v>
                </c:pt>
                <c:pt idx="3">
                  <c:v>0.88235294</c:v>
                </c:pt>
                <c:pt idx="4">
                  <c:v>1.17647059</c:v>
                </c:pt>
                <c:pt idx="5">
                  <c:v>1.47058823</c:v>
                </c:pt>
                <c:pt idx="6">
                  <c:v>1.76470588</c:v>
                </c:pt>
                <c:pt idx="7">
                  <c:v>2.05882353</c:v>
                </c:pt>
                <c:pt idx="8">
                  <c:v>2.35294118</c:v>
                </c:pt>
                <c:pt idx="9">
                  <c:v>2.64705882</c:v>
                </c:pt>
                <c:pt idx="10">
                  <c:v>2.94117647</c:v>
                </c:pt>
                <c:pt idx="11">
                  <c:v>3.23529412</c:v>
                </c:pt>
                <c:pt idx="12">
                  <c:v>3.52941176</c:v>
                </c:pt>
                <c:pt idx="13">
                  <c:v>3.82352941</c:v>
                </c:pt>
                <c:pt idx="14">
                  <c:v>4.11764706</c:v>
                </c:pt>
                <c:pt idx="15">
                  <c:v>4.41176471</c:v>
                </c:pt>
                <c:pt idx="16">
                  <c:v>4.70588235</c:v>
                </c:pt>
                <c:pt idx="17">
                  <c:v>5</c:v>
                </c:pt>
                <c:pt idx="18">
                  <c:v>5.29411765</c:v>
                </c:pt>
                <c:pt idx="19">
                  <c:v>5.58823529</c:v>
                </c:pt>
                <c:pt idx="20">
                  <c:v>5.88235294</c:v>
                </c:pt>
                <c:pt idx="21">
                  <c:v>6.17647059</c:v>
                </c:pt>
                <c:pt idx="22">
                  <c:v>6.47058824</c:v>
                </c:pt>
                <c:pt idx="23">
                  <c:v>6.76470588</c:v>
                </c:pt>
                <c:pt idx="24">
                  <c:v>7.05882353</c:v>
                </c:pt>
                <c:pt idx="25">
                  <c:v>7.35294118</c:v>
                </c:pt>
                <c:pt idx="26">
                  <c:v>7.64705882</c:v>
                </c:pt>
                <c:pt idx="27">
                  <c:v>7.94117647</c:v>
                </c:pt>
                <c:pt idx="28">
                  <c:v>8.23529412</c:v>
                </c:pt>
                <c:pt idx="29">
                  <c:v>8.52941177</c:v>
                </c:pt>
                <c:pt idx="30">
                  <c:v>8.82352941</c:v>
                </c:pt>
                <c:pt idx="31">
                  <c:v>9.11764706</c:v>
                </c:pt>
                <c:pt idx="32">
                  <c:v>9.41176471</c:v>
                </c:pt>
                <c:pt idx="33">
                  <c:v>9.70588235</c:v>
                </c:pt>
                <c:pt idx="34">
                  <c:v>10</c:v>
                </c:pt>
              </c:numCache>
            </c:numRef>
          </c:xVal>
          <c:yVal>
            <c:numRef>
              <c:f>'Chart Data'!$B$2:$B$36</c:f>
              <c:numCache>
                <c:formatCode>General</c:formatCode>
                <c:ptCount val="35"/>
                <c:pt idx="0">
                  <c:v>2.06094342</c:v>
                </c:pt>
                <c:pt idx="1">
                  <c:v>2.0272973</c:v>
                </c:pt>
                <c:pt idx="2">
                  <c:v>2.62067847</c:v>
                </c:pt>
                <c:pt idx="3">
                  <c:v>2.8939953</c:v>
                </c:pt>
                <c:pt idx="4">
                  <c:v>2.55096943</c:v>
                </c:pt>
                <c:pt idx="5">
                  <c:v>2.91603469</c:v>
                </c:pt>
                <c:pt idx="6">
                  <c:v>3.43733279</c:v>
                </c:pt>
                <c:pt idx="7">
                  <c:v>3.58381031</c:v>
                </c:pt>
                <c:pt idx="8">
                  <c:v>12.87899271</c:v>
                </c:pt>
                <c:pt idx="9">
                  <c:v>3.94703827</c:v>
                </c:pt>
                <c:pt idx="10">
                  <c:v>4.52882077</c:v>
                </c:pt>
                <c:pt idx="11">
                  <c:v>4.74379368</c:v>
                </c:pt>
                <c:pt idx="12">
                  <c:v>4.83673555</c:v>
                </c:pt>
                <c:pt idx="13">
                  <c:v>5.28427177</c:v>
                </c:pt>
                <c:pt idx="14">
                  <c:v>5.38761952</c:v>
                </c:pt>
                <c:pt idx="15">
                  <c:v>5.35755327</c:v>
                </c:pt>
                <c:pt idx="16">
                  <c:v>5.83845604</c:v>
                </c:pt>
                <c:pt idx="17">
                  <c:v>13.80822348</c:v>
                </c:pt>
                <c:pt idx="18">
                  <c:v>6.41098418</c:v>
                </c:pt>
                <c:pt idx="19">
                  <c:v>6.46060305</c:v>
                </c:pt>
                <c:pt idx="20">
                  <c:v>6.66890988</c:v>
                </c:pt>
                <c:pt idx="21">
                  <c:v>6.80499056</c:v>
                </c:pt>
                <c:pt idx="22">
                  <c:v>7.42097886</c:v>
                </c:pt>
                <c:pt idx="23">
                  <c:v>7.38085881</c:v>
                </c:pt>
                <c:pt idx="24">
                  <c:v>7.56139326</c:v>
                </c:pt>
                <c:pt idx="25">
                  <c:v>7.81192623</c:v>
                </c:pt>
                <c:pt idx="26">
                  <c:v>8.2241089</c:v>
                </c:pt>
                <c:pt idx="27">
                  <c:v>8.42602999</c:v>
                </c:pt>
                <c:pt idx="28">
                  <c:v>18.67078182</c:v>
                </c:pt>
                <c:pt idx="29">
                  <c:v>8.90969361</c:v>
                </c:pt>
                <c:pt idx="30">
                  <c:v>9.48715305</c:v>
                </c:pt>
                <c:pt idx="31">
                  <c:v>9.21283464</c:v>
                </c:pt>
                <c:pt idx="32">
                  <c:v>9.42696322</c:v>
                </c:pt>
                <c:pt idx="33">
                  <c:v>9.60195134</c:v>
                </c:pt>
                <c:pt idx="34">
                  <c:v>10.12319588</c:v>
                </c:pt>
              </c:numCache>
            </c:numRef>
          </c:yVal>
        </c:ser>
        <c:ser>
          <c:idx val="1"/>
          <c:order val="1"/>
          <c:tx>
            <c:v>OLS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3813">
              <a:solidFill>
                <a:srgbClr val="0077FF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Data'!$C$2:$C$36</c:f>
              <c:numCache>
                <c:formatCode>General</c:formatCode>
                <c:ptCount val="35"/>
                <c:pt idx="0">
                  <c:v>0</c:v>
                </c:pt>
                <c:pt idx="1">
                  <c:v>0.29411765</c:v>
                </c:pt>
                <c:pt idx="2">
                  <c:v>0.58823529</c:v>
                </c:pt>
                <c:pt idx="3">
                  <c:v>0.88235294</c:v>
                </c:pt>
                <c:pt idx="4">
                  <c:v>1.17647059</c:v>
                </c:pt>
                <c:pt idx="5">
                  <c:v>1.47058823</c:v>
                </c:pt>
                <c:pt idx="6">
                  <c:v>1.76470588</c:v>
                </c:pt>
                <c:pt idx="7">
                  <c:v>2.05882353</c:v>
                </c:pt>
                <c:pt idx="8">
                  <c:v>2.35294118</c:v>
                </c:pt>
                <c:pt idx="9">
                  <c:v>2.64705882</c:v>
                </c:pt>
                <c:pt idx="10">
                  <c:v>2.94117647</c:v>
                </c:pt>
                <c:pt idx="11">
                  <c:v>3.23529412</c:v>
                </c:pt>
                <c:pt idx="12">
                  <c:v>3.52941176</c:v>
                </c:pt>
                <c:pt idx="13">
                  <c:v>3.82352941</c:v>
                </c:pt>
                <c:pt idx="14">
                  <c:v>4.11764706</c:v>
                </c:pt>
                <c:pt idx="15">
                  <c:v>4.41176471</c:v>
                </c:pt>
                <c:pt idx="16">
                  <c:v>4.70588235</c:v>
                </c:pt>
                <c:pt idx="17">
                  <c:v>5</c:v>
                </c:pt>
                <c:pt idx="18">
                  <c:v>5.29411765</c:v>
                </c:pt>
                <c:pt idx="19">
                  <c:v>5.58823529</c:v>
                </c:pt>
                <c:pt idx="20">
                  <c:v>5.88235294</c:v>
                </c:pt>
                <c:pt idx="21">
                  <c:v>6.17647059</c:v>
                </c:pt>
                <c:pt idx="22">
                  <c:v>6.47058824</c:v>
                </c:pt>
                <c:pt idx="23">
                  <c:v>6.76470588</c:v>
                </c:pt>
                <c:pt idx="24">
                  <c:v>7.05882353</c:v>
                </c:pt>
                <c:pt idx="25">
                  <c:v>7.35294118</c:v>
                </c:pt>
                <c:pt idx="26">
                  <c:v>7.64705882</c:v>
                </c:pt>
                <c:pt idx="27">
                  <c:v>7.94117647</c:v>
                </c:pt>
                <c:pt idx="28">
                  <c:v>8.23529412</c:v>
                </c:pt>
                <c:pt idx="29">
                  <c:v>8.52941177</c:v>
                </c:pt>
                <c:pt idx="30">
                  <c:v>8.82352941</c:v>
                </c:pt>
                <c:pt idx="31">
                  <c:v>9.11764706</c:v>
                </c:pt>
                <c:pt idx="32">
                  <c:v>9.41176471</c:v>
                </c:pt>
                <c:pt idx="33">
                  <c:v>9.70588235</c:v>
                </c:pt>
                <c:pt idx="34">
                  <c:v>10</c:v>
                </c:pt>
              </c:numCache>
            </c:numRef>
          </c:xVal>
          <c:yVal>
            <c:numRef>
              <c:f>'Chart Data'!$D$2:$D$36</c:f>
              <c:numCache>
                <c:formatCode>General</c:formatCode>
                <c:ptCount val="35"/>
                <c:pt idx="0">
                  <c:v>2.59637237</c:v>
                </c:pt>
                <c:pt idx="1">
                  <c:v>2.84247807</c:v>
                </c:pt>
                <c:pt idx="2">
                  <c:v>3.08858377</c:v>
                </c:pt>
                <c:pt idx="3">
                  <c:v>3.33468947</c:v>
                </c:pt>
                <c:pt idx="4">
                  <c:v>3.58079517</c:v>
                </c:pt>
                <c:pt idx="5">
                  <c:v>3.82690086</c:v>
                </c:pt>
                <c:pt idx="6">
                  <c:v>4.07300656</c:v>
                </c:pt>
                <c:pt idx="7">
                  <c:v>4.31911226</c:v>
                </c:pt>
                <c:pt idx="8">
                  <c:v>4.56521796</c:v>
                </c:pt>
                <c:pt idx="9">
                  <c:v>4.81132366</c:v>
                </c:pt>
                <c:pt idx="10">
                  <c:v>5.05742936</c:v>
                </c:pt>
                <c:pt idx="11">
                  <c:v>5.30353506</c:v>
                </c:pt>
                <c:pt idx="12">
                  <c:v>5.54964076</c:v>
                </c:pt>
                <c:pt idx="13">
                  <c:v>5.79574646</c:v>
                </c:pt>
                <c:pt idx="14">
                  <c:v>6.04185216</c:v>
                </c:pt>
                <c:pt idx="15">
                  <c:v>6.28795786</c:v>
                </c:pt>
                <c:pt idx="16">
                  <c:v>6.53406356</c:v>
                </c:pt>
                <c:pt idx="17">
                  <c:v>6.78016926</c:v>
                </c:pt>
                <c:pt idx="18">
                  <c:v>7.02627496</c:v>
                </c:pt>
                <c:pt idx="19">
                  <c:v>7.27238066</c:v>
                </c:pt>
                <c:pt idx="20">
                  <c:v>7.51848636</c:v>
                </c:pt>
                <c:pt idx="21">
                  <c:v>7.76459206</c:v>
                </c:pt>
                <c:pt idx="22">
                  <c:v>8.01069776</c:v>
                </c:pt>
                <c:pt idx="23">
                  <c:v>8.25680346</c:v>
                </c:pt>
                <c:pt idx="24">
                  <c:v>8.50290915</c:v>
                </c:pt>
                <c:pt idx="25">
                  <c:v>8.74901485</c:v>
                </c:pt>
                <c:pt idx="26">
                  <c:v>8.99512055</c:v>
                </c:pt>
                <c:pt idx="27">
                  <c:v>9.24122625</c:v>
                </c:pt>
                <c:pt idx="28">
                  <c:v>9.48733195</c:v>
                </c:pt>
                <c:pt idx="29">
                  <c:v>9.73343765</c:v>
                </c:pt>
                <c:pt idx="30">
                  <c:v>9.97954335</c:v>
                </c:pt>
                <c:pt idx="31">
                  <c:v>10.22564905</c:v>
                </c:pt>
                <c:pt idx="32">
                  <c:v>10.47175475</c:v>
                </c:pt>
                <c:pt idx="33">
                  <c:v>10.71786045</c:v>
                </c:pt>
                <c:pt idx="34">
                  <c:v>10.96396615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1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Точки</c:v>
          </c:tx>
          <c:spPr>
            <a:solidFill xmlns:a="http://schemas.openxmlformats.org/drawingml/2006/main">
              <a:srgbClr val="BCC8D5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BCC8D5"/>
              </a:solidFill>
            </c:spPr>
          </c:marker>
          <c:xVal>
            <c:numRef>
              <c:f>'Chart Data'!$A$2:$A$36</c:f>
              <c:numCache>
                <c:formatCode>General</c:formatCode>
                <c:ptCount val="35"/>
                <c:pt idx="0">
                  <c:v>0</c:v>
                </c:pt>
                <c:pt idx="1">
                  <c:v>0.29411765</c:v>
                </c:pt>
                <c:pt idx="2">
                  <c:v>0.58823529</c:v>
                </c:pt>
                <c:pt idx="3">
                  <c:v>0.88235294</c:v>
                </c:pt>
                <c:pt idx="4">
                  <c:v>1.17647059</c:v>
                </c:pt>
                <c:pt idx="5">
                  <c:v>1.47058823</c:v>
                </c:pt>
                <c:pt idx="6">
                  <c:v>1.76470588</c:v>
                </c:pt>
                <c:pt idx="7">
                  <c:v>2.05882353</c:v>
                </c:pt>
                <c:pt idx="8">
                  <c:v>2.35294118</c:v>
                </c:pt>
                <c:pt idx="9">
                  <c:v>2.64705882</c:v>
                </c:pt>
                <c:pt idx="10">
                  <c:v>2.94117647</c:v>
                </c:pt>
                <c:pt idx="11">
                  <c:v>3.23529412</c:v>
                </c:pt>
                <c:pt idx="12">
                  <c:v>3.52941176</c:v>
                </c:pt>
                <c:pt idx="13">
                  <c:v>3.82352941</c:v>
                </c:pt>
                <c:pt idx="14">
                  <c:v>4.11764706</c:v>
                </c:pt>
                <c:pt idx="15">
                  <c:v>4.41176471</c:v>
                </c:pt>
                <c:pt idx="16">
                  <c:v>4.70588235</c:v>
                </c:pt>
                <c:pt idx="17">
                  <c:v>5</c:v>
                </c:pt>
                <c:pt idx="18">
                  <c:v>5.29411765</c:v>
                </c:pt>
                <c:pt idx="19">
                  <c:v>5.58823529</c:v>
                </c:pt>
                <c:pt idx="20">
                  <c:v>5.88235294</c:v>
                </c:pt>
                <c:pt idx="21">
                  <c:v>6.17647059</c:v>
                </c:pt>
                <c:pt idx="22">
                  <c:v>6.47058824</c:v>
                </c:pt>
                <c:pt idx="23">
                  <c:v>6.76470588</c:v>
                </c:pt>
                <c:pt idx="24">
                  <c:v>7.05882353</c:v>
                </c:pt>
                <c:pt idx="25">
                  <c:v>7.35294118</c:v>
                </c:pt>
                <c:pt idx="26">
                  <c:v>7.64705882</c:v>
                </c:pt>
                <c:pt idx="27">
                  <c:v>7.94117647</c:v>
                </c:pt>
                <c:pt idx="28">
                  <c:v>8.23529412</c:v>
                </c:pt>
                <c:pt idx="29">
                  <c:v>8.52941177</c:v>
                </c:pt>
                <c:pt idx="30">
                  <c:v>8.82352941</c:v>
                </c:pt>
                <c:pt idx="31">
                  <c:v>9.11764706</c:v>
                </c:pt>
                <c:pt idx="32">
                  <c:v>9.41176471</c:v>
                </c:pt>
                <c:pt idx="33">
                  <c:v>9.70588235</c:v>
                </c:pt>
                <c:pt idx="34">
                  <c:v>10</c:v>
                </c:pt>
              </c:numCache>
            </c:numRef>
          </c:xVal>
          <c:yVal>
            <c:numRef>
              <c:f>'Chart Data'!$B$2:$B$36</c:f>
              <c:numCache>
                <c:formatCode>General</c:formatCode>
                <c:ptCount val="35"/>
                <c:pt idx="0">
                  <c:v>2.06094342</c:v>
                </c:pt>
                <c:pt idx="1">
                  <c:v>2.0272973</c:v>
                </c:pt>
                <c:pt idx="2">
                  <c:v>2.62067847</c:v>
                </c:pt>
                <c:pt idx="3">
                  <c:v>2.8939953</c:v>
                </c:pt>
                <c:pt idx="4">
                  <c:v>2.55096943</c:v>
                </c:pt>
                <c:pt idx="5">
                  <c:v>2.91603469</c:v>
                </c:pt>
                <c:pt idx="6">
                  <c:v>3.43733279</c:v>
                </c:pt>
                <c:pt idx="7">
                  <c:v>3.58381031</c:v>
                </c:pt>
                <c:pt idx="8">
                  <c:v>12.87899271</c:v>
                </c:pt>
                <c:pt idx="9">
                  <c:v>3.94703827</c:v>
                </c:pt>
                <c:pt idx="10">
                  <c:v>4.52882077</c:v>
                </c:pt>
                <c:pt idx="11">
                  <c:v>4.74379368</c:v>
                </c:pt>
                <c:pt idx="12">
                  <c:v>4.83673555</c:v>
                </c:pt>
                <c:pt idx="13">
                  <c:v>5.28427177</c:v>
                </c:pt>
                <c:pt idx="14">
                  <c:v>5.38761952</c:v>
                </c:pt>
                <c:pt idx="15">
                  <c:v>5.35755327</c:v>
                </c:pt>
                <c:pt idx="16">
                  <c:v>5.83845604</c:v>
                </c:pt>
                <c:pt idx="17">
                  <c:v>13.80822348</c:v>
                </c:pt>
                <c:pt idx="18">
                  <c:v>6.41098418</c:v>
                </c:pt>
                <c:pt idx="19">
                  <c:v>6.46060305</c:v>
                </c:pt>
                <c:pt idx="20">
                  <c:v>6.66890988</c:v>
                </c:pt>
                <c:pt idx="21">
                  <c:v>6.80499056</c:v>
                </c:pt>
                <c:pt idx="22">
                  <c:v>7.42097886</c:v>
                </c:pt>
                <c:pt idx="23">
                  <c:v>7.38085881</c:v>
                </c:pt>
                <c:pt idx="24">
                  <c:v>7.56139326</c:v>
                </c:pt>
                <c:pt idx="25">
                  <c:v>7.81192623</c:v>
                </c:pt>
                <c:pt idx="26">
                  <c:v>8.2241089</c:v>
                </c:pt>
                <c:pt idx="27">
                  <c:v>8.42602999</c:v>
                </c:pt>
                <c:pt idx="28">
                  <c:v>18.67078182</c:v>
                </c:pt>
                <c:pt idx="29">
                  <c:v>8.90969361</c:v>
                </c:pt>
                <c:pt idx="30">
                  <c:v>9.48715305</c:v>
                </c:pt>
                <c:pt idx="31">
                  <c:v>9.21283464</c:v>
                </c:pt>
                <c:pt idx="32">
                  <c:v>9.42696322</c:v>
                </c:pt>
                <c:pt idx="33">
                  <c:v>9.60195134</c:v>
                </c:pt>
                <c:pt idx="34">
                  <c:v>10.12319588</c:v>
                </c:pt>
              </c:numCache>
            </c:numRef>
          </c:yVal>
        </c:ser>
        <c:ser>
          <c:idx val="1"/>
          <c:order val="1"/>
          <c:tx>
            <c:v>Huber</c:v>
          </c:tx>
          <c:spPr>
            <a:solidFill xmlns:a="http://schemas.openxmlformats.org/drawingml/2006/main">
              <a:srgbClr val="009D82"/>
            </a:solidFill>
            <a:ln xmlns:a="http://schemas.openxmlformats.org/drawingml/2006/main" w="23813">
              <a:solidFill>
                <a:srgbClr val="009D82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9D82"/>
              </a:solidFill>
            </c:spPr>
          </c:marker>
          <c:xVal>
            <c:numRef>
              <c:f>'Chart Data'!$C$2:$C$36</c:f>
              <c:numCache>
                <c:formatCode>General</c:formatCode>
                <c:ptCount val="35"/>
                <c:pt idx="0">
                  <c:v>0</c:v>
                </c:pt>
                <c:pt idx="1">
                  <c:v>0.29411765</c:v>
                </c:pt>
                <c:pt idx="2">
                  <c:v>0.58823529</c:v>
                </c:pt>
                <c:pt idx="3">
                  <c:v>0.88235294</c:v>
                </c:pt>
                <c:pt idx="4">
                  <c:v>1.17647059</c:v>
                </c:pt>
                <c:pt idx="5">
                  <c:v>1.47058823</c:v>
                </c:pt>
                <c:pt idx="6">
                  <c:v>1.76470588</c:v>
                </c:pt>
                <c:pt idx="7">
                  <c:v>2.05882353</c:v>
                </c:pt>
                <c:pt idx="8">
                  <c:v>2.35294118</c:v>
                </c:pt>
                <c:pt idx="9">
                  <c:v>2.64705882</c:v>
                </c:pt>
                <c:pt idx="10">
                  <c:v>2.94117647</c:v>
                </c:pt>
                <c:pt idx="11">
                  <c:v>3.23529412</c:v>
                </c:pt>
                <c:pt idx="12">
                  <c:v>3.52941176</c:v>
                </c:pt>
                <c:pt idx="13">
                  <c:v>3.82352941</c:v>
                </c:pt>
                <c:pt idx="14">
                  <c:v>4.11764706</c:v>
                </c:pt>
                <c:pt idx="15">
                  <c:v>4.41176471</c:v>
                </c:pt>
                <c:pt idx="16">
                  <c:v>4.70588235</c:v>
                </c:pt>
                <c:pt idx="17">
                  <c:v>5</c:v>
                </c:pt>
                <c:pt idx="18">
                  <c:v>5.29411765</c:v>
                </c:pt>
                <c:pt idx="19">
                  <c:v>5.58823529</c:v>
                </c:pt>
                <c:pt idx="20">
                  <c:v>5.88235294</c:v>
                </c:pt>
                <c:pt idx="21">
                  <c:v>6.17647059</c:v>
                </c:pt>
                <c:pt idx="22">
                  <c:v>6.47058824</c:v>
                </c:pt>
                <c:pt idx="23">
                  <c:v>6.76470588</c:v>
                </c:pt>
                <c:pt idx="24">
                  <c:v>7.05882353</c:v>
                </c:pt>
                <c:pt idx="25">
                  <c:v>7.35294118</c:v>
                </c:pt>
                <c:pt idx="26">
                  <c:v>7.64705882</c:v>
                </c:pt>
                <c:pt idx="27">
                  <c:v>7.94117647</c:v>
                </c:pt>
                <c:pt idx="28">
                  <c:v>8.23529412</c:v>
                </c:pt>
                <c:pt idx="29">
                  <c:v>8.52941177</c:v>
                </c:pt>
                <c:pt idx="30">
                  <c:v>8.82352941</c:v>
                </c:pt>
                <c:pt idx="31">
                  <c:v>9.11764706</c:v>
                </c:pt>
                <c:pt idx="32">
                  <c:v>9.41176471</c:v>
                </c:pt>
                <c:pt idx="33">
                  <c:v>9.70588235</c:v>
                </c:pt>
                <c:pt idx="34">
                  <c:v>10</c:v>
                </c:pt>
              </c:numCache>
            </c:numRef>
          </c:xVal>
          <c:yVal>
            <c:numRef>
              <c:f>'Chart Data'!$D$2:$D$36</c:f>
              <c:numCache>
                <c:formatCode>General</c:formatCode>
                <c:ptCount val="35"/>
                <c:pt idx="0">
                  <c:v>2.03497822</c:v>
                </c:pt>
                <c:pt idx="1">
                  <c:v>2.27046645</c:v>
                </c:pt>
                <c:pt idx="2">
                  <c:v>2.50595468</c:v>
                </c:pt>
                <c:pt idx="3">
                  <c:v>2.74144292</c:v>
                </c:pt>
                <c:pt idx="4">
                  <c:v>2.97693115</c:v>
                </c:pt>
                <c:pt idx="5">
                  <c:v>3.21241939</c:v>
                </c:pt>
                <c:pt idx="6">
                  <c:v>3.44790762</c:v>
                </c:pt>
                <c:pt idx="7">
                  <c:v>3.68339586</c:v>
                </c:pt>
                <c:pt idx="8">
                  <c:v>3.91888409</c:v>
                </c:pt>
                <c:pt idx="9">
                  <c:v>4.15437233</c:v>
                </c:pt>
                <c:pt idx="10">
                  <c:v>4.38986056</c:v>
                </c:pt>
                <c:pt idx="11">
                  <c:v>4.6253488</c:v>
                </c:pt>
                <c:pt idx="12">
                  <c:v>4.86083703</c:v>
                </c:pt>
                <c:pt idx="13">
                  <c:v>5.09632527</c:v>
                </c:pt>
                <c:pt idx="14">
                  <c:v>5.3318135</c:v>
                </c:pt>
                <c:pt idx="15">
                  <c:v>5.56730174</c:v>
                </c:pt>
                <c:pt idx="16">
                  <c:v>5.80278997</c:v>
                </c:pt>
                <c:pt idx="17">
                  <c:v>6.03827821</c:v>
                </c:pt>
                <c:pt idx="18">
                  <c:v>6.27376644</c:v>
                </c:pt>
                <c:pt idx="19">
                  <c:v>6.50925468</c:v>
                </c:pt>
                <c:pt idx="20">
                  <c:v>6.74474291</c:v>
                </c:pt>
                <c:pt idx="21">
                  <c:v>6.98023115</c:v>
                </c:pt>
                <c:pt idx="22">
                  <c:v>7.21571938</c:v>
                </c:pt>
                <c:pt idx="23">
                  <c:v>7.45120762</c:v>
                </c:pt>
                <c:pt idx="24">
                  <c:v>7.68669585</c:v>
                </c:pt>
                <c:pt idx="25">
                  <c:v>7.92218409</c:v>
                </c:pt>
                <c:pt idx="26">
                  <c:v>8.15767232</c:v>
                </c:pt>
                <c:pt idx="27">
                  <c:v>8.39316055</c:v>
                </c:pt>
                <c:pt idx="28">
                  <c:v>8.62864879</c:v>
                </c:pt>
                <c:pt idx="29">
                  <c:v>8.86413702</c:v>
                </c:pt>
                <c:pt idx="30">
                  <c:v>9.09962526</c:v>
                </c:pt>
                <c:pt idx="31">
                  <c:v>9.33511349</c:v>
                </c:pt>
                <c:pt idx="32">
                  <c:v>9.57060173</c:v>
                </c:pt>
                <c:pt idx="33">
                  <c:v>9.80608996</c:v>
                </c:pt>
                <c:pt idx="34">
                  <c:v>10.0415782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1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w1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3813">
              <a:solidFill>
                <a:srgbClr val="0077FF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Data'!$A$2:$A$46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Data'!$B$2:$B$46</c:f>
              <c:numCache>
                <c:formatCode>General</c:formatCode>
                <c:ptCount val="45"/>
                <c:pt idx="0">
                  <c:v>3</c:v>
                </c:pt>
                <c:pt idx="1">
                  <c:v>2.75</c:v>
                </c:pt>
                <c:pt idx="2">
                  <c:v>2.53846154</c:v>
                </c:pt>
                <c:pt idx="3">
                  <c:v>2.35714286</c:v>
                </c:pt>
                <c:pt idx="4">
                  <c:v>2.2</c:v>
                </c:pt>
                <c:pt idx="5">
                  <c:v>2.0625</c:v>
                </c:pt>
                <c:pt idx="6">
                  <c:v>1.94117647</c:v>
                </c:pt>
                <c:pt idx="7">
                  <c:v>1.83333333</c:v>
                </c:pt>
                <c:pt idx="8">
                  <c:v>1.73684211</c:v>
                </c:pt>
                <c:pt idx="9">
                  <c:v>1.65</c:v>
                </c:pt>
                <c:pt idx="10">
                  <c:v>1.57142857</c:v>
                </c:pt>
                <c:pt idx="11">
                  <c:v>1.5</c:v>
                </c:pt>
                <c:pt idx="12">
                  <c:v>1.43478261</c:v>
                </c:pt>
                <c:pt idx="13">
                  <c:v>1.375</c:v>
                </c:pt>
                <c:pt idx="14">
                  <c:v>1.32</c:v>
                </c:pt>
                <c:pt idx="15">
                  <c:v>1.26923077</c:v>
                </c:pt>
                <c:pt idx="16">
                  <c:v>1.22222222</c:v>
                </c:pt>
                <c:pt idx="17">
                  <c:v>1.17857143</c:v>
                </c:pt>
                <c:pt idx="18">
                  <c:v>1.13793103</c:v>
                </c:pt>
                <c:pt idx="19">
                  <c:v>1.1</c:v>
                </c:pt>
                <c:pt idx="20">
                  <c:v>1.06451613</c:v>
                </c:pt>
                <c:pt idx="21">
                  <c:v>1.03125</c:v>
                </c:pt>
                <c:pt idx="22">
                  <c:v>1</c:v>
                </c:pt>
                <c:pt idx="23">
                  <c:v>0.97058824</c:v>
                </c:pt>
                <c:pt idx="24">
                  <c:v>0.94285714</c:v>
                </c:pt>
                <c:pt idx="25">
                  <c:v>0.91666667</c:v>
                </c:pt>
                <c:pt idx="26">
                  <c:v>0.89189189</c:v>
                </c:pt>
                <c:pt idx="27">
                  <c:v>0.86842105</c:v>
                </c:pt>
                <c:pt idx="28">
                  <c:v>0.84615385</c:v>
                </c:pt>
                <c:pt idx="29">
                  <c:v>0.825</c:v>
                </c:pt>
                <c:pt idx="30">
                  <c:v>0.80487805</c:v>
                </c:pt>
                <c:pt idx="31">
                  <c:v>0.78571429</c:v>
                </c:pt>
                <c:pt idx="32">
                  <c:v>0.76744186</c:v>
                </c:pt>
                <c:pt idx="33">
                  <c:v>0.75</c:v>
                </c:pt>
                <c:pt idx="34">
                  <c:v>0.73333333</c:v>
                </c:pt>
                <c:pt idx="35">
                  <c:v>0.7173913</c:v>
                </c:pt>
                <c:pt idx="36">
                  <c:v>0.70212766</c:v>
                </c:pt>
                <c:pt idx="37">
                  <c:v>0.6875</c:v>
                </c:pt>
                <c:pt idx="38">
                  <c:v>0.67346939</c:v>
                </c:pt>
                <c:pt idx="39">
                  <c:v>0.66</c:v>
                </c:pt>
                <c:pt idx="40">
                  <c:v>0.64705882</c:v>
                </c:pt>
                <c:pt idx="41">
                  <c:v>0.63461539</c:v>
                </c:pt>
                <c:pt idx="42">
                  <c:v>0.62264151</c:v>
                </c:pt>
                <c:pt idx="43">
                  <c:v>0.61111111</c:v>
                </c:pt>
                <c:pt idx="44">
                  <c:v>0.6</c:v>
                </c:pt>
              </c:numCache>
            </c:numRef>
          </c:yVal>
        </c:ser>
        <c:ser>
          <c:idx val="1"/>
          <c:order val="1"/>
          <c:tx>
            <c:v>w2</c:v>
          </c:tx>
          <c:spPr>
            <a:solidFill xmlns:a="http://schemas.openxmlformats.org/drawingml/2006/main">
              <a:srgbClr val="FF2F8A"/>
            </a:solidFill>
            <a:ln xmlns:a="http://schemas.openxmlformats.org/drawingml/2006/main" w="23813">
              <a:solidFill>
                <a:srgbClr val="FF2F8A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FF2F8A"/>
              </a:solidFill>
            </c:spPr>
          </c:marker>
          <c:xVal>
            <c:numRef>
              <c:f>'Chart Data'!$C$2:$C$46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Data'!$D$2:$D$46</c:f>
              <c:numCache>
                <c:formatCode>General</c:formatCode>
                <c:ptCount val="45"/>
                <c:pt idx="0">
                  <c:v>1.5</c:v>
                </c:pt>
                <c:pt idx="1">
                  <c:v>1.375</c:v>
                </c:pt>
                <c:pt idx="2">
                  <c:v>1.26923077</c:v>
                </c:pt>
                <c:pt idx="3">
                  <c:v>1.17857143</c:v>
                </c:pt>
                <c:pt idx="4">
                  <c:v>1.1</c:v>
                </c:pt>
                <c:pt idx="5">
                  <c:v>1.03125</c:v>
                </c:pt>
                <c:pt idx="6">
                  <c:v>0.97058824</c:v>
                </c:pt>
                <c:pt idx="7">
                  <c:v>0.91666667</c:v>
                </c:pt>
                <c:pt idx="8">
                  <c:v>0.86842105</c:v>
                </c:pt>
                <c:pt idx="9">
                  <c:v>0.825</c:v>
                </c:pt>
                <c:pt idx="10">
                  <c:v>0.78571429</c:v>
                </c:pt>
                <c:pt idx="11">
                  <c:v>0.75</c:v>
                </c:pt>
                <c:pt idx="12">
                  <c:v>0.7173913</c:v>
                </c:pt>
                <c:pt idx="13">
                  <c:v>0.6875</c:v>
                </c:pt>
                <c:pt idx="14">
                  <c:v>0.66</c:v>
                </c:pt>
                <c:pt idx="15">
                  <c:v>0.63461539</c:v>
                </c:pt>
                <c:pt idx="16">
                  <c:v>0.61111111</c:v>
                </c:pt>
                <c:pt idx="17">
                  <c:v>0.58928571</c:v>
                </c:pt>
                <c:pt idx="18">
                  <c:v>0.56896552</c:v>
                </c:pt>
                <c:pt idx="19">
                  <c:v>0.55</c:v>
                </c:pt>
                <c:pt idx="20">
                  <c:v>0.53225806</c:v>
                </c:pt>
                <c:pt idx="21">
                  <c:v>0.515625</c:v>
                </c:pt>
                <c:pt idx="22">
                  <c:v>0.5</c:v>
                </c:pt>
                <c:pt idx="23">
                  <c:v>0.48529412</c:v>
                </c:pt>
                <c:pt idx="24">
                  <c:v>0.47142857</c:v>
                </c:pt>
                <c:pt idx="25">
                  <c:v>0.45833333</c:v>
                </c:pt>
                <c:pt idx="26">
                  <c:v>0.44594595</c:v>
                </c:pt>
                <c:pt idx="27">
                  <c:v>0.43421053</c:v>
                </c:pt>
                <c:pt idx="28">
                  <c:v>0.42307692</c:v>
                </c:pt>
                <c:pt idx="29">
                  <c:v>0.4125</c:v>
                </c:pt>
                <c:pt idx="30">
                  <c:v>0.40243902</c:v>
                </c:pt>
                <c:pt idx="31">
                  <c:v>0.39285714</c:v>
                </c:pt>
                <c:pt idx="32">
                  <c:v>0.38372093</c:v>
                </c:pt>
                <c:pt idx="33">
                  <c:v>0.375</c:v>
                </c:pt>
                <c:pt idx="34">
                  <c:v>0.36666667</c:v>
                </c:pt>
                <c:pt idx="35">
                  <c:v>0.35869565</c:v>
                </c:pt>
                <c:pt idx="36">
                  <c:v>0.35106383</c:v>
                </c:pt>
                <c:pt idx="37">
                  <c:v>0.34375</c:v>
                </c:pt>
                <c:pt idx="38">
                  <c:v>0.33673469</c:v>
                </c:pt>
                <c:pt idx="39">
                  <c:v>0.33</c:v>
                </c:pt>
                <c:pt idx="40">
                  <c:v>0.32352941</c:v>
                </c:pt>
                <c:pt idx="41">
                  <c:v>0.31730769</c:v>
                </c:pt>
                <c:pt idx="42">
                  <c:v>0.31132076</c:v>
                </c:pt>
                <c:pt idx="43">
                  <c:v>0.30555556</c:v>
                </c:pt>
                <c:pt idx="44">
                  <c:v>0.3</c:v>
                </c:pt>
              </c:numCache>
            </c:numRef>
          </c:yVal>
        </c:ser>
        <c:ser>
          <c:idx val="2"/>
          <c:order val="2"/>
          <c:tx>
            <c:v>w3</c:v>
          </c:tx>
          <c:spPr>
            <a:solidFill xmlns:a="http://schemas.openxmlformats.org/drawingml/2006/main">
              <a:srgbClr val="009D82"/>
            </a:solidFill>
            <a:ln xmlns:a="http://schemas.openxmlformats.org/drawingml/2006/main" w="23813">
              <a:solidFill>
                <a:srgbClr val="009D82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9D82"/>
              </a:solidFill>
            </c:spPr>
          </c:marker>
          <c:xVal>
            <c:numRef>
              <c:f>'Chart Data'!$E$2:$E$46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Data'!$F$2:$F$46</c:f>
              <c:numCache>
                <c:formatCode>General</c:formatCode>
                <c:ptCount val="45"/>
                <c:pt idx="0">
                  <c:v>0.5</c:v>
                </c:pt>
                <c:pt idx="1">
                  <c:v>0.45833333</c:v>
                </c:pt>
                <c:pt idx="2">
                  <c:v>0.42307692</c:v>
                </c:pt>
                <c:pt idx="3">
                  <c:v>0.39285714</c:v>
                </c:pt>
                <c:pt idx="4">
                  <c:v>0.36666667</c:v>
                </c:pt>
                <c:pt idx="5">
                  <c:v>0.34375</c:v>
                </c:pt>
                <c:pt idx="6">
                  <c:v>0.32352941</c:v>
                </c:pt>
                <c:pt idx="7">
                  <c:v>0.30555556</c:v>
                </c:pt>
                <c:pt idx="8">
                  <c:v>0.28947368</c:v>
                </c:pt>
                <c:pt idx="9">
                  <c:v>0.275</c:v>
                </c:pt>
                <c:pt idx="10">
                  <c:v>0.26190476</c:v>
                </c:pt>
                <c:pt idx="11">
                  <c:v>0.25</c:v>
                </c:pt>
                <c:pt idx="12">
                  <c:v>0.23913044</c:v>
                </c:pt>
                <c:pt idx="13">
                  <c:v>0.22916667</c:v>
                </c:pt>
                <c:pt idx="14">
                  <c:v>0.22</c:v>
                </c:pt>
                <c:pt idx="15">
                  <c:v>0.21153846</c:v>
                </c:pt>
                <c:pt idx="16">
                  <c:v>0.2037037</c:v>
                </c:pt>
                <c:pt idx="17">
                  <c:v>0.19642857</c:v>
                </c:pt>
                <c:pt idx="18">
                  <c:v>0.18965517</c:v>
                </c:pt>
                <c:pt idx="19">
                  <c:v>0.18333333</c:v>
                </c:pt>
                <c:pt idx="20">
                  <c:v>0.17741936</c:v>
                </c:pt>
                <c:pt idx="21">
                  <c:v>0.171875</c:v>
                </c:pt>
                <c:pt idx="22">
                  <c:v>0.16666667</c:v>
                </c:pt>
                <c:pt idx="23">
                  <c:v>0.16176471</c:v>
                </c:pt>
                <c:pt idx="24">
                  <c:v>0.15714286</c:v>
                </c:pt>
                <c:pt idx="25">
                  <c:v>0.15277778</c:v>
                </c:pt>
                <c:pt idx="26">
                  <c:v>0.14864865</c:v>
                </c:pt>
                <c:pt idx="27">
                  <c:v>0.14473684</c:v>
                </c:pt>
                <c:pt idx="28">
                  <c:v>0.14102564</c:v>
                </c:pt>
                <c:pt idx="29">
                  <c:v>0.1375</c:v>
                </c:pt>
                <c:pt idx="30">
                  <c:v>0.13414634</c:v>
                </c:pt>
                <c:pt idx="31">
                  <c:v>0.13095238</c:v>
                </c:pt>
                <c:pt idx="32">
                  <c:v>0.12790698</c:v>
                </c:pt>
                <c:pt idx="33">
                  <c:v>0.125</c:v>
                </c:pt>
                <c:pt idx="34">
                  <c:v>0.12222222</c:v>
                </c:pt>
                <c:pt idx="35">
                  <c:v>0.11956522</c:v>
                </c:pt>
                <c:pt idx="36">
                  <c:v>0.11702128</c:v>
                </c:pt>
                <c:pt idx="37">
                  <c:v>0.11458333</c:v>
                </c:pt>
                <c:pt idx="38">
                  <c:v>0.1122449</c:v>
                </c:pt>
                <c:pt idx="39">
                  <c:v>0.11</c:v>
                </c:pt>
                <c:pt idx="40">
                  <c:v>0.10784314</c:v>
                </c:pt>
                <c:pt idx="41">
                  <c:v>0.10576923</c:v>
                </c:pt>
                <c:pt idx="42">
                  <c:v>0.10377359</c:v>
                </c:pt>
                <c:pt idx="43">
                  <c:v>0.10185185</c:v>
                </c:pt>
                <c:pt idx="44">
                  <c:v>0.1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.3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Вес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4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E293B"/>
              </a:solidFill>
              <a:latin typeface="Play"/>
              <a:ea typeface="Play"/>
              <a:cs typeface="Play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w1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3813">
              <a:solidFill>
                <a:srgbClr val="0077FF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Data'!$A$2:$A$46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Data'!$B$2:$B$46</c:f>
              <c:numCache>
                <c:formatCode>General</c:formatCode>
                <c:ptCount val="45"/>
                <c:pt idx="0">
                  <c:v>3</c:v>
                </c:pt>
                <c:pt idx="1">
                  <c:v>2.90909091</c:v>
                </c:pt>
                <c:pt idx="2">
                  <c:v>2.81818182</c:v>
                </c:pt>
                <c:pt idx="3">
                  <c:v>2.72727273</c:v>
                </c:pt>
                <c:pt idx="4">
                  <c:v>2.63636364</c:v>
                </c:pt>
                <c:pt idx="5">
                  <c:v>2.54545455</c:v>
                </c:pt>
                <c:pt idx="6">
                  <c:v>2.45454545</c:v>
                </c:pt>
                <c:pt idx="7">
                  <c:v>2.36363636</c:v>
                </c:pt>
                <c:pt idx="8">
                  <c:v>2.27272727</c:v>
                </c:pt>
                <c:pt idx="9">
                  <c:v>2.18181818</c:v>
                </c:pt>
                <c:pt idx="10">
                  <c:v>2.09090909</c:v>
                </c:pt>
                <c:pt idx="11">
                  <c:v>2</c:v>
                </c:pt>
                <c:pt idx="12">
                  <c:v>1.90909091</c:v>
                </c:pt>
                <c:pt idx="13">
                  <c:v>1.81818182</c:v>
                </c:pt>
                <c:pt idx="14">
                  <c:v>1.72727273</c:v>
                </c:pt>
                <c:pt idx="15">
                  <c:v>1.63636364</c:v>
                </c:pt>
                <c:pt idx="16">
                  <c:v>1.54545454</c:v>
                </c:pt>
                <c:pt idx="17">
                  <c:v>1.45454546</c:v>
                </c:pt>
                <c:pt idx="18">
                  <c:v>1.36363636</c:v>
                </c:pt>
                <c:pt idx="19">
                  <c:v>1.27272727</c:v>
                </c:pt>
                <c:pt idx="20">
                  <c:v>1.18181818</c:v>
                </c:pt>
                <c:pt idx="21">
                  <c:v>1.09090909</c:v>
                </c:pt>
                <c:pt idx="22">
                  <c:v>1</c:v>
                </c:pt>
                <c:pt idx="23">
                  <c:v>0.90909091</c:v>
                </c:pt>
                <c:pt idx="24">
                  <c:v>0.81818182</c:v>
                </c:pt>
                <c:pt idx="25">
                  <c:v>0.72727273</c:v>
                </c:pt>
                <c:pt idx="26">
                  <c:v>0.63636364</c:v>
                </c:pt>
                <c:pt idx="27">
                  <c:v>0.54545455</c:v>
                </c:pt>
                <c:pt idx="28">
                  <c:v>0.45454545</c:v>
                </c:pt>
                <c:pt idx="29">
                  <c:v>0.36363636</c:v>
                </c:pt>
                <c:pt idx="30">
                  <c:v>0.27272727</c:v>
                </c:pt>
                <c:pt idx="31">
                  <c:v>0.18181818</c:v>
                </c:pt>
                <c:pt idx="32">
                  <c:v>0.09090909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</c:numCache>
            </c:numRef>
          </c:yVal>
        </c:ser>
        <c:ser>
          <c:idx val="1"/>
          <c:order val="1"/>
          <c:tx>
            <c:v>w2</c:v>
          </c:tx>
          <c:spPr>
            <a:solidFill xmlns:a="http://schemas.openxmlformats.org/drawingml/2006/main">
              <a:srgbClr val="FF2F8A"/>
            </a:solidFill>
            <a:ln xmlns:a="http://schemas.openxmlformats.org/drawingml/2006/main" w="23813">
              <a:solidFill>
                <a:srgbClr val="FF2F8A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FF2F8A"/>
              </a:solidFill>
            </c:spPr>
          </c:marker>
          <c:xVal>
            <c:numRef>
              <c:f>'Chart Data'!$C$2:$C$46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Data'!$D$2:$D$46</c:f>
              <c:numCache>
                <c:formatCode>General</c:formatCode>
                <c:ptCount val="45"/>
                <c:pt idx="0">
                  <c:v>1.5</c:v>
                </c:pt>
                <c:pt idx="1">
                  <c:v>1.40909091</c:v>
                </c:pt>
                <c:pt idx="2">
                  <c:v>1.31818182</c:v>
                </c:pt>
                <c:pt idx="3">
                  <c:v>1.22727273</c:v>
                </c:pt>
                <c:pt idx="4">
                  <c:v>1.13636364</c:v>
                </c:pt>
                <c:pt idx="5">
                  <c:v>1.04545454</c:v>
                </c:pt>
                <c:pt idx="6">
                  <c:v>0.95454545</c:v>
                </c:pt>
                <c:pt idx="7">
                  <c:v>0.86363636</c:v>
                </c:pt>
                <c:pt idx="8">
                  <c:v>0.77272727</c:v>
                </c:pt>
                <c:pt idx="9">
                  <c:v>0.68181818</c:v>
                </c:pt>
                <c:pt idx="10">
                  <c:v>0.59090909</c:v>
                </c:pt>
                <c:pt idx="11">
                  <c:v>0.5</c:v>
                </c:pt>
                <c:pt idx="12">
                  <c:v>0.40909091</c:v>
                </c:pt>
                <c:pt idx="13">
                  <c:v>0.31818182</c:v>
                </c:pt>
                <c:pt idx="14">
                  <c:v>0.22727273</c:v>
                </c:pt>
                <c:pt idx="15">
                  <c:v>0.13636364</c:v>
                </c:pt>
                <c:pt idx="16">
                  <c:v>0.04545454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</c:numCache>
            </c:numRef>
          </c:yVal>
        </c:ser>
        <c:ser>
          <c:idx val="2"/>
          <c:order val="2"/>
          <c:tx>
            <c:v>w3</c:v>
          </c:tx>
          <c:spPr>
            <a:solidFill xmlns:a="http://schemas.openxmlformats.org/drawingml/2006/main">
              <a:srgbClr val="009D82"/>
            </a:solidFill>
            <a:ln xmlns:a="http://schemas.openxmlformats.org/drawingml/2006/main" w="23813">
              <a:solidFill>
                <a:srgbClr val="009D82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9D82"/>
              </a:solidFill>
            </c:spPr>
          </c:marker>
          <c:xVal>
            <c:numRef>
              <c:f>'Chart Data'!$E$2:$E$46</c:f>
              <c:numCache>
                <c:formatCode>General</c:formatCode>
                <c:ptCount val="45"/>
                <c:pt idx="0">
                  <c:v>0</c:v>
                </c:pt>
                <c:pt idx="1">
                  <c:v>0.09090909</c:v>
                </c:pt>
                <c:pt idx="2">
                  <c:v>0.18181818</c:v>
                </c:pt>
                <c:pt idx="3">
                  <c:v>0.27272727</c:v>
                </c:pt>
                <c:pt idx="4">
                  <c:v>0.36363636</c:v>
                </c:pt>
                <c:pt idx="5">
                  <c:v>0.45454545</c:v>
                </c:pt>
                <c:pt idx="6">
                  <c:v>0.54545455</c:v>
                </c:pt>
                <c:pt idx="7">
                  <c:v>0.63636364</c:v>
                </c:pt>
                <c:pt idx="8">
                  <c:v>0.72727273</c:v>
                </c:pt>
                <c:pt idx="9">
                  <c:v>0.81818182</c:v>
                </c:pt>
                <c:pt idx="10">
                  <c:v>0.90909091</c:v>
                </c:pt>
                <c:pt idx="11">
                  <c:v>1</c:v>
                </c:pt>
                <c:pt idx="12">
                  <c:v>1.09090909</c:v>
                </c:pt>
                <c:pt idx="13">
                  <c:v>1.18181818</c:v>
                </c:pt>
                <c:pt idx="14">
                  <c:v>1.27272727</c:v>
                </c:pt>
                <c:pt idx="15">
                  <c:v>1.36363636</c:v>
                </c:pt>
                <c:pt idx="16">
                  <c:v>1.45454546</c:v>
                </c:pt>
                <c:pt idx="17">
                  <c:v>1.54545454</c:v>
                </c:pt>
                <c:pt idx="18">
                  <c:v>1.63636364</c:v>
                </c:pt>
                <c:pt idx="19">
                  <c:v>1.72727273</c:v>
                </c:pt>
                <c:pt idx="20">
                  <c:v>1.81818182</c:v>
                </c:pt>
                <c:pt idx="21">
                  <c:v>1.90909091</c:v>
                </c:pt>
                <c:pt idx="22">
                  <c:v>2</c:v>
                </c:pt>
                <c:pt idx="23">
                  <c:v>2.09090909</c:v>
                </c:pt>
                <c:pt idx="24">
                  <c:v>2.18181818</c:v>
                </c:pt>
                <c:pt idx="25">
                  <c:v>2.27272727</c:v>
                </c:pt>
                <c:pt idx="26">
                  <c:v>2.36363636</c:v>
                </c:pt>
                <c:pt idx="27">
                  <c:v>2.45454545</c:v>
                </c:pt>
                <c:pt idx="28">
                  <c:v>2.54545455</c:v>
                </c:pt>
                <c:pt idx="29">
                  <c:v>2.63636364</c:v>
                </c:pt>
                <c:pt idx="30">
                  <c:v>2.72727273</c:v>
                </c:pt>
                <c:pt idx="31">
                  <c:v>2.81818182</c:v>
                </c:pt>
                <c:pt idx="32">
                  <c:v>2.90909091</c:v>
                </c:pt>
                <c:pt idx="33">
                  <c:v>3</c:v>
                </c:pt>
                <c:pt idx="34">
                  <c:v>3.09090909</c:v>
                </c:pt>
                <c:pt idx="35">
                  <c:v>3.18181818</c:v>
                </c:pt>
                <c:pt idx="36">
                  <c:v>3.27272727</c:v>
                </c:pt>
                <c:pt idx="37">
                  <c:v>3.36363636</c:v>
                </c:pt>
                <c:pt idx="38">
                  <c:v>3.45454545</c:v>
                </c:pt>
                <c:pt idx="39">
                  <c:v>3.54545455</c:v>
                </c:pt>
                <c:pt idx="40">
                  <c:v>3.63636364</c:v>
                </c:pt>
                <c:pt idx="41">
                  <c:v>3.72727273</c:v>
                </c:pt>
                <c:pt idx="42">
                  <c:v>3.81818182</c:v>
                </c:pt>
                <c:pt idx="43">
                  <c:v>3.90909091</c:v>
                </c:pt>
                <c:pt idx="44">
                  <c:v>4</c:v>
                </c:pt>
              </c:numCache>
            </c:numRef>
          </c:xVal>
          <c:yVal>
            <c:numRef>
              <c:f>'Chart Data'!$F$2:$F$46</c:f>
              <c:numCache>
                <c:formatCode>General</c:formatCode>
                <c:ptCount val="45"/>
                <c:pt idx="0">
                  <c:v>0.5</c:v>
                </c:pt>
                <c:pt idx="1">
                  <c:v>0.40909091</c:v>
                </c:pt>
                <c:pt idx="2">
                  <c:v>0.31818182</c:v>
                </c:pt>
                <c:pt idx="3">
                  <c:v>0.22727273</c:v>
                </c:pt>
                <c:pt idx="4">
                  <c:v>0.13636364</c:v>
                </c:pt>
                <c:pt idx="5">
                  <c:v>0.04545454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.3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Вес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4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E293B"/>
              </a:solidFill>
              <a:latin typeface="Play"/>
              <a:ea typeface="Play"/>
              <a:cs typeface="Play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MAE, млн руб.</c:v>
          </c:tx>
          <c:spPr>
            <a:solidFill xmlns:a="http://schemas.openxmlformats.org/drawingml/2006/main">
              <a:srgbClr val="0077FF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Dummy median</c:v>
                </c:pt>
                <c:pt idx="1">
                  <c:v>Ridge, α = 1</c:v>
                </c:pt>
              </c:strCache>
            </c:strRef>
          </c:cat>
          <c:val>
            <c:numRef>
              <c:f>'Chart Data'!$B$2:$B$3</c:f>
              <c:numCache>
                <c:formatCode>0.##</c:formatCode>
                <c:ptCount val="2"/>
                <c:pt idx="0">
                  <c:v>2.812272</c:v>
                </c:pt>
                <c:pt idx="1">
                  <c:v>1.204547</c:v>
                </c:pt>
              </c:numCache>
            </c:numRef>
          </c:val>
        </c:ser>
        <c:dLbls>
          <c:numFmt formatCode="0.##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3.5"/>
          <c:min val="0"/>
        </c:scaling>
        <c:delete val="0"/>
        <c:axPos val="l"/>
        <c:numFmt formatCode="0.##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Sigmoid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23813">
              <a:solidFill>
                <a:srgbClr val="0077FF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-6</c:v>
                </c:pt>
                <c:pt idx="1">
                  <c:v>-5.85</c:v>
                </c:pt>
                <c:pt idx="2">
                  <c:v>-5.7</c:v>
                </c:pt>
                <c:pt idx="3">
                  <c:v>-5.55</c:v>
                </c:pt>
                <c:pt idx="4">
                  <c:v>-5.4</c:v>
                </c:pt>
                <c:pt idx="5">
                  <c:v>-5.25</c:v>
                </c:pt>
                <c:pt idx="6">
                  <c:v>-5.1</c:v>
                </c:pt>
                <c:pt idx="7">
                  <c:v>-4.95</c:v>
                </c:pt>
                <c:pt idx="8">
                  <c:v>-4.8</c:v>
                </c:pt>
                <c:pt idx="9">
                  <c:v>-4.65</c:v>
                </c:pt>
                <c:pt idx="10">
                  <c:v>-4.5</c:v>
                </c:pt>
                <c:pt idx="11">
                  <c:v>-4.35</c:v>
                </c:pt>
                <c:pt idx="12">
                  <c:v>-4.2</c:v>
                </c:pt>
                <c:pt idx="13">
                  <c:v>-4.05</c:v>
                </c:pt>
                <c:pt idx="14">
                  <c:v>-3.9</c:v>
                </c:pt>
                <c:pt idx="15">
                  <c:v>-3.75</c:v>
                </c:pt>
                <c:pt idx="16">
                  <c:v>-3.6</c:v>
                </c:pt>
                <c:pt idx="17">
                  <c:v>-3.45</c:v>
                </c:pt>
                <c:pt idx="18">
                  <c:v>-3.3</c:v>
                </c:pt>
                <c:pt idx="19">
                  <c:v>-3.15</c:v>
                </c:pt>
                <c:pt idx="20">
                  <c:v>-3</c:v>
                </c:pt>
                <c:pt idx="21">
                  <c:v>-2.85</c:v>
                </c:pt>
                <c:pt idx="22">
                  <c:v>-2.7</c:v>
                </c:pt>
                <c:pt idx="23">
                  <c:v>-2.55</c:v>
                </c:pt>
                <c:pt idx="24">
                  <c:v>-2.4</c:v>
                </c:pt>
                <c:pt idx="25">
                  <c:v>-2.25</c:v>
                </c:pt>
                <c:pt idx="26">
                  <c:v>-2.1</c:v>
                </c:pt>
                <c:pt idx="27">
                  <c:v>-1.95</c:v>
                </c:pt>
                <c:pt idx="28">
                  <c:v>-1.8</c:v>
                </c:pt>
                <c:pt idx="29">
                  <c:v>-1.65</c:v>
                </c:pt>
                <c:pt idx="30">
                  <c:v>-1.5</c:v>
                </c:pt>
                <c:pt idx="31">
                  <c:v>-1.35</c:v>
                </c:pt>
                <c:pt idx="32">
                  <c:v>-1.2</c:v>
                </c:pt>
                <c:pt idx="33">
                  <c:v>-1.05</c:v>
                </c:pt>
                <c:pt idx="34">
                  <c:v>-0.9</c:v>
                </c:pt>
                <c:pt idx="35">
                  <c:v>-0.75</c:v>
                </c:pt>
                <c:pt idx="36">
                  <c:v>-0.6</c:v>
                </c:pt>
                <c:pt idx="37">
                  <c:v>-0.45</c:v>
                </c:pt>
                <c:pt idx="38">
                  <c:v>-0.3</c:v>
                </c:pt>
                <c:pt idx="39">
                  <c:v>-0.15</c:v>
                </c:pt>
                <c:pt idx="40">
                  <c:v>0</c:v>
                </c:pt>
                <c:pt idx="41">
                  <c:v>0.15</c:v>
                </c:pt>
                <c:pt idx="42">
                  <c:v>0.3</c:v>
                </c:pt>
                <c:pt idx="43">
                  <c:v>0.45</c:v>
                </c:pt>
                <c:pt idx="44">
                  <c:v>0.6</c:v>
                </c:pt>
                <c:pt idx="45">
                  <c:v>0.75</c:v>
                </c:pt>
                <c:pt idx="46">
                  <c:v>0.9</c:v>
                </c:pt>
                <c:pt idx="47">
                  <c:v>1.05</c:v>
                </c:pt>
                <c:pt idx="48">
                  <c:v>1.2</c:v>
                </c:pt>
                <c:pt idx="49">
                  <c:v>1.35</c:v>
                </c:pt>
                <c:pt idx="50">
                  <c:v>1.5</c:v>
                </c:pt>
                <c:pt idx="51">
                  <c:v>1.65</c:v>
                </c:pt>
                <c:pt idx="52">
                  <c:v>1.8</c:v>
                </c:pt>
                <c:pt idx="53">
                  <c:v>1.95</c:v>
                </c:pt>
                <c:pt idx="54">
                  <c:v>2.1</c:v>
                </c:pt>
                <c:pt idx="55">
                  <c:v>2.25</c:v>
                </c:pt>
                <c:pt idx="56">
                  <c:v>2.4</c:v>
                </c:pt>
                <c:pt idx="57">
                  <c:v>2.55</c:v>
                </c:pt>
                <c:pt idx="58">
                  <c:v>2.7</c:v>
                </c:pt>
                <c:pt idx="59">
                  <c:v>2.85</c:v>
                </c:pt>
                <c:pt idx="60">
                  <c:v>3</c:v>
                </c:pt>
                <c:pt idx="61">
                  <c:v>3.15</c:v>
                </c:pt>
                <c:pt idx="62">
                  <c:v>3.3</c:v>
                </c:pt>
                <c:pt idx="63">
                  <c:v>3.45</c:v>
                </c:pt>
                <c:pt idx="64">
                  <c:v>3.6</c:v>
                </c:pt>
                <c:pt idx="65">
                  <c:v>3.75</c:v>
                </c:pt>
                <c:pt idx="66">
                  <c:v>3.9</c:v>
                </c:pt>
                <c:pt idx="67">
                  <c:v>4.05</c:v>
                </c:pt>
                <c:pt idx="68">
                  <c:v>4.2</c:v>
                </c:pt>
                <c:pt idx="69">
                  <c:v>4.35</c:v>
                </c:pt>
                <c:pt idx="70">
                  <c:v>4.5</c:v>
                </c:pt>
                <c:pt idx="71">
                  <c:v>4.65</c:v>
                </c:pt>
                <c:pt idx="72">
                  <c:v>4.8</c:v>
                </c:pt>
                <c:pt idx="73">
                  <c:v>4.95</c:v>
                </c:pt>
                <c:pt idx="74">
                  <c:v>5.1</c:v>
                </c:pt>
                <c:pt idx="75">
                  <c:v>5.25</c:v>
                </c:pt>
                <c:pt idx="76">
                  <c:v>5.4</c:v>
                </c:pt>
                <c:pt idx="77">
                  <c:v>5.55</c:v>
                </c:pt>
                <c:pt idx="78">
                  <c:v>5.7</c:v>
                </c:pt>
                <c:pt idx="79">
                  <c:v>5.85</c:v>
                </c:pt>
                <c:pt idx="80">
                  <c:v>6</c:v>
                </c:pt>
              </c:numCache>
            </c:numRef>
          </c:xVal>
          <c:yVal>
            <c:numRef>
              <c:f>'Chart Data'!$B$2:$B$82</c:f>
              <c:numCache>
                <c:formatCode>General</c:formatCode>
                <c:ptCount val="81"/>
                <c:pt idx="0">
                  <c:v>0.00247262</c:v>
                </c:pt>
                <c:pt idx="1">
                  <c:v>0.00287163</c:v>
                </c:pt>
                <c:pt idx="2">
                  <c:v>0.00333481</c:v>
                </c:pt>
                <c:pt idx="3">
                  <c:v>0.0038724</c:v>
                </c:pt>
                <c:pt idx="4">
                  <c:v>0.00449627</c:v>
                </c:pt>
                <c:pt idx="5">
                  <c:v>0.00522013</c:v>
                </c:pt>
                <c:pt idx="6">
                  <c:v>0.0060598</c:v>
                </c:pt>
                <c:pt idx="7">
                  <c:v>0.00703359</c:v>
                </c:pt>
                <c:pt idx="8">
                  <c:v>0.00816257</c:v>
                </c:pt>
                <c:pt idx="9">
                  <c:v>0.00947104</c:v>
                </c:pt>
                <c:pt idx="10">
                  <c:v>0.01098694</c:v>
                </c:pt>
                <c:pt idx="11">
                  <c:v>0.01274235</c:v>
                </c:pt>
                <c:pt idx="12">
                  <c:v>0.01477403</c:v>
                </c:pt>
                <c:pt idx="13">
                  <c:v>0.01712403</c:v>
                </c:pt>
                <c:pt idx="14">
                  <c:v>0.01984031</c:v>
                </c:pt>
                <c:pt idx="15">
                  <c:v>0.02297737</c:v>
                </c:pt>
                <c:pt idx="16">
                  <c:v>0.02659699</c:v>
                </c:pt>
                <c:pt idx="17">
                  <c:v>0.03076886</c:v>
                </c:pt>
                <c:pt idx="18">
                  <c:v>0.03557119</c:v>
                </c:pt>
                <c:pt idx="19">
                  <c:v>0.04109128</c:v>
                </c:pt>
                <c:pt idx="20">
                  <c:v>0.04742587</c:v>
                </c:pt>
                <c:pt idx="21">
                  <c:v>0.05468132</c:v>
                </c:pt>
                <c:pt idx="22">
                  <c:v>0.06297336</c:v>
                </c:pt>
                <c:pt idx="23">
                  <c:v>0.07242649</c:v>
                </c:pt>
                <c:pt idx="24">
                  <c:v>0.0831727</c:v>
                </c:pt>
                <c:pt idx="25">
                  <c:v>0.09534946</c:v>
                </c:pt>
                <c:pt idx="26">
                  <c:v>0.10909682</c:v>
                </c:pt>
                <c:pt idx="27">
                  <c:v>0.12455336</c:v>
                </c:pt>
                <c:pt idx="28">
                  <c:v>0.14185106</c:v>
                </c:pt>
                <c:pt idx="29">
                  <c:v>0.16110895</c:v>
                </c:pt>
                <c:pt idx="30">
                  <c:v>0.18242552</c:v>
                </c:pt>
                <c:pt idx="31">
                  <c:v>0.20587037</c:v>
                </c:pt>
                <c:pt idx="32">
                  <c:v>0.23147522</c:v>
                </c:pt>
                <c:pt idx="33">
                  <c:v>0.2592251</c:v>
                </c:pt>
                <c:pt idx="34">
                  <c:v>0.2890505</c:v>
                </c:pt>
                <c:pt idx="35">
                  <c:v>0.3208213</c:v>
                </c:pt>
                <c:pt idx="36">
                  <c:v>0.35434369</c:v>
                </c:pt>
                <c:pt idx="37">
                  <c:v>0.38936077</c:v>
                </c:pt>
                <c:pt idx="38">
                  <c:v>0.42555748</c:v>
                </c:pt>
                <c:pt idx="39">
                  <c:v>0.46257015</c:v>
                </c:pt>
                <c:pt idx="40">
                  <c:v>0.5</c:v>
                </c:pt>
                <c:pt idx="41">
                  <c:v>0.53742985</c:v>
                </c:pt>
                <c:pt idx="42">
                  <c:v>0.57444252</c:v>
                </c:pt>
                <c:pt idx="43">
                  <c:v>0.61063923</c:v>
                </c:pt>
                <c:pt idx="44">
                  <c:v>0.64565631</c:v>
                </c:pt>
                <c:pt idx="45">
                  <c:v>0.6791787</c:v>
                </c:pt>
                <c:pt idx="46">
                  <c:v>0.7109495</c:v>
                </c:pt>
                <c:pt idx="47">
                  <c:v>0.7407749</c:v>
                </c:pt>
                <c:pt idx="48">
                  <c:v>0.76852478</c:v>
                </c:pt>
                <c:pt idx="49">
                  <c:v>0.79412963</c:v>
                </c:pt>
                <c:pt idx="50">
                  <c:v>0.81757448</c:v>
                </c:pt>
                <c:pt idx="51">
                  <c:v>0.83889105</c:v>
                </c:pt>
                <c:pt idx="52">
                  <c:v>0.85814894</c:v>
                </c:pt>
                <c:pt idx="53">
                  <c:v>0.87544664</c:v>
                </c:pt>
                <c:pt idx="54">
                  <c:v>0.89090318</c:v>
                </c:pt>
                <c:pt idx="55">
                  <c:v>0.90465054</c:v>
                </c:pt>
                <c:pt idx="56">
                  <c:v>0.9168273</c:v>
                </c:pt>
                <c:pt idx="57">
                  <c:v>0.92757351</c:v>
                </c:pt>
                <c:pt idx="58">
                  <c:v>0.93702664</c:v>
                </c:pt>
                <c:pt idx="59">
                  <c:v>0.94531868</c:v>
                </c:pt>
                <c:pt idx="60">
                  <c:v>0.95257413</c:v>
                </c:pt>
                <c:pt idx="61">
                  <c:v>0.95890872</c:v>
                </c:pt>
                <c:pt idx="62">
                  <c:v>0.96442881</c:v>
                </c:pt>
                <c:pt idx="63">
                  <c:v>0.96923114</c:v>
                </c:pt>
                <c:pt idx="64">
                  <c:v>0.97340301</c:v>
                </c:pt>
                <c:pt idx="65">
                  <c:v>0.97702263</c:v>
                </c:pt>
                <c:pt idx="66">
                  <c:v>0.98015969</c:v>
                </c:pt>
                <c:pt idx="67">
                  <c:v>0.98287597</c:v>
                </c:pt>
                <c:pt idx="68">
                  <c:v>0.98522597</c:v>
                </c:pt>
                <c:pt idx="69">
                  <c:v>0.98725765</c:v>
                </c:pt>
                <c:pt idx="70">
                  <c:v>0.98901306</c:v>
                </c:pt>
                <c:pt idx="71">
                  <c:v>0.99052896</c:v>
                </c:pt>
                <c:pt idx="72">
                  <c:v>0.99183743</c:v>
                </c:pt>
                <c:pt idx="73">
                  <c:v>0.99296641</c:v>
                </c:pt>
                <c:pt idx="74">
                  <c:v>0.9939402</c:v>
                </c:pt>
                <c:pt idx="75">
                  <c:v>0.99477987</c:v>
                </c:pt>
                <c:pt idx="76">
                  <c:v>0.99550373</c:v>
                </c:pt>
                <c:pt idx="77">
                  <c:v>0.9961276</c:v>
                </c:pt>
                <c:pt idx="78">
                  <c:v>0.99666519</c:v>
                </c:pt>
                <c:pt idx="79">
                  <c:v>0.99712837</c:v>
                </c:pt>
                <c:pt idx="80">
                  <c:v>0.99752738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6"/>
          <c:min val="-6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score z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Вероятность</c:v>
          </c:tx>
          <c:spPr>
            <a:solidFill xmlns:a="http://schemas.openxmlformats.org/drawingml/2006/main">
              <a:srgbClr val="0077FF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'Chart Data'!$B$2:$B$4</c:f>
              <c:numCache>
                <c:formatCode>0%</c:formatCode>
                <c:ptCount val="3"/>
                <c:pt idx="0">
                  <c:v>0.2</c:v>
                </c:pt>
                <c:pt idx="1">
                  <c:v>0.5</c:v>
                </c:pt>
                <c:pt idx="2">
                  <c:v>0.3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0.65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До признака</c:v>
          </c:tx>
          <c:spPr>
            <a:solidFill xmlns:a="http://schemas.openxmlformats.org/drawingml/2006/main">
              <a:srgbClr val="BCC8D5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0.4</c:v>
                </c:pt>
                <c:pt idx="1">
                  <c:v>0.6</c:v>
                </c:pt>
              </c:numCache>
            </c:numRef>
          </c:val>
        </c:ser>
        <c:ser>
          <c:idx val="1"/>
          <c:order val="1"/>
          <c:tx>
            <c:v>После признака</c:v>
          </c:tx>
          <c:spPr>
            <a:solidFill xmlns:a="http://schemas.openxmlformats.org/drawingml/2006/main">
              <a:srgbClr val="0077FF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Data'!$D$2:$D$3</c:f>
              <c:numCache>
                <c:formatCode>0%</c:formatCode>
                <c:ptCount val="2"/>
                <c:pt idx="0">
                  <c:v>0.625</c:v>
                </c:pt>
                <c:pt idx="1">
                  <c:v>0.375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0.8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1E293B"/>
              </a:solidFill>
              <a:latin typeface="Play"/>
              <a:ea typeface="Play"/>
              <a:cs typeface="Play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Контролируемое обучение">
            <a:extLst xmlns:a="http://schemas.openxmlformats.org/drawingml/2006/main">
              <a:ext uri="{FF2B5EF4-FFF2-40B4-BE49-F238E27FC236}">
                <a16:creationId xmlns:a16="http://schemas.microsoft.com/office/drawing/2014/main" id="{A782EDC2-2483-4D42-8CD1-4C075924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Контролируемое обучение</a:t>
            </a:r>
          </a:p>
        </p:txBody>
      </p:sp>
      <p:sp>
        <p:nvSpPr>
          <p:cNvPr id="2" name="1">
            <a:extLst xmlns:a="http://schemas.openxmlformats.org/drawingml/2006/main">
              <a:ext uri="{FF2B5EF4-FFF2-40B4-BE49-F238E27FC236}">
                <a16:creationId xmlns:a16="http://schemas.microsoft.com/office/drawing/2014/main" id="{16875BFA-0664-4A80-B399-1339B82E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3" name="Признаки → прогноз → проверка">
            <a:extLst xmlns:a="http://schemas.openxmlformats.org/drawingml/2006/main">
              <a:ext uri="{FF2B5EF4-FFF2-40B4-BE49-F238E27FC236}">
                <a16:creationId xmlns:a16="http://schemas.microsoft.com/office/drawing/2014/main" id="{1C906A9C-93C0-4EB4-A023-774F1C49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0">
                <a:solidFill>
                  <a:srgbClr val="1E293B"/>
                </a:solidFill>
              </a:defRPr>
            </a:defPPr>
            <a:lvl1pPr algn="l">
              <a:defRPr sz="3450" b="0">
                <a:solidFill>
                  <a:srgbClr val="1E293B"/>
                </a:solidFill>
              </a:defRPr>
            </a:lvl1pPr>
            <a:lvl2pPr algn="l">
              <a:defRPr sz="3450" b="0">
                <a:solidFill>
                  <a:srgbClr val="1E293B"/>
                </a:solidFill>
              </a:defRPr>
            </a:lvl2pPr>
            <a:lvl3pPr algn="l">
              <a:defRPr sz="3450" b="0">
                <a:solidFill>
                  <a:srgbClr val="1E293B"/>
                </a:solidFill>
              </a:defRPr>
            </a:lvl3pPr>
            <a:lvl4pPr algn="l">
              <a:defRPr sz="3450" b="0">
                <a:solidFill>
                  <a:srgbClr val="1E293B"/>
                </a:solidFill>
              </a:defRPr>
            </a:lvl4pPr>
            <a:lvl5pPr algn="l">
              <a:defRPr sz="3450" b="0">
                <a:solidFill>
                  <a:srgbClr val="1E293B"/>
                </a:solidFill>
              </a:defRPr>
            </a:lvl5pPr>
            <a:lvl6pPr algn="l">
              <a:defRPr sz="3450" b="0">
                <a:solidFill>
                  <a:srgbClr val="1E293B"/>
                </a:solidFill>
              </a:defRPr>
            </a:lvl6pPr>
            <a:lvl7pPr algn="l">
              <a:defRPr sz="3450" b="0">
                <a:solidFill>
                  <a:srgbClr val="1E293B"/>
                </a:solidFill>
              </a:defRPr>
            </a:lvl7pPr>
            <a:lvl8pPr algn="l">
              <a:defRPr sz="3450" b="0">
                <a:solidFill>
                  <a:srgbClr val="1E293B"/>
                </a:solidFill>
              </a:defRPr>
            </a:lvl8pPr>
            <a:lvl9pPr algn="l">
              <a:defRPr sz="34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3450" b="0">
                <a:solidFill>
                  <a:srgbClr val="1E293B"/>
                </a:solidFill>
              </a:defRPr>
            </a:pPr>
            <a:r>
              <a:rPr sz="34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Признаки → прогноз → проверка</a:t>
            </a:r>
          </a:p>
        </p:txBody>
      </p:sp>
      <p:sp>
        <p:nvSpPr>
          <p:cNvPr id="4" name="Цена квартиры — число. Наличие дефекта — класс.">
            <a:extLst xmlns:a="http://schemas.openxmlformats.org/drawingml/2006/main">
              <a:ext uri="{FF2B5EF4-FFF2-40B4-BE49-F238E27FC236}">
                <a16:creationId xmlns:a16="http://schemas.microsoft.com/office/drawing/2014/main" id="{7B4AD6E1-EE5E-4355-8CB6-C94F2527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Цена квартиры — число. Наличие дефекта — класс.</a:t>
            </a:r>
          </a:p>
        </p:txBody>
      </p:sp>
      <p:sp>
        <p:nvSpPr>
          <p:cNvPr id="5" name="После объяснения: рабочий baseline и один самост">
            <a:extLst xmlns:a="http://schemas.openxmlformats.org/drawingml/2006/main">
              <a:ext uri="{FF2B5EF4-FFF2-40B4-BE49-F238E27FC236}">
                <a16:creationId xmlns:a16="http://schemas.microsoft.com/office/drawing/2014/main" id="{524F4207-73EB-4030-AAB4-A15346E8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После объяснения: рабочий baseline и один самостоятельный эксперимент.</a:t>
            </a:r>
          </a:p>
        </p:txBody>
      </p:sp>
    </p:spTree>
    <p:extLst>
      <p:ext uri="{BB962C8B-B14F-4D97-AF65-F5344CB8AC3E}">
        <p14:creationId xmlns:p14="http://schemas.microsoft.com/office/powerpoint/2010/main" val="183507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Цена квартиры по признакам">
            <a:extLst xmlns:a="http://schemas.openxmlformats.org/drawingml/2006/main">
              <a:ext uri="{FF2B5EF4-FFF2-40B4-BE49-F238E27FC236}">
                <a16:creationId xmlns:a16="http://schemas.microsoft.com/office/drawing/2014/main" id="{DD6539C8-AD2E-40BF-AAB5-EC82FDF7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Цена квартиры по признакам</a:t>
            </a:r>
          </a:p>
        </p:txBody>
      </p:sp>
      <p:sp>
        <p:nvSpPr>
          <p:cNvPr id="2" name="2">
            <a:extLst xmlns:a="http://schemas.openxmlformats.org/drawingml/2006/main">
              <a:ext uri="{FF2B5EF4-FFF2-40B4-BE49-F238E27FC236}">
                <a16:creationId xmlns:a16="http://schemas.microsoft.com/office/drawing/2014/main" id="{AAA8CF63-258B-4DC8-A0B8-9325C57F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3" name="Объект: объявление">
            <a:extLst xmlns:a="http://schemas.openxmlformats.org/drawingml/2006/main">
              <a:ext uri="{FF2B5EF4-FFF2-40B4-BE49-F238E27FC236}">
                <a16:creationId xmlns:a16="http://schemas.microsoft.com/office/drawing/2014/main" id="{A883BAC0-9BE5-4E73-AEFC-B0CCB16D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Объект: объявление</a:t>
            </a:r>
          </a:p>
        </p:txBody>
      </p:sp>
      <p:sp>
        <p:nvSpPr>
          <p:cNvPr id="4" name="Площадь: 60 м²">
            <a:extLst xmlns:a="http://schemas.openxmlformats.org/drawingml/2006/main">
              <a:ext uri="{FF2B5EF4-FFF2-40B4-BE49-F238E27FC236}">
                <a16:creationId xmlns:a16="http://schemas.microsoft.com/office/drawing/2014/main" id="{12CDF4DA-B69A-41B5-A9FE-A9BFBA38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Площадь: 60 м²</a:t>
            </a:r>
          </a:p>
        </p:txBody>
      </p:sp>
      <p:sp>
        <p:nvSpPr>
          <p:cNvPr id="5" name="Комнаты: 2">
            <a:extLst xmlns:a="http://schemas.openxmlformats.org/drawingml/2006/main">
              <a:ext uri="{FF2B5EF4-FFF2-40B4-BE49-F238E27FC236}">
                <a16:creationId xmlns:a16="http://schemas.microsoft.com/office/drawing/2014/main" id="{5F7AFE1F-EF4A-4C50-A275-D39C8CBBF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Комнаты: 2</a:t>
            </a:r>
          </a:p>
        </p:txBody>
      </p:sp>
      <p:sp>
        <p:nvSpPr>
          <p:cNvPr id="6" name="Район и дата объявления">
            <a:extLst xmlns:a="http://schemas.openxmlformats.org/drawingml/2006/main">
              <a:ext uri="{FF2B5EF4-FFF2-40B4-BE49-F238E27FC236}">
                <a16:creationId xmlns:a16="http://schemas.microsoft.com/office/drawing/2014/main" id="{2C65360D-CD6D-4BF0-816B-2E188C01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Район и дата объявления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8789A-5EF9-41D5-B706-D0C70245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476500"/>
            <a:ext cx="4095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Модель">
            <a:extLst xmlns:a="http://schemas.openxmlformats.org/drawingml/2006/main">
              <a:ext uri="{FF2B5EF4-FFF2-40B4-BE49-F238E27FC236}">
                <a16:creationId xmlns:a16="http://schemas.microsoft.com/office/drawing/2014/main" id="{903B9512-3F64-47F5-892F-99E1893A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1937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077FF"/>
                </a:solidFill>
              </a:defRPr>
            </a:defPPr>
            <a:lvl1pPr algn="l">
              <a:defRPr sz="2250" b="1">
                <a:solidFill>
                  <a:srgbClr val="0077FF"/>
                </a:solidFill>
              </a:defRPr>
            </a:lvl1pPr>
            <a:lvl2pPr algn="l">
              <a:defRPr sz="2250" b="1">
                <a:solidFill>
                  <a:srgbClr val="0077FF"/>
                </a:solidFill>
              </a:defRPr>
            </a:lvl2pPr>
            <a:lvl3pPr algn="l">
              <a:defRPr sz="2250" b="1">
                <a:solidFill>
                  <a:srgbClr val="0077FF"/>
                </a:solidFill>
              </a:defRPr>
            </a:lvl3pPr>
            <a:lvl4pPr algn="l">
              <a:defRPr sz="2250" b="1">
                <a:solidFill>
                  <a:srgbClr val="0077FF"/>
                </a:solidFill>
              </a:defRPr>
            </a:lvl4pPr>
            <a:lvl5pPr algn="l">
              <a:defRPr sz="2250" b="1">
                <a:solidFill>
                  <a:srgbClr val="0077FF"/>
                </a:solidFill>
              </a:defRPr>
            </a:lvl5pPr>
            <a:lvl6pPr algn="l">
              <a:defRPr sz="2250" b="1">
                <a:solidFill>
                  <a:srgbClr val="0077FF"/>
                </a:solidFill>
              </a:defRPr>
            </a:lvl6pPr>
            <a:lvl7pPr algn="l">
              <a:defRPr sz="2250" b="1">
                <a:solidFill>
                  <a:srgbClr val="0077FF"/>
                </a:solidFill>
              </a:defRPr>
            </a:lvl7pPr>
            <a:lvl8pPr algn="l">
              <a:defRPr sz="2250" b="1">
                <a:solidFill>
                  <a:srgbClr val="0077FF"/>
                </a:solidFill>
              </a:defRPr>
            </a:lvl8pPr>
            <a:lvl9pPr algn="l">
              <a:defRPr sz="225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077FF"/>
                </a:solidFill>
              </a:defRPr>
            </a:pPr>
            <a:r>
              <a:rPr sz="225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Модель</a:t>
            </a:r>
          </a:p>
        </p:txBody>
      </p:sp>
      <p:sp>
        <p:nvSpPr>
          <p:cNvPr id="9" name="Прогноз цены">
            <a:extLst xmlns:a="http://schemas.openxmlformats.org/drawingml/2006/main">
              <a:ext uri="{FF2B5EF4-FFF2-40B4-BE49-F238E27FC236}">
                <a16:creationId xmlns:a16="http://schemas.microsoft.com/office/drawing/2014/main" id="{99EBCDA2-E3D1-4B85-B1EA-32617F0A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90875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0">
                <a:solidFill>
                  <a:srgbClr val="1E293B"/>
                </a:solidFill>
              </a:defRPr>
            </a:defPPr>
            <a:lvl1pPr algn="l">
              <a:defRPr sz="2550" b="0">
                <a:solidFill>
                  <a:srgbClr val="1E293B"/>
                </a:solidFill>
              </a:defRPr>
            </a:lvl1pPr>
            <a:lvl2pPr algn="l">
              <a:defRPr sz="2550" b="0">
                <a:solidFill>
                  <a:srgbClr val="1E293B"/>
                </a:solidFill>
              </a:defRPr>
            </a:lvl2pPr>
            <a:lvl3pPr algn="l">
              <a:defRPr sz="2550" b="0">
                <a:solidFill>
                  <a:srgbClr val="1E293B"/>
                </a:solidFill>
              </a:defRPr>
            </a:lvl3pPr>
            <a:lvl4pPr algn="l">
              <a:defRPr sz="2550" b="0">
                <a:solidFill>
                  <a:srgbClr val="1E293B"/>
                </a:solidFill>
              </a:defRPr>
            </a:lvl4pPr>
            <a:lvl5pPr algn="l">
              <a:defRPr sz="2550" b="0">
                <a:solidFill>
                  <a:srgbClr val="1E293B"/>
                </a:solidFill>
              </a:defRPr>
            </a:lvl5pPr>
            <a:lvl6pPr algn="l">
              <a:defRPr sz="2550" b="0">
                <a:solidFill>
                  <a:srgbClr val="1E293B"/>
                </a:solidFill>
              </a:defRPr>
            </a:lvl6pPr>
            <a:lvl7pPr algn="l">
              <a:defRPr sz="2550" b="0">
                <a:solidFill>
                  <a:srgbClr val="1E293B"/>
                </a:solidFill>
              </a:defRPr>
            </a:lvl7pPr>
            <a:lvl8pPr algn="l">
              <a:defRPr sz="2550" b="0">
                <a:solidFill>
                  <a:srgbClr val="1E293B"/>
                </a:solidFill>
              </a:defRPr>
            </a:lvl8pPr>
            <a:lvl9pPr algn="l">
              <a:defRPr sz="25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293B"/>
                </a:solidFill>
              </a:defRPr>
            </a:pPr>
            <a:r>
              <a:rPr sz="25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Прогноз цены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5C4F1-11B8-4D2E-83DD-3428B255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29250" y="3143250"/>
            <a:ext cx="12382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77FF"/>
            </a:solidFill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D4243-1F89-4D40-9007-25AC720743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2199f8597401d">
            <a:extLst>
              <a:ext uri="{96DAC541-7B7A-43D3-8B79-37D633B846F1}">
                <asvg:svgBlip xmlns:asvg="http://schemas.microsoft.com/office/drawing/2016/SVG/main" r:embed="R6c37a507eb5145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762500"/>
            <a:ext cx="2511295" cy="404651"/>
          </a:xfrm>
          <a:prstGeom xmlns:a="http://schemas.openxmlformats.org/drawingml/2006/main" prst="rect">
            <a:avLst/>
          </a:prstGeom>
        </p:spPr>
      </p:pic>
      <p:sp>
        <p:nvSpPr>
          <p:cNvPr id="12" name="Сначала определяем объект, target и доступные пр">
            <a:extLst xmlns:a="http://schemas.openxmlformats.org/drawingml/2006/main">
              <a:ext uri="{FF2B5EF4-FFF2-40B4-BE49-F238E27FC236}">
                <a16:creationId xmlns:a16="http://schemas.microsoft.com/office/drawing/2014/main" id="{73F3F3DF-3A57-4F7A-8EF2-2259DD58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Сначала определяем объект, target и доступные признаки — затем выбираем модель.</a:t>
            </a:r>
          </a:p>
        </p:txBody>
      </p:sp>
    </p:spTree>
    <p:extLst>
      <p:ext uri="{BB962C8B-B14F-4D97-AF65-F5344CB8AC3E}">
        <p14:creationId xmlns:p14="http://schemas.microsoft.com/office/powerpoint/2010/main" val="10305542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Линейная модель и ошибки">
            <a:extLst xmlns:a="http://schemas.openxmlformats.org/drawingml/2006/main">
              <a:ext uri="{FF2B5EF4-FFF2-40B4-BE49-F238E27FC236}">
                <a16:creationId xmlns:a16="http://schemas.microsoft.com/office/drawing/2014/main" id="{0B84BE63-7960-44D8-9E77-84449ABF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Линейная модель и ошибки</a:t>
            </a:r>
          </a:p>
        </p:txBody>
      </p:sp>
      <p:sp>
        <p:nvSpPr>
          <p:cNvPr id="2" name="3">
            <a:extLst xmlns:a="http://schemas.openxmlformats.org/drawingml/2006/main">
              <a:ext uri="{FF2B5EF4-FFF2-40B4-BE49-F238E27FC236}">
                <a16:creationId xmlns:a16="http://schemas.microsoft.com/office/drawing/2014/main" id="{855E3677-3C68-4062-A852-4C5F0612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3642E8-BEA9-4F6D-A269-E9B584BE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5048250"/>
            <a:ext cx="5562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5F54C2-7D6C-471B-9806-274D6D68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2143125"/>
            <a:ext cx="95" cy="2905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147D8-29C7-4920-ABA9-4F5DEF0E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7113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6" name="30">
            <a:extLst xmlns:a="http://schemas.openxmlformats.org/drawingml/2006/main">
              <a:ext uri="{FF2B5EF4-FFF2-40B4-BE49-F238E27FC236}">
                <a16:creationId xmlns:a16="http://schemas.microsoft.com/office/drawing/2014/main" id="{20DD0EA3-2D59-435D-8FE1-D78634C3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8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C2EA57-E0A5-4E8B-AA51-55B40134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6384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8" name="40">
            <a:extLst xmlns:a="http://schemas.openxmlformats.org/drawingml/2006/main">
              <a:ext uri="{FF2B5EF4-FFF2-40B4-BE49-F238E27FC236}">
                <a16:creationId xmlns:a16="http://schemas.microsoft.com/office/drawing/2014/main" id="{080D3252-587C-4082-9652-769B0400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40E05-A350-48B9-88E6-263B5D490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5655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0" name="50">
            <a:extLst xmlns:a="http://schemas.openxmlformats.org/drawingml/2006/main">
              <a:ext uri="{FF2B5EF4-FFF2-40B4-BE49-F238E27FC236}">
                <a16:creationId xmlns:a16="http://schemas.microsoft.com/office/drawing/2014/main" id="{ADCBA6F6-8DB7-4146-9A38-D478C18F0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0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50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FE270-F640-435D-A7DB-424F82F2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4926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2" name="60">
            <a:extLst xmlns:a="http://schemas.openxmlformats.org/drawingml/2006/main">
              <a:ext uri="{FF2B5EF4-FFF2-40B4-BE49-F238E27FC236}">
                <a16:creationId xmlns:a16="http://schemas.microsoft.com/office/drawing/2014/main" id="{80AAD00D-5008-4688-9ACD-9786E254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1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CC98F-6FA9-4F86-8D45-CCE584FD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197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4" name="70">
            <a:extLst xmlns:a="http://schemas.openxmlformats.org/drawingml/2006/main">
              <a:ext uri="{FF2B5EF4-FFF2-40B4-BE49-F238E27FC236}">
                <a16:creationId xmlns:a16="http://schemas.microsoft.com/office/drawing/2014/main" id="{88606F86-D299-4FD6-8707-ED9077B2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70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37C622-414F-4646-B2D8-F3C6780F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34682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6" name="80">
            <a:extLst xmlns:a="http://schemas.openxmlformats.org/drawingml/2006/main">
              <a:ext uri="{FF2B5EF4-FFF2-40B4-BE49-F238E27FC236}">
                <a16:creationId xmlns:a16="http://schemas.microsoft.com/office/drawing/2014/main" id="{95EDEA79-A17F-4CA9-A3B0-BBF2710F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32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80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DA1F0-793D-4F55-B0E6-8E3D35A7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463323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8" name="4">
            <a:extLst xmlns:a="http://schemas.openxmlformats.org/drawingml/2006/main">
              <a:ext uri="{FF2B5EF4-FFF2-40B4-BE49-F238E27FC236}">
                <a16:creationId xmlns:a16="http://schemas.microsoft.com/office/drawing/2014/main" id="{BE954AD7-91A8-4889-BBD4-6C578D60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893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8AE3FD-61E3-4C2B-88F2-23CD30CE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803196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0" name="6">
            <a:extLst xmlns:a="http://schemas.openxmlformats.org/drawingml/2006/main">
              <a:ext uri="{FF2B5EF4-FFF2-40B4-BE49-F238E27FC236}">
                <a16:creationId xmlns:a16="http://schemas.microsoft.com/office/drawing/2014/main" id="{2FC508E9-F981-411C-A6A3-DA319A22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88896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B8C8D5-CAD2-4953-BF73-88A845E1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2973161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2" name="8">
            <a:extLst xmlns:a="http://schemas.openxmlformats.org/drawingml/2006/main">
              <a:ext uri="{FF2B5EF4-FFF2-40B4-BE49-F238E27FC236}">
                <a16:creationId xmlns:a16="http://schemas.microsoft.com/office/drawing/2014/main" id="{14691084-CE8F-40D4-A775-9D322340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8861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69763-5066-4303-BCC6-E46CBCC7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214312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4" name="10">
            <a:extLst xmlns:a="http://schemas.openxmlformats.org/drawingml/2006/main">
              <a:ext uri="{FF2B5EF4-FFF2-40B4-BE49-F238E27FC236}">
                <a16:creationId xmlns:a16="http://schemas.microsoft.com/office/drawing/2014/main" id="{3A844D12-ADDE-4122-9B2B-13EFB169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2882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10</a:t>
            </a:r>
          </a:p>
        </p:txBody>
      </p:sp>
      <p:sp>
        <p:nvSpPr>
          <p:cNvPr id="25" name="Цена, млн руб.">
            <a:extLst xmlns:a="http://schemas.openxmlformats.org/drawingml/2006/main">
              <a:ext uri="{FF2B5EF4-FFF2-40B4-BE49-F238E27FC236}">
                <a16:creationId xmlns:a16="http://schemas.microsoft.com/office/drawing/2014/main" id="{E71B38F4-B954-4530-8CC8-D1A499F0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1809750"/>
            <a:ext cx="556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5657B"/>
                </a:solidFill>
              </a:defRPr>
            </a:defPPr>
            <a:lvl1pPr algn="l">
              <a:defRPr sz="1575" b="0">
                <a:solidFill>
                  <a:srgbClr val="55657B"/>
                </a:solidFill>
              </a:defRPr>
            </a:lvl1pPr>
            <a:lvl2pPr algn="l">
              <a:defRPr sz="1575" b="0">
                <a:solidFill>
                  <a:srgbClr val="55657B"/>
                </a:solidFill>
              </a:defRPr>
            </a:lvl2pPr>
            <a:lvl3pPr algn="l">
              <a:defRPr sz="1575" b="0">
                <a:solidFill>
                  <a:srgbClr val="55657B"/>
                </a:solidFill>
              </a:defRPr>
            </a:lvl3pPr>
            <a:lvl4pPr algn="l">
              <a:defRPr sz="1575" b="0">
                <a:solidFill>
                  <a:srgbClr val="55657B"/>
                </a:solidFill>
              </a:defRPr>
            </a:lvl4pPr>
            <a:lvl5pPr algn="l">
              <a:defRPr sz="1575" b="0">
                <a:solidFill>
                  <a:srgbClr val="55657B"/>
                </a:solidFill>
              </a:defRPr>
            </a:lvl5pPr>
            <a:lvl6pPr algn="l">
              <a:defRPr sz="1575" b="0">
                <a:solidFill>
                  <a:srgbClr val="55657B"/>
                </a:solidFill>
              </a:defRPr>
            </a:lvl6pPr>
            <a:lvl7pPr algn="l">
              <a:defRPr sz="1575" b="0">
                <a:solidFill>
                  <a:srgbClr val="55657B"/>
                </a:solidFill>
              </a:defRPr>
            </a:lvl7pPr>
            <a:lvl8pPr algn="l">
              <a:defRPr sz="1575" b="0">
                <a:solidFill>
                  <a:srgbClr val="55657B"/>
                </a:solidFill>
              </a:defRPr>
            </a:lvl8pPr>
            <a:lvl9pPr algn="l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Цена, млн руб.</a:t>
            </a:r>
          </a:p>
        </p:txBody>
      </p:sp>
      <p:sp>
        <p:nvSpPr>
          <p:cNvPr id="26" name="Площадь, м²">
            <a:extLst xmlns:a="http://schemas.openxmlformats.org/drawingml/2006/main">
              <a:ext uri="{FF2B5EF4-FFF2-40B4-BE49-F238E27FC236}">
                <a16:creationId xmlns:a16="http://schemas.microsoft.com/office/drawing/2014/main" id="{C202502F-5591-4F4A-8D6F-FA28D568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410200"/>
            <a:ext cx="556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5657B"/>
                </a:solidFill>
              </a:defRPr>
            </a:defPPr>
            <a:lvl1pPr algn="ctr">
              <a:defRPr sz="1575" b="0">
                <a:solidFill>
                  <a:srgbClr val="55657B"/>
                </a:solidFill>
              </a:defRPr>
            </a:lvl1pPr>
            <a:lvl2pPr algn="ctr">
              <a:defRPr sz="1575" b="0">
                <a:solidFill>
                  <a:srgbClr val="55657B"/>
                </a:solidFill>
              </a:defRPr>
            </a:lvl2pPr>
            <a:lvl3pPr algn="ctr">
              <a:defRPr sz="1575" b="0">
                <a:solidFill>
                  <a:srgbClr val="55657B"/>
                </a:solidFill>
              </a:defRPr>
            </a:lvl3pPr>
            <a:lvl4pPr algn="ctr">
              <a:defRPr sz="1575" b="0">
                <a:solidFill>
                  <a:srgbClr val="55657B"/>
                </a:solidFill>
              </a:defRPr>
            </a:lvl4pPr>
            <a:lvl5pPr algn="ctr">
              <a:defRPr sz="1575" b="0">
                <a:solidFill>
                  <a:srgbClr val="55657B"/>
                </a:solidFill>
              </a:defRPr>
            </a:lvl5pPr>
            <a:lvl6pPr algn="ctr">
              <a:defRPr sz="1575" b="0">
                <a:solidFill>
                  <a:srgbClr val="55657B"/>
                </a:solidFill>
              </a:defRPr>
            </a:lvl6pPr>
            <a:lvl7pPr algn="ctr">
              <a:defRPr sz="1575" b="0">
                <a:solidFill>
                  <a:srgbClr val="55657B"/>
                </a:solidFill>
              </a:defRPr>
            </a:lvl7pPr>
            <a:lvl8pPr algn="ctr">
              <a:defRPr sz="1575" b="0">
                <a:solidFill>
                  <a:srgbClr val="55657B"/>
                </a:solidFill>
              </a:defRPr>
            </a:lvl8pPr>
            <a:lvl9pPr algn="ctr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Площадь, м²</a:t>
            </a:r>
          </a:p>
        </p:txBody>
      </p:sp>
      <p:sp>
        <p:nvSpPr>
          <p:cNvPr id="27" name="Остаток 1">
            <a:extLst xmlns:a="http://schemas.openxmlformats.org/drawingml/2006/main">
              <a:ext uri="{FF2B5EF4-FFF2-40B4-BE49-F238E27FC236}">
                <a16:creationId xmlns:a16="http://schemas.microsoft.com/office/drawing/2014/main" id="{B797AC04-220E-4F03-99F7-3342C4FA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325" y="4550229"/>
            <a:ext cx="191" cy="33597"/>
          </a:xfrm>
          <a:custGeom xmlns:a="http://schemas.openxmlformats.org/drawingml/2006/main">
            <a:pathLst>
              <a:path w="191" h="33597">
                <a:moveTo>
                  <a:pt x="0" y="0"/>
                </a:moveTo>
                <a:lnTo>
                  <a:pt x="0" y="33597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28" name="Остаток 2">
            <a:extLst xmlns:a="http://schemas.openxmlformats.org/drawingml/2006/main">
              <a:ext uri="{FF2B5EF4-FFF2-40B4-BE49-F238E27FC236}">
                <a16:creationId xmlns:a16="http://schemas.microsoft.com/office/drawing/2014/main" id="{73CD5067-0A4D-4089-BADF-8A362A00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93709"/>
            <a:ext cx="191" cy="105928"/>
          </a:xfrm>
          <a:custGeom xmlns:a="http://schemas.openxmlformats.org/drawingml/2006/main">
            <a:pathLst>
              <a:path w="191" h="105928">
                <a:moveTo>
                  <a:pt x="0" y="0"/>
                </a:moveTo>
                <a:lnTo>
                  <a:pt x="0" y="10592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29" name="Остаток 3">
            <a:extLst xmlns:a="http://schemas.openxmlformats.org/drawingml/2006/main">
              <a:ext uri="{FF2B5EF4-FFF2-40B4-BE49-F238E27FC236}">
                <a16:creationId xmlns:a16="http://schemas.microsoft.com/office/drawing/2014/main" id="{9E2F5B44-BB40-4EF4-BDE2-C911625E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525" y="3815449"/>
            <a:ext cx="191" cy="361263"/>
          </a:xfrm>
          <a:custGeom xmlns:a="http://schemas.openxmlformats.org/drawingml/2006/main">
            <a:pathLst>
              <a:path w="191" h="361263">
                <a:moveTo>
                  <a:pt x="0" y="36126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30" name="Остаток 4">
            <a:extLst xmlns:a="http://schemas.openxmlformats.org/drawingml/2006/main">
              <a:ext uri="{FF2B5EF4-FFF2-40B4-BE49-F238E27FC236}">
                <a16:creationId xmlns:a16="http://schemas.microsoft.com/office/drawing/2014/main" id="{998F95B3-2A88-4085-8DBB-45FB119D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2625" y="3222171"/>
            <a:ext cx="191" cy="209090"/>
          </a:xfrm>
          <a:custGeom xmlns:a="http://schemas.openxmlformats.org/drawingml/2006/main">
            <a:pathLst>
              <a:path w="191" h="209090">
                <a:moveTo>
                  <a:pt x="0" y="0"/>
                </a:moveTo>
                <a:lnTo>
                  <a:pt x="0" y="20909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31" name="Остаток 5">
            <a:extLst xmlns:a="http://schemas.openxmlformats.org/drawingml/2006/main">
              <a:ext uri="{FF2B5EF4-FFF2-40B4-BE49-F238E27FC236}">
                <a16:creationId xmlns:a16="http://schemas.microsoft.com/office/drawing/2014/main" id="{11B865F3-D464-48F1-A8A2-C51EF60E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973161"/>
            <a:ext cx="191" cy="73913"/>
          </a:xfrm>
          <a:custGeom xmlns:a="http://schemas.openxmlformats.org/drawingml/2006/main">
            <a:pathLst>
              <a:path w="191" h="73913">
                <a:moveTo>
                  <a:pt x="0" y="0"/>
                </a:moveTo>
                <a:lnTo>
                  <a:pt x="0" y="739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32" name="Остаток 6">
            <a:extLst xmlns:a="http://schemas.openxmlformats.org/drawingml/2006/main">
              <a:ext uri="{FF2B5EF4-FFF2-40B4-BE49-F238E27FC236}">
                <a16:creationId xmlns:a16="http://schemas.microsoft.com/office/drawing/2014/main" id="{ED5A24B3-9EA5-4ECE-822B-5EC111D8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6825" y="2662885"/>
            <a:ext cx="191" cy="61265"/>
          </a:xfrm>
          <a:custGeom xmlns:a="http://schemas.openxmlformats.org/drawingml/2006/main">
            <a:pathLst>
              <a:path w="191" h="61265">
                <a:moveTo>
                  <a:pt x="0" y="6126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33" name="OLS">
            <a:extLst xmlns:a="http://schemas.openxmlformats.org/drawingml/2006/main">
              <a:ext uri="{FF2B5EF4-FFF2-40B4-BE49-F238E27FC236}">
                <a16:creationId xmlns:a16="http://schemas.microsoft.com/office/drawing/2014/main" id="{103AC318-3FFD-4612-9CE6-3C5D324B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325" y="2662885"/>
            <a:ext cx="4635500" cy="1920940"/>
          </a:xfrm>
          <a:custGeom xmlns:a="http://schemas.openxmlformats.org/drawingml/2006/main">
            <a:pathLst>
              <a:path w="4635500" h="1920940">
                <a:moveTo>
                  <a:pt x="0" y="1920940"/>
                </a:moveTo>
                <a:lnTo>
                  <a:pt x="927100" y="1536752"/>
                </a:lnTo>
                <a:lnTo>
                  <a:pt x="1854200" y="1152564"/>
                </a:lnTo>
                <a:lnTo>
                  <a:pt x="2781300" y="768376"/>
                </a:lnTo>
                <a:lnTo>
                  <a:pt x="3708400" y="384188"/>
                </a:lnTo>
                <a:lnTo>
                  <a:pt x="4635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09D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C39176-85A1-4F55-9FA7-67968A71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700" y="450260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3471A1-27DD-493E-A4B3-95B391FF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4608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8491B1-775F-4A39-8FD4-3511845B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900" y="412908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27E7EB-9869-4F46-92D9-0E3D4969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17454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818D50-CE78-47CD-9C3F-869FFE9B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2553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8B2045-6F8C-4810-AD46-601BB626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9200" y="2676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533C3A-C9D9-452F-8F33-A58A03A958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96ed0510d42ed">
            <a:extLst>
              <a:ext uri="{96DAC541-7B7A-43D3-8B79-37D633B846F1}">
                <asvg:svgBlip xmlns:asvg="http://schemas.microsoft.com/office/drawing/2016/SVG/main" r:embed="Ree3d8d6305ec411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0" y="2095500"/>
            <a:ext cx="1718005" cy="349910"/>
          </a:xfrm>
          <a:prstGeom xmlns:a="http://schemas.openxmlformats.org/drawingml/2006/main" prst="rect">
            <a:avLst/>
          </a:prstGeom>
        </p:spPr>
      </p:pic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AE363E-9DE6-4FB2-ABE8-4A61105477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73fd8dcd84290">
            <a:extLst>
              <a:ext uri="{96DAC541-7B7A-43D3-8B79-37D633B846F1}">
                <asvg:svgBlip xmlns:asvg="http://schemas.microsoft.com/office/drawing/2016/SVG/main" r:embed="R89b6cd736fd34c5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0" y="3143250"/>
            <a:ext cx="2259025" cy="817045"/>
          </a:xfrm>
          <a:prstGeom xmlns:a="http://schemas.openxmlformats.org/drawingml/2006/main" prst="rect">
            <a:avLst/>
          </a:prstGeom>
        </p:spPr>
      </p:pic>
      <p:pic>
        <p:nvPic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D0F1A4-A31C-4D77-ADB8-6B18B2C14F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966e717b334836">
            <a:extLst>
              <a:ext uri="{96DAC541-7B7A-43D3-8B79-37D633B846F1}">
                <asvg:svgBlip xmlns:asvg="http://schemas.microsoft.com/office/drawing/2016/SVG/main" r:embed="R55514d34249f479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0" y="4238625"/>
            <a:ext cx="2252062" cy="877567"/>
          </a:xfrm>
          <a:prstGeom xmlns:a="http://schemas.openxmlformats.org/drawingml/2006/main" prst="rect">
            <a:avLst/>
          </a:prstGeom>
        </p:spPr>
      </p:pic>
      <p:sp>
        <p:nvSpPr>
          <p:cNvPr id="43" name="Розовый отрезок — ошибка&#10;для одного объявления.">
            <a:extLst xmlns:a="http://schemas.openxmlformats.org/drawingml/2006/main">
              <a:ext uri="{FF2B5EF4-FFF2-40B4-BE49-F238E27FC236}">
                <a16:creationId xmlns:a16="http://schemas.microsoft.com/office/drawing/2014/main" id="{1AEC8BD6-1D6A-4946-B91B-F4938AA2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43500"/>
            <a:ext cx="381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Розовый отрезок — ошибка</a:t>
            </a:r>
            <a:b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для одного объявления.</a:t>
            </a:r>
          </a:p>
        </p:txBody>
      </p:sp>
      <p:sp>
        <p:nvSpPr>
          <p:cNvPr id="44" name="Линейная модель подбирает веса так, чтобы уменьш">
            <a:extLst xmlns:a="http://schemas.openxmlformats.org/drawingml/2006/main">
              <a:ext uri="{FF2B5EF4-FFF2-40B4-BE49-F238E27FC236}">
                <a16:creationId xmlns:a16="http://schemas.microsoft.com/office/drawing/2014/main" id="{E09DFEC7-7520-489A-B494-0AB54195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Линейная модель подбирает веса так, чтобы уменьшить ошибки на train.</a:t>
            </a:r>
          </a:p>
        </p:txBody>
      </p:sp>
    </p:spTree>
    <p:extLst>
      <p:ext uri="{BB962C8B-B14F-4D97-AF65-F5344CB8AC3E}">
        <p14:creationId xmlns:p14="http://schemas.microsoft.com/office/powerpoint/2010/main" val="1938347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отеря и метрика проверки">
            <a:extLst xmlns:a="http://schemas.openxmlformats.org/drawingml/2006/main">
              <a:ext uri="{FF2B5EF4-FFF2-40B4-BE49-F238E27FC236}">
                <a16:creationId xmlns:a16="http://schemas.microsoft.com/office/drawing/2014/main" id="{F8B3CF38-E3AA-46CD-830C-27BDBD60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Потеря и метрика проверки</a:t>
            </a:r>
          </a:p>
        </p:txBody>
      </p:sp>
      <p:sp>
        <p:nvSpPr>
          <p:cNvPr id="2" name="4">
            <a:extLst xmlns:a="http://schemas.openxmlformats.org/drawingml/2006/main">
              <a:ext uri="{FF2B5EF4-FFF2-40B4-BE49-F238E27FC236}">
                <a16:creationId xmlns:a16="http://schemas.microsoft.com/office/drawing/2014/main" id="{85ACC147-D2E8-4F32-8865-EA59F20A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3" name="Ошибки: 0, 0, 6 руб.">
            <a:extLst xmlns:a="http://schemas.openxmlformats.org/drawingml/2006/main">
              <a:ext uri="{FF2B5EF4-FFF2-40B4-BE49-F238E27FC236}">
                <a16:creationId xmlns:a16="http://schemas.microsoft.com/office/drawing/2014/main" id="{2FC75195-FFF0-4CC5-80BD-19C8B5E4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Ошибки: 0, 0, 6 руб.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2BE3F-C0AE-45FB-8494-D110F427E0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36dbe9613446b">
            <a:extLst>
              <a:ext uri="{96DAC541-7B7A-43D3-8B79-37D633B846F1}">
                <asvg:svgBlip xmlns:asvg="http://schemas.microsoft.com/office/drawing/2016/SVG/main" r:embed="Rabc7d24bea944e0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571750"/>
            <a:ext cx="2705862" cy="9683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C46239-842B-4CFE-AE67-6A7D021FB8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4554ef44d4553">
            <a:extLst>
              <a:ext uri="{96DAC541-7B7A-43D3-8B79-37D633B846F1}">
                <asvg:svgBlip xmlns:asvg="http://schemas.microsoft.com/office/drawing/2016/SVG/main" r:embed="R6e4631161e414d9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714750"/>
            <a:ext cx="3103016" cy="1262024"/>
          </a:xfrm>
          <a:prstGeom xmlns:a="http://schemas.openxmlformats.org/drawingml/2006/main" prst="rect">
            <a:avLst/>
          </a:prstGeom>
        </p:spPr>
      </p:pic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1978F32-E701-4714-A017-2F74D5AA1EB6}"/>
              </a:ext>
            </a:extLst>
          </p:cNvPr>
          <p:cNvGraphicFramePr/>
          <p:nvPr/>
        </p:nvGraphicFramePr>
        <p:xfrm>
          <a:off xmlns:a="http://schemas.openxmlformats.org/drawingml/2006/main" x="6667500" y="1952625"/>
          <a:ext xmlns:a="http://schemas.openxmlformats.org/drawingml/2006/main" cx="44767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10291f9a144db7"/>
          </a:graphicData>
        </a:graphic>
      </p:graphicFrame>
      <p:sp>
        <p:nvSpPr>
          <p:cNvPr id="7" name="R² — сравнение с прогнозом среднего&#10;MAPE — относ">
            <a:extLst xmlns:a="http://schemas.openxmlformats.org/drawingml/2006/main">
              <a:ext uri="{FF2B5EF4-FFF2-40B4-BE49-F238E27FC236}">
                <a16:creationId xmlns:a16="http://schemas.microsoft.com/office/drawing/2014/main" id="{8061494B-49F8-4D7F-98E7-6DEB7B04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R² — сравнение с прогнозом среднего</a:t>
            </a:r>
            <a:b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MAPE — относительная ошибка</a:t>
            </a:r>
          </a:p>
        </p:txBody>
      </p:sp>
      <p:sp>
        <p:nvSpPr>
          <p:cNvPr id="8" name="Чем учим модель и чем оцениваем результат — два ">
            <a:extLst xmlns:a="http://schemas.openxmlformats.org/drawingml/2006/main">
              <a:ext uri="{FF2B5EF4-FFF2-40B4-BE49-F238E27FC236}">
                <a16:creationId xmlns:a16="http://schemas.microsoft.com/office/drawing/2014/main" id="{41743631-B955-4446-851D-F611FC23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Чем учим модель и чем оцениваем результат — два отдельных решения.</a:t>
            </a:r>
          </a:p>
        </p:txBody>
      </p:sp>
    </p:spTree>
    <p:extLst>
      <p:ext uri="{BB962C8B-B14F-4D97-AF65-F5344CB8AC3E}">
        <p14:creationId xmlns:p14="http://schemas.microsoft.com/office/powerpoint/2010/main" val="169603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Градиентный шаг">
            <a:extLst xmlns:a="http://schemas.openxmlformats.org/drawingml/2006/main">
              <a:ext uri="{FF2B5EF4-FFF2-40B4-BE49-F238E27FC236}">
                <a16:creationId xmlns:a16="http://schemas.microsoft.com/office/drawing/2014/main" id="{0C1C22FD-C789-496D-9B10-007EBAA9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Градиентный шаг</a:t>
            </a:r>
          </a:p>
        </p:txBody>
      </p:sp>
      <p:sp>
        <p:nvSpPr>
          <p:cNvPr id="2" name="5">
            <a:extLst xmlns:a="http://schemas.openxmlformats.org/drawingml/2006/main">
              <a:ext uri="{FF2B5EF4-FFF2-40B4-BE49-F238E27FC236}">
                <a16:creationId xmlns:a16="http://schemas.microsoft.com/office/drawing/2014/main" id="{B55D274D-AC51-4A26-8DED-AA29336C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5B8E5-0BBB-45E2-8DFA-5856250F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5095875"/>
            <a:ext cx="5372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9449D-A833-4A09-A3BA-10B6AB3E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2190750"/>
            <a:ext cx="95" cy="2905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5A973-8511-42BC-AF1B-B0CB0650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631496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6" name="0">
            <a:extLst xmlns:a="http://schemas.openxmlformats.org/drawingml/2006/main">
              <a:ext uri="{FF2B5EF4-FFF2-40B4-BE49-F238E27FC236}">
                <a16:creationId xmlns:a16="http://schemas.microsoft.com/office/drawing/2014/main" id="{C842C985-BC82-4C3C-BD27-65CD255C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996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1AB99-6829-4655-8724-183AD41C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398939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8" name="1">
            <a:extLst xmlns:a="http://schemas.openxmlformats.org/drawingml/2006/main">
              <a:ext uri="{FF2B5EF4-FFF2-40B4-BE49-F238E27FC236}">
                <a16:creationId xmlns:a16="http://schemas.microsoft.com/office/drawing/2014/main" id="{12EBDD41-56AB-413A-92E4-226EE5B8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439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91788-F31A-41C1-9C55-ACB5DED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66382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0" name="2">
            <a:extLst xmlns:a="http://schemas.openxmlformats.org/drawingml/2006/main">
              <a:ext uri="{FF2B5EF4-FFF2-40B4-BE49-F238E27FC236}">
                <a16:creationId xmlns:a16="http://schemas.microsoft.com/office/drawing/2014/main" id="{106FD9F0-83E8-4584-9813-C0528BD6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882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77DAD-5F22-406F-A9A7-DC9E38E3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933825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2" name="3">
            <a:extLst xmlns:a="http://schemas.openxmlformats.org/drawingml/2006/main">
              <a:ext uri="{FF2B5EF4-FFF2-40B4-BE49-F238E27FC236}">
                <a16:creationId xmlns:a16="http://schemas.microsoft.com/office/drawing/2014/main" id="{B5A1C52A-491C-462F-BD87-125713CF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E1196-D36C-429D-97DA-9A02FAC1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01268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BB20D472-AB7E-42C6-8770-F3785342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768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BFD2B7-2BAF-44CE-882E-AFBA78C2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68711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6A8184-8FC6-4286-833E-58C690EF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211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804C48-9880-4322-94D5-4E543063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236154" y="50958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8" name="6">
            <a:extLst xmlns:a="http://schemas.openxmlformats.org/drawingml/2006/main">
              <a:ext uri="{FF2B5EF4-FFF2-40B4-BE49-F238E27FC236}">
                <a16:creationId xmlns:a16="http://schemas.microsoft.com/office/drawing/2014/main" id="{6CF64629-A2E7-41D0-8270-C7A26070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654" y="52101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FBADAE-8B52-403C-B1AC-AE8D4DF4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509587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0" name="0">
            <a:extLst xmlns:a="http://schemas.openxmlformats.org/drawingml/2006/main">
              <a:ext uri="{FF2B5EF4-FFF2-40B4-BE49-F238E27FC236}">
                <a16:creationId xmlns:a16="http://schemas.microsoft.com/office/drawing/2014/main" id="{E1DC7F9B-FD64-469E-9165-085F23B1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8157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48ED0F-B41E-4B87-B816-6FC6247CE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442546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2" name="3">
            <a:extLst xmlns:a="http://schemas.openxmlformats.org/drawingml/2006/main">
              <a:ext uri="{FF2B5EF4-FFF2-40B4-BE49-F238E27FC236}">
                <a16:creationId xmlns:a16="http://schemas.microsoft.com/office/drawing/2014/main" id="{04BFCCCB-03F5-4C79-B453-55FEE010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1116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014E42-6116-46F7-9F1B-72B6FAC3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755048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4" name="6">
            <a:extLst xmlns:a="http://schemas.openxmlformats.org/drawingml/2006/main">
              <a:ext uri="{FF2B5EF4-FFF2-40B4-BE49-F238E27FC236}">
                <a16:creationId xmlns:a16="http://schemas.microsoft.com/office/drawing/2014/main" id="{BD67B7BF-5128-4041-9A27-EF49E9AF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4074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AAE467-5308-435D-9109-A8D0CAF1B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08463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" name="9">
            <a:extLst xmlns:a="http://schemas.openxmlformats.org/drawingml/2006/main">
              <a:ext uri="{FF2B5EF4-FFF2-40B4-BE49-F238E27FC236}">
                <a16:creationId xmlns:a16="http://schemas.microsoft.com/office/drawing/2014/main" id="{E2421CE1-9543-4546-8DB1-349A6C42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033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D5DBF-801A-41DF-A154-8866DA0C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2414221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8" name="12">
            <a:extLst xmlns:a="http://schemas.openxmlformats.org/drawingml/2006/main">
              <a:ext uri="{FF2B5EF4-FFF2-40B4-BE49-F238E27FC236}">
                <a16:creationId xmlns:a16="http://schemas.microsoft.com/office/drawing/2014/main" id="{FF329263-AF27-42B7-9FDC-358E57B0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99921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12</a:t>
            </a:r>
          </a:p>
        </p:txBody>
      </p:sp>
      <p:sp>
        <p:nvSpPr>
          <p:cNvPr id="29" name="L(w)">
            <a:extLst xmlns:a="http://schemas.openxmlformats.org/drawingml/2006/main">
              <a:ext uri="{FF2B5EF4-FFF2-40B4-BE49-F238E27FC236}">
                <a16:creationId xmlns:a16="http://schemas.microsoft.com/office/drawing/2014/main" id="{32032C53-5B8F-472A-B3FF-131089CE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1857375"/>
            <a:ext cx="537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5657B"/>
                </a:solidFill>
              </a:defRPr>
            </a:defPPr>
            <a:lvl1pPr algn="l">
              <a:defRPr sz="1575" b="0">
                <a:solidFill>
                  <a:srgbClr val="55657B"/>
                </a:solidFill>
              </a:defRPr>
            </a:lvl1pPr>
            <a:lvl2pPr algn="l">
              <a:defRPr sz="1575" b="0">
                <a:solidFill>
                  <a:srgbClr val="55657B"/>
                </a:solidFill>
              </a:defRPr>
            </a:lvl2pPr>
            <a:lvl3pPr algn="l">
              <a:defRPr sz="1575" b="0">
                <a:solidFill>
                  <a:srgbClr val="55657B"/>
                </a:solidFill>
              </a:defRPr>
            </a:lvl3pPr>
            <a:lvl4pPr algn="l">
              <a:defRPr sz="1575" b="0">
                <a:solidFill>
                  <a:srgbClr val="55657B"/>
                </a:solidFill>
              </a:defRPr>
            </a:lvl4pPr>
            <a:lvl5pPr algn="l">
              <a:defRPr sz="1575" b="0">
                <a:solidFill>
                  <a:srgbClr val="55657B"/>
                </a:solidFill>
              </a:defRPr>
            </a:lvl5pPr>
            <a:lvl6pPr algn="l">
              <a:defRPr sz="1575" b="0">
                <a:solidFill>
                  <a:srgbClr val="55657B"/>
                </a:solidFill>
              </a:defRPr>
            </a:lvl6pPr>
            <a:lvl7pPr algn="l">
              <a:defRPr sz="1575" b="0">
                <a:solidFill>
                  <a:srgbClr val="55657B"/>
                </a:solidFill>
              </a:defRPr>
            </a:lvl7pPr>
            <a:lvl8pPr algn="l">
              <a:defRPr sz="1575" b="0">
                <a:solidFill>
                  <a:srgbClr val="55657B"/>
                </a:solidFill>
              </a:defRPr>
            </a:lvl8pPr>
            <a:lvl9pPr algn="l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L(w)</a:t>
            </a:r>
          </a:p>
        </p:txBody>
      </p:sp>
      <p:sp>
        <p:nvSpPr>
          <p:cNvPr id="30" name="w">
            <a:extLst xmlns:a="http://schemas.openxmlformats.org/drawingml/2006/main">
              <a:ext uri="{FF2B5EF4-FFF2-40B4-BE49-F238E27FC236}">
                <a16:creationId xmlns:a16="http://schemas.microsoft.com/office/drawing/2014/main" id="{F7FDC581-AC4C-40FC-9A02-6632C544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457825"/>
            <a:ext cx="537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5657B"/>
                </a:solidFill>
              </a:defRPr>
            </a:defPPr>
            <a:lvl1pPr algn="ctr">
              <a:defRPr sz="1575" b="0">
                <a:solidFill>
                  <a:srgbClr val="55657B"/>
                </a:solidFill>
              </a:defRPr>
            </a:lvl1pPr>
            <a:lvl2pPr algn="ctr">
              <a:defRPr sz="1575" b="0">
                <a:solidFill>
                  <a:srgbClr val="55657B"/>
                </a:solidFill>
              </a:defRPr>
            </a:lvl2pPr>
            <a:lvl3pPr algn="ctr">
              <a:defRPr sz="1575" b="0">
                <a:solidFill>
                  <a:srgbClr val="55657B"/>
                </a:solidFill>
              </a:defRPr>
            </a:lvl3pPr>
            <a:lvl4pPr algn="ctr">
              <a:defRPr sz="1575" b="0">
                <a:solidFill>
                  <a:srgbClr val="55657B"/>
                </a:solidFill>
              </a:defRPr>
            </a:lvl4pPr>
            <a:lvl5pPr algn="ctr">
              <a:defRPr sz="1575" b="0">
                <a:solidFill>
                  <a:srgbClr val="55657B"/>
                </a:solidFill>
              </a:defRPr>
            </a:lvl5pPr>
            <a:lvl6pPr algn="ctr">
              <a:defRPr sz="1575" b="0">
                <a:solidFill>
                  <a:srgbClr val="55657B"/>
                </a:solidFill>
              </a:defRPr>
            </a:lvl6pPr>
            <a:lvl7pPr algn="ctr">
              <a:defRPr sz="1575" b="0">
                <a:solidFill>
                  <a:srgbClr val="55657B"/>
                </a:solidFill>
              </a:defRPr>
            </a:lvl7pPr>
            <a:lvl8pPr algn="ctr">
              <a:defRPr sz="1575" b="0">
                <a:solidFill>
                  <a:srgbClr val="55657B"/>
                </a:solidFill>
              </a:defRPr>
            </a:lvl8pPr>
            <a:lvl9pPr algn="ctr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w</a:t>
            </a:r>
          </a:p>
        </p:txBody>
      </p:sp>
      <p:sp>
        <p:nvSpPr>
          <p:cNvPr id="31" name="L(w)">
            <a:extLst xmlns:a="http://schemas.openxmlformats.org/drawingml/2006/main">
              <a:ext uri="{FF2B5EF4-FFF2-40B4-BE49-F238E27FC236}">
                <a16:creationId xmlns:a16="http://schemas.microsoft.com/office/drawing/2014/main" id="{C66C3FDF-AE50-4E14-8090-9D8FBD27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358353"/>
            <a:ext cx="5372100" cy="2737522"/>
          </a:xfrm>
          <a:custGeom xmlns:a="http://schemas.openxmlformats.org/drawingml/2006/main">
            <a:pathLst>
              <a:path w="5372100" h="2737522">
                <a:moveTo>
                  <a:pt x="0" y="0"/>
                </a:moveTo>
                <a:lnTo>
                  <a:pt x="53721" y="108406"/>
                </a:lnTo>
                <a:lnTo>
                  <a:pt x="107442" y="214622"/>
                </a:lnTo>
                <a:lnTo>
                  <a:pt x="161163" y="318648"/>
                </a:lnTo>
                <a:lnTo>
                  <a:pt x="214884" y="420483"/>
                </a:lnTo>
                <a:lnTo>
                  <a:pt x="268605" y="520129"/>
                </a:lnTo>
                <a:lnTo>
                  <a:pt x="322326" y="617585"/>
                </a:lnTo>
                <a:lnTo>
                  <a:pt x="376047" y="712851"/>
                </a:lnTo>
                <a:lnTo>
                  <a:pt x="429768" y="805926"/>
                </a:lnTo>
                <a:lnTo>
                  <a:pt x="483489" y="896812"/>
                </a:lnTo>
                <a:lnTo>
                  <a:pt x="537210" y="985508"/>
                </a:lnTo>
                <a:lnTo>
                  <a:pt x="590931" y="1072013"/>
                </a:lnTo>
                <a:lnTo>
                  <a:pt x="644652" y="1156329"/>
                </a:lnTo>
                <a:lnTo>
                  <a:pt x="698373" y="1238455"/>
                </a:lnTo>
                <a:lnTo>
                  <a:pt x="752094" y="1318390"/>
                </a:lnTo>
                <a:lnTo>
                  <a:pt x="805815" y="1396136"/>
                </a:lnTo>
                <a:lnTo>
                  <a:pt x="859536" y="1471692"/>
                </a:lnTo>
                <a:lnTo>
                  <a:pt x="913257" y="1545057"/>
                </a:lnTo>
                <a:lnTo>
                  <a:pt x="966978" y="1616233"/>
                </a:lnTo>
                <a:lnTo>
                  <a:pt x="1020699" y="1685218"/>
                </a:lnTo>
                <a:lnTo>
                  <a:pt x="1074420" y="1752014"/>
                </a:lnTo>
                <a:lnTo>
                  <a:pt x="1128141" y="1816619"/>
                </a:lnTo>
                <a:lnTo>
                  <a:pt x="1181862" y="1879035"/>
                </a:lnTo>
                <a:lnTo>
                  <a:pt x="1235583" y="1939260"/>
                </a:lnTo>
                <a:lnTo>
                  <a:pt x="1289304" y="1997296"/>
                </a:lnTo>
                <a:lnTo>
                  <a:pt x="1343025" y="2053141"/>
                </a:lnTo>
                <a:lnTo>
                  <a:pt x="1396746" y="2106797"/>
                </a:lnTo>
                <a:lnTo>
                  <a:pt x="1450467" y="2158262"/>
                </a:lnTo>
                <a:lnTo>
                  <a:pt x="1504188" y="2207537"/>
                </a:lnTo>
                <a:lnTo>
                  <a:pt x="1557909" y="2254623"/>
                </a:lnTo>
                <a:lnTo>
                  <a:pt x="1611630" y="2299518"/>
                </a:lnTo>
                <a:lnTo>
                  <a:pt x="1665351" y="2342224"/>
                </a:lnTo>
                <a:lnTo>
                  <a:pt x="1719072" y="2382739"/>
                </a:lnTo>
                <a:lnTo>
                  <a:pt x="1772793" y="2421064"/>
                </a:lnTo>
                <a:lnTo>
                  <a:pt x="1826514" y="2457199"/>
                </a:lnTo>
                <a:lnTo>
                  <a:pt x="1880235" y="2491145"/>
                </a:lnTo>
                <a:lnTo>
                  <a:pt x="1933956" y="2522900"/>
                </a:lnTo>
                <a:lnTo>
                  <a:pt x="1987677" y="2552465"/>
                </a:lnTo>
                <a:lnTo>
                  <a:pt x="2041398" y="2579840"/>
                </a:lnTo>
                <a:lnTo>
                  <a:pt x="2095119" y="2605026"/>
                </a:lnTo>
                <a:lnTo>
                  <a:pt x="2148840" y="2628021"/>
                </a:lnTo>
                <a:lnTo>
                  <a:pt x="2202561" y="2648826"/>
                </a:lnTo>
                <a:lnTo>
                  <a:pt x="2256282" y="2667441"/>
                </a:lnTo>
                <a:lnTo>
                  <a:pt x="2310003" y="2683866"/>
                </a:lnTo>
                <a:lnTo>
                  <a:pt x="2363724" y="2698101"/>
                </a:lnTo>
                <a:lnTo>
                  <a:pt x="2417445" y="2710146"/>
                </a:lnTo>
                <a:lnTo>
                  <a:pt x="2471166" y="2720001"/>
                </a:lnTo>
                <a:lnTo>
                  <a:pt x="2524887" y="2727667"/>
                </a:lnTo>
                <a:lnTo>
                  <a:pt x="2578608" y="2733142"/>
                </a:lnTo>
                <a:lnTo>
                  <a:pt x="2632329" y="2736427"/>
                </a:lnTo>
                <a:lnTo>
                  <a:pt x="2686050" y="2737522"/>
                </a:lnTo>
                <a:lnTo>
                  <a:pt x="2739771" y="2736427"/>
                </a:lnTo>
                <a:lnTo>
                  <a:pt x="2793492" y="2733142"/>
                </a:lnTo>
                <a:lnTo>
                  <a:pt x="2847213" y="2727667"/>
                </a:lnTo>
                <a:lnTo>
                  <a:pt x="2900934" y="2720001"/>
                </a:lnTo>
                <a:lnTo>
                  <a:pt x="2954655" y="2710146"/>
                </a:lnTo>
                <a:lnTo>
                  <a:pt x="3008376" y="2698101"/>
                </a:lnTo>
                <a:lnTo>
                  <a:pt x="3062097" y="2683866"/>
                </a:lnTo>
                <a:lnTo>
                  <a:pt x="3115818" y="2667441"/>
                </a:lnTo>
                <a:lnTo>
                  <a:pt x="3169539" y="2648826"/>
                </a:lnTo>
                <a:lnTo>
                  <a:pt x="3223260" y="2628021"/>
                </a:lnTo>
                <a:lnTo>
                  <a:pt x="3276981" y="2605026"/>
                </a:lnTo>
                <a:lnTo>
                  <a:pt x="3330702" y="2579840"/>
                </a:lnTo>
                <a:lnTo>
                  <a:pt x="3384423" y="2552465"/>
                </a:lnTo>
                <a:lnTo>
                  <a:pt x="3438144" y="2522900"/>
                </a:lnTo>
                <a:lnTo>
                  <a:pt x="3491865" y="2491145"/>
                </a:lnTo>
                <a:lnTo>
                  <a:pt x="3545586" y="2457199"/>
                </a:lnTo>
                <a:lnTo>
                  <a:pt x="3599307" y="2421064"/>
                </a:lnTo>
                <a:lnTo>
                  <a:pt x="3653028" y="2382739"/>
                </a:lnTo>
                <a:lnTo>
                  <a:pt x="3706749" y="2342224"/>
                </a:lnTo>
                <a:lnTo>
                  <a:pt x="3760470" y="2299518"/>
                </a:lnTo>
                <a:lnTo>
                  <a:pt x="3814191" y="2254623"/>
                </a:lnTo>
                <a:lnTo>
                  <a:pt x="3867912" y="2207537"/>
                </a:lnTo>
                <a:lnTo>
                  <a:pt x="3921633" y="2158262"/>
                </a:lnTo>
                <a:lnTo>
                  <a:pt x="3975354" y="2106797"/>
                </a:lnTo>
                <a:lnTo>
                  <a:pt x="4029075" y="2053141"/>
                </a:lnTo>
                <a:lnTo>
                  <a:pt x="4082796" y="1997296"/>
                </a:lnTo>
                <a:lnTo>
                  <a:pt x="4136517" y="1939260"/>
                </a:lnTo>
                <a:lnTo>
                  <a:pt x="4190238" y="1879035"/>
                </a:lnTo>
                <a:lnTo>
                  <a:pt x="4243959" y="1816619"/>
                </a:lnTo>
                <a:lnTo>
                  <a:pt x="4297680" y="1752014"/>
                </a:lnTo>
                <a:lnTo>
                  <a:pt x="4351401" y="1685218"/>
                </a:lnTo>
                <a:lnTo>
                  <a:pt x="4405122" y="1616233"/>
                </a:lnTo>
                <a:lnTo>
                  <a:pt x="4458843" y="1545057"/>
                </a:lnTo>
                <a:lnTo>
                  <a:pt x="4512564" y="1471692"/>
                </a:lnTo>
                <a:lnTo>
                  <a:pt x="4566285" y="1396136"/>
                </a:lnTo>
                <a:lnTo>
                  <a:pt x="4620006" y="1318390"/>
                </a:lnTo>
                <a:lnTo>
                  <a:pt x="4673727" y="1238455"/>
                </a:lnTo>
                <a:lnTo>
                  <a:pt x="4727448" y="1156329"/>
                </a:lnTo>
                <a:lnTo>
                  <a:pt x="4781169" y="1072013"/>
                </a:lnTo>
                <a:lnTo>
                  <a:pt x="4834890" y="985508"/>
                </a:lnTo>
                <a:lnTo>
                  <a:pt x="4888611" y="896812"/>
                </a:lnTo>
                <a:lnTo>
                  <a:pt x="4942332" y="805926"/>
                </a:lnTo>
                <a:lnTo>
                  <a:pt x="4996053" y="712851"/>
                </a:lnTo>
                <a:lnTo>
                  <a:pt x="5049774" y="617585"/>
                </a:lnTo>
                <a:lnTo>
                  <a:pt x="5103495" y="520129"/>
                </a:lnTo>
                <a:lnTo>
                  <a:pt x="5157216" y="420483"/>
                </a:lnTo>
                <a:lnTo>
                  <a:pt x="5210937" y="318648"/>
                </a:lnTo>
                <a:lnTo>
                  <a:pt x="5264658" y="214622"/>
                </a:lnTo>
                <a:lnTo>
                  <a:pt x="5318379" y="108406"/>
                </a:lnTo>
                <a:lnTo>
                  <a:pt x="53721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077FF"/>
            </a:solidFill>
            <a:prstDash val="solid"/>
          </a:ln>
        </p:spPr>
      </p:sp>
      <p:sp>
        <p:nvSpPr>
          <p:cNvPr id="32" name="Шаг">
            <a:extLst xmlns:a="http://schemas.openxmlformats.org/drawingml/2006/main">
              <a:ext uri="{FF2B5EF4-FFF2-40B4-BE49-F238E27FC236}">
                <a16:creationId xmlns:a16="http://schemas.microsoft.com/office/drawing/2014/main" id="{75E7F65F-87DD-49F3-9DE8-B720A5CC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496" y="3084635"/>
            <a:ext cx="460466" cy="724047"/>
          </a:xfrm>
          <a:custGeom xmlns:a="http://schemas.openxmlformats.org/drawingml/2006/main">
            <a:pathLst>
              <a:path w="460466" h="724047">
                <a:moveTo>
                  <a:pt x="0" y="0"/>
                </a:moveTo>
                <a:lnTo>
                  <a:pt x="460466" y="724047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FF2F8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EBA8FE-5169-45B9-864C-BA6F71F2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871" y="303701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0B994C-F7F1-480C-B54A-5E96104A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337" y="37610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83BE745-F7C5-4738-8CA3-359160A3E2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1b6c8a9614330">
            <a:extLst>
              <a:ext uri="{96DAC541-7B7A-43D3-8B79-37D633B846F1}">
                <asvg:svgBlip xmlns:asvg="http://schemas.microsoft.com/office/drawing/2016/SVG/main" r:embed="R2838287664f146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0" y="2190750"/>
            <a:ext cx="3464966" cy="562118"/>
          </a:xfrm>
          <a:prstGeom xmlns:a="http://schemas.openxmlformats.org/drawingml/2006/main" prst="rect">
            <a:avLst/>
          </a:prstGeom>
        </p:spPr>
      </p:pic>
      <p:sp>
        <p:nvSpPr>
          <p:cNvPr id="36" name="L(w) = (w − 3)²&#10;L′(0) = −6">
            <a:extLst xmlns:a="http://schemas.openxmlformats.org/drawingml/2006/main">
              <a:ext uri="{FF2B5EF4-FFF2-40B4-BE49-F238E27FC236}">
                <a16:creationId xmlns:a16="http://schemas.microsoft.com/office/drawing/2014/main" id="{B74B3D8B-05FB-47EE-BF58-CB1891A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81375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1E293B"/>
                </a:solidFill>
              </a:defRPr>
            </a:defPPr>
            <a:lvl1pPr algn="l">
              <a:defRPr sz="2250" b="0">
                <a:solidFill>
                  <a:srgbClr val="1E293B"/>
                </a:solidFill>
              </a:defRPr>
            </a:lvl1pPr>
            <a:lvl2pPr algn="l">
              <a:defRPr sz="2250" b="0">
                <a:solidFill>
                  <a:srgbClr val="1E293B"/>
                </a:solidFill>
              </a:defRPr>
            </a:lvl2pPr>
            <a:lvl3pPr algn="l">
              <a:defRPr sz="2250" b="0">
                <a:solidFill>
                  <a:srgbClr val="1E293B"/>
                </a:solidFill>
              </a:defRPr>
            </a:lvl3pPr>
            <a:lvl4pPr algn="l">
              <a:defRPr sz="2250" b="0">
                <a:solidFill>
                  <a:srgbClr val="1E293B"/>
                </a:solidFill>
              </a:defRPr>
            </a:lvl4pPr>
            <a:lvl5pPr algn="l">
              <a:defRPr sz="2250" b="0">
                <a:solidFill>
                  <a:srgbClr val="1E293B"/>
                </a:solidFill>
              </a:defRPr>
            </a:lvl5pPr>
            <a:lvl6pPr algn="l">
              <a:defRPr sz="2250" b="0">
                <a:solidFill>
                  <a:srgbClr val="1E293B"/>
                </a:solidFill>
              </a:defRPr>
            </a:lvl6pPr>
            <a:lvl7pPr algn="l">
              <a:defRPr sz="2250" b="0">
                <a:solidFill>
                  <a:srgbClr val="1E293B"/>
                </a:solidFill>
              </a:defRPr>
            </a:lvl7pPr>
            <a:lvl8pPr algn="l">
              <a:defRPr sz="2250" b="0">
                <a:solidFill>
                  <a:srgbClr val="1E293B"/>
                </a:solidFill>
              </a:defRPr>
            </a:lvl8pPr>
            <a:lvl9pPr algn="l">
              <a:defRPr sz="22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293B"/>
                </a:solidFill>
              </a:defRPr>
            </a:pP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L(w) = (w − 3)²</a:t>
            </a:r>
            <a:b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L′(0) = −6</a:t>
            </a:r>
          </a:p>
        </p:txBody>
      </p:sp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0E2F30-8692-40EF-8F6D-F37393EB0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6fa8ec8fe4c92">
            <a:extLst>
              <a:ext uri="{96DAC541-7B7A-43D3-8B79-37D633B846F1}">
                <asvg:svgBlip xmlns:asvg="http://schemas.microsoft.com/office/drawing/2016/SVG/main" r:embed="R31c2afb7f1d549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0" y="4572000"/>
            <a:ext cx="2802603" cy="333956"/>
          </a:xfrm>
          <a:prstGeom xmlns:a="http://schemas.openxmlformats.org/drawingml/2006/main" prst="rect">
            <a:avLst/>
          </a:prstGeom>
        </p:spPr>
      </p:pic>
      <p:sp>
        <p:nvSpPr>
          <p:cNvPr id="38" name="Направление задаёт градиент, длину шага — learni">
            <a:extLst xmlns:a="http://schemas.openxmlformats.org/drawingml/2006/main">
              <a:ext uri="{FF2B5EF4-FFF2-40B4-BE49-F238E27FC236}">
                <a16:creationId xmlns:a16="http://schemas.microsoft.com/office/drawing/2014/main" id="{37E68EF7-C73D-415C-9AB7-AC00942E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Направление задаёт градиент, длину шага — learning rate.</a:t>
            </a:r>
          </a:p>
        </p:txBody>
      </p:sp>
    </p:spTree>
    <p:extLst>
      <p:ext uri="{BB962C8B-B14F-4D97-AF65-F5344CB8AC3E}">
        <p14:creationId xmlns:p14="http://schemas.microsoft.com/office/powerpoint/2010/main" val="88048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Почему OLS связан с вероятностью">
            <a:extLst xmlns:a="http://schemas.openxmlformats.org/drawingml/2006/main">
              <a:ext uri="{FF2B5EF4-FFF2-40B4-BE49-F238E27FC236}">
                <a16:creationId xmlns:a16="http://schemas.microsoft.com/office/drawing/2014/main" id="{C3166379-6619-46B4-83E4-6ADBE674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Почему OLS связан с вероятностью</a:t>
            </a:r>
          </a:p>
        </p:txBody>
      </p:sp>
      <p:sp>
        <p:nvSpPr>
          <p:cNvPr id="2" name="6">
            <a:extLst xmlns:a="http://schemas.openxmlformats.org/drawingml/2006/main">
              <a:ext uri="{FF2B5EF4-FFF2-40B4-BE49-F238E27FC236}">
                <a16:creationId xmlns:a16="http://schemas.microsoft.com/office/drawing/2014/main" id="{F7325591-9ED2-4471-8950-45B1B611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EC409-ABF7-4F21-9ED2-DAE74D5EE4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19d3003adb4a81">
            <a:extLst>
              <a:ext uri="{96DAC541-7B7A-43D3-8B79-37D633B846F1}">
                <asvg:svgBlip xmlns:asvg="http://schemas.microsoft.com/office/drawing/2016/SVG/main" r:embed="Rb47fb8ee86bd4c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190750"/>
            <a:ext cx="5004959" cy="530900"/>
          </a:xfrm>
          <a:prstGeom xmlns:a="http://schemas.openxmlformats.org/drawingml/2006/main" prst="rect">
            <a:avLst/>
          </a:prstGeom>
        </p:spPr>
      </p:pic>
      <p:sp>
        <p:nvSpPr>
          <p:cNvPr id="4" name="Независимые ошибки с общей фиксированной дисперс">
            <a:extLst xmlns:a="http://schemas.openxmlformats.org/drawingml/2006/main">
              <a:ext uri="{FF2B5EF4-FFF2-40B4-BE49-F238E27FC236}">
                <a16:creationId xmlns:a16="http://schemas.microsoft.com/office/drawing/2014/main" id="{E5726819-AFE8-417A-9394-6E277C25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1E293B"/>
                </a:solidFill>
              </a:defRPr>
            </a:defPPr>
            <a:lvl1pPr algn="l">
              <a:defRPr sz="2250" b="0">
                <a:solidFill>
                  <a:srgbClr val="1E293B"/>
                </a:solidFill>
              </a:defRPr>
            </a:lvl1pPr>
            <a:lvl2pPr algn="l">
              <a:defRPr sz="2250" b="0">
                <a:solidFill>
                  <a:srgbClr val="1E293B"/>
                </a:solidFill>
              </a:defRPr>
            </a:lvl2pPr>
            <a:lvl3pPr algn="l">
              <a:defRPr sz="2250" b="0">
                <a:solidFill>
                  <a:srgbClr val="1E293B"/>
                </a:solidFill>
              </a:defRPr>
            </a:lvl3pPr>
            <a:lvl4pPr algn="l">
              <a:defRPr sz="2250" b="0">
                <a:solidFill>
                  <a:srgbClr val="1E293B"/>
                </a:solidFill>
              </a:defRPr>
            </a:lvl4pPr>
            <a:lvl5pPr algn="l">
              <a:defRPr sz="2250" b="0">
                <a:solidFill>
                  <a:srgbClr val="1E293B"/>
                </a:solidFill>
              </a:defRPr>
            </a:lvl5pPr>
            <a:lvl6pPr algn="l">
              <a:defRPr sz="2250" b="0">
                <a:solidFill>
                  <a:srgbClr val="1E293B"/>
                </a:solidFill>
              </a:defRPr>
            </a:lvl6pPr>
            <a:lvl7pPr algn="l">
              <a:defRPr sz="2250" b="0">
                <a:solidFill>
                  <a:srgbClr val="1E293B"/>
                </a:solidFill>
              </a:defRPr>
            </a:lvl7pPr>
            <a:lvl8pPr algn="l">
              <a:defRPr sz="2250" b="0">
                <a:solidFill>
                  <a:srgbClr val="1E293B"/>
                </a:solidFill>
              </a:defRPr>
            </a:lvl8pPr>
            <a:lvl9pPr algn="l">
              <a:defRPr sz="22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293B"/>
                </a:solidFill>
              </a:defRPr>
            </a:pP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Независимые ошибки с общей фиксированной дисперсией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D1614-B82E-466D-AE5D-6149AD1A98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60da8ee6ac4e27">
            <a:extLst>
              <a:ext uri="{96DAC541-7B7A-43D3-8B79-37D633B846F1}">
                <asvg:svgBlip xmlns:asvg="http://schemas.microsoft.com/office/drawing/2016/SVG/main" r:embed="R8b22ea97fd464b2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381500"/>
            <a:ext cx="4596079" cy="1028871"/>
          </a:xfrm>
          <a:prstGeom xmlns:a="http://schemas.openxmlformats.org/drawingml/2006/main" prst="rect">
            <a:avLst/>
          </a:prstGeom>
        </p:spPr>
      </p:pic>
      <p:sp>
        <p:nvSpPr>
          <p:cNvPr id="6" name="При этих предположениях максимум правдоподобия д">
            <a:extLst xmlns:a="http://schemas.openxmlformats.org/drawingml/2006/main">
              <a:ext uri="{FF2B5EF4-FFF2-40B4-BE49-F238E27FC236}">
                <a16:creationId xmlns:a16="http://schemas.microsoft.com/office/drawing/2014/main" id="{1B89C143-0D49-45B9-B9A2-0A638244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При этих предположениях максимум правдоподобия даёт минимум суммы квадратов.</a:t>
            </a:r>
          </a:p>
        </p:txBody>
      </p:sp>
    </p:spTree>
    <p:extLst>
      <p:ext uri="{BB962C8B-B14F-4D97-AF65-F5344CB8AC3E}">
        <p14:creationId xmlns:p14="http://schemas.microsoft.com/office/powerpoint/2010/main" val="1608397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Большие ошибки и робастность">
            <a:extLst xmlns:a="http://schemas.openxmlformats.org/drawingml/2006/main">
              <a:ext uri="{FF2B5EF4-FFF2-40B4-BE49-F238E27FC236}">
                <a16:creationId xmlns:a16="http://schemas.microsoft.com/office/drawing/2014/main" id="{C2447F51-4A73-4741-BDF9-90ABA0BC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Большие ошибки и робастность</a:t>
            </a:r>
          </a:p>
        </p:txBody>
      </p:sp>
      <p:sp>
        <p:nvSpPr>
          <p:cNvPr id="2" name="7">
            <a:extLst xmlns:a="http://schemas.openxmlformats.org/drawingml/2006/main">
              <a:ext uri="{FF2B5EF4-FFF2-40B4-BE49-F238E27FC236}">
                <a16:creationId xmlns:a16="http://schemas.microsoft.com/office/drawing/2014/main" id="{1CFC5778-223A-4F7A-BDD0-79458D10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7</a:t>
            </a:r>
          </a:p>
        </p:txBody>
      </p:sp>
      <p:sp>
        <p:nvSpPr>
          <p:cNvPr id="3" name="OLS">
            <a:extLst xmlns:a="http://schemas.openxmlformats.org/drawingml/2006/main">
              <a:ext uri="{FF2B5EF4-FFF2-40B4-BE49-F238E27FC236}">
                <a16:creationId xmlns:a16="http://schemas.microsoft.com/office/drawing/2014/main" id="{43EB7F99-1E95-4632-B651-C394193F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OLS</a:t>
            </a:r>
          </a:p>
        </p:txBody>
      </p:sp>
      <p:sp>
        <p:nvSpPr>
          <p:cNvPr id="4" name="Huber">
            <a:extLst xmlns:a="http://schemas.openxmlformats.org/drawingml/2006/main">
              <a:ext uri="{FF2B5EF4-FFF2-40B4-BE49-F238E27FC236}">
                <a16:creationId xmlns:a16="http://schemas.microsoft.com/office/drawing/2014/main" id="{7991CC01-26DF-4651-8262-D28E2D3D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335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Huber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F14C0C4-1F3D-4BCC-8774-8E54EC78A127}"/>
              </a:ext>
            </a:extLst>
          </p:cNvPr>
          <p:cNvGraphicFramePr/>
          <p:nvPr/>
        </p:nvGraphicFramePr>
        <p:xfrm>
          <a:off xmlns:a="http://schemas.openxmlformats.org/drawingml/2006/main" x="619125" y="2143125"/>
          <a:ext xmlns:a="http://schemas.openxmlformats.org/drawingml/2006/main" cx="519112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3eee64e4f442f3"/>
          </a:graphicData>
        </a:graphic>
      </p:graphicFrame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7D649FE-9202-499E-B1BA-BE447F05CFAA}"/>
              </a:ext>
            </a:extLst>
          </p:cNvPr>
          <p:cNvGraphicFramePr/>
          <p:nvPr/>
        </p:nvGraphicFramePr>
        <p:xfrm>
          <a:off xmlns:a="http://schemas.openxmlformats.org/drawingml/2006/main" x="6381750" y="2143125"/>
          <a:ext xmlns:a="http://schemas.openxmlformats.org/drawingml/2006/main" cx="519112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a54ee4880c434c"/>
          </a:graphicData>
        </a:graphic>
      </p:graphicFrame>
      <p:sp>
        <p:nvSpPr>
          <p:cNvPr id="7" name="Робастная потеря может уменьшить влияние крайних">
            <a:extLst xmlns:a="http://schemas.openxmlformats.org/drawingml/2006/main">
              <a:ext uri="{FF2B5EF4-FFF2-40B4-BE49-F238E27FC236}">
                <a16:creationId xmlns:a16="http://schemas.microsoft.com/office/drawing/2014/main" id="{A486FB15-D827-4BE6-A30C-F602B0CF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Робастная потеря может уменьшить влияние крайних ошибок на обучение.</a:t>
            </a:r>
          </a:p>
        </p:txBody>
      </p:sp>
    </p:spTree>
    <p:extLst>
      <p:ext uri="{BB962C8B-B14F-4D97-AF65-F5344CB8AC3E}">
        <p14:creationId xmlns:p14="http://schemas.microsoft.com/office/powerpoint/2010/main" val="684101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Регуляризация ограничивает веса">
            <a:extLst xmlns:a="http://schemas.openxmlformats.org/drawingml/2006/main">
              <a:ext uri="{FF2B5EF4-FFF2-40B4-BE49-F238E27FC236}">
                <a16:creationId xmlns:a16="http://schemas.microsoft.com/office/drawing/2014/main" id="{364CA1F9-25D6-4058-B900-AF7C1ACBB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Регуляризация ограничивает веса</a:t>
            </a:r>
          </a:p>
        </p:txBody>
      </p:sp>
      <p:sp>
        <p:nvSpPr>
          <p:cNvPr id="2" name="8">
            <a:extLst xmlns:a="http://schemas.openxmlformats.org/drawingml/2006/main">
              <a:ext uri="{FF2B5EF4-FFF2-40B4-BE49-F238E27FC236}">
                <a16:creationId xmlns:a16="http://schemas.microsoft.com/office/drawing/2014/main" id="{09E32989-021E-4E2F-B477-1511EF81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8</a:t>
            </a:r>
          </a:p>
        </p:txBody>
      </p:sp>
      <p:sp>
        <p:nvSpPr>
          <p:cNvPr id="3" name="Ridge: L2">
            <a:extLst xmlns:a="http://schemas.openxmlformats.org/drawingml/2006/main">
              <a:ext uri="{FF2B5EF4-FFF2-40B4-BE49-F238E27FC236}">
                <a16:creationId xmlns:a16="http://schemas.microsoft.com/office/drawing/2014/main" id="{97CCEFEE-148C-434C-8CCA-EDB48F5C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Ridge: L2</a:t>
            </a:r>
          </a:p>
        </p:txBody>
      </p:sp>
      <p:sp>
        <p:nvSpPr>
          <p:cNvPr id="4" name="Lasso: L1">
            <a:extLst xmlns:a="http://schemas.openxmlformats.org/drawingml/2006/main">
              <a:ext uri="{FF2B5EF4-FFF2-40B4-BE49-F238E27FC236}">
                <a16:creationId xmlns:a16="http://schemas.microsoft.com/office/drawing/2014/main" id="{CA088049-F776-4C14-B33F-D3A0D4B1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66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Lasso: L1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4B13481-55E4-4DD1-8C97-276F48D3CC4F}"/>
              </a:ext>
            </a:extLst>
          </p:cNvPr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5143500" cy="266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5c2a1c22254ce4"/>
          </a:graphicData>
        </a:graphic>
      </p:graphicFrame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DCAD2559-CBB4-42C0-97FE-3EDEDC05B0E9}"/>
              </a:ext>
            </a:extLst>
          </p:cNvPr>
          <p:cNvGraphicFramePr/>
          <p:nvPr/>
        </p:nvGraphicFramePr>
        <p:xfrm>
          <a:off xmlns:a="http://schemas.openxmlformats.org/drawingml/2006/main" x="6429375" y="2095500"/>
          <a:ext xmlns:a="http://schemas.openxmlformats.org/drawingml/2006/main" cx="5143500" cy="266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16d177e3314dbc"/>
          </a:graphicData>
        </a:graphic>
      </p:graphicFrame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13E50-C642-41E2-B845-23D42F9FD6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727dd4437435c">
            <a:extLst>
              <a:ext uri="{96DAC541-7B7A-43D3-8B79-37D633B846F1}">
                <asvg:svgBlip xmlns:asvg="http://schemas.microsoft.com/office/drawing/2016/SVG/main" r:embed="R50c74880e88045a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57250" y="5095875"/>
            <a:ext cx="2502322" cy="960158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12419-D9AA-47B0-B586-8BB86F803C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a6fe807d6141d8">
            <a:extLst>
              <a:ext uri="{96DAC541-7B7A-43D3-8B79-37D633B846F1}">
                <asvg:svgBlip xmlns:asvg="http://schemas.microsoft.com/office/drawing/2016/SVG/main" r:embed="R335f500da5a046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67500" y="5095875"/>
            <a:ext cx="2310760" cy="960158"/>
          </a:xfrm>
          <a:prstGeom xmlns:a="http://schemas.openxmlformats.org/drawingml/2006/main" prst="rect">
            <a:avLst/>
          </a:prstGeom>
        </p:spPr>
      </p:pic>
      <p:sp>
        <p:nvSpPr>
          <p:cNvPr id="9" name="Масштабируем признаки; силу штрафа выбираем по v">
            <a:extLst xmlns:a="http://schemas.openxmlformats.org/drawingml/2006/main">
              <a:ext uri="{FF2B5EF4-FFF2-40B4-BE49-F238E27FC236}">
                <a16:creationId xmlns:a16="http://schemas.microsoft.com/office/drawing/2014/main" id="{E0058DAF-BF8A-4AA9-AFB0-E4A93F85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Масштабируем признаки; силу штрафа выбираем по validation, а не по train.</a:t>
            </a:r>
          </a:p>
        </p:txBody>
      </p:sp>
    </p:spTree>
    <p:extLst>
      <p:ext uri="{BB962C8B-B14F-4D97-AF65-F5344CB8AC3E}">
        <p14:creationId xmlns:p14="http://schemas.microsoft.com/office/powerpoint/2010/main" val="21143512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Гибкость и переобучение">
            <a:extLst xmlns:a="http://schemas.openxmlformats.org/drawingml/2006/main">
              <a:ext uri="{FF2B5EF4-FFF2-40B4-BE49-F238E27FC236}">
                <a16:creationId xmlns:a16="http://schemas.microsoft.com/office/drawing/2014/main" id="{7C85F486-F3B1-4DEE-B9FE-F96CCDB9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Гибкость и переобучение</a:t>
            </a:r>
          </a:p>
        </p:txBody>
      </p:sp>
      <p:sp>
        <p:nvSpPr>
          <p:cNvPr id="2" name="9">
            <a:extLst xmlns:a="http://schemas.openxmlformats.org/drawingml/2006/main">
              <a:ext uri="{FF2B5EF4-FFF2-40B4-BE49-F238E27FC236}">
                <a16:creationId xmlns:a16="http://schemas.microsoft.com/office/drawing/2014/main" id="{1615AF43-BDF5-43D5-AB3B-00D9CBA3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9</a:t>
            </a:r>
          </a:p>
        </p:txBody>
      </p:sp>
      <p:sp>
        <p:nvSpPr>
          <p:cNvPr id="3" name="Степень 1">
            <a:extLst xmlns:a="http://schemas.openxmlformats.org/drawingml/2006/main">
              <a:ext uri="{FF2B5EF4-FFF2-40B4-BE49-F238E27FC236}">
                <a16:creationId xmlns:a16="http://schemas.microsoft.com/office/drawing/2014/main" id="{312DBE5A-A4D6-41FC-86BB-DB5943E5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077FF"/>
                </a:solidFill>
              </a:defRPr>
            </a:defPPr>
            <a:lvl1pPr algn="l">
              <a:defRPr sz="1875" b="1">
                <a:solidFill>
                  <a:srgbClr val="0077FF"/>
                </a:solidFill>
              </a:defRPr>
            </a:lvl1pPr>
            <a:lvl2pPr algn="l">
              <a:defRPr sz="1875" b="1">
                <a:solidFill>
                  <a:srgbClr val="0077FF"/>
                </a:solidFill>
              </a:defRPr>
            </a:lvl2pPr>
            <a:lvl3pPr algn="l">
              <a:defRPr sz="1875" b="1">
                <a:solidFill>
                  <a:srgbClr val="0077FF"/>
                </a:solidFill>
              </a:defRPr>
            </a:lvl3pPr>
            <a:lvl4pPr algn="l">
              <a:defRPr sz="1875" b="1">
                <a:solidFill>
                  <a:srgbClr val="0077FF"/>
                </a:solidFill>
              </a:defRPr>
            </a:lvl4pPr>
            <a:lvl5pPr algn="l">
              <a:defRPr sz="1875" b="1">
                <a:solidFill>
                  <a:srgbClr val="0077FF"/>
                </a:solidFill>
              </a:defRPr>
            </a:lvl5pPr>
            <a:lvl6pPr algn="l">
              <a:defRPr sz="1875" b="1">
                <a:solidFill>
                  <a:srgbClr val="0077FF"/>
                </a:solidFill>
              </a:defRPr>
            </a:lvl6pPr>
            <a:lvl7pPr algn="l">
              <a:defRPr sz="1875" b="1">
                <a:solidFill>
                  <a:srgbClr val="0077FF"/>
                </a:solidFill>
              </a:defRPr>
            </a:lvl7pPr>
            <a:lvl8pPr algn="l">
              <a:defRPr sz="1875" b="1">
                <a:solidFill>
                  <a:srgbClr val="0077FF"/>
                </a:solidFill>
              </a:defRPr>
            </a:lvl8pPr>
            <a:lvl9pPr algn="l">
              <a:defRPr sz="18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7FF"/>
                </a:solidFill>
              </a:defRPr>
            </a:pPr>
            <a:r>
              <a:rPr sz="18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Степень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91200-C731-46A9-8491-2FEDE67A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04900" y="4524375"/>
            <a:ext cx="27622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1DA65-1593-4266-8A08-EDF4BD7E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04900" y="2571750"/>
            <a:ext cx="95" cy="1952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817DDD-94B1-48D3-8918-F69EA624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04900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" name="0">
            <a:extLst xmlns:a="http://schemas.openxmlformats.org/drawingml/2006/main">
              <a:ext uri="{FF2B5EF4-FFF2-40B4-BE49-F238E27FC236}">
                <a16:creationId xmlns:a16="http://schemas.microsoft.com/office/drawing/2014/main" id="{3014BB12-FC7B-478F-B704-CF6BBF5A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5F30C-BD85-4D51-A5BF-8530D051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86025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9" name="0.5">
            <a:extLst xmlns:a="http://schemas.openxmlformats.org/drawingml/2006/main">
              <a:ext uri="{FF2B5EF4-FFF2-40B4-BE49-F238E27FC236}">
                <a16:creationId xmlns:a16="http://schemas.microsoft.com/office/drawing/2014/main" id="{9CB34E52-AF49-4777-BC44-0F8BDAA7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69758-FE71-430D-8EB5-02DAD339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867150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1" name="1">
            <a:extLst xmlns:a="http://schemas.openxmlformats.org/drawingml/2006/main">
              <a:ext uri="{FF2B5EF4-FFF2-40B4-BE49-F238E27FC236}">
                <a16:creationId xmlns:a16="http://schemas.microsoft.com/office/drawing/2014/main" id="{E2F10278-6E1D-4905-8751-C457E5CC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7C770-D866-4FD5-A91B-A7E60A7D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57275" y="4198938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3" name="-1">
            <a:extLst xmlns:a="http://schemas.openxmlformats.org/drawingml/2006/main">
              <a:ext uri="{FF2B5EF4-FFF2-40B4-BE49-F238E27FC236}">
                <a16:creationId xmlns:a16="http://schemas.microsoft.com/office/drawing/2014/main" id="{54DB5D79-895A-48DD-A451-CA5D38AA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8463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E283A-6539-42AC-9C15-2001E6A5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57275" y="3548063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5" name="0">
            <a:extLst xmlns:a="http://schemas.openxmlformats.org/drawingml/2006/main">
              <a:ext uri="{FF2B5EF4-FFF2-40B4-BE49-F238E27FC236}">
                <a16:creationId xmlns:a16="http://schemas.microsoft.com/office/drawing/2014/main" id="{8F4CBDE8-E0C0-444B-8C83-64663701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33763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A5FC1C-68E5-4F35-8CD6-8D6C231F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57275" y="2897187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7" name="1">
            <a:extLst xmlns:a="http://schemas.openxmlformats.org/drawingml/2006/main">
              <a:ext uri="{FF2B5EF4-FFF2-40B4-BE49-F238E27FC236}">
                <a16:creationId xmlns:a16="http://schemas.microsoft.com/office/drawing/2014/main" id="{1278EB57-4AF9-4A2D-87CC-9D646AE7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82887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18" name="Модель">
            <a:extLst xmlns:a="http://schemas.openxmlformats.org/drawingml/2006/main">
              <a:ext uri="{FF2B5EF4-FFF2-40B4-BE49-F238E27FC236}">
                <a16:creationId xmlns:a16="http://schemas.microsoft.com/office/drawing/2014/main" id="{F8597346-6997-46A2-A76D-F433B920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36925"/>
            <a:ext cx="2762250" cy="834019"/>
          </a:xfrm>
          <a:custGeom xmlns:a="http://schemas.openxmlformats.org/drawingml/2006/main">
            <a:pathLst>
              <a:path w="2762250" h="834019">
                <a:moveTo>
                  <a:pt x="0" y="0"/>
                </a:moveTo>
                <a:lnTo>
                  <a:pt x="18415" y="5560"/>
                </a:lnTo>
                <a:lnTo>
                  <a:pt x="36830" y="11120"/>
                </a:lnTo>
                <a:lnTo>
                  <a:pt x="55245" y="16680"/>
                </a:lnTo>
                <a:lnTo>
                  <a:pt x="73660" y="22241"/>
                </a:lnTo>
                <a:lnTo>
                  <a:pt x="92075" y="27801"/>
                </a:lnTo>
                <a:lnTo>
                  <a:pt x="110490" y="33361"/>
                </a:lnTo>
                <a:lnTo>
                  <a:pt x="128905" y="38921"/>
                </a:lnTo>
                <a:lnTo>
                  <a:pt x="147320" y="44481"/>
                </a:lnTo>
                <a:lnTo>
                  <a:pt x="165735" y="50041"/>
                </a:lnTo>
                <a:lnTo>
                  <a:pt x="184150" y="55601"/>
                </a:lnTo>
                <a:lnTo>
                  <a:pt x="202565" y="61161"/>
                </a:lnTo>
                <a:lnTo>
                  <a:pt x="220980" y="66722"/>
                </a:lnTo>
                <a:lnTo>
                  <a:pt x="239395" y="72282"/>
                </a:lnTo>
                <a:lnTo>
                  <a:pt x="257810" y="77842"/>
                </a:lnTo>
                <a:lnTo>
                  <a:pt x="276225" y="83402"/>
                </a:lnTo>
                <a:lnTo>
                  <a:pt x="294640" y="88962"/>
                </a:lnTo>
                <a:lnTo>
                  <a:pt x="313055" y="94522"/>
                </a:lnTo>
                <a:lnTo>
                  <a:pt x="331470" y="100082"/>
                </a:lnTo>
                <a:lnTo>
                  <a:pt x="349885" y="105642"/>
                </a:lnTo>
                <a:lnTo>
                  <a:pt x="368300" y="111203"/>
                </a:lnTo>
                <a:lnTo>
                  <a:pt x="386715" y="116763"/>
                </a:lnTo>
                <a:lnTo>
                  <a:pt x="405130" y="122323"/>
                </a:lnTo>
                <a:lnTo>
                  <a:pt x="423545" y="127883"/>
                </a:lnTo>
                <a:lnTo>
                  <a:pt x="441960" y="133443"/>
                </a:lnTo>
                <a:lnTo>
                  <a:pt x="460375" y="139003"/>
                </a:lnTo>
                <a:lnTo>
                  <a:pt x="478790" y="144563"/>
                </a:lnTo>
                <a:lnTo>
                  <a:pt x="497205" y="150123"/>
                </a:lnTo>
                <a:lnTo>
                  <a:pt x="515620" y="155684"/>
                </a:lnTo>
                <a:lnTo>
                  <a:pt x="534035" y="161244"/>
                </a:lnTo>
                <a:lnTo>
                  <a:pt x="552450" y="166804"/>
                </a:lnTo>
                <a:lnTo>
                  <a:pt x="570865" y="172364"/>
                </a:lnTo>
                <a:lnTo>
                  <a:pt x="589280" y="177924"/>
                </a:lnTo>
                <a:lnTo>
                  <a:pt x="607695" y="183484"/>
                </a:lnTo>
                <a:lnTo>
                  <a:pt x="626110" y="189044"/>
                </a:lnTo>
                <a:lnTo>
                  <a:pt x="644525" y="194604"/>
                </a:lnTo>
                <a:lnTo>
                  <a:pt x="662940" y="200165"/>
                </a:lnTo>
                <a:lnTo>
                  <a:pt x="681355" y="205725"/>
                </a:lnTo>
                <a:lnTo>
                  <a:pt x="699770" y="211285"/>
                </a:lnTo>
                <a:lnTo>
                  <a:pt x="718185" y="216845"/>
                </a:lnTo>
                <a:lnTo>
                  <a:pt x="736600" y="222405"/>
                </a:lnTo>
                <a:lnTo>
                  <a:pt x="755015" y="227965"/>
                </a:lnTo>
                <a:lnTo>
                  <a:pt x="773430" y="233525"/>
                </a:lnTo>
                <a:lnTo>
                  <a:pt x="791845" y="239085"/>
                </a:lnTo>
                <a:lnTo>
                  <a:pt x="810260" y="244646"/>
                </a:lnTo>
                <a:lnTo>
                  <a:pt x="828675" y="250206"/>
                </a:lnTo>
                <a:lnTo>
                  <a:pt x="847090" y="255766"/>
                </a:lnTo>
                <a:lnTo>
                  <a:pt x="865505" y="261326"/>
                </a:lnTo>
                <a:lnTo>
                  <a:pt x="883920" y="266886"/>
                </a:lnTo>
                <a:lnTo>
                  <a:pt x="902335" y="272446"/>
                </a:lnTo>
                <a:lnTo>
                  <a:pt x="920750" y="278006"/>
                </a:lnTo>
                <a:lnTo>
                  <a:pt x="939165" y="283567"/>
                </a:lnTo>
                <a:lnTo>
                  <a:pt x="957580" y="289127"/>
                </a:lnTo>
                <a:lnTo>
                  <a:pt x="975995" y="294687"/>
                </a:lnTo>
                <a:lnTo>
                  <a:pt x="994410" y="300247"/>
                </a:lnTo>
                <a:lnTo>
                  <a:pt x="1012825" y="305807"/>
                </a:lnTo>
                <a:lnTo>
                  <a:pt x="1031240" y="311367"/>
                </a:lnTo>
                <a:lnTo>
                  <a:pt x="1049655" y="316927"/>
                </a:lnTo>
                <a:lnTo>
                  <a:pt x="1068070" y="322487"/>
                </a:lnTo>
                <a:lnTo>
                  <a:pt x="1086485" y="328048"/>
                </a:lnTo>
                <a:lnTo>
                  <a:pt x="1104900" y="333608"/>
                </a:lnTo>
                <a:lnTo>
                  <a:pt x="1123315" y="339168"/>
                </a:lnTo>
                <a:lnTo>
                  <a:pt x="1141730" y="344728"/>
                </a:lnTo>
                <a:lnTo>
                  <a:pt x="1160145" y="350288"/>
                </a:lnTo>
                <a:lnTo>
                  <a:pt x="1178560" y="355848"/>
                </a:lnTo>
                <a:lnTo>
                  <a:pt x="1196975" y="361408"/>
                </a:lnTo>
                <a:lnTo>
                  <a:pt x="1215390" y="366968"/>
                </a:lnTo>
                <a:lnTo>
                  <a:pt x="1233805" y="372529"/>
                </a:lnTo>
                <a:lnTo>
                  <a:pt x="1252220" y="378089"/>
                </a:lnTo>
                <a:lnTo>
                  <a:pt x="1270635" y="383649"/>
                </a:lnTo>
                <a:lnTo>
                  <a:pt x="1289050" y="389209"/>
                </a:lnTo>
                <a:lnTo>
                  <a:pt x="1307465" y="394769"/>
                </a:lnTo>
                <a:lnTo>
                  <a:pt x="1325880" y="400329"/>
                </a:lnTo>
                <a:lnTo>
                  <a:pt x="1344295" y="405889"/>
                </a:lnTo>
                <a:lnTo>
                  <a:pt x="1362710" y="411449"/>
                </a:lnTo>
                <a:lnTo>
                  <a:pt x="1381125" y="417010"/>
                </a:lnTo>
                <a:lnTo>
                  <a:pt x="1399540" y="422570"/>
                </a:lnTo>
                <a:lnTo>
                  <a:pt x="1417955" y="428130"/>
                </a:lnTo>
                <a:lnTo>
                  <a:pt x="1436370" y="433690"/>
                </a:lnTo>
                <a:lnTo>
                  <a:pt x="1454785" y="439250"/>
                </a:lnTo>
                <a:lnTo>
                  <a:pt x="1473200" y="444810"/>
                </a:lnTo>
                <a:lnTo>
                  <a:pt x="1491615" y="450370"/>
                </a:lnTo>
                <a:lnTo>
                  <a:pt x="1510030" y="455930"/>
                </a:lnTo>
                <a:lnTo>
                  <a:pt x="1528445" y="461491"/>
                </a:lnTo>
                <a:lnTo>
                  <a:pt x="1546860" y="467051"/>
                </a:lnTo>
                <a:lnTo>
                  <a:pt x="1565275" y="472611"/>
                </a:lnTo>
                <a:lnTo>
                  <a:pt x="1583690" y="478171"/>
                </a:lnTo>
                <a:lnTo>
                  <a:pt x="1602105" y="483731"/>
                </a:lnTo>
                <a:lnTo>
                  <a:pt x="1620520" y="489291"/>
                </a:lnTo>
                <a:lnTo>
                  <a:pt x="1638935" y="494851"/>
                </a:lnTo>
                <a:lnTo>
                  <a:pt x="1657350" y="500412"/>
                </a:lnTo>
                <a:lnTo>
                  <a:pt x="1675765" y="505972"/>
                </a:lnTo>
                <a:lnTo>
                  <a:pt x="1694180" y="511532"/>
                </a:lnTo>
                <a:lnTo>
                  <a:pt x="1712595" y="517092"/>
                </a:lnTo>
                <a:lnTo>
                  <a:pt x="1731010" y="522652"/>
                </a:lnTo>
                <a:lnTo>
                  <a:pt x="1749425" y="528212"/>
                </a:lnTo>
                <a:lnTo>
                  <a:pt x="1767840" y="533772"/>
                </a:lnTo>
                <a:lnTo>
                  <a:pt x="1786255" y="539332"/>
                </a:lnTo>
                <a:lnTo>
                  <a:pt x="1804670" y="544893"/>
                </a:lnTo>
                <a:lnTo>
                  <a:pt x="1823085" y="550453"/>
                </a:lnTo>
                <a:lnTo>
                  <a:pt x="1841500" y="556013"/>
                </a:lnTo>
                <a:lnTo>
                  <a:pt x="1859915" y="561573"/>
                </a:lnTo>
                <a:lnTo>
                  <a:pt x="1878330" y="567133"/>
                </a:lnTo>
                <a:lnTo>
                  <a:pt x="1896745" y="572693"/>
                </a:lnTo>
                <a:lnTo>
                  <a:pt x="1915160" y="578253"/>
                </a:lnTo>
                <a:lnTo>
                  <a:pt x="1933575" y="583813"/>
                </a:lnTo>
                <a:lnTo>
                  <a:pt x="1951990" y="589374"/>
                </a:lnTo>
                <a:lnTo>
                  <a:pt x="1970405" y="594934"/>
                </a:lnTo>
                <a:lnTo>
                  <a:pt x="1988820" y="600494"/>
                </a:lnTo>
                <a:lnTo>
                  <a:pt x="2007235" y="606054"/>
                </a:lnTo>
                <a:lnTo>
                  <a:pt x="2025650" y="611614"/>
                </a:lnTo>
                <a:lnTo>
                  <a:pt x="2044065" y="617174"/>
                </a:lnTo>
                <a:lnTo>
                  <a:pt x="2062480" y="622734"/>
                </a:lnTo>
                <a:lnTo>
                  <a:pt x="2080895" y="628294"/>
                </a:lnTo>
                <a:lnTo>
                  <a:pt x="2099310" y="633855"/>
                </a:lnTo>
                <a:lnTo>
                  <a:pt x="2117725" y="639415"/>
                </a:lnTo>
                <a:lnTo>
                  <a:pt x="2136140" y="644975"/>
                </a:lnTo>
                <a:lnTo>
                  <a:pt x="2154555" y="650535"/>
                </a:lnTo>
                <a:lnTo>
                  <a:pt x="2172970" y="656095"/>
                </a:lnTo>
                <a:lnTo>
                  <a:pt x="2191385" y="661655"/>
                </a:lnTo>
                <a:lnTo>
                  <a:pt x="2209800" y="667215"/>
                </a:lnTo>
                <a:lnTo>
                  <a:pt x="2228215" y="672775"/>
                </a:lnTo>
                <a:lnTo>
                  <a:pt x="2246630" y="678336"/>
                </a:lnTo>
                <a:lnTo>
                  <a:pt x="2265045" y="683896"/>
                </a:lnTo>
                <a:lnTo>
                  <a:pt x="2283460" y="689456"/>
                </a:lnTo>
                <a:lnTo>
                  <a:pt x="2301875" y="695016"/>
                </a:lnTo>
                <a:lnTo>
                  <a:pt x="2320290" y="700576"/>
                </a:lnTo>
                <a:lnTo>
                  <a:pt x="2338705" y="706136"/>
                </a:lnTo>
                <a:lnTo>
                  <a:pt x="2357120" y="711696"/>
                </a:lnTo>
                <a:lnTo>
                  <a:pt x="2375535" y="717256"/>
                </a:lnTo>
                <a:lnTo>
                  <a:pt x="2393950" y="722817"/>
                </a:lnTo>
                <a:lnTo>
                  <a:pt x="2412365" y="728377"/>
                </a:lnTo>
                <a:lnTo>
                  <a:pt x="2430780" y="733937"/>
                </a:lnTo>
                <a:lnTo>
                  <a:pt x="2449195" y="739497"/>
                </a:lnTo>
                <a:lnTo>
                  <a:pt x="2467610" y="745057"/>
                </a:lnTo>
                <a:lnTo>
                  <a:pt x="2486025" y="750617"/>
                </a:lnTo>
                <a:lnTo>
                  <a:pt x="2504440" y="756177"/>
                </a:lnTo>
                <a:lnTo>
                  <a:pt x="2522855" y="761738"/>
                </a:lnTo>
                <a:lnTo>
                  <a:pt x="2541270" y="767298"/>
                </a:lnTo>
                <a:lnTo>
                  <a:pt x="2559685" y="772858"/>
                </a:lnTo>
                <a:lnTo>
                  <a:pt x="2578100" y="778418"/>
                </a:lnTo>
                <a:lnTo>
                  <a:pt x="2596515" y="783978"/>
                </a:lnTo>
                <a:lnTo>
                  <a:pt x="2614930" y="789538"/>
                </a:lnTo>
                <a:lnTo>
                  <a:pt x="2633345" y="795098"/>
                </a:lnTo>
                <a:lnTo>
                  <a:pt x="2651760" y="800658"/>
                </a:lnTo>
                <a:lnTo>
                  <a:pt x="2670175" y="806219"/>
                </a:lnTo>
                <a:lnTo>
                  <a:pt x="2688590" y="811779"/>
                </a:lnTo>
                <a:lnTo>
                  <a:pt x="2707005" y="817339"/>
                </a:lnTo>
                <a:lnTo>
                  <a:pt x="2725420" y="822899"/>
                </a:lnTo>
                <a:lnTo>
                  <a:pt x="2743835" y="828459"/>
                </a:lnTo>
                <a:lnTo>
                  <a:pt x="2762250" y="834019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077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A3DF22-8F0F-4C17-A6C4-1EAC7E6A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03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C87D46-1237-4010-9990-564D6ACB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281" y="33767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72012A-BAB7-4B5A-8E14-70F0673A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762" y="28521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5A842A-A051-47D0-A4B6-C2A3F0AC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242" y="27107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254857-4786-4A5E-91E8-AF0FFE3D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6723" y="32188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BCF132-0594-4CCD-8B60-BC9D4954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9204" y="32902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858543-26BA-4C5D-B6ED-095B16A5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685" y="33333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062D8-375E-475F-A47C-DD7667B5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4165" y="37171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CD171-E9C1-47E8-A155-90DDDADE7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6646" y="39443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E63285-B71C-4857-8D42-BAFD4706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127" y="425734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513E6A-EF99-4570-B3FB-63CAF44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1608" y="40129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F818C2-C3C1-42C2-A1BE-4AB0B78E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088" y="39190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111109-662C-456E-8479-109CD6EC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6569" y="38016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331AC0-F4E2-4156-B1BF-330922CA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265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MAE train: 0.45&#10;MAE validation: 0.42">
            <a:extLst xmlns:a="http://schemas.openxmlformats.org/drawingml/2006/main">
              <a:ext uri="{FF2B5EF4-FFF2-40B4-BE49-F238E27FC236}">
                <a16:creationId xmlns:a16="http://schemas.microsoft.com/office/drawing/2014/main" id="{699F7B0F-9FAF-4DE2-935E-2732D874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3875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1E293B"/>
                </a:solidFill>
              </a:defRPr>
            </a:defPPr>
            <a:lvl1pPr algn="l">
              <a:defRPr sz="1800" b="0">
                <a:solidFill>
                  <a:srgbClr val="1E293B"/>
                </a:solidFill>
              </a:defRPr>
            </a:lvl1pPr>
            <a:lvl2pPr algn="l">
              <a:defRPr sz="1800" b="0">
                <a:solidFill>
                  <a:srgbClr val="1E293B"/>
                </a:solidFill>
              </a:defRPr>
            </a:lvl2pPr>
            <a:lvl3pPr algn="l">
              <a:defRPr sz="1800" b="0">
                <a:solidFill>
                  <a:srgbClr val="1E293B"/>
                </a:solidFill>
              </a:defRPr>
            </a:lvl3pPr>
            <a:lvl4pPr algn="l">
              <a:defRPr sz="1800" b="0">
                <a:solidFill>
                  <a:srgbClr val="1E293B"/>
                </a:solidFill>
              </a:defRPr>
            </a:lvl4pPr>
            <a:lvl5pPr algn="l">
              <a:defRPr sz="1800" b="0">
                <a:solidFill>
                  <a:srgbClr val="1E293B"/>
                </a:solidFill>
              </a:defRPr>
            </a:lvl5pPr>
            <a:lvl6pPr algn="l">
              <a:defRPr sz="1800" b="0">
                <a:solidFill>
                  <a:srgbClr val="1E293B"/>
                </a:solidFill>
              </a:defRPr>
            </a:lvl6pPr>
            <a:lvl7pPr algn="l">
              <a:defRPr sz="1800" b="0">
                <a:solidFill>
                  <a:srgbClr val="1E293B"/>
                </a:solidFill>
              </a:defRPr>
            </a:lvl7pPr>
            <a:lvl8pPr algn="l">
              <a:defRPr sz="1800" b="0">
                <a:solidFill>
                  <a:srgbClr val="1E293B"/>
                </a:solidFill>
              </a:defRPr>
            </a:lvl8pPr>
            <a:lvl9pPr algn="l">
              <a:defRPr sz="18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E293B"/>
                </a:solidFill>
              </a:defRPr>
            </a:pP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train: 0.45</a:t>
            </a:r>
            <a:b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validation: 0.42</a:t>
            </a:r>
          </a:p>
        </p:txBody>
      </p:sp>
      <p:sp>
        <p:nvSpPr>
          <p:cNvPr id="34" name="Степень 3">
            <a:extLst xmlns:a="http://schemas.openxmlformats.org/drawingml/2006/main">
              <a:ext uri="{FF2B5EF4-FFF2-40B4-BE49-F238E27FC236}">
                <a16:creationId xmlns:a16="http://schemas.microsoft.com/office/drawing/2014/main" id="{DF199E16-D13A-444D-A419-51519434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7335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077FF"/>
                </a:solidFill>
              </a:defRPr>
            </a:defPPr>
            <a:lvl1pPr algn="l">
              <a:defRPr sz="1875" b="1">
                <a:solidFill>
                  <a:srgbClr val="0077FF"/>
                </a:solidFill>
              </a:defRPr>
            </a:lvl1pPr>
            <a:lvl2pPr algn="l">
              <a:defRPr sz="1875" b="1">
                <a:solidFill>
                  <a:srgbClr val="0077FF"/>
                </a:solidFill>
              </a:defRPr>
            </a:lvl2pPr>
            <a:lvl3pPr algn="l">
              <a:defRPr sz="1875" b="1">
                <a:solidFill>
                  <a:srgbClr val="0077FF"/>
                </a:solidFill>
              </a:defRPr>
            </a:lvl3pPr>
            <a:lvl4pPr algn="l">
              <a:defRPr sz="1875" b="1">
                <a:solidFill>
                  <a:srgbClr val="0077FF"/>
                </a:solidFill>
              </a:defRPr>
            </a:lvl4pPr>
            <a:lvl5pPr algn="l">
              <a:defRPr sz="1875" b="1">
                <a:solidFill>
                  <a:srgbClr val="0077FF"/>
                </a:solidFill>
              </a:defRPr>
            </a:lvl5pPr>
            <a:lvl6pPr algn="l">
              <a:defRPr sz="1875" b="1">
                <a:solidFill>
                  <a:srgbClr val="0077FF"/>
                </a:solidFill>
              </a:defRPr>
            </a:lvl6pPr>
            <a:lvl7pPr algn="l">
              <a:defRPr sz="1875" b="1">
                <a:solidFill>
                  <a:srgbClr val="0077FF"/>
                </a:solidFill>
              </a:defRPr>
            </a:lvl7pPr>
            <a:lvl8pPr algn="l">
              <a:defRPr sz="1875" b="1">
                <a:solidFill>
                  <a:srgbClr val="0077FF"/>
                </a:solidFill>
              </a:defRPr>
            </a:lvl8pPr>
            <a:lvl9pPr algn="l">
              <a:defRPr sz="18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7FF"/>
                </a:solidFill>
              </a:defRPr>
            </a:pPr>
            <a:r>
              <a:rPr sz="18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Степень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DBDA86-7CCB-4DF5-9001-133619A8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72025" y="4524375"/>
            <a:ext cx="27622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73F758-8D6D-482E-9EA4-BBEB142F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72025" y="2571750"/>
            <a:ext cx="95" cy="1952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E6D996-494A-4FBD-BAB3-EC6D8E43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72025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8" name="0">
            <a:extLst xmlns:a="http://schemas.openxmlformats.org/drawingml/2006/main">
              <a:ext uri="{FF2B5EF4-FFF2-40B4-BE49-F238E27FC236}">
                <a16:creationId xmlns:a16="http://schemas.microsoft.com/office/drawing/2014/main" id="{C6748ACC-E727-4666-B747-F7862176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B343AE-AF84-493D-A14E-500CB9B1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153150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0" name="0.5">
            <a:extLst xmlns:a="http://schemas.openxmlformats.org/drawingml/2006/main">
              <a:ext uri="{FF2B5EF4-FFF2-40B4-BE49-F238E27FC236}">
                <a16:creationId xmlns:a16="http://schemas.microsoft.com/office/drawing/2014/main" id="{D25230B4-F4A9-4CE2-9EEC-A6A85D11E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0.5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849714-B5A5-4992-BFE8-EF6E59FD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34275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2" name="1">
            <a:extLst xmlns:a="http://schemas.openxmlformats.org/drawingml/2006/main">
              <a:ext uri="{FF2B5EF4-FFF2-40B4-BE49-F238E27FC236}">
                <a16:creationId xmlns:a16="http://schemas.microsoft.com/office/drawing/2014/main" id="{FA1B0D7D-12CB-4B0D-AC13-7358E022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FD2A87-5BEE-486D-8FFB-2AFF4E1B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24400" y="4198938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4" name="-1">
            <a:extLst xmlns:a="http://schemas.openxmlformats.org/drawingml/2006/main">
              <a:ext uri="{FF2B5EF4-FFF2-40B4-BE49-F238E27FC236}">
                <a16:creationId xmlns:a16="http://schemas.microsoft.com/office/drawing/2014/main" id="{E5AFBF4B-D4AE-4E8F-BFF9-BCA98DF9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8463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C13AF9-D337-4EC5-97FC-FCFBE37E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24400" y="3548063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6" name="0">
            <a:extLst xmlns:a="http://schemas.openxmlformats.org/drawingml/2006/main">
              <a:ext uri="{FF2B5EF4-FFF2-40B4-BE49-F238E27FC236}">
                <a16:creationId xmlns:a16="http://schemas.microsoft.com/office/drawing/2014/main" id="{9859594F-CB29-4825-B42B-6164FCCB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33763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058482-2CD6-4E6D-B43D-D77022C3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724400" y="2897187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8" name="1">
            <a:extLst xmlns:a="http://schemas.openxmlformats.org/drawingml/2006/main">
              <a:ext uri="{FF2B5EF4-FFF2-40B4-BE49-F238E27FC236}">
                <a16:creationId xmlns:a16="http://schemas.microsoft.com/office/drawing/2014/main" id="{CD8D0D95-455D-4768-BABE-40D03523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2887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49" name="Модель">
            <a:extLst xmlns:a="http://schemas.openxmlformats.org/drawingml/2006/main">
              <a:ext uri="{FF2B5EF4-FFF2-40B4-BE49-F238E27FC236}">
                <a16:creationId xmlns:a16="http://schemas.microsoft.com/office/drawing/2014/main" id="{0483A37E-FCA3-4A31-9136-BB13A3B9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970814"/>
            <a:ext cx="2762250" cy="1191233"/>
          </a:xfrm>
          <a:custGeom xmlns:a="http://schemas.openxmlformats.org/drawingml/2006/main">
            <a:pathLst>
              <a:path w="2762250" h="1191233">
                <a:moveTo>
                  <a:pt x="0" y="597146"/>
                </a:moveTo>
                <a:lnTo>
                  <a:pt x="18415" y="555262"/>
                </a:lnTo>
                <a:lnTo>
                  <a:pt x="36830" y="515122"/>
                </a:lnTo>
                <a:lnTo>
                  <a:pt x="55245" y="476702"/>
                </a:lnTo>
                <a:lnTo>
                  <a:pt x="73660" y="439976"/>
                </a:lnTo>
                <a:lnTo>
                  <a:pt x="92075" y="404922"/>
                </a:lnTo>
                <a:lnTo>
                  <a:pt x="110490" y="371513"/>
                </a:lnTo>
                <a:lnTo>
                  <a:pt x="128905" y="339726"/>
                </a:lnTo>
                <a:lnTo>
                  <a:pt x="147320" y="309537"/>
                </a:lnTo>
                <a:lnTo>
                  <a:pt x="165735" y="280920"/>
                </a:lnTo>
                <a:lnTo>
                  <a:pt x="184150" y="253853"/>
                </a:lnTo>
                <a:lnTo>
                  <a:pt x="202565" y="228309"/>
                </a:lnTo>
                <a:lnTo>
                  <a:pt x="220980" y="204266"/>
                </a:lnTo>
                <a:lnTo>
                  <a:pt x="239395" y="181698"/>
                </a:lnTo>
                <a:lnTo>
                  <a:pt x="257810" y="160581"/>
                </a:lnTo>
                <a:lnTo>
                  <a:pt x="276225" y="140891"/>
                </a:lnTo>
                <a:lnTo>
                  <a:pt x="294640" y="122604"/>
                </a:lnTo>
                <a:lnTo>
                  <a:pt x="313055" y="105694"/>
                </a:lnTo>
                <a:lnTo>
                  <a:pt x="331470" y="90138"/>
                </a:lnTo>
                <a:lnTo>
                  <a:pt x="349885" y="75912"/>
                </a:lnTo>
                <a:lnTo>
                  <a:pt x="368300" y="62990"/>
                </a:lnTo>
                <a:lnTo>
                  <a:pt x="386715" y="51349"/>
                </a:lnTo>
                <a:lnTo>
                  <a:pt x="405130" y="40963"/>
                </a:lnTo>
                <a:lnTo>
                  <a:pt x="423545" y="31810"/>
                </a:lnTo>
                <a:lnTo>
                  <a:pt x="441960" y="23864"/>
                </a:lnTo>
                <a:lnTo>
                  <a:pt x="460375" y="17101"/>
                </a:lnTo>
                <a:lnTo>
                  <a:pt x="478790" y="11496"/>
                </a:lnTo>
                <a:lnTo>
                  <a:pt x="497205" y="7026"/>
                </a:lnTo>
                <a:lnTo>
                  <a:pt x="515620" y="3666"/>
                </a:lnTo>
                <a:lnTo>
                  <a:pt x="534035" y="1391"/>
                </a:lnTo>
                <a:lnTo>
                  <a:pt x="552450" y="177"/>
                </a:lnTo>
                <a:lnTo>
                  <a:pt x="570865" y="0"/>
                </a:lnTo>
                <a:lnTo>
                  <a:pt x="589280" y="835"/>
                </a:lnTo>
                <a:lnTo>
                  <a:pt x="607695" y="2658"/>
                </a:lnTo>
                <a:lnTo>
                  <a:pt x="626110" y="5445"/>
                </a:lnTo>
                <a:lnTo>
                  <a:pt x="644525" y="9171"/>
                </a:lnTo>
                <a:lnTo>
                  <a:pt x="662940" y="13812"/>
                </a:lnTo>
                <a:lnTo>
                  <a:pt x="681355" y="19343"/>
                </a:lnTo>
                <a:lnTo>
                  <a:pt x="699770" y="25740"/>
                </a:lnTo>
                <a:lnTo>
                  <a:pt x="718185" y="32979"/>
                </a:lnTo>
                <a:lnTo>
                  <a:pt x="736600" y="41035"/>
                </a:lnTo>
                <a:lnTo>
                  <a:pt x="755015" y="49884"/>
                </a:lnTo>
                <a:lnTo>
                  <a:pt x="773430" y="59501"/>
                </a:lnTo>
                <a:lnTo>
                  <a:pt x="791845" y="69863"/>
                </a:lnTo>
                <a:lnTo>
                  <a:pt x="810260" y="80944"/>
                </a:lnTo>
                <a:lnTo>
                  <a:pt x="828675" y="92721"/>
                </a:lnTo>
                <a:lnTo>
                  <a:pt x="847090" y="105169"/>
                </a:lnTo>
                <a:lnTo>
                  <a:pt x="865505" y="118263"/>
                </a:lnTo>
                <a:lnTo>
                  <a:pt x="883920" y="131980"/>
                </a:lnTo>
                <a:lnTo>
                  <a:pt x="902335" y="146295"/>
                </a:lnTo>
                <a:lnTo>
                  <a:pt x="920750" y="161183"/>
                </a:lnTo>
                <a:lnTo>
                  <a:pt x="939165" y="176620"/>
                </a:lnTo>
                <a:lnTo>
                  <a:pt x="957580" y="192582"/>
                </a:lnTo>
                <a:lnTo>
                  <a:pt x="975995" y="209044"/>
                </a:lnTo>
                <a:lnTo>
                  <a:pt x="994410" y="225982"/>
                </a:lnTo>
                <a:lnTo>
                  <a:pt x="1012825" y="243372"/>
                </a:lnTo>
                <a:lnTo>
                  <a:pt x="1031240" y="261189"/>
                </a:lnTo>
                <a:lnTo>
                  <a:pt x="1049655" y="279408"/>
                </a:lnTo>
                <a:lnTo>
                  <a:pt x="1068070" y="298006"/>
                </a:lnTo>
                <a:lnTo>
                  <a:pt x="1086485" y="316959"/>
                </a:lnTo>
                <a:lnTo>
                  <a:pt x="1104900" y="336241"/>
                </a:lnTo>
                <a:lnTo>
                  <a:pt x="1123315" y="355828"/>
                </a:lnTo>
                <a:lnTo>
                  <a:pt x="1141730" y="375696"/>
                </a:lnTo>
                <a:lnTo>
                  <a:pt x="1160145" y="395821"/>
                </a:lnTo>
                <a:lnTo>
                  <a:pt x="1178560" y="416178"/>
                </a:lnTo>
                <a:lnTo>
                  <a:pt x="1196975" y="436742"/>
                </a:lnTo>
                <a:lnTo>
                  <a:pt x="1215390" y="457490"/>
                </a:lnTo>
                <a:lnTo>
                  <a:pt x="1233805" y="478398"/>
                </a:lnTo>
                <a:lnTo>
                  <a:pt x="1252220" y="499439"/>
                </a:lnTo>
                <a:lnTo>
                  <a:pt x="1270635" y="520591"/>
                </a:lnTo>
                <a:lnTo>
                  <a:pt x="1289050" y="541829"/>
                </a:lnTo>
                <a:lnTo>
                  <a:pt x="1307465" y="563129"/>
                </a:lnTo>
                <a:lnTo>
                  <a:pt x="1325880" y="584465"/>
                </a:lnTo>
                <a:lnTo>
                  <a:pt x="1344295" y="605814"/>
                </a:lnTo>
                <a:lnTo>
                  <a:pt x="1362710" y="627152"/>
                </a:lnTo>
                <a:lnTo>
                  <a:pt x="1381125" y="648453"/>
                </a:lnTo>
                <a:lnTo>
                  <a:pt x="1399540" y="669695"/>
                </a:lnTo>
                <a:lnTo>
                  <a:pt x="1417955" y="690851"/>
                </a:lnTo>
                <a:lnTo>
                  <a:pt x="1436370" y="711898"/>
                </a:lnTo>
                <a:lnTo>
                  <a:pt x="1454785" y="732812"/>
                </a:lnTo>
                <a:lnTo>
                  <a:pt x="1473200" y="753568"/>
                </a:lnTo>
                <a:lnTo>
                  <a:pt x="1491615" y="774141"/>
                </a:lnTo>
                <a:lnTo>
                  <a:pt x="1510030" y="794508"/>
                </a:lnTo>
                <a:lnTo>
                  <a:pt x="1528445" y="814644"/>
                </a:lnTo>
                <a:lnTo>
                  <a:pt x="1546860" y="834524"/>
                </a:lnTo>
                <a:lnTo>
                  <a:pt x="1565275" y="854125"/>
                </a:lnTo>
                <a:lnTo>
                  <a:pt x="1583690" y="873421"/>
                </a:lnTo>
                <a:lnTo>
                  <a:pt x="1602105" y="892389"/>
                </a:lnTo>
                <a:lnTo>
                  <a:pt x="1620520" y="911004"/>
                </a:lnTo>
                <a:lnTo>
                  <a:pt x="1638935" y="929241"/>
                </a:lnTo>
                <a:lnTo>
                  <a:pt x="1657350" y="947077"/>
                </a:lnTo>
                <a:lnTo>
                  <a:pt x="1675765" y="964487"/>
                </a:lnTo>
                <a:lnTo>
                  <a:pt x="1694180" y="981446"/>
                </a:lnTo>
                <a:lnTo>
                  <a:pt x="1712595" y="997930"/>
                </a:lnTo>
                <a:lnTo>
                  <a:pt x="1731010" y="1013915"/>
                </a:lnTo>
                <a:lnTo>
                  <a:pt x="1749425" y="1029377"/>
                </a:lnTo>
                <a:lnTo>
                  <a:pt x="1767840" y="1044290"/>
                </a:lnTo>
                <a:lnTo>
                  <a:pt x="1786255" y="1058632"/>
                </a:lnTo>
                <a:lnTo>
                  <a:pt x="1804670" y="1072376"/>
                </a:lnTo>
                <a:lnTo>
                  <a:pt x="1823085" y="1085499"/>
                </a:lnTo>
                <a:lnTo>
                  <a:pt x="1841500" y="1097977"/>
                </a:lnTo>
                <a:lnTo>
                  <a:pt x="1859915" y="1109785"/>
                </a:lnTo>
                <a:lnTo>
                  <a:pt x="1878330" y="1120898"/>
                </a:lnTo>
                <a:lnTo>
                  <a:pt x="1896745" y="1131293"/>
                </a:lnTo>
                <a:lnTo>
                  <a:pt x="1915160" y="1140945"/>
                </a:lnTo>
                <a:lnTo>
                  <a:pt x="1933575" y="1149829"/>
                </a:lnTo>
                <a:lnTo>
                  <a:pt x="1951990" y="1157922"/>
                </a:lnTo>
                <a:lnTo>
                  <a:pt x="1970405" y="1165198"/>
                </a:lnTo>
                <a:lnTo>
                  <a:pt x="1988820" y="1171634"/>
                </a:lnTo>
                <a:lnTo>
                  <a:pt x="2007235" y="1177205"/>
                </a:lnTo>
                <a:lnTo>
                  <a:pt x="2025650" y="1181887"/>
                </a:lnTo>
                <a:lnTo>
                  <a:pt x="2044065" y="1185655"/>
                </a:lnTo>
                <a:lnTo>
                  <a:pt x="2062480" y="1188485"/>
                </a:lnTo>
                <a:lnTo>
                  <a:pt x="2080895" y="1190352"/>
                </a:lnTo>
                <a:lnTo>
                  <a:pt x="2099310" y="1191233"/>
                </a:lnTo>
                <a:lnTo>
                  <a:pt x="2117725" y="1191102"/>
                </a:lnTo>
                <a:lnTo>
                  <a:pt x="2136140" y="1189936"/>
                </a:lnTo>
                <a:lnTo>
                  <a:pt x="2154555" y="1187710"/>
                </a:lnTo>
                <a:lnTo>
                  <a:pt x="2172970" y="1184399"/>
                </a:lnTo>
                <a:lnTo>
                  <a:pt x="2191385" y="1179980"/>
                </a:lnTo>
                <a:lnTo>
                  <a:pt x="2209800" y="1174428"/>
                </a:lnTo>
                <a:lnTo>
                  <a:pt x="2228215" y="1167718"/>
                </a:lnTo>
                <a:lnTo>
                  <a:pt x="2246630" y="1159826"/>
                </a:lnTo>
                <a:lnTo>
                  <a:pt x="2265045" y="1150728"/>
                </a:lnTo>
                <a:lnTo>
                  <a:pt x="2283460" y="1140399"/>
                </a:lnTo>
                <a:lnTo>
                  <a:pt x="2301875" y="1128816"/>
                </a:lnTo>
                <a:lnTo>
                  <a:pt x="2320290" y="1115953"/>
                </a:lnTo>
                <a:lnTo>
                  <a:pt x="2338705" y="1101786"/>
                </a:lnTo>
                <a:lnTo>
                  <a:pt x="2357120" y="1086291"/>
                </a:lnTo>
                <a:lnTo>
                  <a:pt x="2375535" y="1069443"/>
                </a:lnTo>
                <a:lnTo>
                  <a:pt x="2393950" y="1051219"/>
                </a:lnTo>
                <a:lnTo>
                  <a:pt x="2412365" y="1031593"/>
                </a:lnTo>
                <a:lnTo>
                  <a:pt x="2430780" y="1010542"/>
                </a:lnTo>
                <a:lnTo>
                  <a:pt x="2449195" y="988040"/>
                </a:lnTo>
                <a:lnTo>
                  <a:pt x="2467610" y="964064"/>
                </a:lnTo>
                <a:lnTo>
                  <a:pt x="2486025" y="938590"/>
                </a:lnTo>
                <a:lnTo>
                  <a:pt x="2504440" y="911592"/>
                </a:lnTo>
                <a:lnTo>
                  <a:pt x="2522855" y="883046"/>
                </a:lnTo>
                <a:lnTo>
                  <a:pt x="2541270" y="852929"/>
                </a:lnTo>
                <a:lnTo>
                  <a:pt x="2559685" y="821215"/>
                </a:lnTo>
                <a:lnTo>
                  <a:pt x="2578100" y="787881"/>
                </a:lnTo>
                <a:lnTo>
                  <a:pt x="2596515" y="752901"/>
                </a:lnTo>
                <a:lnTo>
                  <a:pt x="2614930" y="716252"/>
                </a:lnTo>
                <a:lnTo>
                  <a:pt x="2633345" y="677909"/>
                </a:lnTo>
                <a:lnTo>
                  <a:pt x="2651760" y="637848"/>
                </a:lnTo>
                <a:lnTo>
                  <a:pt x="2670175" y="596044"/>
                </a:lnTo>
                <a:lnTo>
                  <a:pt x="2688590" y="552474"/>
                </a:lnTo>
                <a:lnTo>
                  <a:pt x="2707005" y="507112"/>
                </a:lnTo>
                <a:lnTo>
                  <a:pt x="2725420" y="459934"/>
                </a:lnTo>
                <a:lnTo>
                  <a:pt x="2743835" y="410916"/>
                </a:lnTo>
                <a:lnTo>
                  <a:pt x="2762250" y="360033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FF2F8A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2F315B2-C6BF-49C7-B97F-6E31C748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4603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B7D4049-9990-4F70-A515-07E4F0EC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6406" y="33767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237E32-D060-473F-9EA1-20088295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887" y="28521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F89CA4A-04B8-4C3F-A285-1356D46F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367" y="27107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2BCB1ED-9AD8-4411-900F-33EF1EC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3848" y="32188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AA9F2A-1C08-4906-9C4F-967A2A1B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6329" y="32902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D3EC2C-EF42-43E7-8AE3-4BDA51DC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810" y="33333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8202459-5D52-46A2-9CC9-A1DFD001A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290" y="37171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F339007-1EE9-4D97-AC42-E16FFB85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3771" y="39443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16E9F5-6B1F-44EC-8921-6E622E7A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6252" y="425734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3850462-7C35-476A-8447-15E185BF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733" y="40129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108786-C8AD-413B-90B5-AD53F65F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213" y="39190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A8D6CD5-8A0B-479D-AEE3-B2A30854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3694" y="38016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17260E5-9195-492C-BBC1-6CA3757D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3265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MAE train: 0.17&#10;MAE validation: 0.10">
            <a:extLst xmlns:a="http://schemas.openxmlformats.org/drawingml/2006/main">
              <a:ext uri="{FF2B5EF4-FFF2-40B4-BE49-F238E27FC236}">
                <a16:creationId xmlns:a16="http://schemas.microsoft.com/office/drawing/2014/main" id="{4343E5D0-FAFF-43B7-9A83-F28D5230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23875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1E293B"/>
                </a:solidFill>
              </a:defRPr>
            </a:defPPr>
            <a:lvl1pPr algn="l">
              <a:defRPr sz="1800" b="0">
                <a:solidFill>
                  <a:srgbClr val="1E293B"/>
                </a:solidFill>
              </a:defRPr>
            </a:lvl1pPr>
            <a:lvl2pPr algn="l">
              <a:defRPr sz="1800" b="0">
                <a:solidFill>
                  <a:srgbClr val="1E293B"/>
                </a:solidFill>
              </a:defRPr>
            </a:lvl2pPr>
            <a:lvl3pPr algn="l">
              <a:defRPr sz="1800" b="0">
                <a:solidFill>
                  <a:srgbClr val="1E293B"/>
                </a:solidFill>
              </a:defRPr>
            </a:lvl3pPr>
            <a:lvl4pPr algn="l">
              <a:defRPr sz="1800" b="0">
                <a:solidFill>
                  <a:srgbClr val="1E293B"/>
                </a:solidFill>
              </a:defRPr>
            </a:lvl4pPr>
            <a:lvl5pPr algn="l">
              <a:defRPr sz="1800" b="0">
                <a:solidFill>
                  <a:srgbClr val="1E293B"/>
                </a:solidFill>
              </a:defRPr>
            </a:lvl5pPr>
            <a:lvl6pPr algn="l">
              <a:defRPr sz="1800" b="0">
                <a:solidFill>
                  <a:srgbClr val="1E293B"/>
                </a:solidFill>
              </a:defRPr>
            </a:lvl6pPr>
            <a:lvl7pPr algn="l">
              <a:defRPr sz="1800" b="0">
                <a:solidFill>
                  <a:srgbClr val="1E293B"/>
                </a:solidFill>
              </a:defRPr>
            </a:lvl7pPr>
            <a:lvl8pPr algn="l">
              <a:defRPr sz="1800" b="0">
                <a:solidFill>
                  <a:srgbClr val="1E293B"/>
                </a:solidFill>
              </a:defRPr>
            </a:lvl8pPr>
            <a:lvl9pPr algn="l">
              <a:defRPr sz="18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E293B"/>
                </a:solidFill>
              </a:defRPr>
            </a:pP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train: 0.17</a:t>
            </a:r>
            <a:b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validation: 0.10</a:t>
            </a:r>
          </a:p>
        </p:txBody>
      </p:sp>
      <p:sp>
        <p:nvSpPr>
          <p:cNvPr id="65" name="Степень 11">
            <a:extLst xmlns:a="http://schemas.openxmlformats.org/drawingml/2006/main">
              <a:ext uri="{FF2B5EF4-FFF2-40B4-BE49-F238E27FC236}">
                <a16:creationId xmlns:a16="http://schemas.microsoft.com/office/drawing/2014/main" id="{29474465-BCF4-4B2F-A197-2253BB3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7335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077FF"/>
                </a:solidFill>
              </a:defRPr>
            </a:defPPr>
            <a:lvl1pPr algn="l">
              <a:defRPr sz="1875" b="1">
                <a:solidFill>
                  <a:srgbClr val="0077FF"/>
                </a:solidFill>
              </a:defRPr>
            </a:lvl1pPr>
            <a:lvl2pPr algn="l">
              <a:defRPr sz="1875" b="1">
                <a:solidFill>
                  <a:srgbClr val="0077FF"/>
                </a:solidFill>
              </a:defRPr>
            </a:lvl2pPr>
            <a:lvl3pPr algn="l">
              <a:defRPr sz="1875" b="1">
                <a:solidFill>
                  <a:srgbClr val="0077FF"/>
                </a:solidFill>
              </a:defRPr>
            </a:lvl3pPr>
            <a:lvl4pPr algn="l">
              <a:defRPr sz="1875" b="1">
                <a:solidFill>
                  <a:srgbClr val="0077FF"/>
                </a:solidFill>
              </a:defRPr>
            </a:lvl4pPr>
            <a:lvl5pPr algn="l">
              <a:defRPr sz="1875" b="1">
                <a:solidFill>
                  <a:srgbClr val="0077FF"/>
                </a:solidFill>
              </a:defRPr>
            </a:lvl5pPr>
            <a:lvl6pPr algn="l">
              <a:defRPr sz="1875" b="1">
                <a:solidFill>
                  <a:srgbClr val="0077FF"/>
                </a:solidFill>
              </a:defRPr>
            </a:lvl6pPr>
            <a:lvl7pPr algn="l">
              <a:defRPr sz="1875" b="1">
                <a:solidFill>
                  <a:srgbClr val="0077FF"/>
                </a:solidFill>
              </a:defRPr>
            </a:lvl7pPr>
            <a:lvl8pPr algn="l">
              <a:defRPr sz="1875" b="1">
                <a:solidFill>
                  <a:srgbClr val="0077FF"/>
                </a:solidFill>
              </a:defRPr>
            </a:lvl8pPr>
            <a:lvl9pPr algn="l">
              <a:defRPr sz="18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7FF"/>
                </a:solidFill>
              </a:defRPr>
            </a:pPr>
            <a:r>
              <a:rPr sz="18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Степень 11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69C79E1-7F18-4D8A-819D-8ECEDAEA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9150" y="4524375"/>
            <a:ext cx="27622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870D0B1-E8EE-4477-83E9-243C8F38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9150" y="2571750"/>
            <a:ext cx="95" cy="1952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8988C9E-8645-46F3-9DD4-34558CFB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39150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69" name="0">
            <a:extLst xmlns:a="http://schemas.openxmlformats.org/drawingml/2006/main">
              <a:ext uri="{FF2B5EF4-FFF2-40B4-BE49-F238E27FC236}">
                <a16:creationId xmlns:a16="http://schemas.microsoft.com/office/drawing/2014/main" id="{718BF445-9FA8-4BAD-8697-34563C6C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E830847-A3DC-4BBB-AF45-43FB314D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820275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1" name="0.5">
            <a:extLst xmlns:a="http://schemas.openxmlformats.org/drawingml/2006/main">
              <a:ext uri="{FF2B5EF4-FFF2-40B4-BE49-F238E27FC236}">
                <a16:creationId xmlns:a16="http://schemas.microsoft.com/office/drawing/2014/main" id="{9ACCB7E4-AC39-4C78-B8C5-F6ACA886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0.5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6A6AE06-AED2-40D2-8169-2F434B89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201400" y="452437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3" name="1">
            <a:extLst xmlns:a="http://schemas.openxmlformats.org/drawingml/2006/main">
              <a:ext uri="{FF2B5EF4-FFF2-40B4-BE49-F238E27FC236}">
                <a16:creationId xmlns:a16="http://schemas.microsoft.com/office/drawing/2014/main" id="{81015790-84DD-4808-8A17-1C6F5CE4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63867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3D12EF8-C687-483E-8AA9-75AEE46B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91525" y="4198938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5" name="-1">
            <a:extLst xmlns:a="http://schemas.openxmlformats.org/drawingml/2006/main">
              <a:ext uri="{FF2B5EF4-FFF2-40B4-BE49-F238E27FC236}">
                <a16:creationId xmlns:a16="http://schemas.microsoft.com/office/drawing/2014/main" id="{CDB7C81E-1EB2-4385-9461-6636FDDF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408463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B94008A-BAC1-41E1-829D-BCEAA52B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91525" y="3548063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7" name="0">
            <a:extLst xmlns:a="http://schemas.openxmlformats.org/drawingml/2006/main">
              <a:ext uri="{FF2B5EF4-FFF2-40B4-BE49-F238E27FC236}">
                <a16:creationId xmlns:a16="http://schemas.microsoft.com/office/drawing/2014/main" id="{D6DC4062-22D2-4470-9FA0-2D67E465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433763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DE0B687-BF0F-41ED-A666-D7BEC0FA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91525" y="2897187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9" name="1">
            <a:extLst xmlns:a="http://schemas.openxmlformats.org/drawingml/2006/main">
              <a:ext uri="{FF2B5EF4-FFF2-40B4-BE49-F238E27FC236}">
                <a16:creationId xmlns:a16="http://schemas.microsoft.com/office/drawing/2014/main" id="{257DB3C1-556B-4BB3-AAA2-A5B3EBA0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782887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80" name="Модель">
            <a:extLst xmlns:a="http://schemas.openxmlformats.org/drawingml/2006/main">
              <a:ext uri="{FF2B5EF4-FFF2-40B4-BE49-F238E27FC236}">
                <a16:creationId xmlns:a16="http://schemas.microsoft.com/office/drawing/2014/main" id="{58EE7251-8591-48C1-824E-B2D11BBA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65081"/>
            <a:ext cx="2762250" cy="1460475"/>
          </a:xfrm>
          <a:custGeom xmlns:a="http://schemas.openxmlformats.org/drawingml/2006/main">
            <a:pathLst>
              <a:path w="2762250" h="1460475">
                <a:moveTo>
                  <a:pt x="0" y="729480"/>
                </a:moveTo>
                <a:lnTo>
                  <a:pt x="18415" y="861942"/>
                </a:lnTo>
                <a:lnTo>
                  <a:pt x="36830" y="952311"/>
                </a:lnTo>
                <a:lnTo>
                  <a:pt x="55245" y="1006752"/>
                </a:lnTo>
                <a:lnTo>
                  <a:pt x="73660" y="1030865"/>
                </a:lnTo>
                <a:lnTo>
                  <a:pt x="92075" y="1029723"/>
                </a:lnTo>
                <a:lnTo>
                  <a:pt x="110490" y="1007897"/>
                </a:lnTo>
                <a:lnTo>
                  <a:pt x="128905" y="969491"/>
                </a:lnTo>
                <a:lnTo>
                  <a:pt x="147320" y="918166"/>
                </a:lnTo>
                <a:lnTo>
                  <a:pt x="165735" y="857171"/>
                </a:lnTo>
                <a:lnTo>
                  <a:pt x="184150" y="789370"/>
                </a:lnTo>
                <a:lnTo>
                  <a:pt x="202565" y="717271"/>
                </a:lnTo>
                <a:lnTo>
                  <a:pt x="220980" y="643047"/>
                </a:lnTo>
                <a:lnTo>
                  <a:pt x="239395" y="568564"/>
                </a:lnTo>
                <a:lnTo>
                  <a:pt x="257810" y="495403"/>
                </a:lnTo>
                <a:lnTo>
                  <a:pt x="276225" y="424888"/>
                </a:lnTo>
                <a:lnTo>
                  <a:pt x="294640" y="358101"/>
                </a:lnTo>
                <a:lnTo>
                  <a:pt x="313055" y="295909"/>
                </a:lnTo>
                <a:lnTo>
                  <a:pt x="331470" y="238981"/>
                </a:lnTo>
                <a:lnTo>
                  <a:pt x="349885" y="187810"/>
                </a:lnTo>
                <a:lnTo>
                  <a:pt x="368300" y="142728"/>
                </a:lnTo>
                <a:lnTo>
                  <a:pt x="386715" y="103929"/>
                </a:lnTo>
                <a:lnTo>
                  <a:pt x="405130" y="71479"/>
                </a:lnTo>
                <a:lnTo>
                  <a:pt x="423545" y="45337"/>
                </a:lnTo>
                <a:lnTo>
                  <a:pt x="441960" y="25366"/>
                </a:lnTo>
                <a:lnTo>
                  <a:pt x="460375" y="11351"/>
                </a:lnTo>
                <a:lnTo>
                  <a:pt x="478790" y="3009"/>
                </a:lnTo>
                <a:lnTo>
                  <a:pt x="497205" y="0"/>
                </a:lnTo>
                <a:lnTo>
                  <a:pt x="515620" y="1943"/>
                </a:lnTo>
                <a:lnTo>
                  <a:pt x="534035" y="8420"/>
                </a:lnTo>
                <a:lnTo>
                  <a:pt x="552450" y="18993"/>
                </a:lnTo>
                <a:lnTo>
                  <a:pt x="570865" y="33206"/>
                </a:lnTo>
                <a:lnTo>
                  <a:pt x="589280" y="50596"/>
                </a:lnTo>
                <a:lnTo>
                  <a:pt x="607695" y="70701"/>
                </a:lnTo>
                <a:lnTo>
                  <a:pt x="626110" y="93064"/>
                </a:lnTo>
                <a:lnTo>
                  <a:pt x="644525" y="117242"/>
                </a:lnTo>
                <a:lnTo>
                  <a:pt x="662940" y="142806"/>
                </a:lnTo>
                <a:lnTo>
                  <a:pt x="681355" y="169352"/>
                </a:lnTo>
                <a:lnTo>
                  <a:pt x="699770" y="196497"/>
                </a:lnTo>
                <a:lnTo>
                  <a:pt x="718185" y="223889"/>
                </a:lnTo>
                <a:lnTo>
                  <a:pt x="736600" y="251206"/>
                </a:lnTo>
                <a:lnTo>
                  <a:pt x="755015" y="278158"/>
                </a:lnTo>
                <a:lnTo>
                  <a:pt x="773430" y="304490"/>
                </a:lnTo>
                <a:lnTo>
                  <a:pt x="791845" y="329979"/>
                </a:lnTo>
                <a:lnTo>
                  <a:pt x="810260" y="354439"/>
                </a:lnTo>
                <a:lnTo>
                  <a:pt x="828675" y="377721"/>
                </a:lnTo>
                <a:lnTo>
                  <a:pt x="847090" y="399707"/>
                </a:lnTo>
                <a:lnTo>
                  <a:pt x="865505" y="420315"/>
                </a:lnTo>
                <a:lnTo>
                  <a:pt x="883920" y="439497"/>
                </a:lnTo>
                <a:lnTo>
                  <a:pt x="902335" y="457234"/>
                </a:lnTo>
                <a:lnTo>
                  <a:pt x="920750" y="473538"/>
                </a:lnTo>
                <a:lnTo>
                  <a:pt x="939165" y="488448"/>
                </a:lnTo>
                <a:lnTo>
                  <a:pt x="957580" y="502030"/>
                </a:lnTo>
                <a:lnTo>
                  <a:pt x="975995" y="514372"/>
                </a:lnTo>
                <a:lnTo>
                  <a:pt x="994410" y="525584"/>
                </a:lnTo>
                <a:lnTo>
                  <a:pt x="1012825" y="535793"/>
                </a:lnTo>
                <a:lnTo>
                  <a:pt x="1031240" y="545143"/>
                </a:lnTo>
                <a:lnTo>
                  <a:pt x="1049655" y="553789"/>
                </a:lnTo>
                <a:lnTo>
                  <a:pt x="1068070" y="561899"/>
                </a:lnTo>
                <a:lnTo>
                  <a:pt x="1086485" y="569645"/>
                </a:lnTo>
                <a:lnTo>
                  <a:pt x="1104900" y="577205"/>
                </a:lnTo>
                <a:lnTo>
                  <a:pt x="1123315" y="584760"/>
                </a:lnTo>
                <a:lnTo>
                  <a:pt x="1141730" y="592488"/>
                </a:lnTo>
                <a:lnTo>
                  <a:pt x="1160145" y="600565"/>
                </a:lnTo>
                <a:lnTo>
                  <a:pt x="1178560" y="609161"/>
                </a:lnTo>
                <a:lnTo>
                  <a:pt x="1196975" y="618438"/>
                </a:lnTo>
                <a:lnTo>
                  <a:pt x="1215390" y="628547"/>
                </a:lnTo>
                <a:lnTo>
                  <a:pt x="1233805" y="639627"/>
                </a:lnTo>
                <a:lnTo>
                  <a:pt x="1252220" y="651804"/>
                </a:lnTo>
                <a:lnTo>
                  <a:pt x="1270635" y="665186"/>
                </a:lnTo>
                <a:lnTo>
                  <a:pt x="1289050" y="679865"/>
                </a:lnTo>
                <a:lnTo>
                  <a:pt x="1307465" y="695916"/>
                </a:lnTo>
                <a:lnTo>
                  <a:pt x="1325880" y="713391"/>
                </a:lnTo>
                <a:lnTo>
                  <a:pt x="1344295" y="732325"/>
                </a:lnTo>
                <a:lnTo>
                  <a:pt x="1362710" y="752731"/>
                </a:lnTo>
                <a:lnTo>
                  <a:pt x="1381125" y="774601"/>
                </a:lnTo>
                <a:lnTo>
                  <a:pt x="1399540" y="797906"/>
                </a:lnTo>
                <a:lnTo>
                  <a:pt x="1417955" y="822595"/>
                </a:lnTo>
                <a:lnTo>
                  <a:pt x="1436370" y="848598"/>
                </a:lnTo>
                <a:lnTo>
                  <a:pt x="1454785" y="875825"/>
                </a:lnTo>
                <a:lnTo>
                  <a:pt x="1473200" y="904164"/>
                </a:lnTo>
                <a:lnTo>
                  <a:pt x="1491615" y="933489"/>
                </a:lnTo>
                <a:lnTo>
                  <a:pt x="1510030" y="963655"/>
                </a:lnTo>
                <a:lnTo>
                  <a:pt x="1528445" y="994501"/>
                </a:lnTo>
                <a:lnTo>
                  <a:pt x="1546860" y="1025854"/>
                </a:lnTo>
                <a:lnTo>
                  <a:pt x="1565275" y="1057528"/>
                </a:lnTo>
                <a:lnTo>
                  <a:pt x="1583690" y="1089327"/>
                </a:lnTo>
                <a:lnTo>
                  <a:pt x="1602105" y="1121047"/>
                </a:lnTo>
                <a:lnTo>
                  <a:pt x="1620520" y="1152481"/>
                </a:lnTo>
                <a:lnTo>
                  <a:pt x="1638935" y="1183414"/>
                </a:lnTo>
                <a:lnTo>
                  <a:pt x="1657350" y="1213633"/>
                </a:lnTo>
                <a:lnTo>
                  <a:pt x="1675765" y="1242926"/>
                </a:lnTo>
                <a:lnTo>
                  <a:pt x="1694180" y="1271085"/>
                </a:lnTo>
                <a:lnTo>
                  <a:pt x="1712595" y="1297907"/>
                </a:lnTo>
                <a:lnTo>
                  <a:pt x="1731010" y="1323199"/>
                </a:lnTo>
                <a:lnTo>
                  <a:pt x="1749425" y="1346779"/>
                </a:lnTo>
                <a:lnTo>
                  <a:pt x="1767840" y="1368479"/>
                </a:lnTo>
                <a:lnTo>
                  <a:pt x="1786255" y="1388144"/>
                </a:lnTo>
                <a:lnTo>
                  <a:pt x="1804670" y="1405639"/>
                </a:lnTo>
                <a:lnTo>
                  <a:pt x="1823085" y="1420849"/>
                </a:lnTo>
                <a:lnTo>
                  <a:pt x="1841500" y="1433678"/>
                </a:lnTo>
                <a:lnTo>
                  <a:pt x="1859915" y="1444055"/>
                </a:lnTo>
                <a:lnTo>
                  <a:pt x="1878330" y="1451932"/>
                </a:lnTo>
                <a:lnTo>
                  <a:pt x="1896745" y="1457288"/>
                </a:lnTo>
                <a:lnTo>
                  <a:pt x="1915160" y="1460126"/>
                </a:lnTo>
                <a:lnTo>
                  <a:pt x="1933575" y="1460475"/>
                </a:lnTo>
                <a:lnTo>
                  <a:pt x="1951990" y="1458394"/>
                </a:lnTo>
                <a:lnTo>
                  <a:pt x="1970405" y="1453964"/>
                </a:lnTo>
                <a:lnTo>
                  <a:pt x="1988820" y="1447296"/>
                </a:lnTo>
                <a:lnTo>
                  <a:pt x="2007235" y="1438524"/>
                </a:lnTo>
                <a:lnTo>
                  <a:pt x="2025650" y="1427805"/>
                </a:lnTo>
                <a:lnTo>
                  <a:pt x="2044065" y="1415319"/>
                </a:lnTo>
                <a:lnTo>
                  <a:pt x="2062480" y="1401267"/>
                </a:lnTo>
                <a:lnTo>
                  <a:pt x="2080895" y="1385866"/>
                </a:lnTo>
                <a:lnTo>
                  <a:pt x="2099310" y="1369348"/>
                </a:lnTo>
                <a:lnTo>
                  <a:pt x="2117725" y="1351957"/>
                </a:lnTo>
                <a:lnTo>
                  <a:pt x="2136140" y="1333944"/>
                </a:lnTo>
                <a:lnTo>
                  <a:pt x="2154555" y="1315564"/>
                </a:lnTo>
                <a:lnTo>
                  <a:pt x="2172970" y="1297074"/>
                </a:lnTo>
                <a:lnTo>
                  <a:pt x="2191385" y="1278723"/>
                </a:lnTo>
                <a:lnTo>
                  <a:pt x="2209800" y="1260752"/>
                </a:lnTo>
                <a:lnTo>
                  <a:pt x="2228215" y="1243387"/>
                </a:lnTo>
                <a:lnTo>
                  <a:pt x="2246630" y="1226834"/>
                </a:lnTo>
                <a:lnTo>
                  <a:pt x="2265045" y="1211274"/>
                </a:lnTo>
                <a:lnTo>
                  <a:pt x="2283460" y="1196859"/>
                </a:lnTo>
                <a:lnTo>
                  <a:pt x="2301875" y="1183703"/>
                </a:lnTo>
                <a:lnTo>
                  <a:pt x="2320290" y="1171880"/>
                </a:lnTo>
                <a:lnTo>
                  <a:pt x="2338705" y="1161420"/>
                </a:lnTo>
                <a:lnTo>
                  <a:pt x="2357120" y="1152300"/>
                </a:lnTo>
                <a:lnTo>
                  <a:pt x="2375535" y="1144446"/>
                </a:lnTo>
                <a:lnTo>
                  <a:pt x="2393950" y="1137723"/>
                </a:lnTo>
                <a:lnTo>
                  <a:pt x="2412365" y="1131937"/>
                </a:lnTo>
                <a:lnTo>
                  <a:pt x="2430780" y="1126833"/>
                </a:lnTo>
                <a:lnTo>
                  <a:pt x="2449195" y="1122090"/>
                </a:lnTo>
                <a:lnTo>
                  <a:pt x="2467610" y="1117327"/>
                </a:lnTo>
                <a:lnTo>
                  <a:pt x="2486025" y="1112100"/>
                </a:lnTo>
                <a:lnTo>
                  <a:pt x="2504440" y="1105910"/>
                </a:lnTo>
                <a:lnTo>
                  <a:pt x="2522855" y="1098205"/>
                </a:lnTo>
                <a:lnTo>
                  <a:pt x="2541270" y="1088388"/>
                </a:lnTo>
                <a:lnTo>
                  <a:pt x="2559685" y="1075831"/>
                </a:lnTo>
                <a:lnTo>
                  <a:pt x="2578100" y="1059881"/>
                </a:lnTo>
                <a:lnTo>
                  <a:pt x="2596515" y="1039884"/>
                </a:lnTo>
                <a:lnTo>
                  <a:pt x="2614930" y="1015197"/>
                </a:lnTo>
                <a:lnTo>
                  <a:pt x="2633345" y="985214"/>
                </a:lnTo>
                <a:lnTo>
                  <a:pt x="2651760" y="949394"/>
                </a:lnTo>
                <a:lnTo>
                  <a:pt x="2670175" y="907290"/>
                </a:lnTo>
                <a:lnTo>
                  <a:pt x="2688590" y="858587"/>
                </a:lnTo>
                <a:lnTo>
                  <a:pt x="2707005" y="803143"/>
                </a:lnTo>
                <a:lnTo>
                  <a:pt x="2725420" y="741038"/>
                </a:lnTo>
                <a:lnTo>
                  <a:pt x="2743835" y="672625"/>
                </a:lnTo>
                <a:lnTo>
                  <a:pt x="2762250" y="598593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009D82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D81D954-5F53-432B-B7EC-594FBA8AF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603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6B5C882-74BB-45D3-9360-FA25575B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531" y="33767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25CD169-A8EF-4685-AF18-E282DDDF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6012" y="28521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9B48518-846F-4C31-B496-F138BF8D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492" y="27107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03CDD0B-CF00-4B99-A10D-D1E98A9F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973" y="32188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15FB320-B997-4FFB-9BD6-3E6DAEB9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3454" y="32902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35F88EB-48C1-41C7-A131-E1866CE9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5935" y="33333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E38B9F-F669-4F6E-B714-8786E0E3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8415" y="37171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E8AFC80-416F-4007-85CD-FD9FDF04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0896" y="39443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E496E7E-4BE7-4570-A2DE-B71D4FCF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3377" y="425734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1A78600-F521-4C17-82FF-FCF6BC82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858" y="40129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4108055-940F-4694-ADED-8D7897A48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8338" y="39190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F75F5BD-0507-40A5-BE26-24A243AE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0819" y="38016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5DA078C-234C-4257-8143-7AC7B886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3265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MAE train: 0.08&#10;MAE validation: 0.17">
            <a:extLst xmlns:a="http://schemas.openxmlformats.org/drawingml/2006/main">
              <a:ext uri="{FF2B5EF4-FFF2-40B4-BE49-F238E27FC236}">
                <a16:creationId xmlns:a16="http://schemas.microsoft.com/office/drawing/2014/main" id="{0140DE08-7066-47CE-82D7-344C0E3F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38750"/>
            <a:ext cx="323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1E293B"/>
                </a:solidFill>
              </a:defRPr>
            </a:defPPr>
            <a:lvl1pPr algn="l">
              <a:defRPr sz="1800" b="0">
                <a:solidFill>
                  <a:srgbClr val="1E293B"/>
                </a:solidFill>
              </a:defRPr>
            </a:lvl1pPr>
            <a:lvl2pPr algn="l">
              <a:defRPr sz="1800" b="0">
                <a:solidFill>
                  <a:srgbClr val="1E293B"/>
                </a:solidFill>
              </a:defRPr>
            </a:lvl2pPr>
            <a:lvl3pPr algn="l">
              <a:defRPr sz="1800" b="0">
                <a:solidFill>
                  <a:srgbClr val="1E293B"/>
                </a:solidFill>
              </a:defRPr>
            </a:lvl3pPr>
            <a:lvl4pPr algn="l">
              <a:defRPr sz="1800" b="0">
                <a:solidFill>
                  <a:srgbClr val="1E293B"/>
                </a:solidFill>
              </a:defRPr>
            </a:lvl4pPr>
            <a:lvl5pPr algn="l">
              <a:defRPr sz="1800" b="0">
                <a:solidFill>
                  <a:srgbClr val="1E293B"/>
                </a:solidFill>
              </a:defRPr>
            </a:lvl5pPr>
            <a:lvl6pPr algn="l">
              <a:defRPr sz="1800" b="0">
                <a:solidFill>
                  <a:srgbClr val="1E293B"/>
                </a:solidFill>
              </a:defRPr>
            </a:lvl6pPr>
            <a:lvl7pPr algn="l">
              <a:defRPr sz="1800" b="0">
                <a:solidFill>
                  <a:srgbClr val="1E293B"/>
                </a:solidFill>
              </a:defRPr>
            </a:lvl7pPr>
            <a:lvl8pPr algn="l">
              <a:defRPr sz="1800" b="0">
                <a:solidFill>
                  <a:srgbClr val="1E293B"/>
                </a:solidFill>
              </a:defRPr>
            </a:lvl8pPr>
            <a:lvl9pPr algn="l">
              <a:defRPr sz="18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E293B"/>
                </a:solidFill>
              </a:defRPr>
            </a:pP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train: 0.08</a:t>
            </a:r>
            <a:b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MAE validation: 0.17</a:t>
            </a:r>
          </a:p>
        </p:txBody>
      </p:sp>
      <p:sp>
        <p:nvSpPr>
          <p:cNvPr id="96" name="Сложность выбираем по новым данным. Меньше ошибк">
            <a:extLst xmlns:a="http://schemas.openxmlformats.org/drawingml/2006/main">
              <a:ext uri="{FF2B5EF4-FFF2-40B4-BE49-F238E27FC236}">
                <a16:creationId xmlns:a16="http://schemas.microsoft.com/office/drawing/2014/main" id="{0AEB79DD-5781-4AE0-B447-854DD41D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Сложность выбираем по новым данным. Меньше ошибка train — ещё не лучше модель.</a:t>
            </a:r>
          </a:p>
        </p:txBody>
      </p:sp>
    </p:spTree>
    <p:extLst>
      <p:ext uri="{BB962C8B-B14F-4D97-AF65-F5344CB8AC3E}">
        <p14:creationId xmlns:p14="http://schemas.microsoft.com/office/powerpoint/2010/main" val="19359742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Проверка будущего прогноза">
            <a:extLst xmlns:a="http://schemas.openxmlformats.org/drawingml/2006/main">
              <a:ext uri="{FF2B5EF4-FFF2-40B4-BE49-F238E27FC236}">
                <a16:creationId xmlns:a16="http://schemas.microsoft.com/office/drawing/2014/main" id="{1E3D81F4-C459-4100-BF4B-33F8B978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Проверка будущего прогноза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EF20ECD3-4B96-4C2B-9895-DE447111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E10D87-33D1-4945-B192-1277B10D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5619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Ранние 80% train">
            <a:extLst xmlns:a="http://schemas.openxmlformats.org/drawingml/2006/main">
              <a:ext uri="{FF2B5EF4-FFF2-40B4-BE49-F238E27FC236}">
                <a16:creationId xmlns:a16="http://schemas.microsoft.com/office/drawing/2014/main" id="{A605E958-485E-4979-B255-3B992A37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5276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1E293B"/>
                </a:solidFill>
              </a:defRPr>
            </a:defPPr>
            <a:lvl1pPr algn="l">
              <a:defRPr sz="2100" b="1">
                <a:solidFill>
                  <a:srgbClr val="1E293B"/>
                </a:solidFill>
              </a:defRPr>
            </a:lvl1pPr>
            <a:lvl2pPr algn="l">
              <a:defRPr sz="2100" b="1">
                <a:solidFill>
                  <a:srgbClr val="1E293B"/>
                </a:solidFill>
              </a:defRPr>
            </a:lvl2pPr>
            <a:lvl3pPr algn="l">
              <a:defRPr sz="2100" b="1">
                <a:solidFill>
                  <a:srgbClr val="1E293B"/>
                </a:solidFill>
              </a:defRPr>
            </a:lvl3pPr>
            <a:lvl4pPr algn="l">
              <a:defRPr sz="2100" b="1">
                <a:solidFill>
                  <a:srgbClr val="1E293B"/>
                </a:solidFill>
              </a:defRPr>
            </a:lvl4pPr>
            <a:lvl5pPr algn="l">
              <a:defRPr sz="2100" b="1">
                <a:solidFill>
                  <a:srgbClr val="1E293B"/>
                </a:solidFill>
              </a:defRPr>
            </a:lvl5pPr>
            <a:lvl6pPr algn="l">
              <a:defRPr sz="2100" b="1">
                <a:solidFill>
                  <a:srgbClr val="1E293B"/>
                </a:solidFill>
              </a:defRPr>
            </a:lvl6pPr>
            <a:lvl7pPr algn="l">
              <a:defRPr sz="2100" b="1">
                <a:solidFill>
                  <a:srgbClr val="1E293B"/>
                </a:solidFill>
              </a:defRPr>
            </a:lvl7pPr>
            <a:lvl8pPr algn="l">
              <a:defRPr sz="2100" b="1">
                <a:solidFill>
                  <a:srgbClr val="1E293B"/>
                </a:solidFill>
              </a:defRPr>
            </a:lvl8pPr>
            <a:lvl9pPr algn="l">
              <a:defRPr sz="2100" b="1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E293B"/>
                </a:solidFill>
              </a:defRPr>
            </a:pPr>
            <a:r>
              <a:rPr sz="2100" b="1">
                <a:solidFill>
                  <a:srgbClr val="1E293B"/>
                </a:solidFill>
                <a:latin typeface="Play"/>
                <a:ea typeface="Play"/>
                <a:cs typeface="Play"/>
              </a:rPr>
              <a:t>Ранние 80% train</a:t>
            </a:r>
          </a:p>
        </p:txBody>
      </p:sp>
      <p:sp>
        <p:nvSpPr>
          <p:cNvPr id="5" name="fit preprocessing + модель">
            <a:extLst xmlns:a="http://schemas.openxmlformats.org/drawingml/2006/main">
              <a:ext uri="{FF2B5EF4-FFF2-40B4-BE49-F238E27FC236}">
                <a16:creationId xmlns:a16="http://schemas.microsoft.com/office/drawing/2014/main" id="{AAA71236-64BD-456E-9A75-2CA4E062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5276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E293B"/>
                </a:solidFill>
              </a:defRPr>
            </a:defPPr>
            <a:lvl1pPr algn="l">
              <a:defRPr sz="1725" b="0">
                <a:solidFill>
                  <a:srgbClr val="1E293B"/>
                </a:solidFill>
              </a:defRPr>
            </a:lvl1pPr>
            <a:lvl2pPr algn="l">
              <a:defRPr sz="1725" b="0">
                <a:solidFill>
                  <a:srgbClr val="1E293B"/>
                </a:solidFill>
              </a:defRPr>
            </a:lvl2pPr>
            <a:lvl3pPr algn="l">
              <a:defRPr sz="1725" b="0">
                <a:solidFill>
                  <a:srgbClr val="1E293B"/>
                </a:solidFill>
              </a:defRPr>
            </a:lvl3pPr>
            <a:lvl4pPr algn="l">
              <a:defRPr sz="1725" b="0">
                <a:solidFill>
                  <a:srgbClr val="1E293B"/>
                </a:solidFill>
              </a:defRPr>
            </a:lvl4pPr>
            <a:lvl5pPr algn="l">
              <a:defRPr sz="1725" b="0">
                <a:solidFill>
                  <a:srgbClr val="1E293B"/>
                </a:solidFill>
              </a:defRPr>
            </a:lvl5pPr>
            <a:lvl6pPr algn="l">
              <a:defRPr sz="1725" b="0">
                <a:solidFill>
                  <a:srgbClr val="1E293B"/>
                </a:solidFill>
              </a:defRPr>
            </a:lvl6pPr>
            <a:lvl7pPr algn="l">
              <a:defRPr sz="1725" b="0">
                <a:solidFill>
                  <a:srgbClr val="1E293B"/>
                </a:solidFill>
              </a:defRPr>
            </a:lvl7pPr>
            <a:lvl8pPr algn="l">
              <a:defRPr sz="1725" b="0">
                <a:solidFill>
                  <a:srgbClr val="1E293B"/>
                </a:solidFill>
              </a:defRPr>
            </a:lvl8pPr>
            <a:lvl9pPr algn="l">
              <a:defRPr sz="17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E293B"/>
                </a:solidFill>
              </a:defRPr>
            </a:pPr>
            <a:r>
              <a:rPr sz="17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fit preprocessing + модель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4566A-4CA2-4838-8410-D0122B51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2667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Поздние 20%">
            <a:extLst xmlns:a="http://schemas.openxmlformats.org/drawingml/2006/main">
              <a:ext uri="{FF2B5EF4-FFF2-40B4-BE49-F238E27FC236}">
                <a16:creationId xmlns:a16="http://schemas.microsoft.com/office/drawing/2014/main" id="{B6A45943-4BE7-43DF-BB7C-40C394F6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781300"/>
            <a:ext cx="2324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1E293B"/>
                </a:solidFill>
              </a:defRPr>
            </a:defPPr>
            <a:lvl1pPr algn="l">
              <a:defRPr sz="2100" b="1">
                <a:solidFill>
                  <a:srgbClr val="1E293B"/>
                </a:solidFill>
              </a:defRPr>
            </a:lvl1pPr>
            <a:lvl2pPr algn="l">
              <a:defRPr sz="2100" b="1">
                <a:solidFill>
                  <a:srgbClr val="1E293B"/>
                </a:solidFill>
              </a:defRPr>
            </a:lvl2pPr>
            <a:lvl3pPr algn="l">
              <a:defRPr sz="2100" b="1">
                <a:solidFill>
                  <a:srgbClr val="1E293B"/>
                </a:solidFill>
              </a:defRPr>
            </a:lvl3pPr>
            <a:lvl4pPr algn="l">
              <a:defRPr sz="2100" b="1">
                <a:solidFill>
                  <a:srgbClr val="1E293B"/>
                </a:solidFill>
              </a:defRPr>
            </a:lvl4pPr>
            <a:lvl5pPr algn="l">
              <a:defRPr sz="2100" b="1">
                <a:solidFill>
                  <a:srgbClr val="1E293B"/>
                </a:solidFill>
              </a:defRPr>
            </a:lvl5pPr>
            <a:lvl6pPr algn="l">
              <a:defRPr sz="2100" b="1">
                <a:solidFill>
                  <a:srgbClr val="1E293B"/>
                </a:solidFill>
              </a:defRPr>
            </a:lvl6pPr>
            <a:lvl7pPr algn="l">
              <a:defRPr sz="2100" b="1">
                <a:solidFill>
                  <a:srgbClr val="1E293B"/>
                </a:solidFill>
              </a:defRPr>
            </a:lvl7pPr>
            <a:lvl8pPr algn="l">
              <a:defRPr sz="2100" b="1">
                <a:solidFill>
                  <a:srgbClr val="1E293B"/>
                </a:solidFill>
              </a:defRPr>
            </a:lvl8pPr>
            <a:lvl9pPr algn="l">
              <a:defRPr sz="2100" b="1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E293B"/>
                </a:solidFill>
              </a:defRPr>
            </a:pPr>
            <a:r>
              <a:rPr sz="2100" b="1">
                <a:solidFill>
                  <a:srgbClr val="1E293B"/>
                </a:solidFill>
                <a:latin typeface="Play"/>
                <a:ea typeface="Play"/>
                <a:cs typeface="Play"/>
              </a:rPr>
              <a:t>Поздние 20%</a:t>
            </a:r>
          </a:p>
        </p:txBody>
      </p:sp>
      <p:sp>
        <p:nvSpPr>
          <p:cNvPr id="8" name="transform + оценка">
            <a:extLst xmlns:a="http://schemas.openxmlformats.org/drawingml/2006/main">
              <a:ext uri="{FF2B5EF4-FFF2-40B4-BE49-F238E27FC236}">
                <a16:creationId xmlns:a16="http://schemas.microsoft.com/office/drawing/2014/main" id="{98755687-1C78-444F-9B74-1F5A5F2D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476625"/>
            <a:ext cx="2324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E293B"/>
                </a:solidFill>
              </a:defRPr>
            </a:defPPr>
            <a:lvl1pPr algn="l">
              <a:defRPr sz="1725" b="0">
                <a:solidFill>
                  <a:srgbClr val="1E293B"/>
                </a:solidFill>
              </a:defRPr>
            </a:lvl1pPr>
            <a:lvl2pPr algn="l">
              <a:defRPr sz="1725" b="0">
                <a:solidFill>
                  <a:srgbClr val="1E293B"/>
                </a:solidFill>
              </a:defRPr>
            </a:lvl2pPr>
            <a:lvl3pPr algn="l">
              <a:defRPr sz="1725" b="0">
                <a:solidFill>
                  <a:srgbClr val="1E293B"/>
                </a:solidFill>
              </a:defRPr>
            </a:lvl3pPr>
            <a:lvl4pPr algn="l">
              <a:defRPr sz="1725" b="0">
                <a:solidFill>
                  <a:srgbClr val="1E293B"/>
                </a:solidFill>
              </a:defRPr>
            </a:lvl4pPr>
            <a:lvl5pPr algn="l">
              <a:defRPr sz="1725" b="0">
                <a:solidFill>
                  <a:srgbClr val="1E293B"/>
                </a:solidFill>
              </a:defRPr>
            </a:lvl5pPr>
            <a:lvl6pPr algn="l">
              <a:defRPr sz="1725" b="0">
                <a:solidFill>
                  <a:srgbClr val="1E293B"/>
                </a:solidFill>
              </a:defRPr>
            </a:lvl6pPr>
            <a:lvl7pPr algn="l">
              <a:defRPr sz="1725" b="0">
                <a:solidFill>
                  <a:srgbClr val="1E293B"/>
                </a:solidFill>
              </a:defRPr>
            </a:lvl7pPr>
            <a:lvl8pPr algn="l">
              <a:defRPr sz="1725" b="0">
                <a:solidFill>
                  <a:srgbClr val="1E293B"/>
                </a:solidFill>
              </a:defRPr>
            </a:lvl8pPr>
            <a:lvl9pPr algn="l">
              <a:defRPr sz="17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E293B"/>
                </a:solidFill>
              </a:defRPr>
            </a:pPr>
            <a:r>
              <a:rPr sz="17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transform + оценка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0F1F7-BB38-453B-BA91-CD14BAEB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71750"/>
            <a:ext cx="2095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st">
            <a:extLst xmlns:a="http://schemas.openxmlformats.org/drawingml/2006/main">
              <a:ext uri="{FF2B5EF4-FFF2-40B4-BE49-F238E27FC236}">
                <a16:creationId xmlns:a16="http://schemas.microsoft.com/office/drawing/2014/main" id="{61828A35-5B75-4B0D-B8E3-C291C7C9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1E293B"/>
                </a:solidFill>
              </a:defRPr>
            </a:defPPr>
            <a:lvl1pPr algn="l">
              <a:defRPr sz="2100" b="1">
                <a:solidFill>
                  <a:srgbClr val="1E293B"/>
                </a:solidFill>
              </a:defRPr>
            </a:lvl1pPr>
            <a:lvl2pPr algn="l">
              <a:defRPr sz="2100" b="1">
                <a:solidFill>
                  <a:srgbClr val="1E293B"/>
                </a:solidFill>
              </a:defRPr>
            </a:lvl2pPr>
            <a:lvl3pPr algn="l">
              <a:defRPr sz="2100" b="1">
                <a:solidFill>
                  <a:srgbClr val="1E293B"/>
                </a:solidFill>
              </a:defRPr>
            </a:lvl3pPr>
            <a:lvl4pPr algn="l">
              <a:defRPr sz="2100" b="1">
                <a:solidFill>
                  <a:srgbClr val="1E293B"/>
                </a:solidFill>
              </a:defRPr>
            </a:lvl4pPr>
            <a:lvl5pPr algn="l">
              <a:defRPr sz="2100" b="1">
                <a:solidFill>
                  <a:srgbClr val="1E293B"/>
                </a:solidFill>
              </a:defRPr>
            </a:lvl5pPr>
            <a:lvl6pPr algn="l">
              <a:defRPr sz="2100" b="1">
                <a:solidFill>
                  <a:srgbClr val="1E293B"/>
                </a:solidFill>
              </a:defRPr>
            </a:lvl6pPr>
            <a:lvl7pPr algn="l">
              <a:defRPr sz="2100" b="1">
                <a:solidFill>
                  <a:srgbClr val="1E293B"/>
                </a:solidFill>
              </a:defRPr>
            </a:lvl7pPr>
            <a:lvl8pPr algn="l">
              <a:defRPr sz="2100" b="1">
                <a:solidFill>
                  <a:srgbClr val="1E293B"/>
                </a:solidFill>
              </a:defRPr>
            </a:lvl8pPr>
            <a:lvl9pPr algn="l">
              <a:defRPr sz="2100" b="1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E293B"/>
                </a:solidFill>
              </a:defRPr>
            </a:pPr>
            <a:r>
              <a:rPr sz="2100" b="1">
                <a:solidFill>
                  <a:srgbClr val="1E293B"/>
                </a:solidFill>
                <a:latin typeface="Play"/>
                <a:ea typeface="Play"/>
                <a:cs typeface="Play"/>
              </a:rPr>
              <a:t>Test</a:t>
            </a:r>
          </a:p>
        </p:txBody>
      </p:sp>
      <p:sp>
        <p:nvSpPr>
          <p:cNvPr id="11" name="только прогноз">
            <a:extLst xmlns:a="http://schemas.openxmlformats.org/drawingml/2006/main">
              <a:ext uri="{FF2B5EF4-FFF2-40B4-BE49-F238E27FC236}">
                <a16:creationId xmlns:a16="http://schemas.microsoft.com/office/drawing/2014/main" id="{0D5D4CF7-7E50-443A-8AC8-095349F1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76625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E293B"/>
                </a:solidFill>
              </a:defRPr>
            </a:defPPr>
            <a:lvl1pPr algn="l">
              <a:defRPr sz="1725" b="0">
                <a:solidFill>
                  <a:srgbClr val="1E293B"/>
                </a:solidFill>
              </a:defRPr>
            </a:lvl1pPr>
            <a:lvl2pPr algn="l">
              <a:defRPr sz="1725" b="0">
                <a:solidFill>
                  <a:srgbClr val="1E293B"/>
                </a:solidFill>
              </a:defRPr>
            </a:lvl2pPr>
            <a:lvl3pPr algn="l">
              <a:defRPr sz="1725" b="0">
                <a:solidFill>
                  <a:srgbClr val="1E293B"/>
                </a:solidFill>
              </a:defRPr>
            </a:lvl3pPr>
            <a:lvl4pPr algn="l">
              <a:defRPr sz="1725" b="0">
                <a:solidFill>
                  <a:srgbClr val="1E293B"/>
                </a:solidFill>
              </a:defRPr>
            </a:lvl4pPr>
            <a:lvl5pPr algn="l">
              <a:defRPr sz="1725" b="0">
                <a:solidFill>
                  <a:srgbClr val="1E293B"/>
                </a:solidFill>
              </a:defRPr>
            </a:lvl5pPr>
            <a:lvl6pPr algn="l">
              <a:defRPr sz="1725" b="0">
                <a:solidFill>
                  <a:srgbClr val="1E293B"/>
                </a:solidFill>
              </a:defRPr>
            </a:lvl6pPr>
            <a:lvl7pPr algn="l">
              <a:defRPr sz="1725" b="0">
                <a:solidFill>
                  <a:srgbClr val="1E293B"/>
                </a:solidFill>
              </a:defRPr>
            </a:lvl7pPr>
            <a:lvl8pPr algn="l">
              <a:defRPr sz="1725" b="0">
                <a:solidFill>
                  <a:srgbClr val="1E293B"/>
                </a:solidFill>
              </a:defRPr>
            </a:lvl8pPr>
            <a:lvl9pPr algn="l">
              <a:defRPr sz="17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E293B"/>
                </a:solidFill>
              </a:defRPr>
            </a:pPr>
            <a:r>
              <a:rPr sz="17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только прогноз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D29C9-6B20-4E80-A7C7-042130CA0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62000" y="4476750"/>
            <a:ext cx="106680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77FF"/>
            </a:solidFill>
            <a:prstDash val="solid"/>
          </a:ln>
        </p:spPr>
      </p:sp>
      <p:sp>
        <p:nvSpPr>
          <p:cNvPr id="13" name="Порядок date,id →">
            <a:extLst xmlns:a="http://schemas.openxmlformats.org/drawingml/2006/main">
              <a:ext uri="{FF2B5EF4-FFF2-40B4-BE49-F238E27FC236}">
                <a16:creationId xmlns:a16="http://schemas.microsoft.com/office/drawing/2014/main" id="{C2D769A7-10E6-4194-816A-2F009DF6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Порядок date,id →</a:t>
            </a:r>
          </a:p>
        </p:txBody>
      </p:sp>
      <p:sp>
        <p:nvSpPr>
          <p:cNvPr id="14" name="Медианы и масштабы берём из train. Граница не об">
            <a:extLst xmlns:a="http://schemas.openxmlformats.org/drawingml/2006/main">
              <a:ext uri="{FF2B5EF4-FFF2-40B4-BE49-F238E27FC236}">
                <a16:creationId xmlns:a16="http://schemas.microsoft.com/office/drawing/2014/main" id="{3C9A63C4-1862-4D10-A228-12C791C3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Медианы и масштабы берём из train. Граница не обязана совпасть с месяцем.</a:t>
            </a:r>
          </a:p>
        </p:txBody>
      </p:sp>
      <p:sp>
        <p:nvSpPr>
          <p:cNvPr id="15" name="Validation изображает будущие данные и не участв">
            <a:extLst xmlns:a="http://schemas.openxmlformats.org/drawingml/2006/main">
              <a:ext uri="{FF2B5EF4-FFF2-40B4-BE49-F238E27FC236}">
                <a16:creationId xmlns:a16="http://schemas.microsoft.com/office/drawing/2014/main" id="{415ED4A2-AB7B-4CB4-B188-71F6EB45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Validation изображает будущие данные и не участвует в fit преобразований.</a:t>
            </a:r>
          </a:p>
        </p:txBody>
      </p:sp>
    </p:spTree>
    <p:extLst>
      <p:ext uri="{BB962C8B-B14F-4D97-AF65-F5344CB8AC3E}">
        <p14:creationId xmlns:p14="http://schemas.microsoft.com/office/powerpoint/2010/main" val="8298373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тарт для практики: Dummy и Ridge">
            <a:extLst xmlns:a="http://schemas.openxmlformats.org/drawingml/2006/main">
              <a:ext uri="{FF2B5EF4-FFF2-40B4-BE49-F238E27FC236}">
                <a16:creationId xmlns:a16="http://schemas.microsoft.com/office/drawing/2014/main" id="{70D1E511-92F6-4F55-AD18-BC4CCFCE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Старт для практики: Dummy и Ridge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FEE4FC46-EB04-424C-9223-EC9FB213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11</a:t>
            </a:r>
          </a:p>
        </p:txBody>
      </p:sp>
      <p:sp>
        <p:nvSpPr>
          <p:cNvPr id="3" name="MAE, млн руб.">
            <a:extLst xmlns:a="http://schemas.openxmlformats.org/drawingml/2006/main">
              <a:ext uri="{FF2B5EF4-FFF2-40B4-BE49-F238E27FC236}">
                <a16:creationId xmlns:a16="http://schemas.microsoft.com/office/drawing/2014/main" id="{E581ED04-F610-4997-9681-E6270FBA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55657B"/>
                </a:solidFill>
              </a:defRPr>
            </a:defPPr>
            <a:lvl1pPr algn="l">
              <a:defRPr sz="1650" b="0">
                <a:solidFill>
                  <a:srgbClr val="55657B"/>
                </a:solidFill>
              </a:defRPr>
            </a:lvl1pPr>
            <a:lvl2pPr algn="l">
              <a:defRPr sz="1650" b="0">
                <a:solidFill>
                  <a:srgbClr val="55657B"/>
                </a:solidFill>
              </a:defRPr>
            </a:lvl2pPr>
            <a:lvl3pPr algn="l">
              <a:defRPr sz="1650" b="0">
                <a:solidFill>
                  <a:srgbClr val="55657B"/>
                </a:solidFill>
              </a:defRPr>
            </a:lvl3pPr>
            <a:lvl4pPr algn="l">
              <a:defRPr sz="1650" b="0">
                <a:solidFill>
                  <a:srgbClr val="55657B"/>
                </a:solidFill>
              </a:defRPr>
            </a:lvl4pPr>
            <a:lvl5pPr algn="l">
              <a:defRPr sz="1650" b="0">
                <a:solidFill>
                  <a:srgbClr val="55657B"/>
                </a:solidFill>
              </a:defRPr>
            </a:lvl5pPr>
            <a:lvl6pPr algn="l">
              <a:defRPr sz="1650" b="0">
                <a:solidFill>
                  <a:srgbClr val="55657B"/>
                </a:solidFill>
              </a:defRPr>
            </a:lvl6pPr>
            <a:lvl7pPr algn="l">
              <a:defRPr sz="1650" b="0">
                <a:solidFill>
                  <a:srgbClr val="55657B"/>
                </a:solidFill>
              </a:defRPr>
            </a:lvl7pPr>
            <a:lvl8pPr algn="l">
              <a:defRPr sz="1650" b="0">
                <a:solidFill>
                  <a:srgbClr val="55657B"/>
                </a:solidFill>
              </a:defRPr>
            </a:lvl8pPr>
            <a:lvl9pPr algn="l">
              <a:defRPr sz="16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5657B"/>
                </a:solidFill>
              </a:defRPr>
            </a:pPr>
            <a:r>
              <a:rPr sz="16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MAE, млн руб.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527D4D22-05CE-4D78-A86A-F258F1958AED}"/>
              </a:ext>
            </a:extLst>
          </p:cNvPr>
          <p:cNvGraphicFramePr/>
          <p:nvPr/>
        </p:nvGraphicFramePr>
        <p:xfrm>
          <a:off xmlns:a="http://schemas.openxmlformats.org/drawingml/2006/main" x="714375" y="2000250"/>
          <a:ext xmlns:a="http://schemas.openxmlformats.org/drawingml/2006/main" cx="6286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65fe0bd39eb4b76"/>
          </a:graphicData>
        </a:graphic>
      </p:graphicFrame>
      <p:sp>
        <p:nvSpPr>
          <p:cNvPr id="5" name="Один holdout&#10;Одинаковый preprocessing&#10;Одна целев">
            <a:extLst xmlns:a="http://schemas.openxmlformats.org/drawingml/2006/main">
              <a:ext uri="{FF2B5EF4-FFF2-40B4-BE49-F238E27FC236}">
                <a16:creationId xmlns:a16="http://schemas.microsoft.com/office/drawing/2014/main" id="{325040C2-69E3-498F-A731-AF6B5579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3810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Один holdout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Одинаковый preprocessing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Одна целевая метрика</a:t>
            </a:r>
          </a:p>
        </p:txBody>
      </p:sp>
      <p:sp>
        <p:nvSpPr>
          <p:cNvPr id="6" name="CSV: id,price">
            <a:extLst xmlns:a="http://schemas.openxmlformats.org/drawingml/2006/main">
              <a:ext uri="{FF2B5EF4-FFF2-40B4-BE49-F238E27FC236}">
                <a16:creationId xmlns:a16="http://schemas.microsoft.com/office/drawing/2014/main" id="{F3C61852-3608-4544-A2AE-7A0B7FA2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243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 b="1">
                <a:solidFill>
                  <a:srgbClr val="0077FF"/>
                </a:solidFill>
              </a:defRPr>
            </a:defPPr>
            <a:lvl1pPr algn="l">
              <a:defRPr sz="2400" b="1">
                <a:solidFill>
                  <a:srgbClr val="0077FF"/>
                </a:solidFill>
              </a:defRPr>
            </a:lvl1pPr>
            <a:lvl2pPr algn="l">
              <a:defRPr sz="2400" b="1">
                <a:solidFill>
                  <a:srgbClr val="0077FF"/>
                </a:solidFill>
              </a:defRPr>
            </a:lvl2pPr>
            <a:lvl3pPr algn="l">
              <a:defRPr sz="2400" b="1">
                <a:solidFill>
                  <a:srgbClr val="0077FF"/>
                </a:solidFill>
              </a:defRPr>
            </a:lvl3pPr>
            <a:lvl4pPr algn="l">
              <a:defRPr sz="2400" b="1">
                <a:solidFill>
                  <a:srgbClr val="0077FF"/>
                </a:solidFill>
              </a:defRPr>
            </a:lvl4pPr>
            <a:lvl5pPr algn="l">
              <a:defRPr sz="2400" b="1">
                <a:solidFill>
                  <a:srgbClr val="0077FF"/>
                </a:solidFill>
              </a:defRPr>
            </a:lvl5pPr>
            <a:lvl6pPr algn="l">
              <a:defRPr sz="2400" b="1">
                <a:solidFill>
                  <a:srgbClr val="0077FF"/>
                </a:solidFill>
              </a:defRPr>
            </a:lvl6pPr>
            <a:lvl7pPr algn="l">
              <a:defRPr sz="2400" b="1">
                <a:solidFill>
                  <a:srgbClr val="0077FF"/>
                </a:solidFill>
              </a:defRPr>
            </a:lvl7pPr>
            <a:lvl8pPr algn="l">
              <a:defRPr sz="2400" b="1">
                <a:solidFill>
                  <a:srgbClr val="0077FF"/>
                </a:solidFill>
              </a:defRPr>
            </a:lvl8pPr>
            <a:lvl9pPr algn="l">
              <a:defRPr sz="24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077FF"/>
                </a:solidFill>
              </a:defRPr>
            </a:pPr>
            <a:r>
              <a:rPr sz="24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CSV: id,price</a:t>
            </a:r>
          </a:p>
        </p:txBody>
      </p:sp>
      <p:sp>
        <p:nvSpPr>
          <p:cNvPr id="7" name="После лекции запускаем notebook; затем проверяем">
            <a:extLst xmlns:a="http://schemas.openxmlformats.org/drawingml/2006/main">
              <a:ext uri="{FF2B5EF4-FFF2-40B4-BE49-F238E27FC236}">
                <a16:creationId xmlns:a16="http://schemas.microsoft.com/office/drawing/2014/main" id="{47A7F7C8-8BC7-46C7-9276-CB524F8C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После лекции запускаем notebook; затем проверяем только α: 1 → 10.</a:t>
            </a:r>
          </a:p>
        </p:txBody>
      </p:sp>
    </p:spTree>
    <p:extLst>
      <p:ext uri="{BB962C8B-B14F-4D97-AF65-F5344CB8AC3E}">
        <p14:creationId xmlns:p14="http://schemas.microsoft.com/office/powerpoint/2010/main" val="6044689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Вероятность и решение">
            <a:extLst xmlns:a="http://schemas.openxmlformats.org/drawingml/2006/main">
              <a:ext uri="{FF2B5EF4-FFF2-40B4-BE49-F238E27FC236}">
                <a16:creationId xmlns:a16="http://schemas.microsoft.com/office/drawing/2014/main" id="{9561D0A2-25ED-4AAD-ADE3-8601EAFB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Вероятность и решение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548404F9-DF06-43AC-B43F-9FEDAB9C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12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B747A831-5903-46EF-8EF6-DE2154307337}"/>
              </a:ext>
            </a:extLst>
          </p:cNvPr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960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97688d0c874d6f"/>
          </a:graphicData>
        </a:graphic>
      </p:graphicFrame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016E3-10AE-49E4-8336-F05D6AA8C8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af7a53c1c42ab">
            <a:extLst>
              <a:ext uri="{96DAC541-7B7A-43D3-8B79-37D633B846F1}">
                <asvg:svgBlip xmlns:asvg="http://schemas.microsoft.com/office/drawing/2016/SVG/main" r:embed="Rc390df5063f548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0" y="1809750"/>
            <a:ext cx="1796753" cy="309896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2D619-8DF7-42AD-BDF4-C67D09CE43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2b30332984aae">
            <a:extLst>
              <a:ext uri="{96DAC541-7B7A-43D3-8B79-37D633B846F1}">
                <asvg:svgBlip xmlns:asvg="http://schemas.microsoft.com/office/drawing/2016/SVG/main" r:embed="Rd32a58f61f9a49d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0" y="2667000"/>
            <a:ext cx="2771632" cy="68208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17CD16-8941-4E26-AE27-A04C69E9CC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9835827b54a85">
            <a:extLst>
              <a:ext uri="{96DAC541-7B7A-43D3-8B79-37D633B846F1}">
                <asvg:svgBlip xmlns:asvg="http://schemas.microsoft.com/office/drawing/2016/SVG/main" r:embed="R2b5f02f456734e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0" y="3714750"/>
            <a:ext cx="1797396" cy="331194"/>
          </a:xfrm>
          <a:prstGeom xmlns:a="http://schemas.openxmlformats.org/drawingml/2006/main" prst="rect">
            <a:avLst/>
          </a:prstGeom>
        </p:spPr>
      </p:pic>
      <p:sp>
        <p:nvSpPr>
          <p:cNvPr id="7" name="p = 0,7&#10;τ = 0,5 → класс 1&#10;τ = 0,8 → класс 0">
            <a:extLst xmlns:a="http://schemas.openxmlformats.org/drawingml/2006/main">
              <a:ext uri="{FF2B5EF4-FFF2-40B4-BE49-F238E27FC236}">
                <a16:creationId xmlns:a16="http://schemas.microsoft.com/office/drawing/2014/main" id="{B6EDD685-9798-41DF-A6D3-70D74202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67250"/>
            <a:ext cx="419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0">
                <a:solidFill>
                  <a:srgbClr val="1E293B"/>
                </a:solidFill>
              </a:defRPr>
            </a:defPPr>
            <a:lvl1pPr algn="l">
              <a:defRPr sz="2100" b="0">
                <a:solidFill>
                  <a:srgbClr val="1E293B"/>
                </a:solidFill>
              </a:defRPr>
            </a:lvl1pPr>
            <a:lvl2pPr algn="l">
              <a:defRPr sz="2100" b="0">
                <a:solidFill>
                  <a:srgbClr val="1E293B"/>
                </a:solidFill>
              </a:defRPr>
            </a:lvl2pPr>
            <a:lvl3pPr algn="l">
              <a:defRPr sz="2100" b="0">
                <a:solidFill>
                  <a:srgbClr val="1E293B"/>
                </a:solidFill>
              </a:defRPr>
            </a:lvl3pPr>
            <a:lvl4pPr algn="l">
              <a:defRPr sz="2100" b="0">
                <a:solidFill>
                  <a:srgbClr val="1E293B"/>
                </a:solidFill>
              </a:defRPr>
            </a:lvl4pPr>
            <a:lvl5pPr algn="l">
              <a:defRPr sz="2100" b="0">
                <a:solidFill>
                  <a:srgbClr val="1E293B"/>
                </a:solidFill>
              </a:defRPr>
            </a:lvl5pPr>
            <a:lvl6pPr algn="l">
              <a:defRPr sz="2100" b="0">
                <a:solidFill>
                  <a:srgbClr val="1E293B"/>
                </a:solidFill>
              </a:defRPr>
            </a:lvl6pPr>
            <a:lvl7pPr algn="l">
              <a:defRPr sz="2100" b="0">
                <a:solidFill>
                  <a:srgbClr val="1E293B"/>
                </a:solidFill>
              </a:defRPr>
            </a:lvl7pPr>
            <a:lvl8pPr algn="l">
              <a:defRPr sz="2100" b="0">
                <a:solidFill>
                  <a:srgbClr val="1E293B"/>
                </a:solidFill>
              </a:defRPr>
            </a:lvl8pPr>
            <a:lvl9pPr algn="l">
              <a:defRPr sz="21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93B"/>
                </a:solidFill>
              </a:defRPr>
            </a:pP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p = 0,7</a:t>
            </a:r>
            <a:b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τ = 0,5 → класс 1</a:t>
            </a:r>
            <a:b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τ = 0,8 → класс 0</a:t>
            </a:r>
          </a:p>
        </p:txBody>
      </p:sp>
      <p:sp>
        <p:nvSpPr>
          <p:cNvPr id="8" name="Признаки → score → p → класс">
            <a:extLst xmlns:a="http://schemas.openxmlformats.org/drawingml/2006/main">
              <a:ext uri="{FF2B5EF4-FFF2-40B4-BE49-F238E27FC236}">
                <a16:creationId xmlns:a16="http://schemas.microsoft.com/office/drawing/2014/main" id="{65C1683A-B9BD-4304-AC50-32D2AED4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077FF"/>
                </a:solidFill>
              </a:defRPr>
            </a:defPPr>
            <a:lvl1pPr algn="l">
              <a:defRPr sz="1875" b="1">
                <a:solidFill>
                  <a:srgbClr val="0077FF"/>
                </a:solidFill>
              </a:defRPr>
            </a:lvl1pPr>
            <a:lvl2pPr algn="l">
              <a:defRPr sz="1875" b="1">
                <a:solidFill>
                  <a:srgbClr val="0077FF"/>
                </a:solidFill>
              </a:defRPr>
            </a:lvl2pPr>
            <a:lvl3pPr algn="l">
              <a:defRPr sz="1875" b="1">
                <a:solidFill>
                  <a:srgbClr val="0077FF"/>
                </a:solidFill>
              </a:defRPr>
            </a:lvl3pPr>
            <a:lvl4pPr algn="l">
              <a:defRPr sz="1875" b="1">
                <a:solidFill>
                  <a:srgbClr val="0077FF"/>
                </a:solidFill>
              </a:defRPr>
            </a:lvl4pPr>
            <a:lvl5pPr algn="l">
              <a:defRPr sz="1875" b="1">
                <a:solidFill>
                  <a:srgbClr val="0077FF"/>
                </a:solidFill>
              </a:defRPr>
            </a:lvl5pPr>
            <a:lvl6pPr algn="l">
              <a:defRPr sz="1875" b="1">
                <a:solidFill>
                  <a:srgbClr val="0077FF"/>
                </a:solidFill>
              </a:defRPr>
            </a:lvl6pPr>
            <a:lvl7pPr algn="l">
              <a:defRPr sz="1875" b="1">
                <a:solidFill>
                  <a:srgbClr val="0077FF"/>
                </a:solidFill>
              </a:defRPr>
            </a:lvl7pPr>
            <a:lvl8pPr algn="l">
              <a:defRPr sz="1875" b="1">
                <a:solidFill>
                  <a:srgbClr val="0077FF"/>
                </a:solidFill>
              </a:defRPr>
            </a:lvl8pPr>
            <a:lvl9pPr algn="l">
              <a:defRPr sz="18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7FF"/>
                </a:solidFill>
              </a:defRPr>
            </a:pPr>
            <a:r>
              <a:rPr sz="18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Признаки → score → p → класс</a:t>
            </a:r>
          </a:p>
        </p:txBody>
      </p:sp>
      <p:sp>
        <p:nvSpPr>
          <p:cNvPr id="9" name="Модель оценивает вероятность; порог превращает е">
            <a:extLst xmlns:a="http://schemas.openxmlformats.org/drawingml/2006/main">
              <a:ext uri="{FF2B5EF4-FFF2-40B4-BE49-F238E27FC236}">
                <a16:creationId xmlns:a16="http://schemas.microsoft.com/office/drawing/2014/main" id="{771079F3-C695-4A2F-83BE-76840C05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Модель оценивает вероятность; порог превращает её в решение.</a:t>
            </a:r>
          </a:p>
        </p:txBody>
      </p:sp>
    </p:spTree>
    <p:extLst>
      <p:ext uri="{BB962C8B-B14F-4D97-AF65-F5344CB8AC3E}">
        <p14:creationId xmlns:p14="http://schemas.microsoft.com/office/powerpoint/2010/main" val="19256991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Несколько классов: softmax">
            <a:extLst xmlns:a="http://schemas.openxmlformats.org/drawingml/2006/main">
              <a:ext uri="{FF2B5EF4-FFF2-40B4-BE49-F238E27FC236}">
                <a16:creationId xmlns:a16="http://schemas.microsoft.com/office/drawing/2014/main" id="{061536CC-9978-4EA2-8290-FABBBD75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Несколько классов: softmax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4FDB0420-7CFC-483A-B9A0-8DAD0782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13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A0DA2-C1D1-4DAE-AF94-AB5C28E2FE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1535ed2314bae">
            <a:extLst>
              <a:ext uri="{96DAC541-7B7A-43D3-8B79-37D633B846F1}">
                <asvg:svgBlip xmlns:asvg="http://schemas.microsoft.com/office/drawing/2016/SVG/main" r:embed="Rc9ac0af256cf473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95500"/>
            <a:ext cx="2471280" cy="1047731"/>
          </a:xfrm>
          <a:prstGeom xmlns:a="http://schemas.openxmlformats.org/drawingml/2006/main" prst="rect">
            <a:avLst/>
          </a:prstGeom>
        </p:spPr>
      </p:pic>
      <p:sp>
        <p:nvSpPr>
          <p:cNvPr id="4" name="Сумма вероятностей = 1&#10;Выбираем максимальную">
            <a:extLst xmlns:a="http://schemas.openxmlformats.org/drawingml/2006/main">
              <a:ext uri="{FF2B5EF4-FFF2-40B4-BE49-F238E27FC236}">
                <a16:creationId xmlns:a16="http://schemas.microsoft.com/office/drawing/2014/main" id="{7F4CC943-0BA9-44E4-BF20-356B63B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1E293B"/>
                </a:solidFill>
              </a:defRPr>
            </a:defPPr>
            <a:lvl1pPr algn="l">
              <a:defRPr sz="2250" b="0">
                <a:solidFill>
                  <a:srgbClr val="1E293B"/>
                </a:solidFill>
              </a:defRPr>
            </a:lvl1pPr>
            <a:lvl2pPr algn="l">
              <a:defRPr sz="2250" b="0">
                <a:solidFill>
                  <a:srgbClr val="1E293B"/>
                </a:solidFill>
              </a:defRPr>
            </a:lvl2pPr>
            <a:lvl3pPr algn="l">
              <a:defRPr sz="2250" b="0">
                <a:solidFill>
                  <a:srgbClr val="1E293B"/>
                </a:solidFill>
              </a:defRPr>
            </a:lvl3pPr>
            <a:lvl4pPr algn="l">
              <a:defRPr sz="2250" b="0">
                <a:solidFill>
                  <a:srgbClr val="1E293B"/>
                </a:solidFill>
              </a:defRPr>
            </a:lvl4pPr>
            <a:lvl5pPr algn="l">
              <a:defRPr sz="2250" b="0">
                <a:solidFill>
                  <a:srgbClr val="1E293B"/>
                </a:solidFill>
              </a:defRPr>
            </a:lvl5pPr>
            <a:lvl6pPr algn="l">
              <a:defRPr sz="2250" b="0">
                <a:solidFill>
                  <a:srgbClr val="1E293B"/>
                </a:solidFill>
              </a:defRPr>
            </a:lvl6pPr>
            <a:lvl7pPr algn="l">
              <a:defRPr sz="2250" b="0">
                <a:solidFill>
                  <a:srgbClr val="1E293B"/>
                </a:solidFill>
              </a:defRPr>
            </a:lvl7pPr>
            <a:lvl8pPr algn="l">
              <a:defRPr sz="2250" b="0">
                <a:solidFill>
                  <a:srgbClr val="1E293B"/>
                </a:solidFill>
              </a:defRPr>
            </a:lvl8pPr>
            <a:lvl9pPr algn="l">
              <a:defRPr sz="22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293B"/>
                </a:solidFill>
              </a:defRPr>
            </a:pP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Сумма вероятностей = 1</a:t>
            </a:r>
            <a:b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Выбираем максимальную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8CB6F332-87BF-40B5-93D4-19DEBD2B245D}"/>
              </a:ext>
            </a:extLst>
          </p:cNvPr>
          <p:cNvGraphicFramePr/>
          <p:nvPr/>
        </p:nvGraphicFramePr>
        <p:xfrm>
          <a:off xmlns:a="http://schemas.openxmlformats.org/drawingml/2006/main" x="6572250" y="2047875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27e68ebea940ff"/>
          </a:graphicData>
        </a:graphic>
      </p:graphicFrame>
      <p:sp>
        <p:nvSpPr>
          <p:cNvPr id="6" name="Классификация предсказывает класс; регрессия — ч">
            <a:extLst xmlns:a="http://schemas.openxmlformats.org/drawingml/2006/main">
              <a:ext uri="{FF2B5EF4-FFF2-40B4-BE49-F238E27FC236}">
                <a16:creationId xmlns:a16="http://schemas.microsoft.com/office/drawing/2014/main" id="{A21B0DE7-AB9D-495D-B9E1-11A1FD34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Классификация предсказывает класс; регрессия — числовое значение.</a:t>
            </a:r>
          </a:p>
        </p:txBody>
      </p:sp>
    </p:spTree>
    <p:extLst>
      <p:ext uri="{BB962C8B-B14F-4D97-AF65-F5344CB8AC3E}">
        <p14:creationId xmlns:p14="http://schemas.microsoft.com/office/powerpoint/2010/main" val="5990873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Что именно проверяет метрика">
            <a:extLst xmlns:a="http://schemas.openxmlformats.org/drawingml/2006/main">
              <a:ext uri="{FF2B5EF4-FFF2-40B4-BE49-F238E27FC236}">
                <a16:creationId xmlns:a16="http://schemas.microsoft.com/office/drawing/2014/main" id="{A0310370-D347-4B31-A6C4-4C0D077B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Что именно проверяет метрика</a:t>
            </a:r>
          </a:p>
        </p:txBody>
      </p:sp>
      <p:sp>
        <p:nvSpPr>
          <p:cNvPr id="2" name="14">
            <a:extLst xmlns:a="http://schemas.openxmlformats.org/drawingml/2006/main">
              <a:ext uri="{FF2B5EF4-FFF2-40B4-BE49-F238E27FC236}">
                <a16:creationId xmlns:a16="http://schemas.microsoft.com/office/drawing/2014/main" id="{C718F6FE-E2CF-45AD-A5B1-2A9E020D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14</a:t>
            </a:r>
          </a:p>
        </p:txBody>
      </p:sp>
      <p:sp>
        <p:nvSpPr>
          <p:cNvPr id="3" name="Precision">
            <a:extLst xmlns:a="http://schemas.openxmlformats.org/drawingml/2006/main">
              <a:ext uri="{FF2B5EF4-FFF2-40B4-BE49-F238E27FC236}">
                <a16:creationId xmlns:a16="http://schemas.microsoft.com/office/drawing/2014/main" id="{33C15269-109B-4393-8273-9C10A8BB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Precision</a:t>
            </a:r>
          </a:p>
        </p:txBody>
      </p:sp>
      <p:sp>
        <p:nvSpPr>
          <p:cNvPr id="4" name="Какая доля найденного брака реальна?">
            <a:extLst xmlns:a="http://schemas.openxmlformats.org/drawingml/2006/main">
              <a:ext uri="{FF2B5EF4-FFF2-40B4-BE49-F238E27FC236}">
                <a16:creationId xmlns:a16="http://schemas.microsoft.com/office/drawing/2014/main" id="{A42D7E5C-BD23-4C26-883D-61255646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5095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Какая доля найденного брака реальна?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C554D-62FB-46FD-8778-9F59CAE31C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b5a3900a14b06">
            <a:extLst>
              <a:ext uri="{96DAC541-7B7A-43D3-8B79-37D633B846F1}">
                <asvg:svgBlip xmlns:asvg="http://schemas.microsoft.com/office/drawing/2016/SVG/main" r:embed="R3d5e5ae86639420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857625"/>
            <a:ext cx="3419704" cy="733349"/>
          </a:xfrm>
          <a:prstGeom xmlns:a="http://schemas.openxmlformats.org/drawingml/2006/main" prst="rect">
            <a:avLst/>
          </a:prstGeom>
        </p:spPr>
      </p:pic>
      <p:sp>
        <p:nvSpPr>
          <p:cNvPr id="6" name="Recall">
            <a:extLst xmlns:a="http://schemas.openxmlformats.org/drawingml/2006/main">
              <a:ext uri="{FF2B5EF4-FFF2-40B4-BE49-F238E27FC236}">
                <a16:creationId xmlns:a16="http://schemas.microsoft.com/office/drawing/2014/main" id="{8D6B34F4-461F-4C2A-9C89-BCDEDECD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000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Recall</a:t>
            </a:r>
          </a:p>
        </p:txBody>
      </p:sp>
      <p:sp>
        <p:nvSpPr>
          <p:cNvPr id="7" name="Какую долю всего брака обнаружили?">
            <a:extLst xmlns:a="http://schemas.openxmlformats.org/drawingml/2006/main">
              <a:ext uri="{FF2B5EF4-FFF2-40B4-BE49-F238E27FC236}">
                <a16:creationId xmlns:a16="http://schemas.microsoft.com/office/drawing/2014/main" id="{DF910F95-8624-4584-ACF6-2565A95A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5717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Какую долю всего брака обнаружили?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B0488D-24C4-42B7-A22A-499E55DD2F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ad6a8844746ac">
            <a:extLst>
              <a:ext uri="{96DAC541-7B7A-43D3-8B79-37D633B846F1}">
                <asvg:svgBlip xmlns:asvg="http://schemas.microsoft.com/office/drawing/2016/SVG/main" r:embed="R2a423b30f731431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3857625"/>
            <a:ext cx="3023159" cy="733349"/>
          </a:xfrm>
          <a:prstGeom xmlns:a="http://schemas.openxmlformats.org/drawingml/2006/main" prst="rect">
            <a:avLst/>
          </a:prstGeom>
        </p:spPr>
      </p:pic>
      <p:sp>
        <p:nvSpPr>
          <p:cNvPr id="9" name="Accuracy — доля верных · F1 — баланс P и R · ROC">
            <a:extLst xmlns:a="http://schemas.openxmlformats.org/drawingml/2006/main">
              <a:ext uri="{FF2B5EF4-FFF2-40B4-BE49-F238E27FC236}">
                <a16:creationId xmlns:a16="http://schemas.microsoft.com/office/drawing/2014/main" id="{59DA5D2C-E329-4E7B-832F-9E65FD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572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Accuracy — доля верных · F1 — баланс P и R · ROC-AUC — ранжирование score</a:t>
            </a:r>
          </a:p>
        </p:txBody>
      </p:sp>
      <p:sp>
        <p:nvSpPr>
          <p:cNvPr id="10" name="Метрика должна отвечать на вопрос задачи, особен">
            <a:extLst xmlns:a="http://schemas.openxmlformats.org/drawingml/2006/main">
              <a:ext uri="{FF2B5EF4-FFF2-40B4-BE49-F238E27FC236}">
                <a16:creationId xmlns:a16="http://schemas.microsoft.com/office/drawing/2014/main" id="{5CC42473-D16D-42ED-994E-92CDB052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Метрика должна отвечать на вопрос задачи, особенно при редком браке.</a:t>
            </a:r>
          </a:p>
        </p:txBody>
      </p:sp>
    </p:spTree>
    <p:extLst>
      <p:ext uri="{BB962C8B-B14F-4D97-AF65-F5344CB8AC3E}">
        <p14:creationId xmlns:p14="http://schemas.microsoft.com/office/powerpoint/2010/main" val="14028479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Байес: обновляем вероятности">
            <a:extLst xmlns:a="http://schemas.openxmlformats.org/drawingml/2006/main">
              <a:ext uri="{FF2B5EF4-FFF2-40B4-BE49-F238E27FC236}">
                <a16:creationId xmlns:a16="http://schemas.microsoft.com/office/drawing/2014/main" id="{01C45519-AC40-48F6-91C4-25DD817A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Байес: обновляем вероятности</a:t>
            </a:r>
          </a:p>
        </p:txBody>
      </p:sp>
      <p:sp>
        <p:nvSpPr>
          <p:cNvPr id="2" name="15">
            <a:extLst xmlns:a="http://schemas.openxmlformats.org/drawingml/2006/main">
              <a:ext uri="{FF2B5EF4-FFF2-40B4-BE49-F238E27FC236}">
                <a16:creationId xmlns:a16="http://schemas.microsoft.com/office/drawing/2014/main" id="{1D028DB2-B353-4301-AAB5-1300B7CC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15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EEC00882-DD8C-490D-B1E1-46035D42077F}"/>
              </a:ext>
            </a:extLst>
          </p:cNvPr>
          <p:cNvGraphicFramePr/>
          <p:nvPr/>
        </p:nvGraphicFramePr>
        <p:xfrm>
          <a:off xmlns:a="http://schemas.openxmlformats.org/drawingml/2006/main" x="619125" y="1905000"/>
          <a:ext xmlns:a="http://schemas.openxmlformats.org/drawingml/2006/main" cx="5524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58a1f886cd4945"/>
          </a:graphicData>
        </a:graphic>
      </p:graphicFrame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C4D8F-BD8A-436D-919F-5B8ACF1C21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2d75ead8984250">
            <a:extLst>
              <a:ext uri="{96DAC541-7B7A-43D3-8B79-37D633B846F1}">
                <asvg:svgBlip xmlns:asvg="http://schemas.microsoft.com/office/drawing/2016/SVG/main" r:embed="R321738f307f345e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10375" y="2190750"/>
            <a:ext cx="3785111" cy="81224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2B083-1F6F-4C82-B258-30767B7698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b1690716f4d6f">
            <a:extLst>
              <a:ext uri="{96DAC541-7B7A-43D3-8B79-37D633B846F1}">
                <asvg:svgBlip xmlns:asvg="http://schemas.microsoft.com/office/drawing/2016/SVG/main" r:embed="R1367873071164cb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10375" y="3810000"/>
            <a:ext cx="4357116" cy="577444"/>
          </a:xfrm>
          <a:prstGeom xmlns:a="http://schemas.openxmlformats.org/drawingml/2006/main" prst="rect">
            <a:avLst/>
          </a:prstGeom>
        </p:spPr>
      </p:pic>
      <p:sp>
        <p:nvSpPr>
          <p:cNvPr id="6" name="Naive Bayes: условная независимость&#10;признаков вн">
            <a:extLst xmlns:a="http://schemas.openxmlformats.org/drawingml/2006/main">
              <a:ext uri="{FF2B5EF4-FFF2-40B4-BE49-F238E27FC236}">
                <a16:creationId xmlns:a16="http://schemas.microsoft.com/office/drawing/2014/main" id="{808DBB72-AC15-4C9B-B17B-D1B54CC8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953000"/>
            <a:ext cx="466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Naive Bayes: условная независимость</a:t>
            </a:r>
            <a:b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признаков внутри класса.</a:t>
            </a:r>
          </a:p>
        </p:txBody>
      </p:sp>
      <p:sp>
        <p:nvSpPr>
          <p:cNvPr id="7" name="Дальше — практика: baseline → CSV → одно изменен">
            <a:extLst xmlns:a="http://schemas.openxmlformats.org/drawingml/2006/main">
              <a:ext uri="{FF2B5EF4-FFF2-40B4-BE49-F238E27FC236}">
                <a16:creationId xmlns:a16="http://schemas.microsoft.com/office/drawing/2014/main" id="{51147BBE-7D82-40ED-BE79-D1FB9F1F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Дальше — практика: baseline → CSV → одно изменение → объяснение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9335253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Справочно: формулы регрессии">
            <a:extLst xmlns:a="http://schemas.openxmlformats.org/drawingml/2006/main">
              <a:ext uri="{FF2B5EF4-FFF2-40B4-BE49-F238E27FC236}">
                <a16:creationId xmlns:a16="http://schemas.microsoft.com/office/drawing/2014/main" id="{C8DBAB64-A456-49DC-B83A-B4F5DE18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формулы регрессии</a:t>
            </a:r>
          </a:p>
        </p:txBody>
      </p:sp>
      <p:sp>
        <p:nvSpPr>
          <p:cNvPr id="2" name="Справочно · 16">
            <a:extLst xmlns:a="http://schemas.openxmlformats.org/drawingml/2006/main">
              <a:ext uri="{FF2B5EF4-FFF2-40B4-BE49-F238E27FC236}">
                <a16:creationId xmlns:a16="http://schemas.microsoft.com/office/drawing/2014/main" id="{5FFC16A6-1960-4962-AF07-29F11B79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AE15D0-45BE-40BD-8695-6DF91CB674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ae16dda20476f">
            <a:extLst>
              <a:ext uri="{96DAC541-7B7A-43D3-8B79-37D633B846F1}">
                <asvg:svgBlip xmlns:asvg="http://schemas.microsoft.com/office/drawing/2016/SVG/main" r:embed="R6e04953e2de34f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00250"/>
            <a:ext cx="2367629" cy="847306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71B89-D309-42EC-B35C-9E2A312213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6e9731d444768">
            <a:extLst>
              <a:ext uri="{96DAC541-7B7A-43D3-8B79-37D633B846F1}">
                <asvg:svgBlip xmlns:asvg="http://schemas.microsoft.com/office/drawing/2016/SVG/main" r:embed="R5598b84da64340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2000250"/>
            <a:ext cx="2174405" cy="847306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0AE96-11DB-4FF7-844E-CFC36F3E28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a93fa54f640e1">
            <a:extLst>
              <a:ext uri="{96DAC541-7B7A-43D3-8B79-37D633B846F1}">
                <asvg:svgBlip xmlns:asvg="http://schemas.microsoft.com/office/drawing/2016/SVG/main" r:embed="Rf89208292556455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190875"/>
            <a:ext cx="2715139" cy="1104271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4534A9-7FBF-4D9F-B8EA-092AE4B8A5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234b74f7984327">
            <a:extLst>
              <a:ext uri="{96DAC541-7B7A-43D3-8B79-37D633B846F1}">
                <asvg:svgBlip xmlns:asvg="http://schemas.microsoft.com/office/drawing/2016/SVG/main" r:embed="R0a82ea6c1d6a4cf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3190875"/>
            <a:ext cx="2965171" cy="784498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A65A5-1F4A-41EB-B0ED-ADB188C130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98192b5f247f9">
            <a:extLst>
              <a:ext uri="{96DAC541-7B7A-43D3-8B79-37D633B846F1}">
                <asvg:svgBlip xmlns:asvg="http://schemas.microsoft.com/office/drawing/2016/SVG/main" r:embed="Raecdd14800094b0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667250"/>
            <a:ext cx="2810037" cy="828399"/>
          </a:xfrm>
          <a:prstGeom xmlns:a="http://schemas.openxmlformats.org/drawingml/2006/main" prst="rect">
            <a:avLst/>
          </a:prstGeom>
        </p:spPr>
      </p:pic>
      <p:sp>
        <p:nvSpPr>
          <p:cNvPr id="8" name="MAE/RMSE — единицы target; MSE — квадрат единиц;">
            <a:extLst xmlns:a="http://schemas.openxmlformats.org/drawingml/2006/main">
              <a:ext uri="{FF2B5EF4-FFF2-40B4-BE49-F238E27FC236}">
                <a16:creationId xmlns:a16="http://schemas.microsoft.com/office/drawing/2014/main" id="{4EB0A716-FD01-4AAD-AAE1-6329835B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MAE/RMSE — единицы target; MSE — квадрат единиц; R² и MAPE — безразмерные.</a:t>
            </a:r>
          </a:p>
        </p:txBody>
      </p:sp>
    </p:spTree>
    <p:extLst>
      <p:ext uri="{BB962C8B-B14F-4D97-AF65-F5344CB8AC3E}">
        <p14:creationId xmlns:p14="http://schemas.microsoft.com/office/powerpoint/2010/main" val="14130571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правочно: цель и регуляризация">
            <a:extLst xmlns:a="http://schemas.openxmlformats.org/drawingml/2006/main">
              <a:ext uri="{FF2B5EF4-FFF2-40B4-BE49-F238E27FC236}">
                <a16:creationId xmlns:a16="http://schemas.microsoft.com/office/drawing/2014/main" id="{00318598-3ECC-4975-B55F-442287AB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цель и регуляризация</a:t>
            </a:r>
          </a:p>
        </p:txBody>
      </p:sp>
      <p:sp>
        <p:nvSpPr>
          <p:cNvPr id="2" name="Справочно · 17">
            <a:extLst xmlns:a="http://schemas.openxmlformats.org/drawingml/2006/main">
              <a:ext uri="{FF2B5EF4-FFF2-40B4-BE49-F238E27FC236}">
                <a16:creationId xmlns:a16="http://schemas.microsoft.com/office/drawing/2014/main" id="{5B712366-9725-4EF0-BAB1-917B8048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D7476-5898-4149-8062-E7FE51B46E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4a721bbba47df">
            <a:extLst>
              <a:ext uri="{96DAC541-7B7A-43D3-8B79-37D633B846F1}">
                <asvg:svgBlip xmlns:asvg="http://schemas.microsoft.com/office/drawing/2016/SVG/main" r:embed="Rd380d2fc4d6d42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95500"/>
            <a:ext cx="4180465" cy="982923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DBFCE-AFBE-4984-94F3-157943B92C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1f5fe6b124c32">
            <a:extLst>
              <a:ext uri="{96DAC541-7B7A-43D3-8B79-37D633B846F1}">
                <asvg:svgBlip xmlns:asvg="http://schemas.microsoft.com/office/drawing/2016/SVG/main" r:embed="R93ff1c5b61324bc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619500"/>
            <a:ext cx="2549804" cy="105948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34412-E117-42ED-8FCB-0862F4E88B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64e264cb9467b">
            <a:extLst>
              <a:ext uri="{96DAC541-7B7A-43D3-8B79-37D633B846F1}">
                <asvg:svgBlip xmlns:asvg="http://schemas.microsoft.com/office/drawing/2016/SVG/main" r:embed="R408a7b26ca4d4a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3619500"/>
            <a:ext cx="2761183" cy="1059485"/>
          </a:xfrm>
          <a:prstGeom xmlns:a="http://schemas.openxmlformats.org/drawingml/2006/main" prst="rect">
            <a:avLst/>
          </a:prstGeom>
        </p:spPr>
      </p:pic>
      <p:sp>
        <p:nvSpPr>
          <p:cNvPr id="6" name="Пути весов: ортогональные стандартизованные приз">
            <a:extLst xmlns:a="http://schemas.openxmlformats.org/drawingml/2006/main">
              <a:ext uri="{FF2B5EF4-FFF2-40B4-BE49-F238E27FC236}">
                <a16:creationId xmlns:a16="http://schemas.microsoft.com/office/drawing/2014/main" id="{8064DFF4-8FC8-49FD-AB62-1581B461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0">
                <a:solidFill>
                  <a:srgbClr val="1E293B"/>
                </a:solidFill>
              </a:defRPr>
            </a:defPPr>
            <a:lvl1pPr algn="l">
              <a:defRPr sz="2100" b="0">
                <a:solidFill>
                  <a:srgbClr val="1E293B"/>
                </a:solidFill>
              </a:defRPr>
            </a:lvl1pPr>
            <a:lvl2pPr algn="l">
              <a:defRPr sz="2100" b="0">
                <a:solidFill>
                  <a:srgbClr val="1E293B"/>
                </a:solidFill>
              </a:defRPr>
            </a:lvl2pPr>
            <a:lvl3pPr algn="l">
              <a:defRPr sz="2100" b="0">
                <a:solidFill>
                  <a:srgbClr val="1E293B"/>
                </a:solidFill>
              </a:defRPr>
            </a:lvl3pPr>
            <a:lvl4pPr algn="l">
              <a:defRPr sz="2100" b="0">
                <a:solidFill>
                  <a:srgbClr val="1E293B"/>
                </a:solidFill>
              </a:defRPr>
            </a:lvl4pPr>
            <a:lvl5pPr algn="l">
              <a:defRPr sz="2100" b="0">
                <a:solidFill>
                  <a:srgbClr val="1E293B"/>
                </a:solidFill>
              </a:defRPr>
            </a:lvl5pPr>
            <a:lvl6pPr algn="l">
              <a:defRPr sz="2100" b="0">
                <a:solidFill>
                  <a:srgbClr val="1E293B"/>
                </a:solidFill>
              </a:defRPr>
            </a:lvl6pPr>
            <a:lvl7pPr algn="l">
              <a:defRPr sz="2100" b="0">
                <a:solidFill>
                  <a:srgbClr val="1E293B"/>
                </a:solidFill>
              </a:defRPr>
            </a:lvl7pPr>
            <a:lvl8pPr algn="l">
              <a:defRPr sz="2100" b="0">
                <a:solidFill>
                  <a:srgbClr val="1E293B"/>
                </a:solidFill>
              </a:defRPr>
            </a:lvl8pPr>
            <a:lvl9pPr algn="l">
              <a:defRPr sz="21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93B"/>
                </a:solidFill>
              </a:defRPr>
            </a:pP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Пути весов: ортогональные стандартизованные признаки</a:t>
            </a:r>
            <a:b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Ridge: alpha = nλ · Lasso: alpha = λ</a:t>
            </a:r>
          </a:p>
        </p:txBody>
      </p:sp>
      <p:sp>
        <p:nvSpPr>
          <p:cNvPr id="7" name="Параметры разных реализаций сравниваем с учётом ">
            <a:extLst xmlns:a="http://schemas.openxmlformats.org/drawingml/2006/main">
              <a:ext uri="{FF2B5EF4-FFF2-40B4-BE49-F238E27FC236}">
                <a16:creationId xmlns:a16="http://schemas.microsoft.com/office/drawing/2014/main" id="{6E8221C4-7D5B-495D-9AC0-6A815C3B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Параметры разных реализаций сравниваем с учётом нормировки функции потерь.</a:t>
            </a:r>
          </a:p>
        </p:txBody>
      </p:sp>
    </p:spTree>
    <p:extLst>
      <p:ext uri="{BB962C8B-B14F-4D97-AF65-F5344CB8AC3E}">
        <p14:creationId xmlns:p14="http://schemas.microsoft.com/office/powerpoint/2010/main" val="197723165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Справочно: правдоподобие и OLS">
            <a:extLst xmlns:a="http://schemas.openxmlformats.org/drawingml/2006/main">
              <a:ext uri="{FF2B5EF4-FFF2-40B4-BE49-F238E27FC236}">
                <a16:creationId xmlns:a16="http://schemas.microsoft.com/office/drawing/2014/main" id="{37FC85A6-9687-4571-A909-BF04E200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правдоподобие и OLS</a:t>
            </a:r>
          </a:p>
        </p:txBody>
      </p:sp>
      <p:sp>
        <p:nvSpPr>
          <p:cNvPr id="2" name="Справочно · 18">
            <a:extLst xmlns:a="http://schemas.openxmlformats.org/drawingml/2006/main">
              <a:ext uri="{FF2B5EF4-FFF2-40B4-BE49-F238E27FC236}">
                <a16:creationId xmlns:a16="http://schemas.microsoft.com/office/drawing/2014/main" id="{5CD3970E-34B9-497E-B0A4-3FB93B53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10B9AA-62A7-4BF5-9D47-669AA3190D9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b9353817649ef">
            <a:extLst>
              <a:ext uri="{96DAC541-7B7A-43D3-8B79-37D633B846F1}">
                <asvg:svgBlip xmlns:asvg="http://schemas.microsoft.com/office/drawing/2016/SVG/main" r:embed="R6c492b3a4a214db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95500"/>
            <a:ext cx="4861960" cy="515731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27D38-35FE-465F-A667-3D21045147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0bfab79e64a1e">
            <a:extLst>
              <a:ext uri="{96DAC541-7B7A-43D3-8B79-37D633B846F1}">
                <asvg:svgBlip xmlns:asvg="http://schemas.microsoft.com/office/drawing/2016/SVG/main" r:embed="Rcea62781ad7641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429000"/>
            <a:ext cx="4596079" cy="1028871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2554A-899E-4618-8180-2EAE318367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6288fea3343b7">
            <a:extLst>
              <a:ext uri="{96DAC541-7B7A-43D3-8B79-37D633B846F1}">
                <asvg:svgBlip xmlns:asvg="http://schemas.microsoft.com/office/drawing/2016/SVG/main" r:embed="R25404e99318340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810125"/>
            <a:ext cx="2677363" cy="968350"/>
          </a:xfrm>
          <a:prstGeom xmlns:a="http://schemas.openxmlformats.org/drawingml/2006/main" prst="rect">
            <a:avLst/>
          </a:prstGeom>
        </p:spPr>
      </p:pic>
      <p:sp>
        <p:nvSpPr>
          <p:cNvPr id="6" name="Вывод использует предположения об ошибках, а не ">
            <a:extLst xmlns:a="http://schemas.openxmlformats.org/drawingml/2006/main">
              <a:ext uri="{FF2B5EF4-FFF2-40B4-BE49-F238E27FC236}">
                <a16:creationId xmlns:a16="http://schemas.microsoft.com/office/drawing/2014/main" id="{72569D54-5E5E-44CC-8C80-0B3442FB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Вывод использует предположения об ошибках, а не нормальность признаков.</a:t>
            </a:r>
          </a:p>
        </p:txBody>
      </p:sp>
    </p:spTree>
    <p:extLst>
      <p:ext uri="{BB962C8B-B14F-4D97-AF65-F5344CB8AC3E}">
        <p14:creationId xmlns:p14="http://schemas.microsoft.com/office/powerpoint/2010/main" val="18684453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правочно: метрики классификации">
            <a:extLst xmlns:a="http://schemas.openxmlformats.org/drawingml/2006/main">
              <a:ext uri="{FF2B5EF4-FFF2-40B4-BE49-F238E27FC236}">
                <a16:creationId xmlns:a16="http://schemas.microsoft.com/office/drawing/2014/main" id="{2C324312-80B7-4E3B-92CA-39B8CD68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метрики классификации</a:t>
            </a:r>
          </a:p>
        </p:txBody>
      </p:sp>
      <p:sp>
        <p:nvSpPr>
          <p:cNvPr id="2" name="Справочно · 19">
            <a:extLst xmlns:a="http://schemas.openxmlformats.org/drawingml/2006/main">
              <a:ext uri="{FF2B5EF4-FFF2-40B4-BE49-F238E27FC236}">
                <a16:creationId xmlns:a16="http://schemas.microsoft.com/office/drawing/2014/main" id="{842C3879-3361-444F-9735-9C4ADE09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F4CFDF-C764-49B1-BAF4-B53F0488B7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9c3549b5ed4e3f">
            <a:extLst>
              <a:ext uri="{96DAC541-7B7A-43D3-8B79-37D633B846F1}">
                <asvg:svgBlip xmlns:asvg="http://schemas.microsoft.com/office/drawing/2016/SVG/main" r:embed="Rc5de4e1074b94e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47875"/>
            <a:ext cx="3205972" cy="687515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64734-1964-4268-B662-B1E12327EB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f1cd12c179470b">
            <a:extLst>
              <a:ext uri="{96DAC541-7B7A-43D3-8B79-37D633B846F1}">
                <asvg:svgBlip xmlns:asvg="http://schemas.microsoft.com/office/drawing/2016/SVG/main" r:embed="Re548e9bcb8984e2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2047875"/>
            <a:ext cx="2834211" cy="68751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09E9E3-A209-40FF-B657-7BFDF60AEB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449821d224010">
            <a:extLst>
              <a:ext uri="{96DAC541-7B7A-43D3-8B79-37D633B846F1}">
                <asvg:svgBlip xmlns:asvg="http://schemas.microsoft.com/office/drawing/2016/SVG/main" r:embed="Rdadcbf9de5c044c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619500"/>
            <a:ext cx="4731525" cy="64168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ED1A9D-2BE1-4970-99D8-592E6D7862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6d588e96740ec">
            <a:extLst>
              <a:ext uri="{96DAC541-7B7A-43D3-8B79-37D633B846F1}">
                <asvg:svgBlip xmlns:asvg="http://schemas.microsoft.com/office/drawing/2016/SVG/main" r:embed="R9d7be674a0a746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524625" y="3619500"/>
            <a:ext cx="1986063" cy="756266"/>
          </a:xfrm>
          <a:prstGeom xmlns:a="http://schemas.openxmlformats.org/drawingml/2006/main" prst="rect">
            <a:avLst/>
          </a:prstGeom>
        </p:spPr>
      </p:pic>
      <p:sp>
        <p:nvSpPr>
          <p:cNvPr id="7" name="ROC-AUC оценивает порядок scores по классам.&#10;Пор">
            <a:extLst xmlns:a="http://schemas.openxmlformats.org/drawingml/2006/main">
              <a:ext uri="{FF2B5EF4-FFF2-40B4-BE49-F238E27FC236}">
                <a16:creationId xmlns:a16="http://schemas.microsoft.com/office/drawing/2014/main" id="{EE393BA3-4FA1-42CE-B0A5-4AE0C68B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0">
                <a:solidFill>
                  <a:srgbClr val="1E293B"/>
                </a:solidFill>
              </a:defRPr>
            </a:defPPr>
            <a:lvl1pPr algn="l">
              <a:defRPr sz="2100" b="0">
                <a:solidFill>
                  <a:srgbClr val="1E293B"/>
                </a:solidFill>
              </a:defRPr>
            </a:lvl1pPr>
            <a:lvl2pPr algn="l">
              <a:defRPr sz="2100" b="0">
                <a:solidFill>
                  <a:srgbClr val="1E293B"/>
                </a:solidFill>
              </a:defRPr>
            </a:lvl2pPr>
            <a:lvl3pPr algn="l">
              <a:defRPr sz="2100" b="0">
                <a:solidFill>
                  <a:srgbClr val="1E293B"/>
                </a:solidFill>
              </a:defRPr>
            </a:lvl3pPr>
            <a:lvl4pPr algn="l">
              <a:defRPr sz="2100" b="0">
                <a:solidFill>
                  <a:srgbClr val="1E293B"/>
                </a:solidFill>
              </a:defRPr>
            </a:lvl4pPr>
            <a:lvl5pPr algn="l">
              <a:defRPr sz="2100" b="0">
                <a:solidFill>
                  <a:srgbClr val="1E293B"/>
                </a:solidFill>
              </a:defRPr>
            </a:lvl5pPr>
            <a:lvl6pPr algn="l">
              <a:defRPr sz="2100" b="0">
                <a:solidFill>
                  <a:srgbClr val="1E293B"/>
                </a:solidFill>
              </a:defRPr>
            </a:lvl6pPr>
            <a:lvl7pPr algn="l">
              <a:defRPr sz="2100" b="0">
                <a:solidFill>
                  <a:srgbClr val="1E293B"/>
                </a:solidFill>
              </a:defRPr>
            </a:lvl7pPr>
            <a:lvl8pPr algn="l">
              <a:defRPr sz="2100" b="0">
                <a:solidFill>
                  <a:srgbClr val="1E293B"/>
                </a:solidFill>
              </a:defRPr>
            </a:lvl8pPr>
            <a:lvl9pPr algn="l">
              <a:defRPr sz="21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93B"/>
                </a:solidFill>
              </a:defRPr>
            </a:pP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ROC-AUC оценивает порядок scores по классам.</a:t>
            </a:r>
            <a:b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Порог выбирается отдельно под стоимость ошибок.</a:t>
            </a:r>
          </a:p>
        </p:txBody>
      </p:sp>
    </p:spTree>
    <p:extLst>
      <p:ext uri="{BB962C8B-B14F-4D97-AF65-F5344CB8AC3E}">
        <p14:creationId xmlns:p14="http://schemas.microsoft.com/office/powerpoint/2010/main" val="278089236"/>
      </p:ext>
    </p:extLst>
  </p:cSld>
</p:sld>
</file>

<file path=ppt/theme/theme1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MIEM HSE course</dc:creator>
  <cp:lastModifiedBy>MIEM HSE course</cp:lastModifiedBy>
  <dc:title>Presentation</dc:title>
  <dcterms:created xsi:type="dcterms:W3CDTF">2026-10-19T21:23:45.2350000Z</dcterms:created>
  <dcterms:modified xsi:type="dcterms:W3CDTF">2026-10-19T21:23:45.2350000Z</dcterms:modified>
</cp:coreProperties>
</file>