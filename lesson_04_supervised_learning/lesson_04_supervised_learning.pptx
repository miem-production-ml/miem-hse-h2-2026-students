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f1b12ad2b8945af" /><Relationship Type="http://schemas.openxmlformats.org/officeDocument/2006/relationships/extended-properties" Target="/docProps/app.xml" Id="Raa2047fdf96f492a" /><Relationship Type="http://schemas.openxmlformats.org/officeDocument/2006/relationships/officeDocument" Target="/ppt/presentation.xml" Id="Rcfc1750e2ec14164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33c7912cb2f146c3"/>
  </p:sldMasterIdLst>
  <p:notesMasterIdLst>
    <p:notesMasterId xmlns:r="http://schemas.openxmlformats.org/officeDocument/2006/relationships" r:id="R6adbb537577f44b7"/>
  </p:notesMasterIdLst>
  <p:sldIdLst>
    <p:sldId xmlns:r="http://schemas.openxmlformats.org/officeDocument/2006/relationships" id="256" r:id="R626b3510b9ed428b"/>
    <p:sldId xmlns:r="http://schemas.openxmlformats.org/officeDocument/2006/relationships" id="257" r:id="R85a2f113d0224607"/>
    <p:sldId xmlns:r="http://schemas.openxmlformats.org/officeDocument/2006/relationships" id="258" r:id="R1b0492bba35e4868"/>
    <p:sldId xmlns:r="http://schemas.openxmlformats.org/officeDocument/2006/relationships" id="259" r:id="R1766fc50d7e64a14"/>
    <p:sldId xmlns:r="http://schemas.openxmlformats.org/officeDocument/2006/relationships" id="260" r:id="R17456166326e4de6"/>
    <p:sldId xmlns:r="http://schemas.openxmlformats.org/officeDocument/2006/relationships" id="261" r:id="Rddda6cde46c345bb"/>
    <p:sldId xmlns:r="http://schemas.openxmlformats.org/officeDocument/2006/relationships" id="262" r:id="R1b2facb9f4ee49c7"/>
    <p:sldId xmlns:r="http://schemas.openxmlformats.org/officeDocument/2006/relationships" id="263" r:id="R4e2c49dda56347f3"/>
    <p:sldId xmlns:r="http://schemas.openxmlformats.org/officeDocument/2006/relationships" id="264" r:id="R01fe3ba40cb74483"/>
    <p:sldId xmlns:r="http://schemas.openxmlformats.org/officeDocument/2006/relationships" id="265" r:id="R9234ed95ce774d92"/>
    <p:sldId xmlns:r="http://schemas.openxmlformats.org/officeDocument/2006/relationships" id="266" r:id="R8b1050fd4e514532"/>
    <p:sldId xmlns:r="http://schemas.openxmlformats.org/officeDocument/2006/relationships" id="267" r:id="R5dc8ac03ff8244d7"/>
    <p:sldId xmlns:r="http://schemas.openxmlformats.org/officeDocument/2006/relationships" id="268" r:id="Rc84516b240aa498f"/>
    <p:sldId xmlns:r="http://schemas.openxmlformats.org/officeDocument/2006/relationships" id="269" r:id="R46e93d642ff04b0a"/>
    <p:sldId xmlns:r="http://schemas.openxmlformats.org/officeDocument/2006/relationships" id="270" r:id="Rb544229c43b34242"/>
    <p:sldId xmlns:r="http://schemas.openxmlformats.org/officeDocument/2006/relationships" id="271" r:id="Rfc4238e92f124653"/>
    <p:sldId xmlns:r="http://schemas.openxmlformats.org/officeDocument/2006/relationships" id="272" r:id="R5b2d0f4dd8064cc9"/>
    <p:sldId xmlns:r="http://schemas.openxmlformats.org/officeDocument/2006/relationships" id="273" r:id="R977359b38e354228"/>
    <p:sldId xmlns:r="http://schemas.openxmlformats.org/officeDocument/2006/relationships" id="274" r:id="Rcb7ebfd5ce6e4310"/>
    <p:sldId xmlns:r="http://schemas.openxmlformats.org/officeDocument/2006/relationships" id="275" r:id="Rfec25973d95a4d7f"/>
    <p:sldId xmlns:r="http://schemas.openxmlformats.org/officeDocument/2006/relationships" id="276" r:id="R7840a947c8084571"/>
    <p:sldId xmlns:r="http://schemas.openxmlformats.org/officeDocument/2006/relationships" id="277" r:id="R6306f60ebc1f4e15"/>
    <p:sldId xmlns:r="http://schemas.openxmlformats.org/officeDocument/2006/relationships" id="278" r:id="Rad0ba8fd663b4713"/>
    <p:sldId xmlns:r="http://schemas.openxmlformats.org/officeDocument/2006/relationships" id="279" r:id="R56777d7f11f34cfc"/>
    <p:sldId xmlns:r="http://schemas.openxmlformats.org/officeDocument/2006/relationships" id="280" r:id="R83a7636123834174"/>
    <p:sldId xmlns:r="http://schemas.openxmlformats.org/officeDocument/2006/relationships" id="281" r:id="R03848e67f25b40c6"/>
    <p:sldId xmlns:r="http://schemas.openxmlformats.org/officeDocument/2006/relationships" id="282" r:id="R2ef2bdf939104a7c"/>
  </p:sldIdLst>
  <p:sldSz cx="12192000" cy="6858000"/>
  <p:notesSz cx="6858000" cy="9144000"/>
  <p:embeddedFontLst>
    <p:embeddedFont>
      <p:font typeface="Play"/>
      <p:regular xmlns:r="http://schemas.openxmlformats.org/officeDocument/2006/relationships" r:id="R500c4104b4344c3c"/>
      <p:bold xmlns:r="http://schemas.openxmlformats.org/officeDocument/2006/relationships" r:id="R4c92e86aaa2f4114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42A0CCC7-7F15-49A9-B57E-EC746E9F5DE4}">
  <a:tblStyle styleId="{42A0CCC7-7F15-49A9-B57E-EC746E9F5DE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56be05ea2ca466e" /><Relationship Type="http://schemas.openxmlformats.org/officeDocument/2006/relationships/slideMaster" Target="/ppt/slideMasters/slideMaster1.xml" Id="R33c7912cb2f146c3" /><Relationship Type="http://schemas.openxmlformats.org/officeDocument/2006/relationships/notesMaster" Target="/ppt/notesMasters/notesMaster1.xml" Id="R6adbb537577f44b7" /><Relationship Type="http://schemas.openxmlformats.org/officeDocument/2006/relationships/presProps" Target="/ppt/presProps.xml" Id="R0d3dd13d19254407" /><Relationship Type="http://schemas.openxmlformats.org/officeDocument/2006/relationships/viewProps" Target="/ppt/viewProps.xml" Id="R8a69575ca49146df" /><Relationship Type="http://schemas.openxmlformats.org/officeDocument/2006/relationships/tableStyles" Target="/ppt/tableStyles.xml" Id="R6ac3e17e1ba6466b" /><Relationship Type="http://schemas.openxmlformats.org/officeDocument/2006/relationships/font" Target="/ppt/fonts/font.dat" Id="R500c4104b4344c3c" /><Relationship Type="http://schemas.openxmlformats.org/officeDocument/2006/relationships/font" Target="/ppt/fonts/font2.dat" Id="R4c92e86aaa2f4114" /><Relationship Type="http://schemas.openxmlformats.org/officeDocument/2006/relationships/slide" Target="/ppt/slides/slide1.xml" Id="R626b3510b9ed428b" /><Relationship Type="http://schemas.openxmlformats.org/officeDocument/2006/relationships/slide" Target="/ppt/slides/slide2.xml" Id="R85a2f113d0224607" /><Relationship Type="http://schemas.openxmlformats.org/officeDocument/2006/relationships/slide" Target="/ppt/slides/slide3.xml" Id="R1b0492bba35e4868" /><Relationship Type="http://schemas.openxmlformats.org/officeDocument/2006/relationships/slide" Target="/ppt/slides/slide4.xml" Id="R1766fc50d7e64a14" /><Relationship Type="http://schemas.openxmlformats.org/officeDocument/2006/relationships/slide" Target="/ppt/slides/slide5.xml" Id="R17456166326e4de6" /><Relationship Type="http://schemas.openxmlformats.org/officeDocument/2006/relationships/slide" Target="/ppt/slides/slide6.xml" Id="Rddda6cde46c345bb" /><Relationship Type="http://schemas.openxmlformats.org/officeDocument/2006/relationships/slide" Target="/ppt/slides/slide7.xml" Id="R1b2facb9f4ee49c7" /><Relationship Type="http://schemas.openxmlformats.org/officeDocument/2006/relationships/slide" Target="/ppt/slides/slide8.xml" Id="R4e2c49dda56347f3" /><Relationship Type="http://schemas.openxmlformats.org/officeDocument/2006/relationships/slide" Target="/ppt/slides/slide9.xml" Id="R01fe3ba40cb74483" /><Relationship Type="http://schemas.openxmlformats.org/officeDocument/2006/relationships/slide" Target="/ppt/slides/slide10.xml" Id="R9234ed95ce774d92" /><Relationship Type="http://schemas.openxmlformats.org/officeDocument/2006/relationships/slide" Target="/ppt/slides/slide11.xml" Id="R8b1050fd4e514532" /><Relationship Type="http://schemas.openxmlformats.org/officeDocument/2006/relationships/slide" Target="/ppt/slides/slide12.xml" Id="R5dc8ac03ff8244d7" /><Relationship Type="http://schemas.openxmlformats.org/officeDocument/2006/relationships/slide" Target="/ppt/slides/slide13.xml" Id="Rc84516b240aa498f" /><Relationship Type="http://schemas.openxmlformats.org/officeDocument/2006/relationships/slide" Target="/ppt/slides/slide14.xml" Id="R46e93d642ff04b0a" /><Relationship Type="http://schemas.openxmlformats.org/officeDocument/2006/relationships/slide" Target="/ppt/slides/slide15.xml" Id="Rb544229c43b34242" /><Relationship Type="http://schemas.openxmlformats.org/officeDocument/2006/relationships/slide" Target="/ppt/slides/slide16.xml" Id="Rfc4238e92f124653" /><Relationship Type="http://schemas.openxmlformats.org/officeDocument/2006/relationships/slide" Target="/ppt/slides/slide17.xml" Id="R5b2d0f4dd8064cc9" /><Relationship Type="http://schemas.openxmlformats.org/officeDocument/2006/relationships/slide" Target="/ppt/slides/slide18.xml" Id="R977359b38e354228" /><Relationship Type="http://schemas.openxmlformats.org/officeDocument/2006/relationships/slide" Target="/ppt/slides/slide19.xml" Id="Rcb7ebfd5ce6e4310" /><Relationship Type="http://schemas.openxmlformats.org/officeDocument/2006/relationships/slide" Target="/ppt/slides/slide20.xml" Id="Rfec25973d95a4d7f" /><Relationship Type="http://schemas.openxmlformats.org/officeDocument/2006/relationships/slide" Target="/ppt/slides/slide21.xml" Id="R7840a947c8084571" /><Relationship Type="http://schemas.openxmlformats.org/officeDocument/2006/relationships/slide" Target="/ppt/slides/slide22.xml" Id="R6306f60ebc1f4e15" /><Relationship Type="http://schemas.openxmlformats.org/officeDocument/2006/relationships/slide" Target="/ppt/slides/slide23.xml" Id="Rad0ba8fd663b4713" /><Relationship Type="http://schemas.openxmlformats.org/officeDocument/2006/relationships/slide" Target="/ppt/slides/slide24.xml" Id="R56777d7f11f34cfc" /><Relationship Type="http://schemas.openxmlformats.org/officeDocument/2006/relationships/slide" Target="/ppt/slides/slide25.xml" Id="R83a7636123834174" /><Relationship Type="http://schemas.openxmlformats.org/officeDocument/2006/relationships/slide" Target="/ppt/slides/slide26.xml" Id="R03848e67f25b40c6" /><Relationship Type="http://schemas.openxmlformats.org/officeDocument/2006/relationships/slide" Target="/ppt/slides/slide27.xml" Id="R2ef2bdf939104a7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99f74e7b25348b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K Educatio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787bea983049aa" /><Relationship Type="http://schemas.openxmlformats.org/officeDocument/2006/relationships/image" Target="/ppt/media/image.png" Id="Rc885e194c6df42fd" /><Relationship Type="http://schemas.openxmlformats.org/officeDocument/2006/relationships/image" Target="/ppt/media/image2.png" Id="R195a502239e44cb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6e886fbbc64a60" /><Relationship Type="http://schemas.openxmlformats.org/officeDocument/2006/relationships/image" Target="/ppt/media/image3.png" Id="Rb8523e631eef4b83" /><Relationship Type="http://schemas.openxmlformats.org/officeDocument/2006/relationships/image" Target="/ppt/media/image4.png" Id="R90e46ab9b178492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b7b0f757b04bc5" /><Relationship Type="http://schemas.openxmlformats.org/officeDocument/2006/relationships/image" Target="/ppt/media/image2.png" Id="R779aa5deeddd4b98" /><Relationship Type="http://schemas.openxmlformats.org/officeDocument/2006/relationships/image" Target="/ppt/media/image5.png" Id="Rfcabcc87e4af4ff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544b9e30dd45ef" /><Relationship Type="http://schemas.openxmlformats.org/officeDocument/2006/relationships/image" Target="/ppt/media/image4.png" Id="Rdf0d6263048c43f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dc50dbea1a439a" /><Relationship Type="http://schemas.openxmlformats.org/officeDocument/2006/relationships/image" Target="/ppt/media/image4.png" Id="R92d2131d64354a4b" /><Relationship Type="http://schemas.openxmlformats.org/officeDocument/2006/relationships/image" Target="/ppt/media/image6.png" Id="R521cc82196d940e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16f24ea3d94c4b" /><Relationship Type="http://schemas.openxmlformats.org/officeDocument/2006/relationships/image" Target="/ppt/media/image2.png" Id="R44ae48d19a3a4cc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a7d75d46444796" /><Relationship Type="http://schemas.openxmlformats.org/officeDocument/2006/relationships/image" Target="/ppt/media/image4.png" Id="R8e932d02ad7044a3" /><Relationship Type="http://schemas.openxmlformats.org/officeDocument/2006/relationships/image" Target="/ppt/media/image7.png" Id="Rfea08ecb350941a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168208725d4893" /><Relationship Type="http://schemas.openxmlformats.org/officeDocument/2006/relationships/image" Target="/ppt/media/image4.png" Id="R20510f02bb4e4f3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797a6644844612" /><Relationship Type="http://schemas.openxmlformats.org/officeDocument/2006/relationships/image" Target="/ppt/media/image4.png" Id="Ra6ae8a0aff2d4ae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a9823336804de2" /><Relationship Type="http://schemas.openxmlformats.org/officeDocument/2006/relationships/image" Target="/ppt/media/image8.png" Id="R4d6029a854734c2f" /><Relationship Type="http://schemas.openxmlformats.org/officeDocument/2006/relationships/image" Target="/ppt/media/image4.png" Id="Re3890d2c9bbe49c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f062510ed74a4e" /><Relationship Type="http://schemas.openxmlformats.org/officeDocument/2006/relationships/image" Target="/ppt/media/image4.png" Id="Re15bbcdf0ac944cc" /><Relationship Type="http://schemas.openxmlformats.org/officeDocument/2006/relationships/image" Target="/ppt/media/image6.png" Id="Radac1872ef134679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df064643684f5b" /><Relationship Type="http://schemas.openxmlformats.org/officeDocument/2006/relationships/image" Target="/ppt/media/image4.png" Id="R9d045d778c164e62" /><Relationship Type="http://schemas.openxmlformats.org/officeDocument/2006/relationships/image" Target="/ppt/media/image7.png" Id="R81018785d4474877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10da3f0d994112" /><Relationship Type="http://schemas.openxmlformats.org/officeDocument/2006/relationships/image" Target="/ppt/media/image4.png" Id="R6d0eb5b24728421b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7e0c37376f4215" /><Relationship Type="http://schemas.openxmlformats.org/officeDocument/2006/relationships/image" Target="/ppt/media/image4.png" Id="R4984d4e4d6c74f3e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e77e40a7ab4c67" /><Relationship Type="http://schemas.openxmlformats.org/officeDocument/2006/relationships/image" Target="/ppt/media/image4.png" Id="R5c4cb80b32914b85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5a2c5114504b27" /><Relationship Type="http://schemas.openxmlformats.org/officeDocument/2006/relationships/image" Target="/ppt/media/image4.png" Id="Rb6b55a3c808e4875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1fc0610a67422e" /><Relationship Type="http://schemas.openxmlformats.org/officeDocument/2006/relationships/image" Target="/ppt/media/image9.png" Id="Rb66b5e23d8854fe1" /><Relationship Type="http://schemas.openxmlformats.org/officeDocument/2006/relationships/image" Target="/ppt/media/image4.png" Id="R9212643d406d4cf6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c8038e3322407e" /><Relationship Type="http://schemas.openxmlformats.org/officeDocument/2006/relationships/image" Target="/ppt/media/image4.png" Id="R2addb96272d94736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4ae5cb11654490" /><Relationship Type="http://schemas.openxmlformats.org/officeDocument/2006/relationships/image" Target="/ppt/media/image10.png" Id="Re613c3d7a8354719" /><Relationship Type="http://schemas.openxmlformats.org/officeDocument/2006/relationships/image" Target="/ppt/media/image4.png" Id="R29571408b5324303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e3f7a6367c4320" /><Relationship Type="http://schemas.openxmlformats.org/officeDocument/2006/relationships/image" Target="/ppt/media/image11.png" Id="Rb70f199421a542d4" /><Relationship Type="http://schemas.openxmlformats.org/officeDocument/2006/relationships/image" Target="/ppt/media/image4.png" Id="R74de1c580ac8428d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289370b3dd4655" /><Relationship Type="http://schemas.openxmlformats.org/officeDocument/2006/relationships/image" Target="/ppt/media/image12.png" Id="Rce544428237144a0" /><Relationship Type="http://schemas.openxmlformats.org/officeDocument/2006/relationships/image" Target="/ppt/media/image2.png" Id="R9bc701036ecf479e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b7cb662c044188" /><Relationship Type="http://schemas.openxmlformats.org/officeDocument/2006/relationships/image" Target="/ppt/media/image2.png" Id="R42df765f845244ad" /><Relationship Type="http://schemas.openxmlformats.org/officeDocument/2006/relationships/image" Target="/ppt/media/image13.png" Id="Rc75942d3eea64a0d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a8545774914c57" /><Relationship Type="http://schemas.openxmlformats.org/officeDocument/2006/relationships/image" Target="/ppt/media/image2.png" Id="R8e34e54fb55e4cfe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e135e88aee420e" /><Relationship Type="http://schemas.openxmlformats.org/officeDocument/2006/relationships/image" Target="/ppt/media/image14.png" Id="R2e3433a709a54e16" /><Relationship Type="http://schemas.openxmlformats.org/officeDocument/2006/relationships/image" Target="/ppt/media/image2.png" Id="R1cc64b12b8d045a7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b66f3d828740de" /><Relationship Type="http://schemas.openxmlformats.org/officeDocument/2006/relationships/image" Target="/ppt/media/image15.png" Id="R4835e54c68bc4558" /><Relationship Type="http://schemas.openxmlformats.org/officeDocument/2006/relationships/image" Target="/ppt/media/image2.png" Id="Ra74f09c5e6644040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6830595a7d45e4" /><Relationship Type="http://schemas.openxmlformats.org/officeDocument/2006/relationships/image" Target="/ppt/media/image4.png" Id="R03325548a4464a6a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cd3e2429464909" /><Relationship Type="http://schemas.openxmlformats.org/officeDocument/2006/relationships/image" Target="/ppt/media/image4.png" Id="R6ca291962180465c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f0a16ab8744762" /><Relationship Type="http://schemas.openxmlformats.org/officeDocument/2006/relationships/image" Target="/ppt/media/image4.png" Id="Ra47d0a6a33b745d6" /></Relationships>
</file>

<file path=ppt/slideLayouts/_rels/slideLayout2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d0316c2f784860" /></Relationships>
</file>

<file path=ppt/slideLayouts/_rels/slideLayout3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6b001f3d17481e" /><Relationship Type="http://schemas.openxmlformats.org/officeDocument/2006/relationships/image" Target="/ppt/media/image4.png" Id="R0b8a98a60a564660" /></Relationships>
</file>

<file path=ppt/slideLayouts/slideLayout1.xml><?xml version="1.0" encoding="utf-8"?>
<p:sldLayout xmlns:p="http://schemas.openxmlformats.org/presentationml/2006/main" matchingName="1_Титульный слайд">
  <p:cSld name="1_Титульный слайд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9" name="Google Shape;53;p7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885e194c6df42f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33157" y="699157"/>
            <a:ext cx="6166658" cy="616665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4" name="Google Shape;54;p78">
            <a:extLst xmlns:a="http://schemas.openxmlformats.org/drawingml/2006/main">
              <a:ext uri="{FF2B5EF4-FFF2-40B4-BE49-F238E27FC236}">
                <a16:creationId xmlns:a16="http://schemas.microsoft.com/office/drawing/2014/main" id="{4CC46BB1-F2F7-4222-BB76-C9F50FC58B7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866865"/>
            <a:ext cx="5012644" cy="5539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4572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5" name="Google Shape;55;p78">
            <a:extLst xmlns:a="http://schemas.openxmlformats.org/drawingml/2006/main">
              <a:ext uri="{FF2B5EF4-FFF2-40B4-BE49-F238E27FC236}">
                <a16:creationId xmlns:a16="http://schemas.microsoft.com/office/drawing/2014/main" id="{93297518-F6AD-46A8-90DC-C1F21A5D3A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2261" y="2921912"/>
            <a:ext cx="10220325" cy="16619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6" name="Google Shape;56;p78">
            <a:extLst xmlns:a="http://schemas.openxmlformats.org/drawingml/2006/main">
              <a:ext uri="{FF2B5EF4-FFF2-40B4-BE49-F238E27FC236}">
                <a16:creationId xmlns:a16="http://schemas.microsoft.com/office/drawing/2014/main" id="{3EF6218E-7F51-4AAE-A1B4-2A53A1F14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8342" y="482138"/>
            <a:ext cx="72768" cy="362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6000" tIns="36000" rIns="36000" bIns="360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63" name="Google Shape;57;p7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95a502239e44cb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692150"/>
            <a:ext cx="2772297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.xml><?xml version="1.0" encoding="utf-8"?>
<p:sldLayout xmlns:p="http://schemas.openxmlformats.org/presentationml/2006/main" matchingName="2_Титульный слайд раздела">
  <p:cSld name="2_Титульный слайд раздела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1">
            <a:extLst xmlns:a="http://schemas.openxmlformats.org/drawingml/2006/main">
              <a:ext uri="{FF2B5EF4-FFF2-40B4-BE49-F238E27FC236}">
                <a16:creationId xmlns:a16="http://schemas.microsoft.com/office/drawing/2014/main" id="{3E1F4F42-180C-4994-9542-7233360A60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3172" y="692150"/>
            <a:ext cx="4621372" cy="11818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63" name="Google Shape;60;p9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8523e631eef4b8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807980" y="0"/>
            <a:ext cx="3394294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64" name="Google Shape;61;p9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0e46ab9b178492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3.xml><?xml version="1.0" encoding="utf-8"?>
<p:sldLayout xmlns:p="http://schemas.openxmlformats.org/presentationml/2006/main" matchingName="3_Титульный слайд">
  <p:cSld name="3_Титульный слайд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Google Shape;63;p79">
            <a:extLst xmlns:a="http://schemas.openxmlformats.org/drawingml/2006/main">
              <a:ext uri="{FF2B5EF4-FFF2-40B4-BE49-F238E27FC236}">
                <a16:creationId xmlns:a16="http://schemas.microsoft.com/office/drawing/2014/main" id="{AD6D51BD-14B6-4C28-BE61-A84EEFD7F9D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728001"/>
            <a:ext cx="5012644" cy="5539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4572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4" name="Google Shape;64;p79">
            <a:extLst xmlns:a="http://schemas.openxmlformats.org/drawingml/2006/main">
              <a:ext uri="{FF2B5EF4-FFF2-40B4-BE49-F238E27FC236}">
                <a16:creationId xmlns:a16="http://schemas.microsoft.com/office/drawing/2014/main" id="{0ECA34F2-1D84-4AC8-BF3D-F0D31B87AF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2261" y="2598003"/>
            <a:ext cx="10220325" cy="16619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5" name="Google Shape;65;p79">
            <a:extLst xmlns:a="http://schemas.openxmlformats.org/drawingml/2006/main">
              <a:ext uri="{FF2B5EF4-FFF2-40B4-BE49-F238E27FC236}">
                <a16:creationId xmlns:a16="http://schemas.microsoft.com/office/drawing/2014/main" id="{1D583EE1-088C-47D6-A357-EC7DBB02D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8342" y="482138"/>
            <a:ext cx="72768" cy="362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6000" tIns="36000" rIns="36000" bIns="360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71" name="Google Shape;66;p7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79aa5deeddd4b9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692150"/>
            <a:ext cx="2772297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72" name="Google Shape;67;p7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cabcc87e4af4ff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803845" y="0"/>
            <a:ext cx="339778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4.xml><?xml version="1.0" encoding="utf-8"?>
<p:sldLayout xmlns:p="http://schemas.openxmlformats.org/presentationml/2006/main" matchingName="1_Заголовок">
  <p:cSld name="1_Заголовок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Google Shape;69;p90">
            <a:extLst xmlns:a="http://schemas.openxmlformats.org/drawingml/2006/main">
              <a:ext uri="{FF2B5EF4-FFF2-40B4-BE49-F238E27FC236}">
                <a16:creationId xmlns:a16="http://schemas.microsoft.com/office/drawing/2014/main" id="{AF020EE3-9457-4DD1-BDBB-BBBE911EAB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5418666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72" name="Google Shape;70;p9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f0d6263048c43f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732580" y="692150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5.xml><?xml version="1.0" encoding="utf-8"?>
<p:sldLayout xmlns:p="http://schemas.openxmlformats.org/presentationml/2006/main" matchingName="2_Финальный с QR + подпись">
  <p:cSld name="2_Финальный с QR + подпись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Google Shape;72;p87">
            <a:extLst xmlns:a="http://schemas.openxmlformats.org/drawingml/2006/main">
              <a:ext uri="{FF2B5EF4-FFF2-40B4-BE49-F238E27FC236}">
                <a16:creationId xmlns:a16="http://schemas.microsoft.com/office/drawing/2014/main" id="{9083A82E-9915-45C3-889B-9F54CAEAA9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0713" y="2483712"/>
            <a:ext cx="5475287" cy="1477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3" name="Google Shape;73;p87">
            <a:extLst xmlns:a="http://schemas.openxmlformats.org/drawingml/2006/main">
              <a:ext uri="{FF2B5EF4-FFF2-40B4-BE49-F238E27FC236}">
                <a16:creationId xmlns:a16="http://schemas.microsoft.com/office/drawing/2014/main" id="{A1862C87-7255-46AD-87EE-4DE7FD561909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58813" y="692150"/>
            <a:ext cx="1081088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4" name="Google Shape;74;p87">
            <a:extLst xmlns:a="http://schemas.openxmlformats.org/drawingml/2006/main">
              <a:ext uri="{FF2B5EF4-FFF2-40B4-BE49-F238E27FC236}">
                <a16:creationId xmlns:a16="http://schemas.microsoft.com/office/drawing/2014/main" id="{58B97EF8-9F24-44F4-83C4-105D705E208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161565"/>
            <a:ext cx="5437187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80" name="Google Shape;75;p8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2d2131d64354a4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711140"/>
            <a:ext cx="2772300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81" name="Google Shape;76;p8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21cc82196d940e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33157" y="699157"/>
            <a:ext cx="6166658" cy="616665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6.xml><?xml version="1.0" encoding="utf-8"?>
<p:sldLayout xmlns:p="http://schemas.openxmlformats.org/presentationml/2006/main" matchingName="Слайд со спикером">
  <p:cSld name="Слайд со спикером">
    <p:bg>
      <p:bgPr>
        <a:solidFill xmlns:a="http://schemas.openxmlformats.org/drawingml/2006/main">
          <a:schemeClr val="dk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Google Shape;78;p80">
            <a:extLst xmlns:a="http://schemas.openxmlformats.org/drawingml/2006/main">
              <a:ext uri="{FF2B5EF4-FFF2-40B4-BE49-F238E27FC236}">
                <a16:creationId xmlns:a16="http://schemas.microsoft.com/office/drawing/2014/main" id="{513CB229-47D2-4E22-9E72-5D331D18FF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8813" y="692150"/>
            <a:ext cx="6192838" cy="1380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9" name="Google Shape;79;p80">
            <a:extLst xmlns:a="http://schemas.openxmlformats.org/drawingml/2006/main">
              <a:ext uri="{FF2B5EF4-FFF2-40B4-BE49-F238E27FC236}">
                <a16:creationId xmlns:a16="http://schemas.microsoft.com/office/drawing/2014/main" id="{5B179B25-BD0E-4704-8521-14ACB0FE90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2357767"/>
            <a:ext cx="5142954" cy="21424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 sz="2000" b="0" i="0">
                <a:solidFill>
                  <a:schemeClr val="lt2"/>
                </a:solidFill>
                <a:latin typeface="Play"/>
                <a:ea typeface="Play"/>
                <a:cs typeface="Play"/>
              </a:defRPr>
            </a:lvl1pPr>
            <a:lvl2pPr marL="914400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</a:defRPr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85" name="Google Shape;80;p8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4ae48d19a3a4cc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4" y="5882757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1" name="Google Shape;81;p80">
            <a:extLst xmlns:a="http://schemas.openxmlformats.org/drawingml/2006/main">
              <a:ext uri="{FF2B5EF4-FFF2-40B4-BE49-F238E27FC236}">
                <a16:creationId xmlns:a16="http://schemas.microsoft.com/office/drawing/2014/main" id="{E6621A00-201D-4905-A1C5-598DE5E4C6C0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096000" y="0"/>
            <a:ext cx="609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</p:sp>
    </p:spTree>
  </p:cSld>
</p:sldLayout>
</file>

<file path=ppt/slideLayouts/slideLayout7.xml><?xml version="1.0" encoding="utf-8"?>
<p:sldLayout xmlns:p="http://schemas.openxmlformats.org/presentationml/2006/main" matchingName="4_Финальный с QR + подпись">
  <p:cSld name="4_Финальный с QR + подпись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3" name="Google Shape;83;p86">
            <a:extLst xmlns:a="http://schemas.openxmlformats.org/drawingml/2006/main">
              <a:ext uri="{FF2B5EF4-FFF2-40B4-BE49-F238E27FC236}">
                <a16:creationId xmlns:a16="http://schemas.microsoft.com/office/drawing/2014/main" id="{24693AAF-2307-46B7-B4B0-C7DA6C9B5F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0713" y="2483712"/>
            <a:ext cx="5475287" cy="1477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4" name="Google Shape;84;p86">
            <a:extLst xmlns:a="http://schemas.openxmlformats.org/drawingml/2006/main">
              <a:ext uri="{FF2B5EF4-FFF2-40B4-BE49-F238E27FC236}">
                <a16:creationId xmlns:a16="http://schemas.microsoft.com/office/drawing/2014/main" id="{04AD51D1-A14E-474D-821F-75B676BCCFB2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58813" y="692150"/>
            <a:ext cx="1081088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5" name="Google Shape;85;p86">
            <a:extLst xmlns:a="http://schemas.openxmlformats.org/drawingml/2006/main">
              <a:ext uri="{FF2B5EF4-FFF2-40B4-BE49-F238E27FC236}">
                <a16:creationId xmlns:a16="http://schemas.microsoft.com/office/drawing/2014/main" id="{A523FB80-140D-4F30-A875-DDBC344C47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161565"/>
            <a:ext cx="5437187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91" name="Google Shape;86;p8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e932d02ad7044a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711140"/>
            <a:ext cx="2772300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92" name="Google Shape;87;p8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ea08ecb350941a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794220" y="0"/>
            <a:ext cx="339778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8.xml><?xml version="1.0" encoding="utf-8"?>
<p:sldLayout xmlns:p="http://schemas.openxmlformats.org/presentationml/2006/main" matchingName="Заголовок + текст">
  <p:cSld name="Заголовок + текст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9" name="Google Shape;89;p81">
            <a:extLst xmlns:a="http://schemas.openxmlformats.org/drawingml/2006/main">
              <a:ext uri="{FF2B5EF4-FFF2-40B4-BE49-F238E27FC236}">
                <a16:creationId xmlns:a16="http://schemas.microsoft.com/office/drawing/2014/main" id="{26DF3BEA-8A2D-4B72-97B2-91F5B14B1A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3" y="1773238"/>
            <a:ext cx="10861675" cy="44640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0" name="Google Shape;90;p81">
            <a:extLst xmlns:a="http://schemas.openxmlformats.org/drawingml/2006/main">
              <a:ext uri="{FF2B5EF4-FFF2-40B4-BE49-F238E27FC236}">
                <a16:creationId xmlns:a16="http://schemas.microsoft.com/office/drawing/2014/main" id="{62E2224D-829B-4C82-A01D-D92D2A333E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94" name="Google Shape;91;p8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0510f02bb4e4f3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9.xml><?xml version="1.0" encoding="utf-8"?>
<p:sldLayout xmlns:p="http://schemas.openxmlformats.org/presentationml/2006/main" matchingName="2 фактоида + текст">
  <p:cSld name="2 фактоида + текс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3" name="Google Shape;93;p96">
            <a:extLst xmlns:a="http://schemas.openxmlformats.org/drawingml/2006/main">
              <a:ext uri="{FF2B5EF4-FFF2-40B4-BE49-F238E27FC236}">
                <a16:creationId xmlns:a16="http://schemas.microsoft.com/office/drawing/2014/main" id="{272FCAEC-6BF7-4D48-8BBB-9D2CA0C8C1E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4" y="1773238"/>
            <a:ext cx="5135728" cy="44275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4" name="Google Shape;94;p96">
            <a:extLst xmlns:a="http://schemas.openxmlformats.org/drawingml/2006/main">
              <a:ext uri="{FF2B5EF4-FFF2-40B4-BE49-F238E27FC236}">
                <a16:creationId xmlns:a16="http://schemas.microsoft.com/office/drawing/2014/main" id="{5340DAAD-2CFA-4202-ACD7-3D65467B96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5" name="Google Shape;95;p96">
            <a:extLst xmlns:a="http://schemas.openxmlformats.org/drawingml/2006/main">
              <a:ext uri="{FF2B5EF4-FFF2-40B4-BE49-F238E27FC236}">
                <a16:creationId xmlns:a16="http://schemas.microsoft.com/office/drawing/2014/main" id="{4DB49770-5505-48B6-9B9C-BD242DF6FB4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671513" y="167981"/>
            <a:ext cx="10874375" cy="2414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91425" bIns="45700" anchor="t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96" name="Google Shape;96;p96">
            <a:extLst xmlns:a="http://schemas.openxmlformats.org/drawingml/2006/main">
              <a:ext uri="{FF2B5EF4-FFF2-40B4-BE49-F238E27FC236}">
                <a16:creationId xmlns:a16="http://schemas.microsoft.com/office/drawing/2014/main" id="{09ED0D13-FA2E-4ED8-A884-7A5E04E0D71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7339" y="3864033"/>
            <a:ext cx="5417327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sz="8800" b="1" i="0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7" name="Google Shape;97;p96">
            <a:extLst xmlns:a="http://schemas.openxmlformats.org/drawingml/2006/main">
              <a:ext uri="{FF2B5EF4-FFF2-40B4-BE49-F238E27FC236}">
                <a16:creationId xmlns:a16="http://schemas.microsoft.com/office/drawing/2014/main" id="{CEA262A0-96A0-4B89-89AE-5626E381F102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97338" y="5058095"/>
            <a:ext cx="5417327" cy="356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8" name="Google Shape;98;p96">
            <a:extLst xmlns:a="http://schemas.openxmlformats.org/drawingml/2006/main">
              <a:ext uri="{FF2B5EF4-FFF2-40B4-BE49-F238E27FC236}">
                <a16:creationId xmlns:a16="http://schemas.microsoft.com/office/drawing/2014/main" id="{8EEFE89D-A616-4802-AFCB-D1577ECA0F75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096000" y="1773238"/>
            <a:ext cx="5417327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sz="8800" b="1" i="0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9" name="Google Shape;99;p96">
            <a:extLst xmlns:a="http://schemas.openxmlformats.org/drawingml/2006/main">
              <a:ext uri="{FF2B5EF4-FFF2-40B4-BE49-F238E27FC236}">
                <a16:creationId xmlns:a16="http://schemas.microsoft.com/office/drawing/2014/main" id="{83B69CAC-FDBB-40AB-BF0A-A128DA7F2E4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6096000" y="2967300"/>
            <a:ext cx="5417327" cy="356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08" name="Google Shape;100;p9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6ae8a0aff2d4ae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0.xml><?xml version="1.0" encoding="utf-8"?>
<p:sldLayout xmlns:p="http://schemas.openxmlformats.org/presentationml/2006/main" matchingName="Титульный слайд раздела">
  <p:cSld name="Титульный слайд раздела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85">
            <a:extLst xmlns:a="http://schemas.openxmlformats.org/drawingml/2006/main">
              <a:ext uri="{FF2B5EF4-FFF2-40B4-BE49-F238E27FC236}">
                <a16:creationId xmlns:a16="http://schemas.microsoft.com/office/drawing/2014/main" id="{B93B54AB-FFD6-4EEF-AE1E-D3F36CAAA5C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3172" y="692150"/>
            <a:ext cx="4621372" cy="11818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06" name="Google Shape;103;p8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d6029a854734c2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33225" y="691342"/>
            <a:ext cx="6166658" cy="616665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7" name="Google Shape;104;p8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3890d2c9bbe49c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1.xml><?xml version="1.0" encoding="utf-8"?>
<p:sldLayout xmlns:p="http://schemas.openxmlformats.org/presentationml/2006/main" matchingName="2_Титульный слайд">
  <p:cSld name="2_Титульный слайд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6" name="Google Shape;106;p88">
            <a:extLst xmlns:a="http://schemas.openxmlformats.org/drawingml/2006/main">
              <a:ext uri="{FF2B5EF4-FFF2-40B4-BE49-F238E27FC236}">
                <a16:creationId xmlns:a16="http://schemas.microsoft.com/office/drawing/2014/main" id="{782F8709-67BD-4C92-9FBE-122BDFFE8AC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728128"/>
            <a:ext cx="10224000" cy="5539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marL="4572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07" name="Google Shape;107;p88">
            <a:extLst xmlns:a="http://schemas.openxmlformats.org/drawingml/2006/main">
              <a:ext uri="{FF2B5EF4-FFF2-40B4-BE49-F238E27FC236}">
                <a16:creationId xmlns:a16="http://schemas.microsoft.com/office/drawing/2014/main" id="{A41675AD-758C-4CD1-BC26-4B473167C7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2261" y="2783175"/>
            <a:ext cx="10220325" cy="16619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08" name="Google Shape;108;p88">
            <a:extLst xmlns:a="http://schemas.openxmlformats.org/drawingml/2006/main">
              <a:ext uri="{FF2B5EF4-FFF2-40B4-BE49-F238E27FC236}">
                <a16:creationId xmlns:a16="http://schemas.microsoft.com/office/drawing/2014/main" id="{48BCB255-EA1F-4941-B982-152A6E04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8342" y="482138"/>
            <a:ext cx="72768" cy="362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6000" tIns="36000" rIns="36000" bIns="360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14" name="Google Shape;109;p8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15bbcdf0ac944c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692150"/>
            <a:ext cx="2772300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5" name="Google Shape;110;p8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dac1872ef13467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33157" y="699157"/>
            <a:ext cx="6166658" cy="616665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2.xml><?xml version="1.0" encoding="utf-8"?>
<p:sldLayout xmlns:p="http://schemas.openxmlformats.org/presentationml/2006/main" matchingName="4_Титульный слайд">
  <p:cSld name="4_Титульный слайд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2" name="Google Shape;112;p89">
            <a:extLst xmlns:a="http://schemas.openxmlformats.org/drawingml/2006/main">
              <a:ext uri="{FF2B5EF4-FFF2-40B4-BE49-F238E27FC236}">
                <a16:creationId xmlns:a16="http://schemas.microsoft.com/office/drawing/2014/main" id="{D31F1421-0B22-49D1-8A1F-D8F4C7B07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8342" y="482138"/>
            <a:ext cx="72768" cy="362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6000" tIns="36000" rIns="36000" bIns="360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19" name="Google Shape;113;p8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d045d778c164e6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692150"/>
            <a:ext cx="2772300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4" name="Google Shape;114;p89">
            <a:extLst xmlns:a="http://schemas.openxmlformats.org/drawingml/2006/main">
              <a:ext uri="{FF2B5EF4-FFF2-40B4-BE49-F238E27FC236}">
                <a16:creationId xmlns:a16="http://schemas.microsoft.com/office/drawing/2014/main" id="{E956B07A-F169-4F62-ABDC-C440B101827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728001"/>
            <a:ext cx="5012644" cy="5539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4572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>
                <a:solidFill>
                  <a:schemeClr val="dk1"/>
                </a:solidFill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15" name="Google Shape;115;p89">
            <a:extLst xmlns:a="http://schemas.openxmlformats.org/drawingml/2006/main">
              <a:ext uri="{FF2B5EF4-FFF2-40B4-BE49-F238E27FC236}">
                <a16:creationId xmlns:a16="http://schemas.microsoft.com/office/drawing/2014/main" id="{05D1B4AB-9AF6-4821-9AC6-C382B031AD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2261" y="2598003"/>
            <a:ext cx="10220325" cy="16619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22" name="Google Shape;116;p8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1018785d447487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794220" y="0"/>
            <a:ext cx="339778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3.xml><?xml version="1.0" encoding="utf-8"?>
<p:sldLayout xmlns:p="http://schemas.openxmlformats.org/presentationml/2006/main" matchingName="Заголовок в 2 строки + объект">
  <p:cSld name="Заголовок в 2 строки + объект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94">
            <a:extLst xmlns:a="http://schemas.openxmlformats.org/drawingml/2006/main">
              <a:ext uri="{FF2B5EF4-FFF2-40B4-BE49-F238E27FC236}">
                <a16:creationId xmlns:a16="http://schemas.microsoft.com/office/drawing/2014/main" id="{C86DE073-00CE-4E64-AB97-8E1EA77DDBC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3" y="2040889"/>
            <a:ext cx="5424487" cy="41598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19" name="Google Shape;119;p94">
            <a:extLst xmlns:a="http://schemas.openxmlformats.org/drawingml/2006/main">
              <a:ext uri="{FF2B5EF4-FFF2-40B4-BE49-F238E27FC236}">
                <a16:creationId xmlns:a16="http://schemas.microsoft.com/office/drawing/2014/main" id="{3B78BD49-7168-460F-929C-BE8C08A4EA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5418666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0" name="Google Shape;120;p94">
            <a:extLst xmlns:a="http://schemas.openxmlformats.org/drawingml/2006/main">
              <a:ext uri="{FF2B5EF4-FFF2-40B4-BE49-F238E27FC236}">
                <a16:creationId xmlns:a16="http://schemas.microsoft.com/office/drawing/2014/main" id="{462593EC-36E0-45A6-B073-28B91079A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609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25" name="Google Shape;121;p9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d0eb5b24728421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4.xml><?xml version="1.0" encoding="utf-8"?>
<p:sldLayout xmlns:p="http://schemas.openxmlformats.org/presentationml/2006/main" matchingName="Заголовок">
  <p:cSld name="Заголовок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3" name="Google Shape;123;p95">
            <a:extLst xmlns:a="http://schemas.openxmlformats.org/drawingml/2006/main">
              <a:ext uri="{FF2B5EF4-FFF2-40B4-BE49-F238E27FC236}">
                <a16:creationId xmlns:a16="http://schemas.microsoft.com/office/drawing/2014/main" id="{3952C40A-E2B4-4D5F-B7E1-49D984394D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26" name="Google Shape;124;p9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984d4e4d6c74f3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5.xml><?xml version="1.0" encoding="utf-8"?>
<p:sldLayout xmlns:p="http://schemas.openxmlformats.org/presentationml/2006/main" matchingName="Цитата без фото">
  <p:cSld name="Цитата без фото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6" name="Google Shape;126;p97">
            <a:extLst xmlns:a="http://schemas.openxmlformats.org/drawingml/2006/main">
              <a:ext uri="{FF2B5EF4-FFF2-40B4-BE49-F238E27FC236}">
                <a16:creationId xmlns:a16="http://schemas.microsoft.com/office/drawing/2014/main" id="{F4D0D2F4-8A94-4D00-8FBD-6AE155CBD06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359150" y="692151"/>
            <a:ext cx="8174038" cy="16096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None/>
              <a:defRPr sz="4400">
                <a:solidFill>
                  <a:schemeClr val="accent1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7" name="Google Shape;127;p97">
            <a:extLst xmlns:a="http://schemas.openxmlformats.org/drawingml/2006/main">
              <a:ext uri="{FF2B5EF4-FFF2-40B4-BE49-F238E27FC236}">
                <a16:creationId xmlns:a16="http://schemas.microsoft.com/office/drawing/2014/main" id="{E02C253D-D8C1-44CE-A234-7D53045F38D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359150" y="4646741"/>
            <a:ext cx="8200516" cy="3180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2400">
                <a:solidFill>
                  <a:schemeClr val="dk2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8" name="Google Shape;128;p97">
            <a:extLst xmlns:a="http://schemas.openxmlformats.org/drawingml/2006/main">
              <a:ext uri="{FF2B5EF4-FFF2-40B4-BE49-F238E27FC236}">
                <a16:creationId xmlns:a16="http://schemas.microsoft.com/office/drawing/2014/main" id="{457A4B98-8AD8-46D7-9603-B9E821B60C4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3366814" y="2459421"/>
            <a:ext cx="8174038" cy="1609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Play"/>
                <a:ea typeface="Play"/>
                <a:cs typeface="Play"/>
              </a:defRPr>
            </a:lvl1pPr>
            <a:lvl2pPr marL="914400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Play"/>
                <a:ea typeface="Play"/>
                <a:cs typeface="Play"/>
              </a:defRPr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 sz="180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9" name="Google Shape;129;p97">
            <a:extLst xmlns:a="http://schemas.openxmlformats.org/drawingml/2006/main">
              <a:ext uri="{FF2B5EF4-FFF2-40B4-BE49-F238E27FC236}">
                <a16:creationId xmlns:a16="http://schemas.microsoft.com/office/drawing/2014/main" id="{9504385E-1A1C-4742-BDAC-A39EC76A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512" y="-1049150"/>
            <a:ext cx="2058988" cy="447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800"/>
              <a:buFont typeface="Arial"/>
              <a:buNone/>
            </a:pPr>
            <a:r>
              <a:rPr sz="28800" b="1" i="0" u="none" cap="none">
                <a:solidFill>
                  <a:schemeClr val="accent1"/>
                </a:solidFill>
                <a:latin typeface="Play"/>
                <a:ea typeface="Play"/>
                <a:cs typeface="Play"/>
              </a:rPr>
              <a:t>«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0" name="Google Shape;130;p97">
            <a:extLst xmlns:a="http://schemas.openxmlformats.org/drawingml/2006/main">
              <a:ext uri="{FF2B5EF4-FFF2-40B4-BE49-F238E27FC236}">
                <a16:creationId xmlns:a16="http://schemas.microsoft.com/office/drawing/2014/main" id="{8E8A8C36-CADC-4791-85DA-649329EC477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671513" y="167981"/>
            <a:ext cx="10874375" cy="2414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91425" bIns="45700" anchor="t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pic>
        <p:nvPicPr>
          <p:cNvPr id="137" name="Google Shape;131;p9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c4cb80b32914b8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6.xml><?xml version="1.0" encoding="utf-8"?>
<p:sldLayout xmlns:p="http://schemas.openxmlformats.org/presentationml/2006/main" matchingName="2_Заголовок + текст в две колонки">
  <p:cSld name="2_Заголовок + текст в две колонки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3" name="Google Shape;133;p98">
            <a:extLst xmlns:a="http://schemas.openxmlformats.org/drawingml/2006/main">
              <a:ext uri="{FF2B5EF4-FFF2-40B4-BE49-F238E27FC236}">
                <a16:creationId xmlns:a16="http://schemas.microsoft.com/office/drawing/2014/main" id="{6F926339-12EB-42C5-8947-E4BFB43A33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4" y="1773238"/>
            <a:ext cx="5304365" cy="44275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34" name="Google Shape;134;p98">
            <a:extLst xmlns:a="http://schemas.openxmlformats.org/drawingml/2006/main">
              <a:ext uri="{FF2B5EF4-FFF2-40B4-BE49-F238E27FC236}">
                <a16:creationId xmlns:a16="http://schemas.microsoft.com/office/drawing/2014/main" id="{6D04C8A1-00DB-429F-B2D1-34276954D24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28824" y="1773239"/>
            <a:ext cx="5304364" cy="44275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35" name="Google Shape;135;p98">
            <a:extLst xmlns:a="http://schemas.openxmlformats.org/drawingml/2006/main">
              <a:ext uri="{FF2B5EF4-FFF2-40B4-BE49-F238E27FC236}">
                <a16:creationId xmlns:a16="http://schemas.microsoft.com/office/drawing/2014/main" id="{ED42AA21-62E7-4B80-8240-10BD33A8E3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40" name="Google Shape;136;p9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6b55a3c808e487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7.xml><?xml version="1.0" encoding="utf-8"?>
<p:sldLayout xmlns:p="http://schemas.openxmlformats.org/presentationml/2006/main" matchingName="Мокап телефона ">
  <p:cSld name="Мокап телефона 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8" name="Google Shape;138;p99">
            <a:extLst xmlns:a="http://schemas.openxmlformats.org/drawingml/2006/main">
              <a:ext uri="{FF2B5EF4-FFF2-40B4-BE49-F238E27FC236}">
                <a16:creationId xmlns:a16="http://schemas.microsoft.com/office/drawing/2014/main" id="{4AC1FEAC-B081-4F50-99A0-BDC8B01E43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671513" y="167981"/>
            <a:ext cx="10874375" cy="2414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91425" bIns="45700" anchor="t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39" name="Google Shape;139;p99">
            <a:extLst xmlns:a="http://schemas.openxmlformats.org/drawingml/2006/main">
              <a:ext uri="{FF2B5EF4-FFF2-40B4-BE49-F238E27FC236}">
                <a16:creationId xmlns:a16="http://schemas.microsoft.com/office/drawing/2014/main" id="{F6495DD6-FB0E-4431-BD2F-980A4D98B5A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4" y="2055970"/>
            <a:ext cx="5418666" cy="41448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0" name="Google Shape;140;p99">
            <a:extLst xmlns:a="http://schemas.openxmlformats.org/drawingml/2006/main">
              <a:ext uri="{FF2B5EF4-FFF2-40B4-BE49-F238E27FC236}">
                <a16:creationId xmlns:a16="http://schemas.microsoft.com/office/drawing/2014/main" id="{C9B604BA-D7BA-4ADB-ADE4-23F75C2CA4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5418666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48" name="Google Shape;141;p9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66b5e23d8854fe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582421" y="452282"/>
            <a:ext cx="3174791" cy="599138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2" name="Google Shape;142;p99">
            <a:extLst xmlns:a="http://schemas.openxmlformats.org/drawingml/2006/main">
              <a:ext uri="{FF2B5EF4-FFF2-40B4-BE49-F238E27FC236}">
                <a16:creationId xmlns:a16="http://schemas.microsoft.com/office/drawing/2014/main" id="{1AD45DC5-858E-42ED-98AD-78E2A159AE42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951157" y="814745"/>
            <a:ext cx="2430752" cy="526077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</p:sp>
      <p:pic>
        <p:nvPicPr>
          <p:cNvPr id="150" name="Google Shape;143;p9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212643d406d4cf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8.xml><?xml version="1.0" encoding="utf-8"?>
<p:sldLayout xmlns:p="http://schemas.openxmlformats.org/presentationml/2006/main" matchingName="Заголовок + скриншот (1)">
  <p:cSld name="Заголовок + скриншот (1)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5" name="Google Shape;145;p100">
            <a:extLst xmlns:a="http://schemas.openxmlformats.org/drawingml/2006/main">
              <a:ext uri="{FF2B5EF4-FFF2-40B4-BE49-F238E27FC236}">
                <a16:creationId xmlns:a16="http://schemas.microsoft.com/office/drawing/2014/main" id="{CA79422D-1307-494A-BD33-B80817995B6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0" y="692150"/>
            <a:ext cx="5437187" cy="550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6" name="Google Shape;146;p100">
            <a:extLst xmlns:a="http://schemas.openxmlformats.org/drawingml/2006/main">
              <a:ext uri="{FF2B5EF4-FFF2-40B4-BE49-F238E27FC236}">
                <a16:creationId xmlns:a16="http://schemas.microsoft.com/office/drawing/2014/main" id="{7AC54B3C-B24C-463A-95DC-2E0203D4AB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4663017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7" name="Google Shape;147;p100">
            <a:extLst xmlns:a="http://schemas.openxmlformats.org/drawingml/2006/main">
              <a:ext uri="{FF2B5EF4-FFF2-40B4-BE49-F238E27FC236}">
                <a16:creationId xmlns:a16="http://schemas.microsoft.com/office/drawing/2014/main" id="{C50FCC27-6519-448D-9C33-AAFA2542A5C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71514" y="2018599"/>
            <a:ext cx="4649786" cy="4182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52" name="Google Shape;148;p10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addb96272d9473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9.xml><?xml version="1.0" encoding="utf-8"?>
<p:sldLayout xmlns:p="http://schemas.openxmlformats.org/presentationml/2006/main" matchingName="Паттерн + фото">
  <p:cSld name="Паттерн + фото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0" name="Google Shape;150;p101">
            <a:extLst xmlns:a="http://schemas.openxmlformats.org/drawingml/2006/main">
              <a:ext uri="{FF2B5EF4-FFF2-40B4-BE49-F238E27FC236}">
                <a16:creationId xmlns:a16="http://schemas.microsoft.com/office/drawing/2014/main" id="{5471E9A2-80B9-462F-B760-04B2D634E16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4" y="2558715"/>
            <a:ext cx="4165182" cy="36420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1" name="Google Shape;151;p101">
            <a:extLst xmlns:a="http://schemas.openxmlformats.org/drawingml/2006/main">
              <a:ext uri="{FF2B5EF4-FFF2-40B4-BE49-F238E27FC236}">
                <a16:creationId xmlns:a16="http://schemas.microsoft.com/office/drawing/2014/main" id="{9CD6165F-C490-4F66-AF40-D98FCAD025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49"/>
            <a:ext cx="3180792" cy="13487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56" name="Google Shape;152;p10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613c3d7a8354719">
            <a:alphaModFix/>
          </a:blip>
          <a:srcRect xmlns:a="http://schemas.openxmlformats.org/drawingml/2006/main" l="621" t="0" r="0" b="39"/>
          <a:stretch xmlns:a="http://schemas.openxmlformats.org/drawingml/2006/main"/>
        </p:blipFill>
        <p:spPr>
          <a:xfrm xmlns:a="http://schemas.openxmlformats.org/drawingml/2006/main">
            <a:off x="5335631" y="0"/>
            <a:ext cx="6872200" cy="6855356"/>
          </a:xfrm>
          <a:ln xmlns:a="http://schemas.openxmlformats.org/drawingml/2006/main">
            <a:noFill/>
          </a:ln>
        </p:spPr>
      </p:pic>
      <p:pic>
        <p:nvPicPr>
          <p:cNvPr id="157" name="Google Shape;153;p10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9571408b532430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0.xml><?xml version="1.0" encoding="utf-8"?>
<p:sldLayout xmlns:p="http://schemas.openxmlformats.org/presentationml/2006/main" matchingName="1_Паттерн + фото">
  <p:cSld name="1_Паттерн + фото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5" name="Google Shape;155;p102">
            <a:extLst xmlns:a="http://schemas.openxmlformats.org/drawingml/2006/main">
              <a:ext uri="{FF2B5EF4-FFF2-40B4-BE49-F238E27FC236}">
                <a16:creationId xmlns:a16="http://schemas.microsoft.com/office/drawing/2014/main" id="{C8067CA2-FFCD-44CA-8E6D-94FD5377A7D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4" y="2558715"/>
            <a:ext cx="4165182" cy="36420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6" name="Google Shape;156;p102">
            <a:extLst xmlns:a="http://schemas.openxmlformats.org/drawingml/2006/main">
              <a:ext uri="{FF2B5EF4-FFF2-40B4-BE49-F238E27FC236}">
                <a16:creationId xmlns:a16="http://schemas.microsoft.com/office/drawing/2014/main" id="{FBE568C5-F113-4EFD-9E76-7C5FA966AC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49"/>
            <a:ext cx="3180792" cy="13487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61" name="Google Shape;157;p10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70f199421a542d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333139" y="0"/>
            <a:ext cx="6858000" cy="6858000"/>
          </a:xfrm>
          <a:ln xmlns:a="http://schemas.openxmlformats.org/drawingml/2006/main">
            <a:noFill/>
          </a:ln>
        </p:spPr>
      </p:pic>
      <p:pic>
        <p:nvPicPr>
          <p:cNvPr id="162" name="Google Shape;158;p10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4de1c580ac8428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1.xml><?xml version="1.0" encoding="utf-8"?>
<p:sldLayout xmlns:p="http://schemas.openxmlformats.org/presentationml/2006/main" matchingName="Финальный с QR + подпись">
  <p:cSld name="Финальный с QR + подпись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6" name="Google Shape;160;p10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e544428237144a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23251" y="692149"/>
            <a:ext cx="6168749" cy="616874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61" name="Google Shape;161;p103">
            <a:extLst xmlns:a="http://schemas.openxmlformats.org/drawingml/2006/main">
              <a:ext uri="{FF2B5EF4-FFF2-40B4-BE49-F238E27FC236}">
                <a16:creationId xmlns:a16="http://schemas.microsoft.com/office/drawing/2014/main" id="{7D8C5480-E819-454C-A730-5A16C2EB38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0713" y="2483712"/>
            <a:ext cx="5475287" cy="1477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2" name="Google Shape;162;p103">
            <a:extLst xmlns:a="http://schemas.openxmlformats.org/drawingml/2006/main">
              <a:ext uri="{FF2B5EF4-FFF2-40B4-BE49-F238E27FC236}">
                <a16:creationId xmlns:a16="http://schemas.microsoft.com/office/drawing/2014/main" id="{5C929561-49EF-410E-BD09-F320494EF93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58813" y="692150"/>
            <a:ext cx="1081088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163" name="Google Shape;163;p103">
            <a:extLst xmlns:a="http://schemas.openxmlformats.org/drawingml/2006/main">
              <a:ext uri="{FF2B5EF4-FFF2-40B4-BE49-F238E27FC236}">
                <a16:creationId xmlns:a16="http://schemas.microsoft.com/office/drawing/2014/main" id="{673C4A70-C520-4B57-9CB3-03F7A34B71E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161565"/>
            <a:ext cx="5437187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70" name="Google Shape;164;p10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bc701036ecf479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711140"/>
            <a:ext cx="2772297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2.xml><?xml version="1.0" encoding="utf-8"?>
<p:sldLayout xmlns:p="http://schemas.openxmlformats.org/presentationml/2006/main" matchingName="3_Финальный с QR + подпись">
  <p:cSld name="3_Финальный с QR + подпись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6" name="Google Shape;166;p104">
            <a:extLst xmlns:a="http://schemas.openxmlformats.org/drawingml/2006/main">
              <a:ext uri="{FF2B5EF4-FFF2-40B4-BE49-F238E27FC236}">
                <a16:creationId xmlns:a16="http://schemas.microsoft.com/office/drawing/2014/main" id="{524DE69F-1E10-41EF-93D4-F9DF10B1D1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0713" y="2483712"/>
            <a:ext cx="5475287" cy="1477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7" name="Google Shape;167;p104">
            <a:extLst xmlns:a="http://schemas.openxmlformats.org/drawingml/2006/main">
              <a:ext uri="{FF2B5EF4-FFF2-40B4-BE49-F238E27FC236}">
                <a16:creationId xmlns:a16="http://schemas.microsoft.com/office/drawing/2014/main" id="{24F607A9-7E0A-4506-A779-2D6D74252D8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58813" y="692150"/>
            <a:ext cx="1081088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168" name="Google Shape;168;p104">
            <a:extLst xmlns:a="http://schemas.openxmlformats.org/drawingml/2006/main">
              <a:ext uri="{FF2B5EF4-FFF2-40B4-BE49-F238E27FC236}">
                <a16:creationId xmlns:a16="http://schemas.microsoft.com/office/drawing/2014/main" id="{3C7D7B5B-F293-45C3-990C-C62A525176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161565"/>
            <a:ext cx="5437187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74" name="Google Shape;169;p10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2df765f845244a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711140"/>
            <a:ext cx="2772297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5" name="Google Shape;170;p10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75942d3eea64a0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794220" y="0"/>
            <a:ext cx="339778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3.xml><?xml version="1.0" encoding="utf-8"?>
<p:sldLayout xmlns:p="http://schemas.openxmlformats.org/presentationml/2006/main" matchingName="Пользовательский макет">
  <p:cSld name="Пользовательский макет">
    <p:bg>
      <p:bgPr>
        <a:solidFill xmlns:a="http://schemas.openxmlformats.org/drawingml/2006/main">
          <a:schemeClr val="dk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2" name="Google Shape;172;p105">
            <a:extLst xmlns:a="http://schemas.openxmlformats.org/drawingml/2006/main">
              <a:ext uri="{FF2B5EF4-FFF2-40B4-BE49-F238E27FC236}">
                <a16:creationId xmlns:a16="http://schemas.microsoft.com/office/drawing/2014/main" id="{16C1C66B-93F8-4DAF-B875-6D64C072F1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3" name="Google Shape;173;p105">
            <a:extLst xmlns:a="http://schemas.openxmlformats.org/drawingml/2006/main">
              <a:ext uri="{FF2B5EF4-FFF2-40B4-BE49-F238E27FC236}">
                <a16:creationId xmlns:a16="http://schemas.microsoft.com/office/drawing/2014/main" id="{9871BC82-2361-483B-B9A1-D0B1CD88EE8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3" y="1773238"/>
            <a:ext cx="10861675" cy="44640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200"/>
              <a:buChar char="−"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77" name="Google Shape;174;p10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e34e54fb55e4cf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4" y="5882757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4.xml><?xml version="1.0" encoding="utf-8"?>
<p:sldLayout xmlns:p="http://schemas.openxmlformats.org/presentationml/2006/main" matchingName="1_Титульный слайд раздела">
  <p:cSld name="1_Титульный слайд раздела">
    <p:bg>
      <p:bgPr>
        <a:solidFill xmlns:a="http://schemas.openxmlformats.org/drawingml/2006/main">
          <a:schemeClr val="dk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" name="Google Shape;176;p92">
            <a:extLst xmlns:a="http://schemas.openxmlformats.org/drawingml/2006/main">
              <a:ext uri="{FF2B5EF4-FFF2-40B4-BE49-F238E27FC236}">
                <a16:creationId xmlns:a16="http://schemas.microsoft.com/office/drawing/2014/main" id="{C8A6A4FA-61DA-4770-A57D-3886E106A1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3172" y="692150"/>
            <a:ext cx="4621372" cy="11818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80" name="Google Shape;177;p9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e3433a709a54e1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33225" y="699157"/>
            <a:ext cx="6166658" cy="616665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81" name="Google Shape;178;p9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cc64b12b8d045a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4" y="5882757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5.xml><?xml version="1.0" encoding="utf-8"?>
<p:sldLayout xmlns:p="http://schemas.openxmlformats.org/presentationml/2006/main" matchingName="3_Титульный слайд раздела">
  <p:cSld name="3_Титульный слайд раздела">
    <p:bg>
      <p:bgPr>
        <a:solidFill xmlns:a="http://schemas.openxmlformats.org/drawingml/2006/main">
          <a:schemeClr val="dk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0" name="Google Shape;180;p83">
            <a:extLst xmlns:a="http://schemas.openxmlformats.org/drawingml/2006/main">
              <a:ext uri="{FF2B5EF4-FFF2-40B4-BE49-F238E27FC236}">
                <a16:creationId xmlns:a16="http://schemas.microsoft.com/office/drawing/2014/main" id="{FA301F0C-38F8-46AF-977D-B057D8EE07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3172" y="692150"/>
            <a:ext cx="4621372" cy="11818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84" name="Google Shape;181;p8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835e54c68bc455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807980" y="0"/>
            <a:ext cx="3394294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85" name="Google Shape;182;p8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74f09c5e664404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4" y="5882757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6.xml><?xml version="1.0" encoding="utf-8"?>
<p:sldLayout xmlns:p="http://schemas.openxmlformats.org/presentationml/2006/main" matchingName="Заголовок + объект">
  <p:cSld name="Заголовок + объект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4" name="Google Shape;184;p106">
            <a:extLst xmlns:a="http://schemas.openxmlformats.org/drawingml/2006/main">
              <a:ext uri="{FF2B5EF4-FFF2-40B4-BE49-F238E27FC236}">
                <a16:creationId xmlns:a16="http://schemas.microsoft.com/office/drawing/2014/main" id="{F0A4ACF4-976C-475F-B52C-FB6E68E95ED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1773238"/>
            <a:ext cx="10874375" cy="44479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85" name="Google Shape;185;p106">
            <a:extLst xmlns:a="http://schemas.openxmlformats.org/drawingml/2006/main">
              <a:ext uri="{FF2B5EF4-FFF2-40B4-BE49-F238E27FC236}">
                <a16:creationId xmlns:a16="http://schemas.microsoft.com/office/drawing/2014/main" id="{D5BDF457-FF66-4059-ACB5-1C50CBA8A48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89" name="Google Shape;186;p10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3325548a4464a6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7.xml><?xml version="1.0" encoding="utf-8"?>
<p:sldLayout xmlns:p="http://schemas.openxmlformats.org/presentationml/2006/main" matchingName="Заголовок + 2 объекта">
  <p:cSld name="Заголовок + 2 объекта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8" name="Google Shape;188;p107">
            <a:extLst xmlns:a="http://schemas.openxmlformats.org/drawingml/2006/main">
              <a:ext uri="{FF2B5EF4-FFF2-40B4-BE49-F238E27FC236}">
                <a16:creationId xmlns:a16="http://schemas.microsoft.com/office/drawing/2014/main" id="{DC25AE3B-EB1E-4773-B9FB-98631CD02E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4" y="1773238"/>
            <a:ext cx="5317065" cy="44275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89" name="Google Shape;189;p107">
            <a:extLst xmlns:a="http://schemas.openxmlformats.org/drawingml/2006/main">
              <a:ext uri="{FF2B5EF4-FFF2-40B4-BE49-F238E27FC236}">
                <a16:creationId xmlns:a16="http://schemas.microsoft.com/office/drawing/2014/main" id="{4E983CF9-795C-43D4-AAC1-41D5D21F7F0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97604" y="1773238"/>
            <a:ext cx="5317062" cy="44275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90" name="Google Shape;190;p107">
            <a:extLst xmlns:a="http://schemas.openxmlformats.org/drawingml/2006/main">
              <a:ext uri="{FF2B5EF4-FFF2-40B4-BE49-F238E27FC236}">
                <a16:creationId xmlns:a16="http://schemas.microsoft.com/office/drawing/2014/main" id="{28FE24F1-0910-418D-83E9-8F3BBFBBEE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195" name="Google Shape;191;p10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ca291962180465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8.xml><?xml version="1.0" encoding="utf-8"?>
<p:sldLayout xmlns:p="http://schemas.openxmlformats.org/presentationml/2006/main" matchingName="1 фото">
  <p:cSld name="1 фото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3" name="Google Shape;193;p108">
            <a:extLst xmlns:a="http://schemas.openxmlformats.org/drawingml/2006/main">
              <a:ext uri="{FF2B5EF4-FFF2-40B4-BE49-F238E27FC236}">
                <a16:creationId xmlns:a16="http://schemas.microsoft.com/office/drawing/2014/main" id="{70CC19AE-046F-48B9-B5E0-DDCDA6A36E0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096000" y="0"/>
            <a:ext cx="609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</p:sp>
      <p:sp>
        <p:nvSpPr>
          <p:cNvPr id="194" name="Google Shape;194;p108">
            <a:extLst xmlns:a="http://schemas.openxmlformats.org/drawingml/2006/main">
              <a:ext uri="{FF2B5EF4-FFF2-40B4-BE49-F238E27FC236}">
                <a16:creationId xmlns:a16="http://schemas.microsoft.com/office/drawing/2014/main" id="{FE1A0DA6-4060-4A33-BFB6-E98C41E992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4663017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95" name="Google Shape;195;p108">
            <a:extLst xmlns:a="http://schemas.openxmlformats.org/drawingml/2006/main">
              <a:ext uri="{FF2B5EF4-FFF2-40B4-BE49-F238E27FC236}">
                <a16:creationId xmlns:a16="http://schemas.microsoft.com/office/drawing/2014/main" id="{3A3D85B0-0238-4A5A-A800-79534CF13C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4" y="2018599"/>
            <a:ext cx="4649786" cy="4182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200" name="Google Shape;196;p10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47d0a6a33b745d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9.xml><?xml version="1.0" encoding="utf-8"?>
<p:sldLayout xmlns:p="http://schemas.openxmlformats.org/presentationml/2006/main" matchingName="1_1 фото">
  <p:cSld name="1_1 фото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8" name="Google Shape;198;p109">
            <a:extLst xmlns:a="http://schemas.openxmlformats.org/drawingml/2006/main">
              <a:ext uri="{FF2B5EF4-FFF2-40B4-BE49-F238E27FC236}">
                <a16:creationId xmlns:a16="http://schemas.microsoft.com/office/drawing/2014/main" id="{26F74FFF-F294-42A7-AD19-F8CC6BAD103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0" y="0"/>
            <a:ext cx="609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</p:sp>
      <p:sp>
        <p:nvSpPr>
          <p:cNvPr id="199" name="Google Shape;199;p109">
            <a:extLst xmlns:a="http://schemas.openxmlformats.org/drawingml/2006/main">
              <a:ext uri="{FF2B5EF4-FFF2-40B4-BE49-F238E27FC236}">
                <a16:creationId xmlns:a16="http://schemas.microsoft.com/office/drawing/2014/main" id="{DB3F14BA-34B2-485B-9159-686EAE4498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70171" y="692150"/>
            <a:ext cx="4663017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00" name="Google Shape;200;p109">
            <a:extLst xmlns:a="http://schemas.openxmlformats.org/drawingml/2006/main">
              <a:ext uri="{FF2B5EF4-FFF2-40B4-BE49-F238E27FC236}">
                <a16:creationId xmlns:a16="http://schemas.microsoft.com/office/drawing/2014/main" id="{B701EBD2-6AEF-4DCB-B022-B141B92E96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64351" y="2018599"/>
            <a:ext cx="4649786" cy="4182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30.xml><?xml version="1.0" encoding="utf-8"?>
<p:sldLayout xmlns:p="http://schemas.openxmlformats.org/presentationml/2006/main" matchingName="1 фото + подпись">
  <p:cSld name="1 фото + подпись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2" name="Google Shape;202;p110">
            <a:extLst xmlns:a="http://schemas.openxmlformats.org/drawingml/2006/main">
              <a:ext uri="{FF2B5EF4-FFF2-40B4-BE49-F238E27FC236}">
                <a16:creationId xmlns:a16="http://schemas.microsoft.com/office/drawing/2014/main" id="{29672AEE-A0E9-4469-A6BD-81D93263B33D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096000" y="692151"/>
            <a:ext cx="5437188" cy="4182176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</p:sp>
      <p:sp>
        <p:nvSpPr>
          <p:cNvPr id="203" name="Google Shape;203;p110">
            <a:extLst xmlns:a="http://schemas.openxmlformats.org/drawingml/2006/main">
              <a:ext uri="{FF2B5EF4-FFF2-40B4-BE49-F238E27FC236}">
                <a16:creationId xmlns:a16="http://schemas.microsoft.com/office/drawing/2014/main" id="{29AFBD2A-E243-4CF1-84CE-50A5A04818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0" y="5147214"/>
            <a:ext cx="5449888" cy="3528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04" name="Google Shape;204;p110">
            <a:extLst xmlns:a="http://schemas.openxmlformats.org/drawingml/2006/main">
              <a:ext uri="{FF2B5EF4-FFF2-40B4-BE49-F238E27FC236}">
                <a16:creationId xmlns:a16="http://schemas.microsoft.com/office/drawing/2014/main" id="{CAA6A705-C05A-4FD8-AB1D-2A08163068B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96000" y="5553075"/>
            <a:ext cx="5449888" cy="6842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05" name="Google Shape;205;p110">
            <a:extLst xmlns:a="http://schemas.openxmlformats.org/drawingml/2006/main">
              <a:ext uri="{FF2B5EF4-FFF2-40B4-BE49-F238E27FC236}">
                <a16:creationId xmlns:a16="http://schemas.microsoft.com/office/drawing/2014/main" id="{607A73AA-2F64-4E5F-9FD8-5EB4F6C0C13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4663017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06" name="Google Shape;206;p110">
            <a:extLst xmlns:a="http://schemas.openxmlformats.org/drawingml/2006/main">
              <a:ext uri="{FF2B5EF4-FFF2-40B4-BE49-F238E27FC236}">
                <a16:creationId xmlns:a16="http://schemas.microsoft.com/office/drawing/2014/main" id="{DC103317-2929-4490-9E99-9918799415D6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71514" y="2018599"/>
            <a:ext cx="4649786" cy="4182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pic>
        <p:nvPicPr>
          <p:cNvPr id="213" name="Google Shape;207;p1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b8a98a60a56466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7ae87b131ac4163" /><Relationship Type="http://schemas.openxmlformats.org/officeDocument/2006/relationships/slideLayout" Target="/ppt/slideLayouts/slideLayout1.xml" Id="Rca7296e795f74d66" /><Relationship Type="http://schemas.openxmlformats.org/officeDocument/2006/relationships/slideLayout" Target="/ppt/slideLayouts/slideLayout2.xml" Id="R1d41c49e9745461b" /><Relationship Type="http://schemas.openxmlformats.org/officeDocument/2006/relationships/slideLayout" Target="/ppt/slideLayouts/slideLayout3.xml" Id="Rbb65e731b3e04755" /><Relationship Type="http://schemas.openxmlformats.org/officeDocument/2006/relationships/slideLayout" Target="/ppt/slideLayouts/slideLayout4.xml" Id="Re918be72b3f34414" /><Relationship Type="http://schemas.openxmlformats.org/officeDocument/2006/relationships/slideLayout" Target="/ppt/slideLayouts/slideLayout5.xml" Id="Rac7cc9b31343425f" /><Relationship Type="http://schemas.openxmlformats.org/officeDocument/2006/relationships/slideLayout" Target="/ppt/slideLayouts/slideLayout6.xml" Id="Rda48a0b823f64bc8" /><Relationship Type="http://schemas.openxmlformats.org/officeDocument/2006/relationships/slideLayout" Target="/ppt/slideLayouts/slideLayout7.xml" Id="Rb76a9fad6037403b" /><Relationship Type="http://schemas.openxmlformats.org/officeDocument/2006/relationships/slideLayout" Target="/ppt/slideLayouts/slideLayout8.xml" Id="Raf42fc4e43a14442" /><Relationship Type="http://schemas.openxmlformats.org/officeDocument/2006/relationships/slideLayout" Target="/ppt/slideLayouts/slideLayout9.xml" Id="R1acfd64ede854ec4" /><Relationship Type="http://schemas.openxmlformats.org/officeDocument/2006/relationships/slideLayout" Target="/ppt/slideLayouts/slideLayout10.xml" Id="Re469efbb71cb46d4" /><Relationship Type="http://schemas.openxmlformats.org/officeDocument/2006/relationships/slideLayout" Target="/ppt/slideLayouts/slideLayout11.xml" Id="R91589edd68d44722" /><Relationship Type="http://schemas.openxmlformats.org/officeDocument/2006/relationships/slideLayout" Target="/ppt/slideLayouts/slideLayout12.xml" Id="R313d16d90e0a43d5" /><Relationship Type="http://schemas.openxmlformats.org/officeDocument/2006/relationships/slideLayout" Target="/ppt/slideLayouts/slideLayout13.xml" Id="R1225bc14455d4145" /><Relationship Type="http://schemas.openxmlformats.org/officeDocument/2006/relationships/slideLayout" Target="/ppt/slideLayouts/slideLayout14.xml" Id="Rf44525b9c3d44861" /><Relationship Type="http://schemas.openxmlformats.org/officeDocument/2006/relationships/slideLayout" Target="/ppt/slideLayouts/slideLayout15.xml" Id="Rea06a6b5e68748a0" /><Relationship Type="http://schemas.openxmlformats.org/officeDocument/2006/relationships/slideLayout" Target="/ppt/slideLayouts/slideLayout16.xml" Id="R706dab76738d451a" /><Relationship Type="http://schemas.openxmlformats.org/officeDocument/2006/relationships/slideLayout" Target="/ppt/slideLayouts/slideLayout17.xml" Id="R5908cbc1d59147a6" /><Relationship Type="http://schemas.openxmlformats.org/officeDocument/2006/relationships/slideLayout" Target="/ppt/slideLayouts/slideLayout18.xml" Id="Rb1261d53961a46ac" /><Relationship Type="http://schemas.openxmlformats.org/officeDocument/2006/relationships/slideLayout" Target="/ppt/slideLayouts/slideLayout19.xml" Id="Rf0b6ca0eeea44b60" /><Relationship Type="http://schemas.openxmlformats.org/officeDocument/2006/relationships/slideLayout" Target="/ppt/slideLayouts/slideLayout20.xml" Id="R39ef61ad65fc4965" /><Relationship Type="http://schemas.openxmlformats.org/officeDocument/2006/relationships/slideLayout" Target="/ppt/slideLayouts/slideLayout21.xml" Id="Rd1ea4be184464475" /><Relationship Type="http://schemas.openxmlformats.org/officeDocument/2006/relationships/slideLayout" Target="/ppt/slideLayouts/slideLayout22.xml" Id="R776d5072a8df4175" /><Relationship Type="http://schemas.openxmlformats.org/officeDocument/2006/relationships/slideLayout" Target="/ppt/slideLayouts/slideLayout23.xml" Id="R7a62f3149ee24739" /><Relationship Type="http://schemas.openxmlformats.org/officeDocument/2006/relationships/slideLayout" Target="/ppt/slideLayouts/slideLayout24.xml" Id="R56a054d062fb43d9" /><Relationship Type="http://schemas.openxmlformats.org/officeDocument/2006/relationships/slideLayout" Target="/ppt/slideLayouts/slideLayout25.xml" Id="R3a7a3e6e2cdb4f50" /><Relationship Type="http://schemas.openxmlformats.org/officeDocument/2006/relationships/slideLayout" Target="/ppt/slideLayouts/slideLayout26.xml" Id="R5281171aa83f4e6f" /><Relationship Type="http://schemas.openxmlformats.org/officeDocument/2006/relationships/slideLayout" Target="/ppt/slideLayouts/slideLayout27.xml" Id="R8e627061e2ef41c9" /><Relationship Type="http://schemas.openxmlformats.org/officeDocument/2006/relationships/slideLayout" Target="/ppt/slideLayouts/slideLayout28.xml" Id="Ra9844d1c9d4a4089" /><Relationship Type="http://schemas.openxmlformats.org/officeDocument/2006/relationships/slideLayout" Target="/ppt/slideLayouts/slideLayout29.xml" Id="R4091ee264c524d95" /><Relationship Type="http://schemas.openxmlformats.org/officeDocument/2006/relationships/slideLayout" Target="/ppt/slideLayouts/slideLayout30.xml" Id="R32c69bc66e264c62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77">
            <a:extLst xmlns:a="http://schemas.openxmlformats.org/drawingml/2006/main">
              <a:ext uri="{FF2B5EF4-FFF2-40B4-BE49-F238E27FC236}">
                <a16:creationId xmlns:a16="http://schemas.microsoft.com/office/drawing/2014/main" id="{74FD687B-266B-42B2-B8F1-378A038C66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sz="36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" name="Google Shape;11;p77">
            <a:extLst xmlns:a="http://schemas.openxmlformats.org/drawingml/2006/main">
              <a:ext uri="{FF2B5EF4-FFF2-40B4-BE49-F238E27FC236}">
                <a16:creationId xmlns:a16="http://schemas.microsoft.com/office/drawing/2014/main" id="{FBD5A2A7-7754-4B3F-ADCC-EEE3F350E2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1773238"/>
            <a:ext cx="10855852" cy="367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marR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 marL="914400" marR="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sz="14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defRPr>
            </a:lvl2pPr>
            <a:lvl3pPr marL="1371600" marR="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sz="1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cxnSp>
        <p:nvCxnSpPr>
          <p:cNvPr id="254" name="Google Shape;13;p77"/>
          <p:cNvCxnSpPr/>
          <p:nvPr/>
        </p:nvCxnSpPr>
        <p:spPr>
          <a:xfrm xmlns:a="http://schemas.openxmlformats.org/drawingml/2006/main">
            <a:off x="0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55" name="Google Shape;14;p77"/>
          <p:cNvCxnSpPr/>
          <p:nvPr/>
        </p:nvCxnSpPr>
        <p:spPr>
          <a:xfrm xmlns:a="http://schemas.openxmlformats.org/drawingml/2006/main">
            <a:off x="677119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56" name="Google Shape;15;p77"/>
          <p:cNvCxnSpPr/>
          <p:nvPr/>
        </p:nvCxnSpPr>
        <p:spPr>
          <a:xfrm xmlns:a="http://schemas.openxmlformats.org/drawingml/2006/main">
            <a:off x="1354238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57" name="Google Shape;16;p77"/>
          <p:cNvCxnSpPr/>
          <p:nvPr/>
        </p:nvCxnSpPr>
        <p:spPr>
          <a:xfrm xmlns:a="http://schemas.openxmlformats.org/drawingml/2006/main">
            <a:off x="2031357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58" name="Google Shape;17;p77"/>
          <p:cNvCxnSpPr/>
          <p:nvPr/>
        </p:nvCxnSpPr>
        <p:spPr>
          <a:xfrm xmlns:a="http://schemas.openxmlformats.org/drawingml/2006/main">
            <a:off x="2708476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59" name="Google Shape;18;p77"/>
          <p:cNvCxnSpPr/>
          <p:nvPr/>
        </p:nvCxnSpPr>
        <p:spPr>
          <a:xfrm xmlns:a="http://schemas.openxmlformats.org/drawingml/2006/main">
            <a:off x="3385595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0" name="Google Shape;19;p77"/>
          <p:cNvCxnSpPr/>
          <p:nvPr/>
        </p:nvCxnSpPr>
        <p:spPr>
          <a:xfrm xmlns:a="http://schemas.openxmlformats.org/drawingml/2006/main">
            <a:off x="4062714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1" name="Google Shape;20;p77"/>
          <p:cNvCxnSpPr/>
          <p:nvPr/>
        </p:nvCxnSpPr>
        <p:spPr>
          <a:xfrm xmlns:a="http://schemas.openxmlformats.org/drawingml/2006/main">
            <a:off x="4739833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2" name="Google Shape;21;p77"/>
          <p:cNvCxnSpPr/>
          <p:nvPr/>
        </p:nvCxnSpPr>
        <p:spPr>
          <a:xfrm xmlns:a="http://schemas.openxmlformats.org/drawingml/2006/main">
            <a:off x="5416952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3" name="Google Shape;22;p77"/>
          <p:cNvCxnSpPr/>
          <p:nvPr/>
        </p:nvCxnSpPr>
        <p:spPr>
          <a:xfrm xmlns:a="http://schemas.openxmlformats.org/drawingml/2006/main">
            <a:off x="6094071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4" name="Google Shape;23;p77"/>
          <p:cNvCxnSpPr/>
          <p:nvPr/>
        </p:nvCxnSpPr>
        <p:spPr>
          <a:xfrm xmlns:a="http://schemas.openxmlformats.org/drawingml/2006/main">
            <a:off x="6771190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5" name="Google Shape;24;p77"/>
          <p:cNvCxnSpPr/>
          <p:nvPr/>
        </p:nvCxnSpPr>
        <p:spPr>
          <a:xfrm xmlns:a="http://schemas.openxmlformats.org/drawingml/2006/main">
            <a:off x="7448309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6" name="Google Shape;25;p77"/>
          <p:cNvCxnSpPr/>
          <p:nvPr/>
        </p:nvCxnSpPr>
        <p:spPr>
          <a:xfrm xmlns:a="http://schemas.openxmlformats.org/drawingml/2006/main">
            <a:off x="8125428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7" name="Google Shape;26;p77"/>
          <p:cNvCxnSpPr/>
          <p:nvPr/>
        </p:nvCxnSpPr>
        <p:spPr>
          <a:xfrm xmlns:a="http://schemas.openxmlformats.org/drawingml/2006/main">
            <a:off x="8802547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8" name="Google Shape;27;p77"/>
          <p:cNvCxnSpPr/>
          <p:nvPr/>
        </p:nvCxnSpPr>
        <p:spPr>
          <a:xfrm xmlns:a="http://schemas.openxmlformats.org/drawingml/2006/main">
            <a:off x="9479666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9" name="Google Shape;28;p77"/>
          <p:cNvCxnSpPr/>
          <p:nvPr/>
        </p:nvCxnSpPr>
        <p:spPr>
          <a:xfrm xmlns:a="http://schemas.openxmlformats.org/drawingml/2006/main">
            <a:off x="10156785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0" name="Google Shape;29;p77"/>
          <p:cNvCxnSpPr/>
          <p:nvPr/>
        </p:nvCxnSpPr>
        <p:spPr>
          <a:xfrm xmlns:a="http://schemas.openxmlformats.org/drawingml/2006/main">
            <a:off x="10833904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1" name="Google Shape;30;p77"/>
          <p:cNvCxnSpPr/>
          <p:nvPr/>
        </p:nvCxnSpPr>
        <p:spPr>
          <a:xfrm xmlns:a="http://schemas.openxmlformats.org/drawingml/2006/main">
            <a:off x="11511023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2" name="Google Shape;31;p77"/>
          <p:cNvCxnSpPr/>
          <p:nvPr/>
        </p:nvCxnSpPr>
        <p:spPr>
          <a:xfrm xmlns:a="http://schemas.openxmlformats.org/drawingml/2006/main">
            <a:off x="12188148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3" name="Google Shape;33;p77"/>
          <p:cNvCxnSpPr/>
          <p:nvPr/>
        </p:nvCxnSpPr>
        <p:spPr>
          <a:xfrm xmlns:a="http://schemas.openxmlformats.org/drawingml/2006/main">
            <a:off x="-3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4" name="Google Shape;34;p77"/>
          <p:cNvCxnSpPr/>
          <p:nvPr/>
        </p:nvCxnSpPr>
        <p:spPr>
          <a:xfrm xmlns:a="http://schemas.openxmlformats.org/drawingml/2006/main">
            <a:off x="677116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5" name="Google Shape;35;p77"/>
          <p:cNvCxnSpPr/>
          <p:nvPr/>
        </p:nvCxnSpPr>
        <p:spPr>
          <a:xfrm xmlns:a="http://schemas.openxmlformats.org/drawingml/2006/main">
            <a:off x="1354235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6" name="Google Shape;36;p77"/>
          <p:cNvCxnSpPr/>
          <p:nvPr/>
        </p:nvCxnSpPr>
        <p:spPr>
          <a:xfrm xmlns:a="http://schemas.openxmlformats.org/drawingml/2006/main">
            <a:off x="2031354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7" name="Google Shape;37;p77"/>
          <p:cNvCxnSpPr/>
          <p:nvPr/>
        </p:nvCxnSpPr>
        <p:spPr>
          <a:xfrm xmlns:a="http://schemas.openxmlformats.org/drawingml/2006/main">
            <a:off x="2708473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8" name="Google Shape;38;p77"/>
          <p:cNvCxnSpPr/>
          <p:nvPr/>
        </p:nvCxnSpPr>
        <p:spPr>
          <a:xfrm xmlns:a="http://schemas.openxmlformats.org/drawingml/2006/main">
            <a:off x="3385592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9" name="Google Shape;39;p77"/>
          <p:cNvCxnSpPr/>
          <p:nvPr/>
        </p:nvCxnSpPr>
        <p:spPr>
          <a:xfrm xmlns:a="http://schemas.openxmlformats.org/drawingml/2006/main">
            <a:off x="4062711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0" name="Google Shape;40;p77"/>
          <p:cNvCxnSpPr/>
          <p:nvPr/>
        </p:nvCxnSpPr>
        <p:spPr>
          <a:xfrm xmlns:a="http://schemas.openxmlformats.org/drawingml/2006/main">
            <a:off x="4739830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1" name="Google Shape;41;p77"/>
          <p:cNvCxnSpPr/>
          <p:nvPr/>
        </p:nvCxnSpPr>
        <p:spPr>
          <a:xfrm xmlns:a="http://schemas.openxmlformats.org/drawingml/2006/main">
            <a:off x="5416949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2" name="Google Shape;42;p77"/>
          <p:cNvCxnSpPr/>
          <p:nvPr/>
        </p:nvCxnSpPr>
        <p:spPr>
          <a:xfrm xmlns:a="http://schemas.openxmlformats.org/drawingml/2006/main">
            <a:off x="6094068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3" name="Google Shape;43;p77"/>
          <p:cNvCxnSpPr/>
          <p:nvPr/>
        </p:nvCxnSpPr>
        <p:spPr>
          <a:xfrm xmlns:a="http://schemas.openxmlformats.org/drawingml/2006/main">
            <a:off x="6771187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4" name="Google Shape;44;p77"/>
          <p:cNvCxnSpPr/>
          <p:nvPr/>
        </p:nvCxnSpPr>
        <p:spPr>
          <a:xfrm xmlns:a="http://schemas.openxmlformats.org/drawingml/2006/main">
            <a:off x="7448306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5" name="Google Shape;45;p77"/>
          <p:cNvCxnSpPr/>
          <p:nvPr/>
        </p:nvCxnSpPr>
        <p:spPr>
          <a:xfrm xmlns:a="http://schemas.openxmlformats.org/drawingml/2006/main">
            <a:off x="8125425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6" name="Google Shape;46;p77"/>
          <p:cNvCxnSpPr/>
          <p:nvPr/>
        </p:nvCxnSpPr>
        <p:spPr>
          <a:xfrm xmlns:a="http://schemas.openxmlformats.org/drawingml/2006/main">
            <a:off x="8802544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7" name="Google Shape;47;p77"/>
          <p:cNvCxnSpPr/>
          <p:nvPr/>
        </p:nvCxnSpPr>
        <p:spPr>
          <a:xfrm xmlns:a="http://schemas.openxmlformats.org/drawingml/2006/main">
            <a:off x="9479663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8" name="Google Shape;48;p77"/>
          <p:cNvCxnSpPr/>
          <p:nvPr/>
        </p:nvCxnSpPr>
        <p:spPr>
          <a:xfrm xmlns:a="http://schemas.openxmlformats.org/drawingml/2006/main">
            <a:off x="10156782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9" name="Google Shape;49;p77"/>
          <p:cNvCxnSpPr/>
          <p:nvPr/>
        </p:nvCxnSpPr>
        <p:spPr>
          <a:xfrm xmlns:a="http://schemas.openxmlformats.org/drawingml/2006/main">
            <a:off x="10833901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90" name="Google Shape;50;p77"/>
          <p:cNvCxnSpPr/>
          <p:nvPr/>
        </p:nvCxnSpPr>
        <p:spPr>
          <a:xfrm xmlns:a="http://schemas.openxmlformats.org/drawingml/2006/main">
            <a:off x="11511020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91" name="Google Shape;51;p77"/>
          <p:cNvCxnSpPr/>
          <p:nvPr/>
        </p:nvCxnSpPr>
        <p:spPr>
          <a:xfrm xmlns:a="http://schemas.openxmlformats.org/drawingml/2006/main">
            <a:off x="12188145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a7296e795f74d66"/>
    <p:sldLayoutId xmlns:r="http://schemas.openxmlformats.org/officeDocument/2006/relationships" id="2147483650" r:id="R1d41c49e9745461b"/>
    <p:sldLayoutId xmlns:r="http://schemas.openxmlformats.org/officeDocument/2006/relationships" id="2147483651" r:id="Rbb65e731b3e04755"/>
    <p:sldLayoutId xmlns:r="http://schemas.openxmlformats.org/officeDocument/2006/relationships" id="2147483652" r:id="Re918be72b3f34414"/>
    <p:sldLayoutId xmlns:r="http://schemas.openxmlformats.org/officeDocument/2006/relationships" id="2147483653" r:id="Rac7cc9b31343425f"/>
    <p:sldLayoutId xmlns:r="http://schemas.openxmlformats.org/officeDocument/2006/relationships" id="2147483654" r:id="Rda48a0b823f64bc8"/>
    <p:sldLayoutId xmlns:r="http://schemas.openxmlformats.org/officeDocument/2006/relationships" id="2147483655" r:id="Rb76a9fad6037403b"/>
    <p:sldLayoutId xmlns:r="http://schemas.openxmlformats.org/officeDocument/2006/relationships" id="2147483656" r:id="Raf42fc4e43a14442"/>
    <p:sldLayoutId xmlns:r="http://schemas.openxmlformats.org/officeDocument/2006/relationships" id="2147483657" r:id="R1acfd64ede854ec4"/>
    <p:sldLayoutId xmlns:r="http://schemas.openxmlformats.org/officeDocument/2006/relationships" id="2147483658" r:id="Re469efbb71cb46d4"/>
    <p:sldLayoutId xmlns:r="http://schemas.openxmlformats.org/officeDocument/2006/relationships" id="2147483659" r:id="R91589edd68d44722"/>
    <p:sldLayoutId xmlns:r="http://schemas.openxmlformats.org/officeDocument/2006/relationships" id="2147483660" r:id="R313d16d90e0a43d5"/>
    <p:sldLayoutId xmlns:r="http://schemas.openxmlformats.org/officeDocument/2006/relationships" id="2147483661" r:id="R1225bc14455d4145"/>
    <p:sldLayoutId xmlns:r="http://schemas.openxmlformats.org/officeDocument/2006/relationships" id="2147483662" r:id="Rf44525b9c3d44861"/>
    <p:sldLayoutId xmlns:r="http://schemas.openxmlformats.org/officeDocument/2006/relationships" id="2147483663" r:id="Rea06a6b5e68748a0"/>
    <p:sldLayoutId xmlns:r="http://schemas.openxmlformats.org/officeDocument/2006/relationships" id="2147483664" r:id="R706dab76738d451a"/>
    <p:sldLayoutId xmlns:r="http://schemas.openxmlformats.org/officeDocument/2006/relationships" id="2147483665" r:id="R5908cbc1d59147a6"/>
    <p:sldLayoutId xmlns:r="http://schemas.openxmlformats.org/officeDocument/2006/relationships" id="2147483666" r:id="Rb1261d53961a46ac"/>
    <p:sldLayoutId xmlns:r="http://schemas.openxmlformats.org/officeDocument/2006/relationships" id="2147483667" r:id="Rf0b6ca0eeea44b60"/>
    <p:sldLayoutId xmlns:r="http://schemas.openxmlformats.org/officeDocument/2006/relationships" id="2147483668" r:id="R39ef61ad65fc4965"/>
    <p:sldLayoutId xmlns:r="http://schemas.openxmlformats.org/officeDocument/2006/relationships" id="2147483669" r:id="Rd1ea4be184464475"/>
    <p:sldLayoutId xmlns:r="http://schemas.openxmlformats.org/officeDocument/2006/relationships" id="2147483670" r:id="R776d5072a8df4175"/>
    <p:sldLayoutId xmlns:r="http://schemas.openxmlformats.org/officeDocument/2006/relationships" id="2147483671" r:id="R7a62f3149ee24739"/>
    <p:sldLayoutId xmlns:r="http://schemas.openxmlformats.org/officeDocument/2006/relationships" id="2147483672" r:id="R56a054d062fb43d9"/>
    <p:sldLayoutId xmlns:r="http://schemas.openxmlformats.org/officeDocument/2006/relationships" id="2147483673" r:id="R3a7a3e6e2cdb4f50"/>
    <p:sldLayoutId xmlns:r="http://schemas.openxmlformats.org/officeDocument/2006/relationships" id="2147483674" r:id="R5281171aa83f4e6f"/>
    <p:sldLayoutId xmlns:r="http://schemas.openxmlformats.org/officeDocument/2006/relationships" id="2147483675" r:id="R8e627061e2ef41c9"/>
    <p:sldLayoutId xmlns:r="http://schemas.openxmlformats.org/officeDocument/2006/relationships" id="2147483676" r:id="Ra9844d1c9d4a4089"/>
    <p:sldLayoutId xmlns:r="http://schemas.openxmlformats.org/officeDocument/2006/relationships" id="2147483677" r:id="R4091ee264c524d95"/>
    <p:sldLayoutId xmlns:r="http://schemas.openxmlformats.org/officeDocument/2006/relationships" id="2147483678" r:id="R32c69bc66e264c62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415">
          <p15:clr>
            <a:srgbClr xmlns:a="http://schemas.openxmlformats.org/drawingml/2006/main" val="FDE53C"/>
          </p15:clr>
        </p15:guide>
        <p15:guide id="2" pos="7265">
          <p15:clr>
            <a:srgbClr xmlns:a="http://schemas.openxmlformats.org/drawingml/2006/main" val="FDE53C"/>
          </p15:clr>
        </p15:guide>
        <p15:guide id="3" orient="horz" pos="3906">
          <p15:clr>
            <a:srgbClr xmlns:a="http://schemas.openxmlformats.org/drawingml/2006/main" val="FDE53C"/>
          </p15:clr>
        </p15:guide>
        <p15:guide id="4" pos="3840">
          <p15:clr>
            <a:srgbClr xmlns:a="http://schemas.openxmlformats.org/drawingml/2006/main" val="FDE53C"/>
          </p15:clr>
        </p15:guide>
        <p15:guide id="5" orient="horz" pos="436">
          <p15:clr>
            <a:srgbClr xmlns:a="http://schemas.openxmlformats.org/drawingml/2006/main" val="FDE53C"/>
          </p15:clr>
        </p15:guide>
        <p15:guide id="6" orient="horz" pos="1117">
          <p15:clr>
            <a:srgbClr xmlns:a="http://schemas.openxmlformats.org/drawingml/2006/main" val="FDE53C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K Educatio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7f0d6c0a122649a5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f2750202a49c47de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b190dd75f2694066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265cabec29044f79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3.xml" Id="R32d67eb7b7844081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1206a07069544c74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30308155d097423c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1154c409f01f469a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4b3227e419884c12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3.xml" Id="R71ad972fcacc4a9a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fefd0eb8523a4455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ee1abce59d994304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da513ab0dfe5434c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7.xml" Id="R5b5289defd9b4bd1" 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/ppt/slideLayouts/slideLayout3.xml" Id="R69b49cc6d04c4c66" 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617fb7ef4e6c44ef" 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148298b75a464d56" 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ea0863c57cd340f8" /></Relationships>
</file>

<file path=ppt/slides/_rels/slide19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75f5b1a2dd23452c" /></Relationships>
</file>

<file path=ppt/slides/_rels/slide20.xml.rels><?xml version='1.0' encoding='utf-8'?>
<Relationships xmlns="http://schemas.openxmlformats.org/package/2006/relationships"><Relationship Type="http://schemas.openxmlformats.org/officeDocument/2006/relationships/slideLayout" Target="/ppt/slideLayouts/slideLayout3.xml" Id="R2218b5ab45cc4f86" /></Relationships>
</file>

<file path=ppt/slides/_rels/slide21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f0e9d3ebc778421e" /></Relationships>
</file>

<file path=ppt/slides/_rels/slide22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5f4b6446fca8437d" /></Relationships>
</file>

<file path=ppt/slides/_rels/slide23.xml.rels><?xml version='1.0' encoding='utf-8'?>
<Relationships xmlns="http://schemas.openxmlformats.org/package/2006/relationships"><Relationship Type="http://schemas.openxmlformats.org/officeDocument/2006/relationships/slideLayout" Target="/ppt/slideLayouts/slideLayout7.xml" Id="Rb93a9810a69a4707" /></Relationships>
</file>

<file path=ppt/slides/_rels/slide24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dbe1a953d7cc4714" /></Relationships>
</file>

<file path=ppt/slides/_rels/slide25.xml.rels><?xml version='1.0' encoding='utf-8'?>
<Relationships xmlns="http://schemas.openxmlformats.org/package/2006/relationships"><Relationship Type="http://schemas.openxmlformats.org/officeDocument/2006/relationships/slideLayout" Target="/ppt/slideLayouts/slideLayout10.xml" Id="R6cc9d4ee00904c7b" /><Relationship Type="http://schemas.openxmlformats.org/officeDocument/2006/relationships/image" Target="/ppt/media/image16.png" Id="R1c9ddb1638144baf" /></Relationships>
</file>

<file path=ppt/slides/_rels/slide26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a211aa40edcc4066" /></Relationships>
</file>

<file path=ppt/slides/_rels/slide27.xml.rels><?xml version='1.0' encoding='utf-8'?>
<Relationships xmlns="http://schemas.openxmlformats.org/package/2006/relationships"><Relationship Type="http://schemas.openxmlformats.org/officeDocument/2006/relationships/slideLayout" Target="/ppt/slideLayouts/slideLayout5.xml" Id="R622d52c1af034d5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Google Shape;212;p1">
            <a:extLst xmlns:a="http://schemas.openxmlformats.org/drawingml/2006/main">
              <a:ext uri="{FF2B5EF4-FFF2-40B4-BE49-F238E27FC236}">
                <a16:creationId xmlns:a16="http://schemas.microsoft.com/office/drawing/2014/main" id="{6DAB6200-28FD-4292-8E33-D9F3B536AC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8825" y="3096450"/>
            <a:ext cx="6835800" cy="1316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sz="4800"/>
              <a:t>Контролируемое машинное обучение</a:t>
            </a:r>
          </a:p>
        </p:txBody>
      </p:sp>
    </p:spTree>
    <p:extLst>
      <p:ext uri="{BB962C8B-B14F-4D97-AF65-F5344CB8AC3E}">
        <p14:creationId xmlns:p14="http://schemas.microsoft.com/office/powerpoint/2010/main" val="6729083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2" name="Google Shape;242;g3f560cde4dd_1_26">
            <a:extLst xmlns:a="http://schemas.openxmlformats.org/drawingml/2006/main">
              <a:ext uri="{FF2B5EF4-FFF2-40B4-BE49-F238E27FC236}">
                <a16:creationId xmlns:a16="http://schemas.microsoft.com/office/drawing/2014/main" id="{D571C8D7-4B76-46BC-86FA-57584576A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000" y="2364498"/>
            <a:ext cx="10806000" cy="24168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2400" b="1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Мини-квиз: если contest считает MAE, зачем смотреть RMSE и MAPE?</a:t>
            </a:r>
            <a:endParaRPr sz="2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243" name="Google Shape;243;g3f560cde4dd_1_26">
            <a:extLst xmlns:a="http://schemas.openxmlformats.org/drawingml/2006/main">
              <a:ext uri="{FF2B5EF4-FFF2-40B4-BE49-F238E27FC236}">
                <a16:creationId xmlns:a16="http://schemas.microsoft.com/office/drawing/2014/main" id="{467E02FA-2267-4482-8405-36F995CA21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5" y="692150"/>
            <a:ext cx="8413200" cy="128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>
                <a:solidFill>
                  <a:schemeClr val="dk2"/>
                </a:solidFill>
              </a:rPr>
              <a:t>Связь с прошлым занятием</a:t>
            </a:r>
          </a:p>
        </p:txBody>
      </p:sp>
    </p:spTree>
    <p:extLst>
      <p:ext uri="{BB962C8B-B14F-4D97-AF65-F5344CB8AC3E}">
        <p14:creationId xmlns:p14="http://schemas.microsoft.com/office/powerpoint/2010/main" val="4018316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8" name="Google Shape;248;g3f560cde4dd_1_34">
            <a:extLst xmlns:a="http://schemas.openxmlformats.org/drawingml/2006/main">
              <a:ext uri="{FF2B5EF4-FFF2-40B4-BE49-F238E27FC236}">
                <a16:creationId xmlns:a16="http://schemas.microsoft.com/office/drawing/2014/main" id="{E029AE81-0D50-41D1-8772-C0A0866D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000" y="2364498"/>
            <a:ext cx="10806000" cy="24168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2400" b="1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Contest ранжирует по MAE — её и оптимизируем при сравнении решений.</a:t>
            </a:r>
            <a:endParaRPr sz="2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2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000" b="1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RMSE подсвечивает крупные промахи, MAPE — относительную ошибку: это диагностика, а не замена контракту.</a:t>
            </a:r>
            <a:endParaRPr sz="20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249" name="Google Shape;249;g3f560cde4dd_1_34">
            <a:extLst xmlns:a="http://schemas.openxmlformats.org/drawingml/2006/main">
              <a:ext uri="{FF2B5EF4-FFF2-40B4-BE49-F238E27FC236}">
                <a16:creationId xmlns:a16="http://schemas.microsoft.com/office/drawing/2014/main" id="{5125F934-E116-429C-A928-CE2F579EBA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5" y="692150"/>
            <a:ext cx="8413200" cy="128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>
                <a:solidFill>
                  <a:schemeClr val="dk2"/>
                </a:solidFill>
              </a:rPr>
              <a:t>Связь с прошлым занятием</a:t>
            </a:r>
          </a:p>
        </p:txBody>
      </p:sp>
    </p:spTree>
    <p:extLst>
      <p:ext uri="{BB962C8B-B14F-4D97-AF65-F5344CB8AC3E}">
        <p14:creationId xmlns:p14="http://schemas.microsoft.com/office/powerpoint/2010/main" val="4581725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9" name="Google Shape;259;g3f560cde4dd_1_45">
            <a:extLst xmlns:a="http://schemas.openxmlformats.org/drawingml/2006/main">
              <a:ext uri="{FF2B5EF4-FFF2-40B4-BE49-F238E27FC236}">
                <a16:creationId xmlns:a16="http://schemas.microsoft.com/office/drawing/2014/main" id="{DE5199BE-C948-4BC3-8A28-27B4DECB6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88" y="1449390"/>
            <a:ext cx="98814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Регрессия: задача и метрики</a:t>
            </a:r>
          </a:p>
        </p:txBody>
      </p:sp>
      <p:sp>
        <p:nvSpPr>
          <p:cNvPr id="260" name="Google Shape;260;g3f560cde4dd_1_45">
            <a:extLst xmlns:a="http://schemas.openxmlformats.org/drawingml/2006/main">
              <a:ext uri="{FF2B5EF4-FFF2-40B4-BE49-F238E27FC236}">
                <a16:creationId xmlns:a16="http://schemas.microsoft.com/office/drawing/2014/main" id="{4E0F5B67-797C-43F4-AB2A-0511841B0C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8825" y="590475"/>
            <a:ext cx="8457900" cy="690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>
                <a:solidFill>
                  <a:schemeClr val="dk2"/>
                </a:solidFill>
              </a:rPr>
              <a:t>Сегодня на занятии</a:t>
            </a:r>
          </a:p>
        </p:txBody>
      </p:sp>
      <p:sp>
        <p:nvSpPr>
          <p:cNvPr id="261" name="Google Shape;261;g3f560cde4dd_1_45">
            <a:extLst xmlns:a="http://schemas.openxmlformats.org/drawingml/2006/main">
              <a:ext uri="{FF2B5EF4-FFF2-40B4-BE49-F238E27FC236}">
                <a16:creationId xmlns:a16="http://schemas.microsoft.com/office/drawing/2014/main" id="{FB5E9AB9-0520-4737-9689-BD16A86A0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1470545"/>
            <a:ext cx="866700" cy="8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lt2"/>
                </a:solidFill>
                <a:latin typeface="Play"/>
                <a:ea typeface="Play"/>
                <a:cs typeface="Play"/>
              </a:rPr>
              <a:t>1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2" name="Google Shape;262;g3f560cde4dd_1_45">
            <a:extLst xmlns:a="http://schemas.openxmlformats.org/drawingml/2006/main">
              <a:ext uri="{FF2B5EF4-FFF2-40B4-BE49-F238E27FC236}">
                <a16:creationId xmlns:a16="http://schemas.microsoft.com/office/drawing/2014/main" id="{27196ACF-6CB8-4ABB-BB7E-A7163AEB5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88" y="2454915"/>
            <a:ext cx="98814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Линейная модель и обучение</a:t>
            </a:r>
          </a:p>
        </p:txBody>
      </p:sp>
      <p:sp>
        <p:nvSpPr>
          <p:cNvPr id="263" name="Google Shape;263;g3f560cde4dd_1_45">
            <a:extLst xmlns:a="http://schemas.openxmlformats.org/drawingml/2006/main">
              <a:ext uri="{FF2B5EF4-FFF2-40B4-BE49-F238E27FC236}">
                <a16:creationId xmlns:a16="http://schemas.microsoft.com/office/drawing/2014/main" id="{DFB7F0C7-955D-44C2-8FB4-25F5B5AE7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2476070"/>
            <a:ext cx="866700" cy="8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lt2"/>
                </a:solidFill>
                <a:latin typeface="Play"/>
                <a:ea typeface="Play"/>
                <a:cs typeface="Play"/>
              </a:rPr>
              <a:t>2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4" name="Google Shape;264;g3f560cde4dd_1_45">
            <a:extLst xmlns:a="http://schemas.openxmlformats.org/drawingml/2006/main">
              <a:ext uri="{FF2B5EF4-FFF2-40B4-BE49-F238E27FC236}">
                <a16:creationId xmlns:a16="http://schemas.microsoft.com/office/drawing/2014/main" id="{2D140DEA-4A52-4398-ABBE-14B728E49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88" y="3481590"/>
            <a:ext cx="98814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Регуляризация и нелинейность</a:t>
            </a:r>
          </a:p>
        </p:txBody>
      </p:sp>
      <p:sp>
        <p:nvSpPr>
          <p:cNvPr id="265" name="Google Shape;265;g3f560cde4dd_1_45">
            <a:extLst xmlns:a="http://schemas.openxmlformats.org/drawingml/2006/main">
              <a:ext uri="{FF2B5EF4-FFF2-40B4-BE49-F238E27FC236}">
                <a16:creationId xmlns:a16="http://schemas.microsoft.com/office/drawing/2014/main" id="{2900B295-5E0B-4CFA-A9A1-0543F260D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3502745"/>
            <a:ext cx="866700" cy="8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lt2"/>
                </a:solidFill>
                <a:latin typeface="Play"/>
                <a:ea typeface="Play"/>
                <a:cs typeface="Play"/>
              </a:rPr>
              <a:t>3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6" name="Google Shape;266;g3f560cde4dd_1_45">
            <a:extLst xmlns:a="http://schemas.openxmlformats.org/drawingml/2006/main">
              <a:ext uri="{FF2B5EF4-FFF2-40B4-BE49-F238E27FC236}">
                <a16:creationId xmlns:a16="http://schemas.microsoft.com/office/drawing/2014/main" id="{7C45BDBF-AD22-4CB1-B8B6-60F21831E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88" y="4508265"/>
            <a:ext cx="98814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Классификация</a:t>
            </a:r>
          </a:p>
        </p:txBody>
      </p:sp>
      <p:sp>
        <p:nvSpPr>
          <p:cNvPr id="267" name="Google Shape;267;g3f560cde4dd_1_45">
            <a:extLst xmlns:a="http://schemas.openxmlformats.org/drawingml/2006/main">
              <a:ext uri="{FF2B5EF4-FFF2-40B4-BE49-F238E27FC236}">
                <a16:creationId xmlns:a16="http://schemas.microsoft.com/office/drawing/2014/main" id="{5392DC00-E29A-4368-AC64-A0BFCC10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4529420"/>
            <a:ext cx="866700" cy="8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lt2"/>
                </a:solidFill>
                <a:latin typeface="Play"/>
                <a:ea typeface="Play"/>
                <a:cs typeface="Play"/>
              </a:rPr>
              <a:t>4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8" name="Google Shape;268;g3f560cde4dd_1_45">
            <a:extLst xmlns:a="http://schemas.openxmlformats.org/drawingml/2006/main">
              <a:ext uri="{FF2B5EF4-FFF2-40B4-BE49-F238E27FC236}">
                <a16:creationId xmlns:a16="http://schemas.microsoft.com/office/drawing/2014/main" id="{04F01B61-9A50-4BB3-A261-2B9F3EF45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88" y="5513790"/>
            <a:ext cx="98814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All Cups baseline</a:t>
            </a:r>
          </a:p>
        </p:txBody>
      </p:sp>
      <p:sp>
        <p:nvSpPr>
          <p:cNvPr id="269" name="Google Shape;269;g3f560cde4dd_1_45">
            <a:extLst xmlns:a="http://schemas.openxmlformats.org/drawingml/2006/main">
              <a:ext uri="{FF2B5EF4-FFF2-40B4-BE49-F238E27FC236}">
                <a16:creationId xmlns:a16="http://schemas.microsoft.com/office/drawing/2014/main" id="{FBA2C832-5F27-49EF-8546-881019E32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5534945"/>
            <a:ext cx="866700" cy="8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lt2"/>
                </a:solidFill>
                <a:latin typeface="Play"/>
                <a:ea typeface="Play"/>
                <a:cs typeface="Play"/>
              </a:rPr>
              <a:t>5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4169674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4" name="Google Shape;284;g3f560cde4dd_1_264">
            <a:extLst xmlns:a="http://schemas.openxmlformats.org/drawingml/2006/main">
              <a:ext uri="{FF2B5EF4-FFF2-40B4-BE49-F238E27FC236}">
                <a16:creationId xmlns:a16="http://schemas.microsoft.com/office/drawing/2014/main" id="{600F972C-43BB-499D-84B9-E587FE3020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8825" y="2764050"/>
            <a:ext cx="7139100" cy="132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sz="4800"/>
              <a:t>Регрессия: от y до ошибки</a:t>
            </a:r>
          </a:p>
        </p:txBody>
      </p:sp>
      <p:sp>
        <p:nvSpPr>
          <p:cNvPr id="285" name="Google Shape;285;g3f560cde4dd_1_264">
            <a:extLst xmlns:a="http://schemas.openxmlformats.org/drawingml/2006/main">
              <a:ext uri="{FF2B5EF4-FFF2-40B4-BE49-F238E27FC236}">
                <a16:creationId xmlns:a16="http://schemas.microsoft.com/office/drawing/2014/main" id="{F80F6D23-9397-4B7C-AAB2-99E97DD5C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25" y="4425325"/>
            <a:ext cx="1494600" cy="46170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28575" cmpd="sng">
            <a:solidFill>
              <a:schemeClr val="lt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286" name="Google Shape;286;g3f560cde4dd_1_264">
            <a:extLst xmlns:a="http://schemas.openxmlformats.org/drawingml/2006/main">
              <a:ext uri="{FF2B5EF4-FFF2-40B4-BE49-F238E27FC236}">
                <a16:creationId xmlns:a16="http://schemas.microsoft.com/office/drawing/2014/main" id="{ADE2DAC5-5445-4DF8-B47C-80B5B0C72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317" y="4412137"/>
            <a:ext cx="1424400" cy="46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FFFFFF"/>
                </a:solidFill>
                <a:latin typeface="Play"/>
                <a:ea typeface="Play"/>
                <a:cs typeface="Play"/>
              </a:rPr>
              <a:t>раздел</a:t>
            </a:r>
          </a:p>
        </p:txBody>
      </p:sp>
      <p:sp>
        <p:nvSpPr>
          <p:cNvPr id="287" name="Google Shape;287;g3f560cde4dd_1_264">
            <a:extLst xmlns:a="http://schemas.openxmlformats.org/drawingml/2006/main">
              <a:ext uri="{FF2B5EF4-FFF2-40B4-BE49-F238E27FC236}">
                <a16:creationId xmlns:a16="http://schemas.microsoft.com/office/drawing/2014/main" id="{15CA735E-5B9F-4749-9731-F8D6D9D26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600" y="4425325"/>
            <a:ext cx="461700" cy="461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lt2"/>
          </a:solidFill>
          <a:ln xmlns:a="http://schemas.openxmlformats.org/drawingml/2006/main" w="9525" cmpd="sng">
            <a:solidFill>
              <a:schemeClr val="lt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63111803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2" name="Google Shape;292;g3f560cde4dd_1_272">
            <a:extLst xmlns:a="http://schemas.openxmlformats.org/drawingml/2006/main">
              <a:ext uri="{FF2B5EF4-FFF2-40B4-BE49-F238E27FC236}">
                <a16:creationId xmlns:a16="http://schemas.microsoft.com/office/drawing/2014/main" id="{BEDBD214-A1C4-4087-B597-63BA6B92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000" y="2364500"/>
            <a:ext cx="10806000" cy="22059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Регрессия предсказывает непрерывный target y: цену, спрос, время или риск.
Сначала фиксируем объект, момент прогноза и доступные признаки.</a:t>
            </a:r>
          </a:p>
        </p:txBody>
      </p:sp>
      <p:sp>
        <p:nvSpPr>
          <p:cNvPr id="293" name="Google Shape;293;g3f560cde4dd_1_272">
            <a:extLst xmlns:a="http://schemas.openxmlformats.org/drawingml/2006/main">
              <a:ext uri="{FF2B5EF4-FFF2-40B4-BE49-F238E27FC236}">
                <a16:creationId xmlns:a16="http://schemas.microsoft.com/office/drawing/2014/main" id="{9CE2E274-541E-4EC1-A786-91D7FECE53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5" y="692150"/>
            <a:ext cx="8413200" cy="5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>
                <a:solidFill>
                  <a:schemeClr val="dk2"/>
                </a:solidFill>
              </a:rPr>
              <a:t>Задача регрессии начинается с контракта X → y</a:t>
            </a:r>
          </a:p>
        </p:txBody>
      </p:sp>
    </p:spTree>
    <p:extLst>
      <p:ext uri="{BB962C8B-B14F-4D97-AF65-F5344CB8AC3E}">
        <p14:creationId xmlns:p14="http://schemas.microsoft.com/office/powerpoint/2010/main" val="20925292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8" name="Google Shape;298;g3f560cde4dd_1_277">
            <a:extLst xmlns:a="http://schemas.openxmlformats.org/drawingml/2006/main">
              <a:ext uri="{FF2B5EF4-FFF2-40B4-BE49-F238E27FC236}">
                <a16:creationId xmlns:a16="http://schemas.microsoft.com/office/drawing/2014/main" id="{72013114-4C1E-49B5-873B-9E736BFD6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" y="2153478"/>
            <a:ext cx="53658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Линейная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ŷ = w₀ + wᵀx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9" name="Google Shape;299;g3f560cde4dd_1_277">
            <a:extLst xmlns:a="http://schemas.openxmlformats.org/drawingml/2006/main">
              <a:ext uri="{FF2B5EF4-FFF2-40B4-BE49-F238E27FC236}">
                <a16:creationId xmlns:a16="http://schemas.microsoft.com/office/drawing/2014/main" id="{4E9FDE1D-8A53-4AAF-8A07-C346E397D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4737" y="2155793"/>
            <a:ext cx="53913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Полиномиальная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Линейна по весам, нелинейна по x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00" name="Google Shape;300;g3f560cde4dd_1_277">
            <a:extLst xmlns:a="http://schemas.openxmlformats.org/drawingml/2006/main">
              <a:ext uri="{FF2B5EF4-FFF2-40B4-BE49-F238E27FC236}">
                <a16:creationId xmlns:a16="http://schemas.microsoft.com/office/drawing/2014/main" id="{9BF7927B-6C60-4B35-BE65-71CE2E6D5F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5" y="692150"/>
            <a:ext cx="8624100" cy="10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>
                <a:solidFill>
                  <a:schemeClr val="dk2"/>
                </a:solidFill>
              </a:rPr>
              <a:t>Тип регрессии — это предположение о данных</a:t>
            </a:r>
          </a:p>
        </p:txBody>
      </p:sp>
      <p:sp>
        <p:nvSpPr>
          <p:cNvPr id="301" name="Google Shape;301;g3f560cde4dd_1_277">
            <a:extLst xmlns:a="http://schemas.openxmlformats.org/drawingml/2006/main">
              <a:ext uri="{FF2B5EF4-FFF2-40B4-BE49-F238E27FC236}">
                <a16:creationId xmlns:a16="http://schemas.microsoft.com/office/drawing/2014/main" id="{D63DDEA6-D938-47F9-BCB0-6667FC0D5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" y="4239004"/>
            <a:ext cx="53658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Робастная</a:t>
            </a:r>
          </a:p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Уменьшает влияние выбросов</a:t>
            </a:r>
          </a:p>
        </p:txBody>
      </p:sp>
      <p:sp>
        <p:nvSpPr>
          <p:cNvPr id="302" name="Google Shape;302;g3f560cde4dd_1_277">
            <a:extLst xmlns:a="http://schemas.openxmlformats.org/drawingml/2006/main">
              <a:ext uri="{FF2B5EF4-FFF2-40B4-BE49-F238E27FC236}">
                <a16:creationId xmlns:a16="http://schemas.microsoft.com/office/drawing/2014/main" id="{6461CDCB-6BEE-4D2C-BB6D-F3A4858B6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4737" y="4239004"/>
            <a:ext cx="53913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Практический выбор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Сравниваем на одной validation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</p:spTree>
    <p:extLst>
      <p:ext uri="{BB962C8B-B14F-4D97-AF65-F5344CB8AC3E}">
        <p14:creationId xmlns:p14="http://schemas.microsoft.com/office/powerpoint/2010/main" val="8205755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5" name="Google Shape;325;g3f560cde4dd_1_312">
            <a:extLst xmlns:a="http://schemas.openxmlformats.org/drawingml/2006/main">
              <a:ext uri="{FF2B5EF4-FFF2-40B4-BE49-F238E27FC236}">
                <a16:creationId xmlns:a16="http://schemas.microsoft.com/office/drawing/2014/main" id="{AEE71073-52C1-44FE-9CF2-078F5631B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97" y="1805479"/>
            <a:ext cx="76101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Определить объект, y и момент прогноза</a:t>
            </a:r>
          </a:p>
        </p:txBody>
      </p:sp>
      <p:sp>
        <p:nvSpPr>
          <p:cNvPr id="326" name="Google Shape;326;g3f560cde4dd_1_312">
            <a:extLst xmlns:a="http://schemas.openxmlformats.org/drawingml/2006/main">
              <a:ext uri="{FF2B5EF4-FFF2-40B4-BE49-F238E27FC236}">
                <a16:creationId xmlns:a16="http://schemas.microsoft.com/office/drawing/2014/main" id="{F5B34151-F0E7-4130-AC7B-FC4C73224A8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8825" y="590475"/>
            <a:ext cx="8457900" cy="690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>
                <a:solidFill>
                  <a:schemeClr val="dk2"/>
                </a:solidFill>
              </a:rPr>
              <a:t>Честный regression-эксперимент</a:t>
            </a:r>
          </a:p>
        </p:txBody>
      </p:sp>
      <p:sp>
        <p:nvSpPr>
          <p:cNvPr id="327" name="Google Shape;327;g3f560cde4dd_1_312">
            <a:extLst xmlns:a="http://schemas.openxmlformats.org/drawingml/2006/main">
              <a:ext uri="{FF2B5EF4-FFF2-40B4-BE49-F238E27FC236}">
                <a16:creationId xmlns:a16="http://schemas.microsoft.com/office/drawing/2014/main" id="{3DEE63F2-F1B8-4D34-AF77-9C8D0B4F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1826634"/>
            <a:ext cx="866700" cy="8667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1</a:t>
            </a:r>
            <a:endParaRPr sz="1400" b="0" i="0" u="none" cap="none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8" name="Google Shape;328;g3f560cde4dd_1_312">
            <a:extLst xmlns:a="http://schemas.openxmlformats.org/drawingml/2006/main">
              <a:ext uri="{FF2B5EF4-FFF2-40B4-BE49-F238E27FC236}">
                <a16:creationId xmlns:a16="http://schemas.microsoft.com/office/drawing/2014/main" id="{EB56C387-47C9-4719-982B-6CBC10261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97" y="2811004"/>
            <a:ext cx="76101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Разделить прошлое и будущее</a:t>
            </a:r>
          </a:p>
        </p:txBody>
      </p:sp>
      <p:sp>
        <p:nvSpPr>
          <p:cNvPr id="329" name="Google Shape;329;g3f560cde4dd_1_312">
            <a:extLst xmlns:a="http://schemas.openxmlformats.org/drawingml/2006/main">
              <a:ext uri="{FF2B5EF4-FFF2-40B4-BE49-F238E27FC236}">
                <a16:creationId xmlns:a16="http://schemas.microsoft.com/office/drawing/2014/main" id="{10C5E069-F08F-4311-8558-4C21D43C8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2832159"/>
            <a:ext cx="866700" cy="8667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2</a:t>
            </a:r>
            <a:endParaRPr sz="1400" b="0" i="0" u="none" cap="none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0" name="Google Shape;330;g3f560cde4dd_1_312">
            <a:extLst xmlns:a="http://schemas.openxmlformats.org/drawingml/2006/main">
              <a:ext uri="{FF2B5EF4-FFF2-40B4-BE49-F238E27FC236}">
                <a16:creationId xmlns:a16="http://schemas.microsoft.com/office/drawing/2014/main" id="{CF2FD0AF-D673-4C4E-8B25-0AD90A61A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97" y="3837679"/>
            <a:ext cx="76101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Зафиксировать метрику и baseline</a:t>
            </a:r>
          </a:p>
        </p:txBody>
      </p:sp>
      <p:sp>
        <p:nvSpPr>
          <p:cNvPr id="331" name="Google Shape;331;g3f560cde4dd_1_312">
            <a:extLst xmlns:a="http://schemas.openxmlformats.org/drawingml/2006/main">
              <a:ext uri="{FF2B5EF4-FFF2-40B4-BE49-F238E27FC236}">
                <a16:creationId xmlns:a16="http://schemas.microsoft.com/office/drawing/2014/main" id="{38815F71-C27D-4AEF-AA13-84BE5BFD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3858834"/>
            <a:ext cx="866700" cy="8667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3</a:t>
            </a:r>
            <a:endParaRPr sz="1400" b="0" i="0" u="none" cap="none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2" name="Google Shape;332;g3f560cde4dd_1_312">
            <a:extLst xmlns:a="http://schemas.openxmlformats.org/drawingml/2006/main">
              <a:ext uri="{FF2B5EF4-FFF2-40B4-BE49-F238E27FC236}">
                <a16:creationId xmlns:a16="http://schemas.microsoft.com/office/drawing/2014/main" id="{C4D362CA-B82C-4C45-AA31-7113564F9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8200" y="1805479"/>
            <a:ext cx="2017800" cy="909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что предсказываем?</a:t>
            </a:r>
          </a:p>
        </p:txBody>
      </p:sp>
      <p:sp>
        <p:nvSpPr>
          <p:cNvPr id="333" name="Google Shape;333;g3f560cde4dd_1_312">
            <a:extLst xmlns:a="http://schemas.openxmlformats.org/drawingml/2006/main">
              <a:ext uri="{FF2B5EF4-FFF2-40B4-BE49-F238E27FC236}">
                <a16:creationId xmlns:a16="http://schemas.microsoft.com/office/drawing/2014/main" id="{F7177E70-7275-4EA8-ACFA-F1C6DED80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8200" y="2811004"/>
            <a:ext cx="2017800" cy="909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когда узнаём ответ?</a:t>
            </a:r>
          </a:p>
        </p:txBody>
      </p:sp>
      <p:sp>
        <p:nvSpPr>
          <p:cNvPr id="334" name="Google Shape;334;g3f560cde4dd_1_312">
            <a:extLst xmlns:a="http://schemas.openxmlformats.org/drawingml/2006/main">
              <a:ext uri="{FF2B5EF4-FFF2-40B4-BE49-F238E27FC236}">
                <a16:creationId xmlns:a16="http://schemas.microsoft.com/office/drawing/2014/main" id="{767AF38D-8A19-479B-BB87-F0E6E134B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8200" y="3837679"/>
            <a:ext cx="2017800" cy="909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как считаем ошибку?</a:t>
            </a:r>
          </a:p>
        </p:txBody>
      </p:sp>
    </p:spTree>
    <p:extLst>
      <p:ext uri="{BB962C8B-B14F-4D97-AF65-F5344CB8AC3E}">
        <p14:creationId xmlns:p14="http://schemas.microsoft.com/office/powerpoint/2010/main" val="144248170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2" name="Google Shape;292;g3f560cde4dd_1_272">
            <a:extLst xmlns:a="http://schemas.openxmlformats.org/drawingml/2006/main">
              <a:ext uri="{FF2B5EF4-FFF2-40B4-BE49-F238E27FC236}">
                <a16:creationId xmlns:a16="http://schemas.microsoft.com/office/drawing/2014/main" id="{BEDBD214-A1C4-4087-B597-63BA6B92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000" y="2364500"/>
            <a:ext cx="10806000" cy="22059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MSE / RMSE сильнее штрафуют большие ошибки; MAE устойчивее к выбросам.</a:t>
            </a: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22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R² сравнивает с прогнозом среднего, MAPE даёт относительную ошибку и ломается около нуля.</a:t>
            </a:r>
          </a:p>
        </p:txBody>
      </p:sp>
      <p:sp>
        <p:nvSpPr>
          <p:cNvPr id="293" name="Google Shape;293;g3f560cde4dd_1_272">
            <a:extLst xmlns:a="http://schemas.openxmlformats.org/drawingml/2006/main">
              <a:ext uri="{FF2B5EF4-FFF2-40B4-BE49-F238E27FC236}">
                <a16:creationId xmlns:a16="http://schemas.microsoft.com/office/drawing/2014/main" id="{9CE2E274-541E-4EC1-A786-91D7FECE53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5" y="692150"/>
            <a:ext cx="8413200" cy="5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>
                <a:solidFill>
                  <a:schemeClr val="dk2"/>
                </a:solidFill>
              </a:rPr>
              <a:t>Пять метрик — пять разных вопросов</a:t>
            </a:r>
          </a:p>
        </p:txBody>
      </p:sp>
    </p:spTree>
    <p:extLst>
      <p:ext uri="{BB962C8B-B14F-4D97-AF65-F5344CB8AC3E}">
        <p14:creationId xmlns:p14="http://schemas.microsoft.com/office/powerpoint/2010/main" val="209252927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7" name="Google Shape;367;g3f560cde4dd_1_384">
            <a:extLst xmlns:a="http://schemas.openxmlformats.org/drawingml/2006/main">
              <a:ext uri="{FF2B5EF4-FFF2-40B4-BE49-F238E27FC236}">
                <a16:creationId xmlns:a16="http://schemas.microsoft.com/office/drawing/2014/main" id="{F34ED6F6-1D12-4762-8A52-3234FAC0E9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8825" y="2597850"/>
            <a:ext cx="7231500" cy="132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sz="4800"/>
              <a:t>Линейная регрессия: как учится</a:t>
            </a:r>
          </a:p>
        </p:txBody>
      </p:sp>
      <p:sp>
        <p:nvSpPr>
          <p:cNvPr id="368" name="Google Shape;368;g3f560cde4dd_1_384">
            <a:extLst xmlns:a="http://schemas.openxmlformats.org/drawingml/2006/main">
              <a:ext uri="{FF2B5EF4-FFF2-40B4-BE49-F238E27FC236}">
                <a16:creationId xmlns:a16="http://schemas.microsoft.com/office/drawing/2014/main" id="{AC713EE8-2276-414B-96ED-DE187A776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25" y="4253883"/>
            <a:ext cx="1494600" cy="46170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28575" cmpd="sng">
            <a:solidFill>
              <a:schemeClr val="lt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69" name="Google Shape;369;g3f560cde4dd_1_384">
            <a:extLst xmlns:a="http://schemas.openxmlformats.org/drawingml/2006/main">
              <a:ext uri="{FF2B5EF4-FFF2-40B4-BE49-F238E27FC236}">
                <a16:creationId xmlns:a16="http://schemas.microsoft.com/office/drawing/2014/main" id="{FE67F0D0-0E66-4894-B640-B6509D643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317" y="4240694"/>
            <a:ext cx="1424400" cy="46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FFFFFF"/>
                </a:solidFill>
                <a:latin typeface="Play"/>
                <a:ea typeface="Play"/>
                <a:cs typeface="Play"/>
              </a:rPr>
              <a:t>раздел</a:t>
            </a:r>
          </a:p>
        </p:txBody>
      </p:sp>
      <p:sp>
        <p:nvSpPr>
          <p:cNvPr id="370" name="Google Shape;370;g3f560cde4dd_1_384">
            <a:extLst xmlns:a="http://schemas.openxmlformats.org/drawingml/2006/main">
              <a:ext uri="{FF2B5EF4-FFF2-40B4-BE49-F238E27FC236}">
                <a16:creationId xmlns:a16="http://schemas.microsoft.com/office/drawing/2014/main" id="{CA659735-0A00-4B3C-81E6-1C53DC6C7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600" y="4253883"/>
            <a:ext cx="461700" cy="461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lt2"/>
          </a:solidFill>
          <a:ln xmlns:a="http://schemas.openxmlformats.org/drawingml/2006/main" w="9525" cmpd="sng">
            <a:solidFill>
              <a:schemeClr val="lt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64141438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2" name="Google Shape;292;g3f560cde4dd_1_272">
            <a:extLst xmlns:a="http://schemas.openxmlformats.org/drawingml/2006/main">
              <a:ext uri="{FF2B5EF4-FFF2-40B4-BE49-F238E27FC236}">
                <a16:creationId xmlns:a16="http://schemas.microsoft.com/office/drawing/2014/main" id="{BEDBD214-A1C4-4087-B597-63BA6B92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000" y="2364500"/>
            <a:ext cx="10806000" cy="22059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ŷ = w₀ + Xw. Метод наименьших квадратов выбирает веса с минимальной Σ(y−ŷ)².</a:t>
            </a: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22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MSE — та же цель, делённая на n; коэффициенты интерпретируем только вместе с масштабом и предположениями.</a:t>
            </a:r>
          </a:p>
        </p:txBody>
      </p:sp>
      <p:sp>
        <p:nvSpPr>
          <p:cNvPr id="293" name="Google Shape;293;g3f560cde4dd_1_272">
            <a:extLst xmlns:a="http://schemas.openxmlformats.org/drawingml/2006/main">
              <a:ext uri="{FF2B5EF4-FFF2-40B4-BE49-F238E27FC236}">
                <a16:creationId xmlns:a16="http://schemas.microsoft.com/office/drawing/2014/main" id="{9CE2E274-541E-4EC1-A786-91D7FECE53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5" y="692150"/>
            <a:ext cx="8413200" cy="5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>
                <a:solidFill>
                  <a:schemeClr val="dk2"/>
                </a:solidFill>
              </a:rPr>
              <a:t>Линейная регрессия + OLS дают прозрачный baseline</a:t>
            </a:r>
          </a:p>
        </p:txBody>
      </p:sp>
    </p:spTree>
    <p:extLst>
      <p:ext uri="{BB962C8B-B14F-4D97-AF65-F5344CB8AC3E}">
        <p14:creationId xmlns:p14="http://schemas.microsoft.com/office/powerpoint/2010/main" val="209252927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8" name="Google Shape;298;g3f560cde4dd_1_277">
            <a:extLst xmlns:a="http://schemas.openxmlformats.org/drawingml/2006/main">
              <a:ext uri="{FF2B5EF4-FFF2-40B4-BE49-F238E27FC236}">
                <a16:creationId xmlns:a16="http://schemas.microsoft.com/office/drawing/2014/main" id="{72013114-4C1E-49B5-873B-9E736BFD6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" y="2153478"/>
            <a:ext cx="53658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Batch GD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Точный gradient по всему train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9" name="Google Shape;299;g3f560cde4dd_1_277">
            <a:extLst xmlns:a="http://schemas.openxmlformats.org/drawingml/2006/main">
              <a:ext uri="{FF2B5EF4-FFF2-40B4-BE49-F238E27FC236}">
                <a16:creationId xmlns:a16="http://schemas.microsoft.com/office/drawing/2014/main" id="{4E9FDE1D-8A53-4AAF-8A07-C346E397D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4737" y="2155793"/>
            <a:ext cx="53913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Stochastic GD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Шумный шаг по одному объекту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00" name="Google Shape;300;g3f560cde4dd_1_277">
            <a:extLst xmlns:a="http://schemas.openxmlformats.org/drawingml/2006/main">
              <a:ext uri="{FF2B5EF4-FFF2-40B4-BE49-F238E27FC236}">
                <a16:creationId xmlns:a16="http://schemas.microsoft.com/office/drawing/2014/main" id="{9BF7927B-6C60-4B35-BE65-71CE2E6D5F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5" y="692150"/>
            <a:ext cx="8624100" cy="10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>
                <a:solidFill>
                  <a:schemeClr val="dk2"/>
                </a:solidFill>
              </a:rPr>
              <a:t>Градиентный спуск: w ← w − η∇L</a:t>
            </a:r>
          </a:p>
        </p:txBody>
      </p:sp>
      <p:sp>
        <p:nvSpPr>
          <p:cNvPr id="301" name="Google Shape;301;g3f560cde4dd_1_277">
            <a:extLst xmlns:a="http://schemas.openxmlformats.org/drawingml/2006/main">
              <a:ext uri="{FF2B5EF4-FFF2-40B4-BE49-F238E27FC236}">
                <a16:creationId xmlns:a16="http://schemas.microsoft.com/office/drawing/2014/main" id="{D63DDEA6-D938-47F9-BCB0-6667FC0D5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" y="4239004"/>
            <a:ext cx="53658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Mini-batch</a:t>
            </a:r>
          </a:p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Баланс скорости и шума</a:t>
            </a:r>
          </a:p>
        </p:txBody>
      </p:sp>
      <p:sp>
        <p:nvSpPr>
          <p:cNvPr id="302" name="Google Shape;302;g3f560cde4dd_1_277">
            <a:extLst xmlns:a="http://schemas.openxmlformats.org/drawingml/2006/main">
              <a:ext uri="{FF2B5EF4-FFF2-40B4-BE49-F238E27FC236}">
                <a16:creationId xmlns:a16="http://schemas.microsoft.com/office/drawing/2014/main" id="{6461CDCB-6BEE-4D2C-BB6D-F3A4858B6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4737" y="4239004"/>
            <a:ext cx="53913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Контроль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Scale, learning rate, stopping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</p:spTree>
    <p:extLst>
      <p:ext uri="{BB962C8B-B14F-4D97-AF65-F5344CB8AC3E}">
        <p14:creationId xmlns:p14="http://schemas.microsoft.com/office/powerpoint/2010/main" val="82057557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447" name="Google Shape;339;g3f560cde4dd_1_345"/>
          <p:cNvCxnSpPr/>
          <p:nvPr/>
        </p:nvCxnSpPr>
        <p:spPr>
          <a:xfrm xmlns:a="http://schemas.openxmlformats.org/drawingml/2006/main" rot="10800000">
            <a:off x="658800" y="2199500"/>
            <a:ext cx="11533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4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340" name="Google Shape;340;g3f560cde4dd_1_345">
            <a:extLst xmlns:a="http://schemas.openxmlformats.org/drawingml/2006/main">
              <a:ext uri="{FF2B5EF4-FFF2-40B4-BE49-F238E27FC236}">
                <a16:creationId xmlns:a16="http://schemas.microsoft.com/office/drawing/2014/main" id="{56F90A0F-7F58-4E76-8CB6-2FF5D2C6B0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5" y="692150"/>
            <a:ext cx="8584500" cy="56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t>От вероятностной модели к loss</a:t>
            </a:r>
          </a:p>
        </p:txBody>
      </p:sp>
      <p:sp>
        <p:nvSpPr>
          <p:cNvPr id="341" name="Google Shape;341;g3f560cde4dd_1_345">
            <a:extLst xmlns:a="http://schemas.openxmlformats.org/drawingml/2006/main">
              <a:ext uri="{FF2B5EF4-FFF2-40B4-BE49-F238E27FC236}">
                <a16:creationId xmlns:a16="http://schemas.microsoft.com/office/drawing/2014/main" id="{DA6EDD8E-346E-43F6-A206-982AE3B18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2150" y="2386744"/>
            <a:ext cx="2743200" cy="49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24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Предположение</a:t>
            </a:r>
          </a:p>
        </p:txBody>
      </p:sp>
      <p:sp>
        <p:nvSpPr>
          <p:cNvPr id="342" name="Google Shape;342;g3f560cde4dd_1_345">
            <a:extLst xmlns:a="http://schemas.openxmlformats.org/drawingml/2006/main">
              <a:ext uri="{FF2B5EF4-FFF2-40B4-BE49-F238E27FC236}">
                <a16:creationId xmlns:a16="http://schemas.microsoft.com/office/drawing/2014/main" id="{5D354B47-0ED7-495E-B2BB-4E31B6709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4107" y="2103103"/>
            <a:ext cx="219300" cy="219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5700" tIns="35700" rIns="35700" bIns="3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5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3" name="Google Shape;343;g3f560cde4dd_1_345">
            <a:extLst xmlns:a="http://schemas.openxmlformats.org/drawingml/2006/main">
              <a:ext uri="{FF2B5EF4-FFF2-40B4-BE49-F238E27FC236}">
                <a16:creationId xmlns:a16="http://schemas.microsoft.com/office/drawing/2014/main" id="{D99E9041-321E-460C-B722-97CD001D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265" y="2103103"/>
            <a:ext cx="219300" cy="219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5700" tIns="35700" rIns="35700" bIns="3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5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4" name="Google Shape;344;g3f560cde4dd_1_345">
            <a:extLst xmlns:a="http://schemas.openxmlformats.org/drawingml/2006/main">
              <a:ext uri="{FF2B5EF4-FFF2-40B4-BE49-F238E27FC236}">
                <a16:creationId xmlns:a16="http://schemas.microsoft.com/office/drawing/2014/main" id="{F71CBB49-5100-4AEC-911A-D0DA3F505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400" y="3422994"/>
            <a:ext cx="2558700" cy="778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45" name="Google Shape;345;g3f560cde4dd_1_345">
            <a:extLst xmlns:a="http://schemas.openxmlformats.org/drawingml/2006/main">
              <a:ext uri="{FF2B5EF4-FFF2-40B4-BE49-F238E27FC236}">
                <a16:creationId xmlns:a16="http://schemas.microsoft.com/office/drawing/2014/main" id="{766EE54F-D9EF-4A5A-A2C9-68C407FBE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4449" y="3529194"/>
            <a:ext cx="2298600" cy="56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y = ŷ + ε, ε ~ N(0, σ²)</a:t>
            </a:r>
            <a:endParaRPr sz="18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cxnSp>
        <p:nvCxnSpPr>
          <p:cNvPr id="454" name="Google Shape;346;g3f560cde4dd_1_345"/>
          <p:cNvCxnSpPr>
            <a:stCxn xmlns:a="http://schemas.openxmlformats.org/drawingml/2006/main" id="341" idx="2"/>
            <a:endCxn xmlns:a="http://schemas.openxmlformats.org/drawingml/2006/main" id="344" idx="0"/>
          </p:cNvCxnSpPr>
          <p:nvPr/>
        </p:nvCxnSpPr>
        <p:spPr>
          <a:xfrm xmlns:a="http://schemas.openxmlformats.org/drawingml/2006/main">
            <a:off x="4163750" y="2848444"/>
            <a:ext cx="0" cy="57450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flat">
            <a:solidFill>
              <a:schemeClr val="dk2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347" name="Google Shape;347;g3f560cde4dd_1_345">
            <a:extLst xmlns:a="http://schemas.openxmlformats.org/drawingml/2006/main">
              <a:ext uri="{FF2B5EF4-FFF2-40B4-BE49-F238E27FC236}">
                <a16:creationId xmlns:a16="http://schemas.microsoft.com/office/drawing/2014/main" id="{3900D387-DFAA-42E0-954C-D4C408C60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400" y="4775744"/>
            <a:ext cx="2558700" cy="778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48" name="Google Shape;348;g3f560cde4dd_1_345">
            <a:extLst xmlns:a="http://schemas.openxmlformats.org/drawingml/2006/main">
              <a:ext uri="{FF2B5EF4-FFF2-40B4-BE49-F238E27FC236}">
                <a16:creationId xmlns:a16="http://schemas.microsoft.com/office/drawing/2014/main" id="{3C64143B-56A1-49FB-A89F-830C5DB3A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4449" y="4881944"/>
            <a:ext cx="2298600" cy="56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Максимизируем likelihood</a:t>
            </a:r>
          </a:p>
        </p:txBody>
      </p:sp>
      <p:cxnSp>
        <p:nvCxnSpPr>
          <p:cNvPr id="457" name="Google Shape;349;g3f560cde4dd_1_345"/>
          <p:cNvCxnSpPr>
            <a:endCxn xmlns:a="http://schemas.openxmlformats.org/drawingml/2006/main" id="347" idx="0"/>
          </p:cNvCxnSpPr>
          <p:nvPr/>
        </p:nvCxnSpPr>
        <p:spPr>
          <a:xfrm xmlns:a="http://schemas.openxmlformats.org/drawingml/2006/main">
            <a:off x="4163750" y="4201244"/>
            <a:ext cx="0" cy="57450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flat">
            <a:solidFill>
              <a:schemeClr val="dk2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350" name="Google Shape;350;g3f560cde4dd_1_345">
            <a:extLst xmlns:a="http://schemas.openxmlformats.org/drawingml/2006/main">
              <a:ext uri="{FF2B5EF4-FFF2-40B4-BE49-F238E27FC236}">
                <a16:creationId xmlns:a16="http://schemas.microsoft.com/office/drawing/2014/main" id="{FCE23C06-354F-48E2-8BAF-48D886A38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0317" y="2386744"/>
            <a:ext cx="2743200" cy="49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24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Следствие</a:t>
            </a:r>
          </a:p>
        </p:txBody>
      </p:sp>
      <p:sp>
        <p:nvSpPr>
          <p:cNvPr id="351" name="Google Shape;351;g3f560cde4dd_1_345">
            <a:extLst xmlns:a="http://schemas.openxmlformats.org/drawingml/2006/main">
              <a:ext uri="{FF2B5EF4-FFF2-40B4-BE49-F238E27FC236}">
                <a16:creationId xmlns:a16="http://schemas.microsoft.com/office/drawing/2014/main" id="{0D1BD3BF-52C1-4CBA-A1F2-0AB51BB69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2567" y="3422994"/>
            <a:ext cx="2558700" cy="778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52" name="Google Shape;352;g3f560cde4dd_1_345">
            <a:extLst xmlns:a="http://schemas.openxmlformats.org/drawingml/2006/main">
              <a:ext uri="{FF2B5EF4-FFF2-40B4-BE49-F238E27FC236}">
                <a16:creationId xmlns:a16="http://schemas.microsoft.com/office/drawing/2014/main" id="{3D529EE6-0E49-4C19-8D1C-6394D7FC1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2616" y="3529194"/>
            <a:ext cx="2298600" cy="56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−log L ∝ Σ(y−ŷ)²</a:t>
            </a:r>
            <a:endParaRPr sz="18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cxnSp>
        <p:nvCxnSpPr>
          <p:cNvPr id="461" name="Google Shape;353;g3f560cde4dd_1_345"/>
          <p:cNvCxnSpPr>
            <a:stCxn xmlns:a="http://schemas.openxmlformats.org/drawingml/2006/main" id="350" idx="2"/>
            <a:endCxn xmlns:a="http://schemas.openxmlformats.org/drawingml/2006/main" id="351" idx="0"/>
          </p:cNvCxnSpPr>
          <p:nvPr/>
        </p:nvCxnSpPr>
        <p:spPr>
          <a:xfrm xmlns:a="http://schemas.openxmlformats.org/drawingml/2006/main">
            <a:off x="7501917" y="2848444"/>
            <a:ext cx="0" cy="57450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flat">
            <a:solidFill>
              <a:schemeClr val="dk2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354" name="Google Shape;354;g3f560cde4dd_1_345">
            <a:extLst xmlns:a="http://schemas.openxmlformats.org/drawingml/2006/main">
              <a:ext uri="{FF2B5EF4-FFF2-40B4-BE49-F238E27FC236}">
                <a16:creationId xmlns:a16="http://schemas.microsoft.com/office/drawing/2014/main" id="{D39E4814-26E9-489F-9444-16FE99707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2567" y="4775744"/>
            <a:ext cx="2558700" cy="778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55" name="Google Shape;355;g3f560cde4dd_1_345">
            <a:extLst xmlns:a="http://schemas.openxmlformats.org/drawingml/2006/main">
              <a:ext uri="{FF2B5EF4-FFF2-40B4-BE49-F238E27FC236}">
                <a16:creationId xmlns:a16="http://schemas.microsoft.com/office/drawing/2014/main" id="{0F63360E-7EE5-40B0-BF64-DF13DE42A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2616" y="4881944"/>
            <a:ext cx="2298600" cy="56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получаем OLS / MSE</a:t>
            </a:r>
          </a:p>
        </p:txBody>
      </p:sp>
      <p:cxnSp>
        <p:nvCxnSpPr>
          <p:cNvPr id="464" name="Google Shape;356;g3f560cde4dd_1_345"/>
          <p:cNvCxnSpPr>
            <a:endCxn xmlns:a="http://schemas.openxmlformats.org/drawingml/2006/main" id="354" idx="0"/>
          </p:cNvCxnSpPr>
          <p:nvPr/>
        </p:nvCxnSpPr>
        <p:spPr>
          <a:xfrm xmlns:a="http://schemas.openxmlformats.org/drawingml/2006/main">
            <a:off x="7501917" y="4201244"/>
            <a:ext cx="0" cy="57450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flat">
            <a:solidFill>
              <a:schemeClr val="dk2"/>
            </a:solidFill>
            <a:prstDash val="solid"/>
            <a:round/>
            <a:headEnd type="none" w="sm" len="sm"/>
            <a:tailEnd type="stealth" w="med" len="med"/>
          </a:ln>
        </p:spPr>
      </p:cxnSp>
    </p:spTree>
    <p:extLst>
      <p:ext uri="{BB962C8B-B14F-4D97-AF65-F5344CB8AC3E}">
        <p14:creationId xmlns:p14="http://schemas.microsoft.com/office/powerpoint/2010/main" val="47918689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1" name="Google Shape;361;p4">
            <a:extLst xmlns:a="http://schemas.openxmlformats.org/drawingml/2006/main">
              <a:ext uri="{FF2B5EF4-FFF2-40B4-BE49-F238E27FC236}">
                <a16:creationId xmlns:a16="http://schemas.microsoft.com/office/drawing/2014/main" id="{C2810E72-9625-498B-9082-AC061DC12B2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25" y="1773301"/>
            <a:ext cx="5437200" cy="200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 fontScale="79477"/>
          </a:bodyPr>
          <a:lstStyle xmlns:a="http://schemas.openxmlformats.org/drawingml/2006/main"/>
          <a:p xmlns:a="http://schemas.openxmlformats.org/drawingml/2006/main">
            <a:pPr marL="285750" lvl="0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</a:pPr>
            <a:r>
              <a:rPr sz="2400"/>
              <a:t>L2 / Ridge: плавно сжимает веса и стабилизирует коррелированные признаки.</a:t>
            </a:r>
          </a:p>
          <a:p xmlns:a="http://schemas.openxmlformats.org/drawingml/2006/main">
            <a:pPr marL="285750" lvl="0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</a:pPr>
            <a:r>
              <a:rPr sz="2400"/>
              <a:t>L1 / Lasso: может занулять коэффициенты и выбирать признаки.</a:t>
            </a:r>
          </a:p>
          <a:p xmlns:a="http://schemas.openxmlformats.org/drawingml/2006/main">
            <a:pPr marL="285750" lvl="0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</a:pPr>
            <a:r>
              <a:rPr sz="2400"/>
              <a:t>Стандартизируйте признаки; силу penalty выбирайте только по validation.</a:t>
            </a:r>
          </a:p>
        </p:txBody>
      </p:sp>
      <p:sp>
        <p:nvSpPr>
          <p:cNvPr id="362" name="Google Shape;362;p4">
            <a:extLst xmlns:a="http://schemas.openxmlformats.org/drawingml/2006/main">
              <a:ext uri="{FF2B5EF4-FFF2-40B4-BE49-F238E27FC236}">
                <a16:creationId xmlns:a16="http://schemas.microsoft.com/office/drawing/2014/main" id="{CC3DF3A7-C397-446B-AA3B-CD96FB1D65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9775" y="692156"/>
            <a:ext cx="5475300" cy="72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3600">
                <a:solidFill>
                  <a:schemeClr val="dk2"/>
                </a:solidFill>
              </a:rPr>
              <a:t>Регуляризация ограничивает сложность</a:t>
            </a:r>
          </a:p>
        </p:txBody>
      </p:sp>
    </p:spTree>
    <p:extLst>
      <p:ext uri="{BB962C8B-B14F-4D97-AF65-F5344CB8AC3E}">
        <p14:creationId xmlns:p14="http://schemas.microsoft.com/office/powerpoint/2010/main" val="128504149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4" name="Google Shape;284;g3f560cde4dd_1_264">
            <a:extLst xmlns:a="http://schemas.openxmlformats.org/drawingml/2006/main">
              <a:ext uri="{FF2B5EF4-FFF2-40B4-BE49-F238E27FC236}">
                <a16:creationId xmlns:a16="http://schemas.microsoft.com/office/drawing/2014/main" id="{600F972C-43BB-499D-84B9-E587FE3020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8825" y="2764050"/>
            <a:ext cx="7139100" cy="132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sz="4800"/>
              <a:t>Нелинейность и честная validation</a:t>
            </a:r>
          </a:p>
        </p:txBody>
      </p:sp>
      <p:sp>
        <p:nvSpPr>
          <p:cNvPr id="285" name="Google Shape;285;g3f560cde4dd_1_264">
            <a:extLst xmlns:a="http://schemas.openxmlformats.org/drawingml/2006/main">
              <a:ext uri="{FF2B5EF4-FFF2-40B4-BE49-F238E27FC236}">
                <a16:creationId xmlns:a16="http://schemas.microsoft.com/office/drawing/2014/main" id="{F80F6D23-9397-4B7C-AAB2-99E97DD5C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25" y="4425325"/>
            <a:ext cx="1494600" cy="46170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28575" cmpd="sng">
            <a:solidFill>
              <a:schemeClr val="lt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286" name="Google Shape;286;g3f560cde4dd_1_264">
            <a:extLst xmlns:a="http://schemas.openxmlformats.org/drawingml/2006/main">
              <a:ext uri="{FF2B5EF4-FFF2-40B4-BE49-F238E27FC236}">
                <a16:creationId xmlns:a16="http://schemas.microsoft.com/office/drawing/2014/main" id="{ADE2DAC5-5445-4DF8-B47C-80B5B0C72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317" y="4412137"/>
            <a:ext cx="1424400" cy="46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FFFFFF"/>
                </a:solidFill>
                <a:latin typeface="Play"/>
                <a:ea typeface="Play"/>
                <a:cs typeface="Play"/>
              </a:rPr>
              <a:t>раздел</a:t>
            </a:r>
          </a:p>
        </p:txBody>
      </p:sp>
      <p:sp>
        <p:nvSpPr>
          <p:cNvPr id="287" name="Google Shape;287;g3f560cde4dd_1_264">
            <a:extLst xmlns:a="http://schemas.openxmlformats.org/drawingml/2006/main">
              <a:ext uri="{FF2B5EF4-FFF2-40B4-BE49-F238E27FC236}">
                <a16:creationId xmlns:a16="http://schemas.microsoft.com/office/drawing/2014/main" id="{15CA735E-5B9F-4749-9731-F8D6D9D26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600" y="4425325"/>
            <a:ext cx="461700" cy="461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lt2"/>
          </a:solidFill>
          <a:ln xmlns:a="http://schemas.openxmlformats.org/drawingml/2006/main" w="9525" cmpd="sng">
            <a:solidFill>
              <a:schemeClr val="lt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111803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5" name="Google Shape;325;g3f560cde4dd_1_312">
            <a:extLst xmlns:a="http://schemas.openxmlformats.org/drawingml/2006/main">
              <a:ext uri="{FF2B5EF4-FFF2-40B4-BE49-F238E27FC236}">
                <a16:creationId xmlns:a16="http://schemas.microsoft.com/office/drawing/2014/main" id="{AEE71073-52C1-44FE-9CF2-078F5631B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97" y="1805479"/>
            <a:ext cx="76101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Создать x², x³ и interactions</a:t>
            </a:r>
          </a:p>
        </p:txBody>
      </p:sp>
      <p:sp>
        <p:nvSpPr>
          <p:cNvPr id="326" name="Google Shape;326;g3f560cde4dd_1_312">
            <a:extLst xmlns:a="http://schemas.openxmlformats.org/drawingml/2006/main">
              <a:ext uri="{FF2B5EF4-FFF2-40B4-BE49-F238E27FC236}">
                <a16:creationId xmlns:a16="http://schemas.microsoft.com/office/drawing/2014/main" id="{F5B34151-F0E7-4130-AC7B-FC4C73224A8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8825" y="590475"/>
            <a:ext cx="8457900" cy="690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>
                <a:solidFill>
                  <a:schemeClr val="dk2"/>
                </a:solidFill>
              </a:rPr>
              <a:t>Полиномиальная регрессия за три шага</a:t>
            </a:r>
          </a:p>
        </p:txBody>
      </p:sp>
      <p:sp>
        <p:nvSpPr>
          <p:cNvPr id="327" name="Google Shape;327;g3f560cde4dd_1_312">
            <a:extLst xmlns:a="http://schemas.openxmlformats.org/drawingml/2006/main">
              <a:ext uri="{FF2B5EF4-FFF2-40B4-BE49-F238E27FC236}">
                <a16:creationId xmlns:a16="http://schemas.microsoft.com/office/drawing/2014/main" id="{3DEE63F2-F1B8-4D34-AF77-9C8D0B4F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1826634"/>
            <a:ext cx="866700" cy="8667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1</a:t>
            </a:r>
            <a:endParaRPr sz="1400" b="0" i="0" u="none" cap="none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8" name="Google Shape;328;g3f560cde4dd_1_312">
            <a:extLst xmlns:a="http://schemas.openxmlformats.org/drawingml/2006/main">
              <a:ext uri="{FF2B5EF4-FFF2-40B4-BE49-F238E27FC236}">
                <a16:creationId xmlns:a16="http://schemas.microsoft.com/office/drawing/2014/main" id="{EB56C387-47C9-4719-982B-6CBC10261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97" y="2811004"/>
            <a:ext cx="76101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Обучить Ridge / Lasso</a:t>
            </a:r>
          </a:p>
        </p:txBody>
      </p:sp>
      <p:sp>
        <p:nvSpPr>
          <p:cNvPr id="329" name="Google Shape;329;g3f560cde4dd_1_312">
            <a:extLst xmlns:a="http://schemas.openxmlformats.org/drawingml/2006/main">
              <a:ext uri="{FF2B5EF4-FFF2-40B4-BE49-F238E27FC236}">
                <a16:creationId xmlns:a16="http://schemas.microsoft.com/office/drawing/2014/main" id="{10C5E069-F08F-4311-8558-4C21D43C8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2832159"/>
            <a:ext cx="866700" cy="8667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2</a:t>
            </a:r>
            <a:endParaRPr sz="1400" b="0" i="0" u="none" cap="none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0" name="Google Shape;330;g3f560cde4dd_1_312">
            <a:extLst xmlns:a="http://schemas.openxmlformats.org/drawingml/2006/main">
              <a:ext uri="{FF2B5EF4-FFF2-40B4-BE49-F238E27FC236}">
                <a16:creationId xmlns:a16="http://schemas.microsoft.com/office/drawing/2014/main" id="{CF2FD0AF-D673-4C4E-8B25-0AD90A61A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97" y="3837679"/>
            <a:ext cx="76101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Выбрать степень по validation</a:t>
            </a:r>
          </a:p>
        </p:txBody>
      </p:sp>
      <p:sp>
        <p:nvSpPr>
          <p:cNvPr id="331" name="Google Shape;331;g3f560cde4dd_1_312">
            <a:extLst xmlns:a="http://schemas.openxmlformats.org/drawingml/2006/main">
              <a:ext uri="{FF2B5EF4-FFF2-40B4-BE49-F238E27FC236}">
                <a16:creationId xmlns:a16="http://schemas.microsoft.com/office/drawing/2014/main" id="{38815F71-C27D-4AEF-AA13-84BE5BFD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3858834"/>
            <a:ext cx="866700" cy="8667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3</a:t>
            </a:r>
            <a:endParaRPr sz="1400" b="0" i="0" u="none" cap="none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2" name="Google Shape;332;g3f560cde4dd_1_312">
            <a:extLst xmlns:a="http://schemas.openxmlformats.org/drawingml/2006/main">
              <a:ext uri="{FF2B5EF4-FFF2-40B4-BE49-F238E27FC236}">
                <a16:creationId xmlns:a16="http://schemas.microsoft.com/office/drawing/2014/main" id="{C4D362CA-B82C-4C45-AA31-7113564F9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8200" y="1805479"/>
            <a:ext cx="2017800" cy="909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нелинейность</a:t>
            </a:r>
          </a:p>
        </p:txBody>
      </p:sp>
      <p:sp>
        <p:nvSpPr>
          <p:cNvPr id="333" name="Google Shape;333;g3f560cde4dd_1_312">
            <a:extLst xmlns:a="http://schemas.openxmlformats.org/drawingml/2006/main">
              <a:ext uri="{FF2B5EF4-FFF2-40B4-BE49-F238E27FC236}">
                <a16:creationId xmlns:a16="http://schemas.microsoft.com/office/drawing/2014/main" id="{F7177E70-7275-4EA8-ACFA-F1C6DED80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8200" y="2811004"/>
            <a:ext cx="2017800" cy="909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контроль весов</a:t>
            </a:r>
          </a:p>
        </p:txBody>
      </p:sp>
      <p:sp>
        <p:nvSpPr>
          <p:cNvPr id="334" name="Google Shape;334;g3f560cde4dd_1_312">
            <a:extLst xmlns:a="http://schemas.openxmlformats.org/drawingml/2006/main">
              <a:ext uri="{FF2B5EF4-FFF2-40B4-BE49-F238E27FC236}">
                <a16:creationId xmlns:a16="http://schemas.microsoft.com/office/drawing/2014/main" id="{767AF38D-8A19-479B-BB87-F0E6E134B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8200" y="3837679"/>
            <a:ext cx="2017800" cy="9090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sz="20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ошибка на новых данных</a:t>
            </a:r>
          </a:p>
        </p:txBody>
      </p:sp>
    </p:spTree>
    <p:extLst>
      <p:ext uri="{BB962C8B-B14F-4D97-AF65-F5344CB8AC3E}">
        <p14:creationId xmlns:p14="http://schemas.microsoft.com/office/powerpoint/2010/main" val="144248170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8" name="Google Shape;298;g3f560cde4dd_1_277">
            <a:extLst xmlns:a="http://schemas.openxmlformats.org/drawingml/2006/main">
              <a:ext uri="{FF2B5EF4-FFF2-40B4-BE49-F238E27FC236}">
                <a16:creationId xmlns:a16="http://schemas.microsoft.com/office/drawing/2014/main" id="{72013114-4C1E-49B5-873B-9E736BFD6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" y="2153478"/>
            <a:ext cx="53658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Underfit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Высока train- и validation-ошибка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9" name="Google Shape;299;g3f560cde4dd_1_277">
            <a:extLst xmlns:a="http://schemas.openxmlformats.org/drawingml/2006/main">
              <a:ext uri="{FF2B5EF4-FFF2-40B4-BE49-F238E27FC236}">
                <a16:creationId xmlns:a16="http://schemas.microsoft.com/office/drawing/2014/main" id="{4E9FDE1D-8A53-4AAF-8A07-C346E397D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4737" y="2155793"/>
            <a:ext cx="53913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Overfit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Train хорош, validation ухудшается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00" name="Google Shape;300;g3f560cde4dd_1_277">
            <a:extLst xmlns:a="http://schemas.openxmlformats.org/drawingml/2006/main">
              <a:ext uri="{FF2B5EF4-FFF2-40B4-BE49-F238E27FC236}">
                <a16:creationId xmlns:a16="http://schemas.microsoft.com/office/drawing/2014/main" id="{9BF7927B-6C60-4B35-BE65-71CE2E6D5F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5" y="692150"/>
            <a:ext cx="8624100" cy="10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>
                <a:solidFill>
                  <a:schemeClr val="dk2"/>
                </a:solidFill>
              </a:rPr>
              <a:t>Train и validation диагностируют сложность</a:t>
            </a:r>
          </a:p>
        </p:txBody>
      </p:sp>
      <p:sp>
        <p:nvSpPr>
          <p:cNvPr id="301" name="Google Shape;301;g3f560cde4dd_1_277">
            <a:extLst xmlns:a="http://schemas.openxmlformats.org/drawingml/2006/main">
              <a:ext uri="{FF2B5EF4-FFF2-40B4-BE49-F238E27FC236}">
                <a16:creationId xmlns:a16="http://schemas.microsoft.com/office/drawing/2014/main" id="{D63DDEA6-D938-47F9-BCB0-6667FC0D5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" y="4239004"/>
            <a:ext cx="53658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Баланс</a:t>
            </a:r>
          </a:p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Минимум validation-ошибки</a:t>
            </a:r>
          </a:p>
        </p:txBody>
      </p:sp>
      <p:sp>
        <p:nvSpPr>
          <p:cNvPr id="302" name="Google Shape;302;g3f560cde4dd_1_277">
            <a:extLst xmlns:a="http://schemas.openxmlformats.org/drawingml/2006/main">
              <a:ext uri="{FF2B5EF4-FFF2-40B4-BE49-F238E27FC236}">
                <a16:creationId xmlns:a16="http://schemas.microsoft.com/office/drawing/2014/main" id="{6461CDCB-6BEE-4D2C-BB6D-F3A4858B6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4737" y="4239004"/>
            <a:ext cx="53913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Решение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Признаки, penalty, степень, данные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</p:spTree>
    <p:extLst>
      <p:ext uri="{BB962C8B-B14F-4D97-AF65-F5344CB8AC3E}">
        <p14:creationId xmlns:p14="http://schemas.microsoft.com/office/powerpoint/2010/main" val="82057557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2" name="Google Shape;292;g3f560cde4dd_1_272">
            <a:extLst xmlns:a="http://schemas.openxmlformats.org/drawingml/2006/main">
              <a:ext uri="{FF2B5EF4-FFF2-40B4-BE49-F238E27FC236}">
                <a16:creationId xmlns:a16="http://schemas.microsoft.com/office/drawing/2014/main" id="{BEDBD214-A1C4-4087-B597-63BA6B92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000" y="2364500"/>
            <a:ext cx="10806000" cy="22059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All Cups делит данные по времени: train 2011–2012, test продолжается до 2013. Случайный split завысит качество.</a:t>
            </a: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22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Препроцессинг обучаем только на train; финальный fit делаем после фиксации протокола.</a:t>
            </a:r>
          </a:p>
        </p:txBody>
      </p:sp>
      <p:sp>
        <p:nvSpPr>
          <p:cNvPr id="293" name="Google Shape;293;g3f560cde4dd_1_272">
            <a:extLst xmlns:a="http://schemas.openxmlformats.org/drawingml/2006/main">
              <a:ext uri="{FF2B5EF4-FFF2-40B4-BE49-F238E27FC236}">
                <a16:creationId xmlns:a16="http://schemas.microsoft.com/office/drawing/2014/main" id="{9CE2E274-541E-4EC1-A786-91D7FECE53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5" y="692150"/>
            <a:ext cx="8413200" cy="5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>
                <a:solidFill>
                  <a:schemeClr val="dk2"/>
                </a:solidFill>
              </a:rPr>
              <a:t>Валидация должна повторять будущее</a:t>
            </a:r>
          </a:p>
        </p:txBody>
      </p:sp>
    </p:spTree>
    <p:extLst>
      <p:ext uri="{BB962C8B-B14F-4D97-AF65-F5344CB8AC3E}">
        <p14:creationId xmlns:p14="http://schemas.microsoft.com/office/powerpoint/2010/main" val="209252927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2" name="Google Shape;292;g3f560cde4dd_1_272">
            <a:extLst xmlns:a="http://schemas.openxmlformats.org/drawingml/2006/main">
              <a:ext uri="{FF2B5EF4-FFF2-40B4-BE49-F238E27FC236}">
                <a16:creationId xmlns:a16="http://schemas.microsoft.com/office/drawing/2014/main" id="{BEDBD214-A1C4-4087-B597-63BA6B92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000" y="2364500"/>
            <a:ext cx="10806000" cy="22059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На последнем 20% train: Dummy MAE 2,81 млн; Linear 1,20 млн; Ridge 1,20 млн.</a:t>
            </a: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22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Это baseline, а не потолок: следующий шаг — признаки даты и локации на том же time split.</a:t>
            </a:r>
          </a:p>
        </p:txBody>
      </p:sp>
      <p:sp>
        <p:nvSpPr>
          <p:cNvPr id="293" name="Google Shape;293;g3f560cde4dd_1_272">
            <a:extLst xmlns:a="http://schemas.openxmlformats.org/drawingml/2006/main">
              <a:ext uri="{FF2B5EF4-FFF2-40B4-BE49-F238E27FC236}">
                <a16:creationId xmlns:a16="http://schemas.microsoft.com/office/drawing/2014/main" id="{9CE2E274-541E-4EC1-A786-91D7FECE53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5" y="692150"/>
            <a:ext cx="8413200" cy="5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>
                <a:solidFill>
                  <a:schemeClr val="dk2"/>
                </a:solidFill>
              </a:rPr>
              <a:t>All Cups baseline: MAE ниже на 57%</a:t>
            </a:r>
          </a:p>
        </p:txBody>
      </p:sp>
    </p:spTree>
    <p:extLst>
      <p:ext uri="{BB962C8B-B14F-4D97-AF65-F5344CB8AC3E}">
        <p14:creationId xmlns:p14="http://schemas.microsoft.com/office/powerpoint/2010/main" val="2092529277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7" name="Google Shape;367;g3f560cde4dd_1_384">
            <a:extLst xmlns:a="http://schemas.openxmlformats.org/drawingml/2006/main">
              <a:ext uri="{FF2B5EF4-FFF2-40B4-BE49-F238E27FC236}">
                <a16:creationId xmlns:a16="http://schemas.microsoft.com/office/drawing/2014/main" id="{F34ED6F6-1D12-4762-8A52-3234FAC0E9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8825" y="2597850"/>
            <a:ext cx="7231500" cy="132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sz="4800"/>
              <a:t>Классификация: score → решение</a:t>
            </a:r>
          </a:p>
        </p:txBody>
      </p:sp>
      <p:sp>
        <p:nvSpPr>
          <p:cNvPr id="368" name="Google Shape;368;g3f560cde4dd_1_384">
            <a:extLst xmlns:a="http://schemas.openxmlformats.org/drawingml/2006/main">
              <a:ext uri="{FF2B5EF4-FFF2-40B4-BE49-F238E27FC236}">
                <a16:creationId xmlns:a16="http://schemas.microsoft.com/office/drawing/2014/main" id="{AC713EE8-2276-414B-96ED-DE187A776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25" y="4253883"/>
            <a:ext cx="1494600" cy="46170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28575" cmpd="sng">
            <a:solidFill>
              <a:schemeClr val="lt1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69" name="Google Shape;369;g3f560cde4dd_1_384">
            <a:extLst xmlns:a="http://schemas.openxmlformats.org/drawingml/2006/main">
              <a:ext uri="{FF2B5EF4-FFF2-40B4-BE49-F238E27FC236}">
                <a16:creationId xmlns:a16="http://schemas.microsoft.com/office/drawing/2014/main" id="{FE67F0D0-0E66-4894-B640-B6509D643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317" y="4240694"/>
            <a:ext cx="1424400" cy="46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rgbClr val="FFFFFF"/>
                </a:solidFill>
                <a:latin typeface="Play"/>
                <a:ea typeface="Play"/>
                <a:cs typeface="Play"/>
              </a:rPr>
              <a:t>раздел</a:t>
            </a:r>
          </a:p>
        </p:txBody>
      </p:sp>
      <p:sp>
        <p:nvSpPr>
          <p:cNvPr id="370" name="Google Shape;370;g3f560cde4dd_1_384">
            <a:extLst xmlns:a="http://schemas.openxmlformats.org/drawingml/2006/main">
              <a:ext uri="{FF2B5EF4-FFF2-40B4-BE49-F238E27FC236}">
                <a16:creationId xmlns:a16="http://schemas.microsoft.com/office/drawing/2014/main" id="{CA659735-0A00-4B3C-81E6-1C53DC6C7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1600" y="4253883"/>
            <a:ext cx="461700" cy="461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lt2"/>
          </a:solidFill>
          <a:ln xmlns:a="http://schemas.openxmlformats.org/drawingml/2006/main" w="9525" cmpd="sng">
            <a:solidFill>
              <a:schemeClr val="lt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sz="18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64141438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8" name="Google Shape;298;g3f560cde4dd_1_277">
            <a:extLst xmlns:a="http://schemas.openxmlformats.org/drawingml/2006/main">
              <a:ext uri="{FF2B5EF4-FFF2-40B4-BE49-F238E27FC236}">
                <a16:creationId xmlns:a16="http://schemas.microsoft.com/office/drawing/2014/main" id="{72013114-4C1E-49B5-873B-9E736BFD6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" y="2153478"/>
            <a:ext cx="53658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Задача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457200" marR="0" lvl="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ŷ ∈ {0,1} или класс 1…K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9" name="Google Shape;299;g3f560cde4dd_1_277">
            <a:extLst xmlns:a="http://schemas.openxmlformats.org/drawingml/2006/main">
              <a:ext uri="{FF2B5EF4-FFF2-40B4-BE49-F238E27FC236}">
                <a16:creationId xmlns:a16="http://schemas.microsoft.com/office/drawing/2014/main" id="{4E9FDE1D-8A53-4AAF-8A07-C346E397D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4737" y="2155793"/>
            <a:ext cx="53913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Logistic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p(y=1|x)=σ(wᵀx)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00" name="Google Shape;300;g3f560cde4dd_1_277">
            <a:extLst xmlns:a="http://schemas.openxmlformats.org/drawingml/2006/main">
              <a:ext uri="{FF2B5EF4-FFF2-40B4-BE49-F238E27FC236}">
                <a16:creationId xmlns:a16="http://schemas.microsoft.com/office/drawing/2014/main" id="{9BF7927B-6C60-4B35-BE65-71CE2E6D5F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5" y="692150"/>
            <a:ext cx="8624100" cy="10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>
                <a:solidFill>
                  <a:schemeClr val="dk2"/>
                </a:solidFill>
              </a:rPr>
              <a:t>Классификатор оценивает score; threshold превращает его в класс</a:t>
            </a:r>
          </a:p>
        </p:txBody>
      </p:sp>
      <p:sp>
        <p:nvSpPr>
          <p:cNvPr id="301" name="Google Shape;301;g3f560cde4dd_1_277">
            <a:extLst xmlns:a="http://schemas.openxmlformats.org/drawingml/2006/main">
              <a:ext uri="{FF2B5EF4-FFF2-40B4-BE49-F238E27FC236}">
                <a16:creationId xmlns:a16="http://schemas.microsoft.com/office/drawing/2014/main" id="{D63DDEA6-D938-47F9-BCB0-6667FC0D5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" y="4239004"/>
            <a:ext cx="53658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Softmax</a:t>
            </a:r>
          </a:p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K вероятностей, сумма = 1</a:t>
            </a:r>
          </a:p>
        </p:txBody>
      </p:sp>
      <p:sp>
        <p:nvSpPr>
          <p:cNvPr id="302" name="Google Shape;302;g3f560cde4dd_1_277">
            <a:extLst xmlns:a="http://schemas.openxmlformats.org/drawingml/2006/main">
              <a:ext uri="{FF2B5EF4-FFF2-40B4-BE49-F238E27FC236}">
                <a16:creationId xmlns:a16="http://schemas.microsoft.com/office/drawing/2014/main" id="{6461CDCB-6BEE-4D2C-BB6D-F3A4858B6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4737" y="4239004"/>
            <a:ext cx="5391300" cy="19617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Решение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  <a:p xmlns:a="http://schemas.openxmlformats.org/drawingml/2006/main">
            <a:pPr marL="457200" marR="0" lvl="0" indent="-34290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"/>
              <a:buChar char="●"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Порог зависит от цены ошибок</a:t>
            </a:r>
            <a:endParaRPr sz="1400" b="0" i="0" u="none" cap="none">
              <a:solidFill>
                <a:schemeClr val="dk1"/>
              </a:solidFill>
              <a:latin typeface="Play"/>
              <a:ea typeface="Play"/>
              <a:cs typeface="Play"/>
            </a:endParaRPr>
          </a:p>
        </p:txBody>
      </p:sp>
    </p:spTree>
    <p:extLst>
      <p:ext uri="{BB962C8B-B14F-4D97-AF65-F5344CB8AC3E}">
        <p14:creationId xmlns:p14="http://schemas.microsoft.com/office/powerpoint/2010/main" val="820575579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447" name="Google Shape;339;g3f560cde4dd_1_345"/>
          <p:cNvCxnSpPr/>
          <p:nvPr/>
        </p:nvCxnSpPr>
        <p:spPr>
          <a:xfrm xmlns:a="http://schemas.openxmlformats.org/drawingml/2006/main" rot="10800000">
            <a:off x="658800" y="2199500"/>
            <a:ext cx="11533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chemeClr val="accent4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340" name="Google Shape;340;g3f560cde4dd_1_345">
            <a:extLst xmlns:a="http://schemas.openxmlformats.org/drawingml/2006/main">
              <a:ext uri="{FF2B5EF4-FFF2-40B4-BE49-F238E27FC236}">
                <a16:creationId xmlns:a16="http://schemas.microsoft.com/office/drawing/2014/main" id="{56F90A0F-7F58-4E76-8CB6-2FF5D2C6B0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5" y="692150"/>
            <a:ext cx="8584500" cy="56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t>Logistic и Softmax: один принцип</a:t>
            </a:r>
          </a:p>
        </p:txBody>
      </p:sp>
      <p:sp>
        <p:nvSpPr>
          <p:cNvPr id="341" name="Google Shape;341;g3f560cde4dd_1_345">
            <a:extLst xmlns:a="http://schemas.openxmlformats.org/drawingml/2006/main">
              <a:ext uri="{FF2B5EF4-FFF2-40B4-BE49-F238E27FC236}">
                <a16:creationId xmlns:a16="http://schemas.microsoft.com/office/drawing/2014/main" id="{DA6EDD8E-346E-43F6-A206-982AE3B18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2150" y="2386744"/>
            <a:ext cx="2743200" cy="49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24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Binary</a:t>
            </a:r>
          </a:p>
        </p:txBody>
      </p:sp>
      <p:sp>
        <p:nvSpPr>
          <p:cNvPr id="342" name="Google Shape;342;g3f560cde4dd_1_345">
            <a:extLst xmlns:a="http://schemas.openxmlformats.org/drawingml/2006/main">
              <a:ext uri="{FF2B5EF4-FFF2-40B4-BE49-F238E27FC236}">
                <a16:creationId xmlns:a16="http://schemas.microsoft.com/office/drawing/2014/main" id="{5D354B47-0ED7-495E-B2BB-4E31B6709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4107" y="2103103"/>
            <a:ext cx="219300" cy="219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5700" tIns="35700" rIns="35700" bIns="3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5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3" name="Google Shape;343;g3f560cde4dd_1_345">
            <a:extLst xmlns:a="http://schemas.openxmlformats.org/drawingml/2006/main">
              <a:ext uri="{FF2B5EF4-FFF2-40B4-BE49-F238E27FC236}">
                <a16:creationId xmlns:a16="http://schemas.microsoft.com/office/drawing/2014/main" id="{D99E9041-321E-460C-B722-97CD001D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2265" y="2103103"/>
            <a:ext cx="219300" cy="219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5700" tIns="35700" rIns="35700" bIns="3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endParaRPr sz="25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4" name="Google Shape;344;g3f560cde4dd_1_345">
            <a:extLst xmlns:a="http://schemas.openxmlformats.org/drawingml/2006/main">
              <a:ext uri="{FF2B5EF4-FFF2-40B4-BE49-F238E27FC236}">
                <a16:creationId xmlns:a16="http://schemas.microsoft.com/office/drawing/2014/main" id="{F71CBB49-5100-4AEC-911A-D0DA3F505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400" y="3422993"/>
            <a:ext cx="2558686" cy="1127741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45" name="Google Shape;345;g3f560cde4dd_1_345">
            <a:extLst xmlns:a="http://schemas.openxmlformats.org/drawingml/2006/main">
              <a:ext uri="{FF2B5EF4-FFF2-40B4-BE49-F238E27FC236}">
                <a16:creationId xmlns:a16="http://schemas.microsoft.com/office/drawing/2014/main" id="{766EE54F-D9EF-4A5A-A2C9-68C407FBE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4449" y="3529194"/>
            <a:ext cx="2298600" cy="56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z = wᵀx</a:t>
            </a:r>
            <a:endParaRPr sz="18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cxnSp>
        <p:nvCxnSpPr>
          <p:cNvPr id="454" name="Google Shape;346;g3f560cde4dd_1_345"/>
          <p:cNvCxnSpPr>
            <a:stCxn xmlns:a="http://schemas.openxmlformats.org/drawingml/2006/main" id="341" idx="2"/>
            <a:endCxn xmlns:a="http://schemas.openxmlformats.org/drawingml/2006/main" id="344" idx="0"/>
          </p:cNvCxnSpPr>
          <p:nvPr/>
        </p:nvCxnSpPr>
        <p:spPr>
          <a:xfrm xmlns:a="http://schemas.openxmlformats.org/drawingml/2006/main" flipH="1">
            <a:off x="4163743" y="2880480"/>
            <a:ext cx="7" cy="542513"/>
          </a:xfrm>
          <a:prstGeom xmlns:a="http://schemas.openxmlformats.org/drawingml/2006/main" prst="straightConnector1">
            <a:avLst/>
          </a:prstGeom>
          <a:ln xmlns:a="http://schemas.openxmlformats.org/drawingml/2006/main" w="28575" cap="flat">
            <a:solidFill>
              <a:schemeClr val="dk2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347" name="Google Shape;347;g3f560cde4dd_1_345">
            <a:extLst xmlns:a="http://schemas.openxmlformats.org/drawingml/2006/main">
              <a:ext uri="{FF2B5EF4-FFF2-40B4-BE49-F238E27FC236}">
                <a16:creationId xmlns:a16="http://schemas.microsoft.com/office/drawing/2014/main" id="{3900D387-DFAA-42E0-954C-D4C408C60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400" y="4775744"/>
            <a:ext cx="2558700" cy="778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48" name="Google Shape;348;g3f560cde4dd_1_345">
            <a:extLst xmlns:a="http://schemas.openxmlformats.org/drawingml/2006/main">
              <a:ext uri="{FF2B5EF4-FFF2-40B4-BE49-F238E27FC236}">
                <a16:creationId xmlns:a16="http://schemas.microsoft.com/office/drawing/2014/main" id="{3C64143B-56A1-49FB-A89F-830C5DB3A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4449" y="4881944"/>
            <a:ext cx="2298600" cy="56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sigmoid → p(y=1)</a:t>
            </a:r>
          </a:p>
        </p:txBody>
      </p:sp>
      <p:cxnSp>
        <p:nvCxnSpPr>
          <p:cNvPr id="457" name="Google Shape;349;g3f560cde4dd_1_345"/>
          <p:cNvCxnSpPr>
            <a:stCxn xmlns:a="http://schemas.openxmlformats.org/drawingml/2006/main" id="344" idx="2"/>
            <a:endCxn xmlns:a="http://schemas.openxmlformats.org/drawingml/2006/main" id="347" idx="0"/>
          </p:cNvCxnSpPr>
          <p:nvPr/>
        </p:nvCxnSpPr>
        <p:spPr>
          <a:xfrm xmlns:a="http://schemas.openxmlformats.org/drawingml/2006/main">
            <a:off x="4163743" y="4550734"/>
            <a:ext cx="7" cy="22501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flat">
            <a:solidFill>
              <a:schemeClr val="dk2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350" name="Google Shape;350;g3f560cde4dd_1_345">
            <a:extLst xmlns:a="http://schemas.openxmlformats.org/drawingml/2006/main">
              <a:ext uri="{FF2B5EF4-FFF2-40B4-BE49-F238E27FC236}">
                <a16:creationId xmlns:a16="http://schemas.microsoft.com/office/drawing/2014/main" id="{FCE23C06-354F-48E2-8BAF-48D886A38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0317" y="2386744"/>
            <a:ext cx="2743200" cy="4937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24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Multiclass</a:t>
            </a:r>
          </a:p>
        </p:txBody>
      </p:sp>
      <p:sp>
        <p:nvSpPr>
          <p:cNvPr id="351" name="Google Shape;351;g3f560cde4dd_1_345">
            <a:extLst xmlns:a="http://schemas.openxmlformats.org/drawingml/2006/main">
              <a:ext uri="{FF2B5EF4-FFF2-40B4-BE49-F238E27FC236}">
                <a16:creationId xmlns:a16="http://schemas.microsoft.com/office/drawing/2014/main" id="{0D1BD3BF-52C1-4CBA-A1F2-0AB51BB69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2567" y="3422994"/>
            <a:ext cx="2558700" cy="778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52" name="Google Shape;352;g3f560cde4dd_1_345">
            <a:extLst xmlns:a="http://schemas.openxmlformats.org/drawingml/2006/main">
              <a:ext uri="{FF2B5EF4-FFF2-40B4-BE49-F238E27FC236}">
                <a16:creationId xmlns:a16="http://schemas.microsoft.com/office/drawing/2014/main" id="{3D529EE6-0E49-4C19-8D1C-6394D7FC1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2616" y="3529194"/>
            <a:ext cx="2298600" cy="56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z₁ … zK</a:t>
            </a:r>
            <a:endParaRPr sz="18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cxnSp>
        <p:nvCxnSpPr>
          <p:cNvPr id="461" name="Google Shape;353;g3f560cde4dd_1_345"/>
          <p:cNvCxnSpPr>
            <a:stCxn xmlns:a="http://schemas.openxmlformats.org/drawingml/2006/main" id="350" idx="2"/>
            <a:endCxn xmlns:a="http://schemas.openxmlformats.org/drawingml/2006/main" id="351" idx="0"/>
          </p:cNvCxnSpPr>
          <p:nvPr/>
        </p:nvCxnSpPr>
        <p:spPr>
          <a:xfrm xmlns:a="http://schemas.openxmlformats.org/drawingml/2006/main">
            <a:off x="7501917" y="2848444"/>
            <a:ext cx="0" cy="57450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flat">
            <a:solidFill>
              <a:schemeClr val="dk2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354" name="Google Shape;354;g3f560cde4dd_1_345">
            <a:extLst xmlns:a="http://schemas.openxmlformats.org/drawingml/2006/main">
              <a:ext uri="{FF2B5EF4-FFF2-40B4-BE49-F238E27FC236}">
                <a16:creationId xmlns:a16="http://schemas.microsoft.com/office/drawing/2014/main" id="{D39E4814-26E9-489F-9444-16FE99707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2567" y="4775744"/>
            <a:ext cx="2558700" cy="778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lt2"/>
          </a:solidFill>
          <a:ln xmlns:a="http://schemas.openxmlformats.org/drawingml/2006/main" w="19050" cmpd="sng">
            <a:solidFill>
              <a:schemeClr val="dk2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cap="none">
              <a:solidFill>
                <a:srgbClr val="000000"/>
              </a:solidFill>
              <a:latin typeface="Play"/>
              <a:ea typeface="Play"/>
              <a:cs typeface="Play"/>
            </a:endParaRPr>
          </a:p>
        </p:txBody>
      </p:sp>
      <p:sp>
        <p:nvSpPr>
          <p:cNvPr id="355" name="Google Shape;355;g3f560cde4dd_1_345">
            <a:extLst xmlns:a="http://schemas.openxmlformats.org/drawingml/2006/main">
              <a:ext uri="{FF2B5EF4-FFF2-40B4-BE49-F238E27FC236}">
                <a16:creationId xmlns:a16="http://schemas.microsoft.com/office/drawing/2014/main" id="{0F63360E-7EE5-40B0-BF64-DF13DE42A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2616" y="4881944"/>
            <a:ext cx="2298600" cy="56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softmax → p(y=k)</a:t>
            </a:r>
          </a:p>
        </p:txBody>
      </p:sp>
      <p:cxnSp>
        <p:nvCxnSpPr>
          <p:cNvPr id="464" name="Google Shape;356;g3f560cde4dd_1_345"/>
          <p:cNvCxnSpPr>
            <a:endCxn xmlns:a="http://schemas.openxmlformats.org/drawingml/2006/main" id="354" idx="0"/>
          </p:cNvCxnSpPr>
          <p:nvPr/>
        </p:nvCxnSpPr>
        <p:spPr>
          <a:xfrm xmlns:a="http://schemas.openxmlformats.org/drawingml/2006/main">
            <a:off x="7501917" y="4201244"/>
            <a:ext cx="0" cy="574500"/>
          </a:xfrm>
          <a:prstGeom xmlns:a="http://schemas.openxmlformats.org/drawingml/2006/main" prst="straightConnector1">
            <a:avLst/>
          </a:prstGeom>
          <a:ln xmlns:a="http://schemas.openxmlformats.org/drawingml/2006/main" w="28575" cap="flat">
            <a:solidFill>
              <a:schemeClr val="dk2"/>
            </a:solidFill>
            <a:prstDash val="solid"/>
            <a:round/>
            <a:headEnd type="none" w="sm" len="sm"/>
            <a:tailEnd type="stealth" w="med" len="med"/>
          </a:ln>
        </p:spPr>
      </p:cxnSp>
    </p:spTree>
    <p:extLst>
      <p:ext uri="{BB962C8B-B14F-4D97-AF65-F5344CB8AC3E}">
        <p14:creationId xmlns:p14="http://schemas.microsoft.com/office/powerpoint/2010/main" val="479186892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1" name="Google Shape;361;p4">
            <a:extLst xmlns:a="http://schemas.openxmlformats.org/drawingml/2006/main">
              <a:ext uri="{FF2B5EF4-FFF2-40B4-BE49-F238E27FC236}">
                <a16:creationId xmlns:a16="http://schemas.microsoft.com/office/drawing/2014/main" id="{C2810E72-9625-498B-9082-AC061DC12B2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25" y="1773301"/>
            <a:ext cx="5437200" cy="200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 fontScale="92748"/>
          </a:bodyPr>
          <a:lstStyle xmlns:a="http://schemas.openxmlformats.org/drawingml/2006/main"/>
          <a:p xmlns:a="http://schemas.openxmlformats.org/drawingml/2006/main">
            <a:pPr marL="285750" lvl="0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</a:pPr>
            <a:r>
              <a:rPr sz="2400"/>
              <a:t>1. Logistic regression — MLE для Bernoulli + log-loss</a:t>
            </a:r>
          </a:p>
          <a:p xmlns:a="http://schemas.openxmlformats.org/drawingml/2006/main">
            <a:pPr marL="285750" lvl="0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</a:pPr>
            <a:r>
              <a:rPr sz="2400"/>
              <a:t>2. Softmax — MLE для categorical target</a:t>
            </a:r>
          </a:p>
          <a:p xmlns:a="http://schemas.openxmlformats.org/drawingml/2006/main">
            <a:pPr marL="285750" lvl="0" indent="-2857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</a:pPr>
            <a:r>
              <a:rPr sz="2400"/>
              <a:t>3. Вероятность требует calibration; класс — выбранного порога</a:t>
            </a:r>
          </a:p>
        </p:txBody>
      </p:sp>
      <p:sp>
        <p:nvSpPr>
          <p:cNvPr id="362" name="Google Shape;362;p4">
            <a:extLst xmlns:a="http://schemas.openxmlformats.org/drawingml/2006/main">
              <a:ext uri="{FF2B5EF4-FFF2-40B4-BE49-F238E27FC236}">
                <a16:creationId xmlns:a16="http://schemas.microsoft.com/office/drawing/2014/main" id="{CC3DF3A7-C397-446B-AA3B-CD96FB1D65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9775" y="692156"/>
            <a:ext cx="5475300" cy="72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3600">
                <a:solidFill>
                  <a:schemeClr val="dk2"/>
                </a:solidFill>
              </a:rPr>
              <a:t>MLE связывает вероятности и loss</a:t>
            </a:r>
          </a:p>
        </p:txBody>
      </p:sp>
    </p:spTree>
    <p:extLst>
      <p:ext uri="{BB962C8B-B14F-4D97-AF65-F5344CB8AC3E}">
        <p14:creationId xmlns:p14="http://schemas.microsoft.com/office/powerpoint/2010/main" val="128504149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0" name="Google Shape;520;g3f560cde4dd_1_593">
            <a:extLst xmlns:a="http://schemas.openxmlformats.org/drawingml/2006/main">
              <a:ext uri="{FF2B5EF4-FFF2-40B4-BE49-F238E27FC236}">
                <a16:creationId xmlns:a16="http://schemas.microsoft.com/office/drawing/2014/main" id="{83BDC243-564F-472E-BCED-7A311DDF7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88" y="1515333"/>
            <a:ext cx="98814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Accuracy: доля верных ответов</a:t>
            </a:r>
          </a:p>
        </p:txBody>
      </p:sp>
      <p:sp>
        <p:nvSpPr>
          <p:cNvPr id="521" name="Google Shape;521;g3f560cde4dd_1_593">
            <a:extLst xmlns:a="http://schemas.openxmlformats.org/drawingml/2006/main">
              <a:ext uri="{FF2B5EF4-FFF2-40B4-BE49-F238E27FC236}">
                <a16:creationId xmlns:a16="http://schemas.microsoft.com/office/drawing/2014/main" id="{64E3AA14-B85B-4F68-B351-B031E6F7C6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8825" y="590475"/>
            <a:ext cx="8457900" cy="55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>
                <a:solidFill>
                  <a:schemeClr val="dk2"/>
                </a:solidFill>
              </a:rPr>
              <a:t>Метрики классификации</a:t>
            </a:r>
          </a:p>
        </p:txBody>
      </p:sp>
      <p:sp>
        <p:nvSpPr>
          <p:cNvPr id="522" name="Google Shape;522;g3f560cde4dd_1_593">
            <a:extLst xmlns:a="http://schemas.openxmlformats.org/drawingml/2006/main">
              <a:ext uri="{FF2B5EF4-FFF2-40B4-BE49-F238E27FC236}">
                <a16:creationId xmlns:a16="http://schemas.microsoft.com/office/drawing/2014/main" id="{F86A1EB7-8ABC-4C5D-890B-F573BAE0B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1536488"/>
            <a:ext cx="866700" cy="8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lt2"/>
                </a:solidFill>
                <a:latin typeface="Play"/>
                <a:ea typeface="Play"/>
                <a:cs typeface="Play"/>
              </a:rPr>
              <a:t>1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3" name="Google Shape;523;g3f560cde4dd_1_593">
            <a:extLst xmlns:a="http://schemas.openxmlformats.org/drawingml/2006/main">
              <a:ext uri="{FF2B5EF4-FFF2-40B4-BE49-F238E27FC236}">
                <a16:creationId xmlns:a16="http://schemas.microsoft.com/office/drawing/2014/main" id="{AA625D01-1BDF-4F7D-B5A1-F9F3E81A4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88" y="2520858"/>
            <a:ext cx="98814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Precision: точность положительных прогнозов</a:t>
            </a:r>
          </a:p>
        </p:txBody>
      </p:sp>
      <p:sp>
        <p:nvSpPr>
          <p:cNvPr id="524" name="Google Shape;524;g3f560cde4dd_1_593">
            <a:extLst xmlns:a="http://schemas.openxmlformats.org/drawingml/2006/main">
              <a:ext uri="{FF2B5EF4-FFF2-40B4-BE49-F238E27FC236}">
                <a16:creationId xmlns:a16="http://schemas.microsoft.com/office/drawing/2014/main" id="{B401DB1C-B92B-49B6-922B-FCFF9C5BE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2542013"/>
            <a:ext cx="866700" cy="8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lt2"/>
                </a:solidFill>
                <a:latin typeface="Play"/>
                <a:ea typeface="Play"/>
                <a:cs typeface="Play"/>
              </a:rPr>
              <a:t>2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5" name="Google Shape;525;g3f560cde4dd_1_593">
            <a:extLst xmlns:a="http://schemas.openxmlformats.org/drawingml/2006/main">
              <a:ext uri="{FF2B5EF4-FFF2-40B4-BE49-F238E27FC236}">
                <a16:creationId xmlns:a16="http://schemas.microsoft.com/office/drawing/2014/main" id="{8FD710AA-E1BC-4ED5-BF1C-9010AB1E1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88" y="3547533"/>
            <a:ext cx="98814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Recall: доля найденных положительных</a:t>
            </a:r>
          </a:p>
        </p:txBody>
      </p:sp>
      <p:sp>
        <p:nvSpPr>
          <p:cNvPr id="526" name="Google Shape;526;g3f560cde4dd_1_593">
            <a:extLst xmlns:a="http://schemas.openxmlformats.org/drawingml/2006/main">
              <a:ext uri="{FF2B5EF4-FFF2-40B4-BE49-F238E27FC236}">
                <a16:creationId xmlns:a16="http://schemas.microsoft.com/office/drawing/2014/main" id="{119E59CE-382B-44D2-9548-BAEAD4A52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3568688"/>
            <a:ext cx="866700" cy="8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lt2"/>
                </a:solidFill>
                <a:latin typeface="Play"/>
                <a:ea typeface="Play"/>
                <a:cs typeface="Play"/>
              </a:rPr>
              <a:t>3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7" name="Google Shape;527;g3f560cde4dd_1_593">
            <a:extLst xmlns:a="http://schemas.openxmlformats.org/drawingml/2006/main">
              <a:ext uri="{FF2B5EF4-FFF2-40B4-BE49-F238E27FC236}">
                <a16:creationId xmlns:a16="http://schemas.microsoft.com/office/drawing/2014/main" id="{A7613A44-34C6-49FC-AB46-3ACAF9DF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88" y="4574208"/>
            <a:ext cx="98814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F1: баланс precision и recall</a:t>
            </a:r>
          </a:p>
        </p:txBody>
      </p:sp>
      <p:sp>
        <p:nvSpPr>
          <p:cNvPr id="528" name="Google Shape;528;g3f560cde4dd_1_593">
            <a:extLst xmlns:a="http://schemas.openxmlformats.org/drawingml/2006/main">
              <a:ext uri="{FF2B5EF4-FFF2-40B4-BE49-F238E27FC236}">
                <a16:creationId xmlns:a16="http://schemas.microsoft.com/office/drawing/2014/main" id="{0C4D3FA3-AB07-46A0-884E-BA2DD280B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4595363"/>
            <a:ext cx="866700" cy="8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lt2"/>
                </a:solidFill>
                <a:latin typeface="Play"/>
                <a:ea typeface="Play"/>
                <a:cs typeface="Play"/>
              </a:rPr>
              <a:t>4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29" name="Google Shape;529;g3f560cde4dd_1_593">
            <a:extLst xmlns:a="http://schemas.openxmlformats.org/drawingml/2006/main">
              <a:ext uri="{FF2B5EF4-FFF2-40B4-BE49-F238E27FC236}">
                <a16:creationId xmlns:a16="http://schemas.microsoft.com/office/drawing/2014/main" id="{1CBA9773-7B0C-4949-8777-844D3412E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788" y="5579733"/>
            <a:ext cx="9881400" cy="909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sz="18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ROC-AUC: качество ранжирования</a:t>
            </a:r>
          </a:p>
        </p:txBody>
      </p:sp>
      <p:sp>
        <p:nvSpPr>
          <p:cNvPr id="530" name="Google Shape;530;g3f560cde4dd_1_593">
            <a:extLst xmlns:a="http://schemas.openxmlformats.org/drawingml/2006/main">
              <a:ext uri="{FF2B5EF4-FFF2-40B4-BE49-F238E27FC236}">
                <a16:creationId xmlns:a16="http://schemas.microsoft.com/office/drawing/2014/main" id="{FA50F7D5-C24B-4E45-955A-C6282BF30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01" y="5600888"/>
            <a:ext cx="866700" cy="8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sz="3200" b="0" i="0" u="none" cap="none">
                <a:solidFill>
                  <a:schemeClr val="lt2"/>
                </a:solidFill>
                <a:latin typeface="Play"/>
                <a:ea typeface="Play"/>
                <a:cs typeface="Play"/>
              </a:rPr>
              <a:t>5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51239575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5" name="Google Shape;535;g3f560cde4dd_1_607">
            <a:extLst xmlns:a="http://schemas.openxmlformats.org/drawingml/2006/main">
              <a:ext uri="{FF2B5EF4-FFF2-40B4-BE49-F238E27FC236}">
                <a16:creationId xmlns:a16="http://schemas.microsoft.com/office/drawing/2014/main" id="{4449D2CB-C158-474A-9187-6A6997A850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3172" y="692150"/>
            <a:ext cx="4621500" cy="8778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</a:pPr>
            <a:r>
              <a:rPr sz="3600"/>
              <a:t>Байесовская классификация</a:t>
            </a:r>
          </a:p>
        </p:txBody>
      </p:sp>
      <p:pic>
        <p:nvPicPr>
          <p:cNvPr id="540" name="Google Shape;536;g3f560cde4dd_1_60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c9ddb1638144ba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329997" y="1712865"/>
            <a:ext cx="5147672" cy="465383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37" name="Google Shape;537;g3f560cde4dd_1_607">
            <a:extLst xmlns:a="http://schemas.openxmlformats.org/drawingml/2006/main">
              <a:ext uri="{FF2B5EF4-FFF2-40B4-BE49-F238E27FC236}">
                <a16:creationId xmlns:a16="http://schemas.microsoft.com/office/drawing/2014/main" id="{DC0685F8-249C-4182-9C9C-9A276C1E3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825" y="1746873"/>
            <a:ext cx="6150000" cy="21107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457200" marR="0" lvl="0" indent="-3683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Play"/>
              <a:buChar char="●"/>
            </a:pPr>
            <a:r>
              <a:rPr sz="2200" b="0" i="0" u="none" cap="none">
                <a:solidFill>
                  <a:srgbClr val="000000"/>
                </a:solidFill>
                <a:latin typeface="Play"/>
                <a:ea typeface="Play"/>
                <a:cs typeface="Play"/>
              </a:rPr>
              <a:t>P(y=k|x) ∝ P(x|y=k)P(y=k)</a:t>
            </a:r>
          </a:p>
          <a:p xmlns:a="http://schemas.openxmlformats.org/drawingml/2006/main">
            <a:pPr marL="457200" marR="0" lvl="0" indent="-3683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Play"/>
              <a:buChar char="●"/>
            </a:pPr>
            <a:r>
              <a:rPr sz="2200" b="0" i="0" u="none" cap="none">
                <a:solidFill>
                  <a:srgbClr val="000000"/>
                </a:solidFill>
                <a:latin typeface="Play"/>
                <a:ea typeface="Play"/>
                <a:cs typeface="Play"/>
              </a:rPr>
              <a:t>Prior — частота класса; likelihood — признаки.</a:t>
            </a:r>
          </a:p>
          <a:p xmlns:a="http://schemas.openxmlformats.org/drawingml/2006/main">
            <a:pPr marL="457200" marR="0" lvl="0" indent="-3683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Play"/>
              <a:buChar char="●"/>
            </a:pPr>
            <a:r>
              <a:rPr sz="2200" b="0" i="0" u="none" cap="none">
                <a:solidFill>
                  <a:srgbClr val="000000"/>
                </a:solidFill>
                <a:latin typeface="Play"/>
                <a:ea typeface="Play"/>
                <a:cs typeface="Play"/>
              </a:rPr>
              <a:t>Naive Bayes: быстрый baseline; признаки условно независимы.</a:t>
            </a:r>
          </a:p>
        </p:txBody>
      </p:sp>
    </p:spTree>
    <p:extLst>
      <p:ext uri="{BB962C8B-B14F-4D97-AF65-F5344CB8AC3E}">
        <p14:creationId xmlns:p14="http://schemas.microsoft.com/office/powerpoint/2010/main" val="32436321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2" name="Google Shape;292;g3f560cde4dd_1_272">
            <a:extLst xmlns:a="http://schemas.openxmlformats.org/drawingml/2006/main">
              <a:ext uri="{FF2B5EF4-FFF2-40B4-BE49-F238E27FC236}">
                <a16:creationId xmlns:a16="http://schemas.microsoft.com/office/drawing/2014/main" id="{BEDBD214-A1C4-4087-B597-63BA6B92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000" y="2364500"/>
            <a:ext cx="10806000" cy="22059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All Cups: предсказать price для 100 000 объектов; метрика MAE, score = 1/(1+MAE).</a:t>
            </a: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Минимум: запустить baseline_regression.ipynb и сдать CSV строго id,price.</a:t>
            </a: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Объяснить: split, выбранную метрику и одно улучшение baseline.</a:t>
            </a:r>
          </a:p>
          <a:p xmlns:a="http://schemas.openxmlformats.org/drawingml/2006/main">
            <a:pPr marL="179388" marR="0" lv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sz="2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rPr>
              <a:t>Проверить: instructor/validate_submission.py.</a:t>
            </a:r>
          </a:p>
        </p:txBody>
      </p:sp>
      <p:sp>
        <p:nvSpPr>
          <p:cNvPr id="293" name="Google Shape;293;g3f560cde4dd_1_272">
            <a:extLst xmlns:a="http://schemas.openxmlformats.org/drawingml/2006/main">
              <a:ext uri="{FF2B5EF4-FFF2-40B4-BE49-F238E27FC236}">
                <a16:creationId xmlns:a16="http://schemas.microsoft.com/office/drawing/2014/main" id="{9CE2E274-541E-4EC1-A786-91D7FECE53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25" y="692150"/>
            <a:ext cx="8413200" cy="5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>
                <a:solidFill>
                  <a:schemeClr val="dk2"/>
                </a:solidFill>
              </a:rPr>
              <a:t>ДЗ 4: предсказание цен на недвижимость</a:t>
            </a:r>
          </a:p>
        </p:txBody>
      </p:sp>
    </p:spTree>
    <p:extLst>
      <p:ext uri="{BB962C8B-B14F-4D97-AF65-F5344CB8AC3E}">
        <p14:creationId xmlns:p14="http://schemas.microsoft.com/office/powerpoint/2010/main" val="2092529277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2" name="Google Shape;542;g3f560cde4dd_1_614">
            <a:extLst xmlns:a="http://schemas.openxmlformats.org/drawingml/2006/main">
              <a:ext uri="{FF2B5EF4-FFF2-40B4-BE49-F238E27FC236}">
                <a16:creationId xmlns:a16="http://schemas.microsoft.com/office/drawing/2014/main" id="{7419C9FE-D606-43CB-A19D-DF03DB82D7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54788" y="118952"/>
            <a:ext cx="5475300" cy="35112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sz="4800">
                <a:solidFill>
                  <a:schemeClr val="dk2"/>
                </a:solidFill>
              </a:rPr>
              <a:t>Домашнее задание</a:t>
            </a:r>
            <a:endParaRPr sz="4800">
              <a:solidFill>
                <a:schemeClr val="dk2"/>
              </a:solidFill>
            </a:endParaRPr>
          </a:p>
          <a:p xmlns:a="http://schemas.openxmlformats.org/drawingml/2006/main">
            <a:pPr marL="0" lvl="0" indent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sz="4800">
                <a:solidFill>
                  <a:schemeClr val="dk2"/>
                </a:solidFill>
              </a:rPr>
              <a:t>Регрессия:</a:t>
            </a:r>
            <a:endParaRPr sz="4800">
              <a:solidFill>
                <a:schemeClr val="dk2"/>
              </a:solidFill>
            </a:endParaRPr>
          </a:p>
          <a:p xmlns:a="http://schemas.openxmlformats.org/drawingml/2006/main">
            <a:pPr marL="0" lvl="0" indent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sz="4800">
                <a:solidFill>
                  <a:schemeClr val="dk2"/>
                </a:solidFill>
              </a:rPr>
              <a:t>цены на недвижимость</a:t>
            </a:r>
            <a:endParaRPr sz="4800"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5602294"/>
      </p:ext>
    </p:extLst>
  </p:cSld>
</p:sld>
</file>

<file path=ppt/theme/theme1.xml><?xml version="1.0" encoding="utf-8"?>
<a:theme xmlns:a="http://schemas.openxmlformats.org/drawingml/2006/main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K Educatio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MIEM HSE course</dc:creator>
  <cp:lastModifiedBy>MIEM HSE course</cp:lastModifiedBy>
  <dc:title>Presentation</dc:title>
  <dcterms:created xsi:type="dcterms:W3CDTF">2026-09-02T08:16:49.0220000Z</dcterms:created>
  <dcterms:modified xsi:type="dcterms:W3CDTF">2026-09-02T08:16:49.0220000Z</dcterms:modified>
</cp:coreProperties>
</file>