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slides/slide14.xml" ContentType="application/vnd.openxmlformats-officedocument.presentationml.slide+xml"/>
  <Override PartName="/ppt/slides/charts/chart6.xml" ContentType="application/vnd.openxmlformats-officedocument.drawingml.chart+xml"/>
  <Override PartName="/ppt/slides/slide15.xml" ContentType="application/vnd.openxmlformats-officedocument.presentationml.slide+xml"/>
  <Override PartName="/ppt/slides/charts/chart7.xml" ContentType="application/vnd.openxmlformats-officedocument.drawingml.chart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1f7995d7e64f31" /><Relationship Type="http://schemas.openxmlformats.org/officeDocument/2006/relationships/extended-properties" Target="/docProps/app.xml" Id="Rc3361d563a7c4122" /><Relationship Type="http://schemas.openxmlformats.org/officeDocument/2006/relationships/officeDocument" Target="/ppt/presentation.xml" Id="R1cd9ae52e912454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60651eeddbf4c11"/>
  </p:sldMasterIdLst>
  <p:notesMasterIdLst>
    <p:notesMasterId xmlns:r="http://schemas.openxmlformats.org/officeDocument/2006/relationships" r:id="R54292224cf8e4bce"/>
  </p:notesMasterIdLst>
  <p:sldIdLst>
    <p:sldId xmlns:r="http://schemas.openxmlformats.org/officeDocument/2006/relationships" id="256" r:id="R7d6f3834b8d94fdf"/>
    <p:sldId xmlns:r="http://schemas.openxmlformats.org/officeDocument/2006/relationships" id="257" r:id="Rd6fdb9ba6467464e"/>
    <p:sldId xmlns:r="http://schemas.openxmlformats.org/officeDocument/2006/relationships" id="258" r:id="Re1716772b96b4c41"/>
    <p:sldId xmlns:r="http://schemas.openxmlformats.org/officeDocument/2006/relationships" id="259" r:id="R9be7aa3007374528"/>
    <p:sldId xmlns:r="http://schemas.openxmlformats.org/officeDocument/2006/relationships" id="260" r:id="Rd80b6abea7ce44c6"/>
    <p:sldId xmlns:r="http://schemas.openxmlformats.org/officeDocument/2006/relationships" id="261" r:id="Rf56d2fa70a3644fc"/>
    <p:sldId xmlns:r="http://schemas.openxmlformats.org/officeDocument/2006/relationships" id="262" r:id="R0a0dc0cef5b443fe"/>
    <p:sldId xmlns:r="http://schemas.openxmlformats.org/officeDocument/2006/relationships" id="263" r:id="R3947af578c794f77"/>
    <p:sldId xmlns:r="http://schemas.openxmlformats.org/officeDocument/2006/relationships" id="264" r:id="Rb39bee7064154858"/>
    <p:sldId xmlns:r="http://schemas.openxmlformats.org/officeDocument/2006/relationships" id="265" r:id="R55d9484e72024d47"/>
    <p:sldId xmlns:r="http://schemas.openxmlformats.org/officeDocument/2006/relationships" id="266" r:id="R84172b586e434470"/>
    <p:sldId xmlns:r="http://schemas.openxmlformats.org/officeDocument/2006/relationships" id="267" r:id="Rb7ef92c4713a4fd1"/>
    <p:sldId xmlns:r="http://schemas.openxmlformats.org/officeDocument/2006/relationships" id="268" r:id="R4a6bda53a5c54663"/>
    <p:sldId xmlns:r="http://schemas.openxmlformats.org/officeDocument/2006/relationships" id="269" r:id="Rdc993cea5ae24e63"/>
    <p:sldId xmlns:r="http://schemas.openxmlformats.org/officeDocument/2006/relationships" id="270" r:id="Ra514fa7ac35c4dc4"/>
    <p:sldId xmlns:r="http://schemas.openxmlformats.org/officeDocument/2006/relationships" id="271" r:id="R773eded41b8c471d"/>
    <p:sldId xmlns:r="http://schemas.openxmlformats.org/officeDocument/2006/relationships" id="272" r:id="Rc90ae8b96e304461"/>
    <p:sldId xmlns:r="http://schemas.openxmlformats.org/officeDocument/2006/relationships" id="273" r:id="R001ec2452be04ce5"/>
  </p:sldIdLst>
  <p:sldSz cx="12192000" cy="6858000"/>
  <p:notesSz cx="6858000" cy="9144000"/>
  <p:embeddedFontLst>
    <p:embeddedFont>
      <p:font typeface="Play"/>
      <p:regular xmlns:r="http://schemas.openxmlformats.org/officeDocument/2006/relationships" r:id="R91aed4a3dc444f1c"/>
      <p:bold xmlns:r="http://schemas.openxmlformats.org/officeDocument/2006/relationships" r:id="R2ec567613f414c71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42A0CCC7-7F15-49A9-B57E-EC746E9F5DE4}">
  <a:tblStyle styleId="{42A0CCC7-7F15-49A9-B57E-EC746E9F5DE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22c7e2ab0e49d6" /><Relationship Type="http://schemas.openxmlformats.org/officeDocument/2006/relationships/slideMaster" Target="/ppt/slideMasters/slideMaster1.xml" Id="Rc60651eeddbf4c11" /><Relationship Type="http://schemas.openxmlformats.org/officeDocument/2006/relationships/notesMaster" Target="/ppt/notesMasters/notesMaster1.xml" Id="R54292224cf8e4bce" /><Relationship Type="http://schemas.openxmlformats.org/officeDocument/2006/relationships/presProps" Target="/ppt/presProps.xml" Id="Ra64026ae7e5f4d94" /><Relationship Type="http://schemas.openxmlformats.org/officeDocument/2006/relationships/viewProps" Target="/ppt/viewProps.xml" Id="Rb6a6a954756e40b7" /><Relationship Type="http://schemas.openxmlformats.org/officeDocument/2006/relationships/tableStyles" Target="/ppt/tableStyles.xml" Id="R68c575953b40469a" /><Relationship Type="http://schemas.openxmlformats.org/officeDocument/2006/relationships/font" Target="/ppt/fonts/font.dat" Id="R91aed4a3dc444f1c" /><Relationship Type="http://schemas.openxmlformats.org/officeDocument/2006/relationships/font" Target="/ppt/fonts/font2.dat" Id="R2ec567613f414c71" /><Relationship Type="http://schemas.openxmlformats.org/officeDocument/2006/relationships/slide" Target="/ppt/slides/slide1.xml" Id="R7d6f3834b8d94fdf" /><Relationship Type="http://schemas.openxmlformats.org/officeDocument/2006/relationships/slide" Target="/ppt/slides/slide2.xml" Id="Rd6fdb9ba6467464e" /><Relationship Type="http://schemas.openxmlformats.org/officeDocument/2006/relationships/slide" Target="/ppt/slides/slide3.xml" Id="Re1716772b96b4c41" /><Relationship Type="http://schemas.openxmlformats.org/officeDocument/2006/relationships/slide" Target="/ppt/slides/slide4.xml" Id="R9be7aa3007374528" /><Relationship Type="http://schemas.openxmlformats.org/officeDocument/2006/relationships/slide" Target="/ppt/slides/slide5.xml" Id="Rd80b6abea7ce44c6" /><Relationship Type="http://schemas.openxmlformats.org/officeDocument/2006/relationships/slide" Target="/ppt/slides/slide6.xml" Id="Rf56d2fa70a3644fc" /><Relationship Type="http://schemas.openxmlformats.org/officeDocument/2006/relationships/slide" Target="/ppt/slides/slide7.xml" Id="R0a0dc0cef5b443fe" /><Relationship Type="http://schemas.openxmlformats.org/officeDocument/2006/relationships/slide" Target="/ppt/slides/slide8.xml" Id="R3947af578c794f77" /><Relationship Type="http://schemas.openxmlformats.org/officeDocument/2006/relationships/slide" Target="/ppt/slides/slide9.xml" Id="Rb39bee7064154858" /><Relationship Type="http://schemas.openxmlformats.org/officeDocument/2006/relationships/slide" Target="/ppt/slides/slide10.xml" Id="R55d9484e72024d47" /><Relationship Type="http://schemas.openxmlformats.org/officeDocument/2006/relationships/slide" Target="/ppt/slides/slide11.xml" Id="R84172b586e434470" /><Relationship Type="http://schemas.openxmlformats.org/officeDocument/2006/relationships/slide" Target="/ppt/slides/slide12.xml" Id="Rb7ef92c4713a4fd1" /><Relationship Type="http://schemas.openxmlformats.org/officeDocument/2006/relationships/slide" Target="/ppt/slides/slide13.xml" Id="R4a6bda53a5c54663" /><Relationship Type="http://schemas.openxmlformats.org/officeDocument/2006/relationships/slide" Target="/ppt/slides/slide14.xml" Id="Rdc993cea5ae24e63" /><Relationship Type="http://schemas.openxmlformats.org/officeDocument/2006/relationships/slide" Target="/ppt/slides/slide15.xml" Id="Ra514fa7ac35c4dc4" /><Relationship Type="http://schemas.openxmlformats.org/officeDocument/2006/relationships/slide" Target="/ppt/slides/slide16.xml" Id="R773eded41b8c471d" /><Relationship Type="http://schemas.openxmlformats.org/officeDocument/2006/relationships/slide" Target="/ppt/slides/slide17.xml" Id="Rc90ae8b96e304461" /><Relationship Type="http://schemas.openxmlformats.org/officeDocument/2006/relationships/slide" Target="/ppt/slides/slide18.xml" Id="R001ec2452be04c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0ddac46dd944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K Educa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478c422eb848d1" /><Relationship Type="http://schemas.openxmlformats.org/officeDocument/2006/relationships/image" Target="/ppt/media/image.png" Id="R214a5257c8af4ff4" /><Relationship Type="http://schemas.openxmlformats.org/officeDocument/2006/relationships/image" Target="/ppt/media/image2.png" Id="R256628831a29433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de4bbed17b490e" /><Relationship Type="http://schemas.openxmlformats.org/officeDocument/2006/relationships/image" Target="/ppt/media/image3.png" Id="Raa00be35e22546e2" /><Relationship Type="http://schemas.openxmlformats.org/officeDocument/2006/relationships/image" Target="/ppt/media/image4.png" Id="R37299e18b86e42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a4425078804f6f" /><Relationship Type="http://schemas.openxmlformats.org/officeDocument/2006/relationships/image" Target="/ppt/media/image2.png" Id="R9425cdfc34b34d94" /><Relationship Type="http://schemas.openxmlformats.org/officeDocument/2006/relationships/image" Target="/ppt/media/image5.png" Id="R6a1e6af324aa42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c918d5faae42a7" /><Relationship Type="http://schemas.openxmlformats.org/officeDocument/2006/relationships/image" Target="/ppt/media/image4.png" Id="Rf1be546d155647a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f4f8a44ef741cd" /><Relationship Type="http://schemas.openxmlformats.org/officeDocument/2006/relationships/image" Target="/ppt/media/image4.png" Id="R5c90454f0c7a4f07" /><Relationship Type="http://schemas.openxmlformats.org/officeDocument/2006/relationships/image" Target="/ppt/media/image6.png" Id="Rb82f9968a2ff49b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4987b50bb94190" /><Relationship Type="http://schemas.openxmlformats.org/officeDocument/2006/relationships/image" Target="/ppt/media/image2.png" Id="R8768edae9c364a0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6bbf80ff3494f" /><Relationship Type="http://schemas.openxmlformats.org/officeDocument/2006/relationships/image" Target="/ppt/media/image4.png" Id="Rb0157639eb8044f7" /><Relationship Type="http://schemas.openxmlformats.org/officeDocument/2006/relationships/image" Target="/ppt/media/image7.png" Id="Rf0f9859799684a5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799a7b47b746a9" /><Relationship Type="http://schemas.openxmlformats.org/officeDocument/2006/relationships/image" Target="/ppt/media/image4.png" Id="R29460a557afe4bb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48b13784764af2" /><Relationship Type="http://schemas.openxmlformats.org/officeDocument/2006/relationships/image" Target="/ppt/media/image4.png" Id="R2d5c69c7c0604fd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3148fe265848b0" /><Relationship Type="http://schemas.openxmlformats.org/officeDocument/2006/relationships/image" Target="/ppt/media/image8.png" Id="R12ad46cb9a6e44f1" /><Relationship Type="http://schemas.openxmlformats.org/officeDocument/2006/relationships/image" Target="/ppt/media/image4.png" Id="R9ab27d57dad1478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d85ff8d6e5415a" /><Relationship Type="http://schemas.openxmlformats.org/officeDocument/2006/relationships/image" Target="/ppt/media/image4.png" Id="R7ce18a33822d4984" /><Relationship Type="http://schemas.openxmlformats.org/officeDocument/2006/relationships/image" Target="/ppt/media/image6.png" Id="R0a563699e705475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d6ecd343e24111" /><Relationship Type="http://schemas.openxmlformats.org/officeDocument/2006/relationships/image" Target="/ppt/media/image4.png" Id="R5249fad1f1ef4249" /><Relationship Type="http://schemas.openxmlformats.org/officeDocument/2006/relationships/image" Target="/ppt/media/image7.png" Id="R8bdd305708d24e8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68d097f7a14d58" /><Relationship Type="http://schemas.openxmlformats.org/officeDocument/2006/relationships/image" Target="/ppt/media/image4.png" Id="Rfee67d2d14564dd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e0def857da4604" /><Relationship Type="http://schemas.openxmlformats.org/officeDocument/2006/relationships/image" Target="/ppt/media/image4.png" Id="R5b5d4e804e584ab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c21d20f7d4cd9" /><Relationship Type="http://schemas.openxmlformats.org/officeDocument/2006/relationships/image" Target="/ppt/media/image4.png" Id="R3c50e685b6d34fc9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a8179bdae54e77" /><Relationship Type="http://schemas.openxmlformats.org/officeDocument/2006/relationships/image" Target="/ppt/media/image4.png" Id="R50b50b750395497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5563e7d77143ed" /><Relationship Type="http://schemas.openxmlformats.org/officeDocument/2006/relationships/image" Target="/ppt/media/image9.png" Id="Rc9cf11f7b36946a8" /><Relationship Type="http://schemas.openxmlformats.org/officeDocument/2006/relationships/image" Target="/ppt/media/image4.png" Id="Rc2e2bc4d0eab40ff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55833e6a284ef6" /><Relationship Type="http://schemas.openxmlformats.org/officeDocument/2006/relationships/image" Target="/ppt/media/image4.png" Id="R8117e3efaea541a0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6af45be9314039" /><Relationship Type="http://schemas.openxmlformats.org/officeDocument/2006/relationships/image" Target="/ppt/media/image10.png" Id="R208e4e09879846ba" /><Relationship Type="http://schemas.openxmlformats.org/officeDocument/2006/relationships/image" Target="/ppt/media/image4.png" Id="R8c31f73bb72d4a27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3bfb18baae46fb" /><Relationship Type="http://schemas.openxmlformats.org/officeDocument/2006/relationships/image" Target="/ppt/media/image11.png" Id="R466be60eb45e4033" /><Relationship Type="http://schemas.openxmlformats.org/officeDocument/2006/relationships/image" Target="/ppt/media/image4.png" Id="R33449b96c566411e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209865844c4cd6" /><Relationship Type="http://schemas.openxmlformats.org/officeDocument/2006/relationships/image" Target="/ppt/media/image12.png" Id="R620c1d273b5e4206" /><Relationship Type="http://schemas.openxmlformats.org/officeDocument/2006/relationships/image" Target="/ppt/media/image2.png" Id="R0e5def97540c4528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187ae724cc49ad" /><Relationship Type="http://schemas.openxmlformats.org/officeDocument/2006/relationships/image" Target="/ppt/media/image2.png" Id="R2ceaa3b591a74a05" /><Relationship Type="http://schemas.openxmlformats.org/officeDocument/2006/relationships/image" Target="/ppt/media/image13.png" Id="R55505cb07f6d40a5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0e5ee4bb5245c8" /><Relationship Type="http://schemas.openxmlformats.org/officeDocument/2006/relationships/image" Target="/ppt/media/image2.png" Id="R5c398137be2b43a2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4d7050b3f949d1" /><Relationship Type="http://schemas.openxmlformats.org/officeDocument/2006/relationships/image" Target="/ppt/media/image14.png" Id="R42611c3e09f74388" /><Relationship Type="http://schemas.openxmlformats.org/officeDocument/2006/relationships/image" Target="/ppt/media/image2.png" Id="R06954e41e54746d4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fd5f1900f4c06" /><Relationship Type="http://schemas.openxmlformats.org/officeDocument/2006/relationships/image" Target="/ppt/media/image15.png" Id="R57255c93835e4632" /><Relationship Type="http://schemas.openxmlformats.org/officeDocument/2006/relationships/image" Target="/ppt/media/image2.png" Id="R008b49086c714989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4a65505db340e9" /><Relationship Type="http://schemas.openxmlformats.org/officeDocument/2006/relationships/image" Target="/ppt/media/image4.png" Id="R28600ee83ca54655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cfe04d68c44726" /><Relationship Type="http://schemas.openxmlformats.org/officeDocument/2006/relationships/image" Target="/ppt/media/image4.png" Id="R042e830b33b44643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fe75ba36147d9" /><Relationship Type="http://schemas.openxmlformats.org/officeDocument/2006/relationships/image" Target="/ppt/media/image4.png" Id="R7634a33d99894554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7ee15690fa4ec1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8356ccaa5845c7" /><Relationship Type="http://schemas.openxmlformats.org/officeDocument/2006/relationships/image" Target="/ppt/media/image4.png" Id="R32ef3a6a0d9f47e0" /></Relationships>
</file>

<file path=ppt/slideLayouts/slideLayout1.xml><?xml version="1.0" encoding="utf-8"?>
<p:sldLayout xmlns:p="http://schemas.openxmlformats.org/presentationml/2006/main" matchingName="1_Титульный слайд">
  <p:cSld name="1_Титульный слайд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9" name="Google Shape;53;p78">
            <a:extLst xmlns:a="http://schemas.openxmlformats.org/drawingml/2006/main">
              <a:ext uri="{FF2B5EF4-FFF2-40B4-BE49-F238E27FC236}">
                <a16:creationId xmlns:a16="http://schemas.microsoft.com/office/drawing/2014/main" id="{45193E47-1151-4FB4-A2B6-31E6DD50FD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4a5257c8af4ff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33157" y="699157"/>
            <a:ext cx="6166658" cy="616665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4" name="Google Shape;54;p78">
            <a:extLst xmlns:a="http://schemas.openxmlformats.org/drawingml/2006/main">
              <a:ext uri="{FF2B5EF4-FFF2-40B4-BE49-F238E27FC236}">
                <a16:creationId xmlns:a16="http://schemas.microsoft.com/office/drawing/2014/main" id="{4CC46BB1-F2F7-4222-BB76-C9F50FC58B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8813" y="4866865"/>
            <a:ext cx="5012644" cy="553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78">
            <a:extLst xmlns:a="http://schemas.openxmlformats.org/drawingml/2006/main">
              <a:ext uri="{FF2B5EF4-FFF2-40B4-BE49-F238E27FC236}">
                <a16:creationId xmlns:a16="http://schemas.microsoft.com/office/drawing/2014/main" id="{93297518-F6AD-46A8-90DC-C1F21A5D3A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2261" y="2921912"/>
            <a:ext cx="10220325" cy="1661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6" name="Google Shape;56;p78">
            <a:extLst xmlns:a="http://schemas.openxmlformats.org/drawingml/2006/main">
              <a:ext uri="{FF2B5EF4-FFF2-40B4-BE49-F238E27FC236}">
                <a16:creationId xmlns:a16="http://schemas.microsoft.com/office/drawing/2014/main" id="{3EF6218E-7F51-4AAE-A1B4-2A53A1F1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342" y="482138"/>
            <a:ext cx="72768" cy="362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3" name="Google Shape;57;p78">
            <a:extLst xmlns:a="http://schemas.openxmlformats.org/drawingml/2006/main">
              <a:ext uri="{FF2B5EF4-FFF2-40B4-BE49-F238E27FC236}">
                <a16:creationId xmlns:a16="http://schemas.microsoft.com/office/drawing/2014/main" id="{200E1E9F-24F6-4C59-99E0-32A2B5DBF8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56628831a29433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692150"/>
            <a:ext cx="2772297" cy="4896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2_Титульный слайд раздела">
  <p:cSld name="2_Титульный слайд раздела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91">
            <a:extLst xmlns:a="http://schemas.openxmlformats.org/drawingml/2006/main">
              <a:ext uri="{FF2B5EF4-FFF2-40B4-BE49-F238E27FC236}">
                <a16:creationId xmlns:a16="http://schemas.microsoft.com/office/drawing/2014/main" id="{3E1F4F42-180C-4994-9542-7233360A60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3172" y="692150"/>
            <a:ext cx="4621372" cy="1181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63" name="Google Shape;60;p91">
            <a:extLst xmlns:a="http://schemas.openxmlformats.org/drawingml/2006/main">
              <a:ext uri="{FF2B5EF4-FFF2-40B4-BE49-F238E27FC236}">
                <a16:creationId xmlns:a16="http://schemas.microsoft.com/office/drawing/2014/main" id="{722BFC57-7694-4FA8-AA98-AEFF9F5B25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00be35e22546e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07980" y="0"/>
            <a:ext cx="3394294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4" name="Google Shape;61;p91">
            <a:extLst xmlns:a="http://schemas.openxmlformats.org/drawingml/2006/main">
              <a:ext uri="{FF2B5EF4-FFF2-40B4-BE49-F238E27FC236}">
                <a16:creationId xmlns:a16="http://schemas.microsoft.com/office/drawing/2014/main" id="{6FBDF353-99AC-4651-A528-5C1BD7C643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299e18b86e421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.xml><?xml version="1.0" encoding="utf-8"?>
<p:sldLayout xmlns:p="http://schemas.openxmlformats.org/presentationml/2006/main" matchingName="3_Титульный слайд">
  <p:cSld name="3_Титульный слайд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Google Shape;63;p79">
            <a:extLst xmlns:a="http://schemas.openxmlformats.org/drawingml/2006/main">
              <a:ext uri="{FF2B5EF4-FFF2-40B4-BE49-F238E27FC236}">
                <a16:creationId xmlns:a16="http://schemas.microsoft.com/office/drawing/2014/main" id="{AD6D51BD-14B6-4C28-BE61-A84EEFD7F9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8813" y="4728001"/>
            <a:ext cx="5012644" cy="553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4" name="Google Shape;64;p79">
            <a:extLst xmlns:a="http://schemas.openxmlformats.org/drawingml/2006/main">
              <a:ext uri="{FF2B5EF4-FFF2-40B4-BE49-F238E27FC236}">
                <a16:creationId xmlns:a16="http://schemas.microsoft.com/office/drawing/2014/main" id="{0ECA34F2-1D84-4AC8-BF3D-F0D31B87AF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2261" y="2598003"/>
            <a:ext cx="10220325" cy="1661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5" name="Google Shape;65;p79">
            <a:extLst xmlns:a="http://schemas.openxmlformats.org/drawingml/2006/main">
              <a:ext uri="{FF2B5EF4-FFF2-40B4-BE49-F238E27FC236}">
                <a16:creationId xmlns:a16="http://schemas.microsoft.com/office/drawing/2014/main" id="{1D583EE1-088C-47D6-A357-EC7DBB02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342" y="482138"/>
            <a:ext cx="72768" cy="362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1" name="Google Shape;66;p79">
            <a:extLst xmlns:a="http://schemas.openxmlformats.org/drawingml/2006/main">
              <a:ext uri="{FF2B5EF4-FFF2-40B4-BE49-F238E27FC236}">
                <a16:creationId xmlns:a16="http://schemas.microsoft.com/office/drawing/2014/main" id="{AB185E3C-57AE-4BB9-AC63-4E0B45EA26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25cdfc34b34d9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692150"/>
            <a:ext cx="2772297" cy="4896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2" name="Google Shape;67;p79">
            <a:extLst xmlns:a="http://schemas.openxmlformats.org/drawingml/2006/main">
              <a:ext uri="{FF2B5EF4-FFF2-40B4-BE49-F238E27FC236}">
                <a16:creationId xmlns:a16="http://schemas.microsoft.com/office/drawing/2014/main" id="{EBD05099-6731-4E76-AC03-999B6682DB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a1e6af324aa42b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03845" y="0"/>
            <a:ext cx="339778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1_Заголовок">
  <p:cSld name="1_Заголовок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90">
            <a:extLst xmlns:a="http://schemas.openxmlformats.org/drawingml/2006/main">
              <a:ext uri="{FF2B5EF4-FFF2-40B4-BE49-F238E27FC236}">
                <a16:creationId xmlns:a16="http://schemas.microsoft.com/office/drawing/2014/main" id="{AF020EE3-9457-4DD1-BDBB-BBBE911EAB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5418666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72" name="Google Shape;70;p90">
            <a:extLst xmlns:a="http://schemas.openxmlformats.org/drawingml/2006/main">
              <a:ext uri="{FF2B5EF4-FFF2-40B4-BE49-F238E27FC236}">
                <a16:creationId xmlns:a16="http://schemas.microsoft.com/office/drawing/2014/main" id="{8C1F50AF-DAB6-4F48-B1DF-43E50E9C5E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be546d155647a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732580" y="692150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.xml><?xml version="1.0" encoding="utf-8"?>
<p:sldLayout xmlns:p="http://schemas.openxmlformats.org/presentationml/2006/main" matchingName="2_Финальный с QR + подпись">
  <p:cSld name="2_Финальный с QR + подпись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Google Shape;72;p87">
            <a:extLst xmlns:a="http://schemas.openxmlformats.org/drawingml/2006/main">
              <a:ext uri="{FF2B5EF4-FFF2-40B4-BE49-F238E27FC236}">
                <a16:creationId xmlns:a16="http://schemas.microsoft.com/office/drawing/2014/main" id="{9083A82E-9915-45C3-889B-9F54CAEAA9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0713" y="2483712"/>
            <a:ext cx="5475287" cy="1477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3" name="Google Shape;73;p87">
            <a:extLst xmlns:a="http://schemas.openxmlformats.org/drawingml/2006/main">
              <a:ext uri="{FF2B5EF4-FFF2-40B4-BE49-F238E27FC236}">
                <a16:creationId xmlns:a16="http://schemas.microsoft.com/office/drawing/2014/main" id="{A1862C87-7255-46AD-87EE-4DE7FD56190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58813" y="692150"/>
            <a:ext cx="1081088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4" name="Google Shape;74;p87">
            <a:extLst xmlns:a="http://schemas.openxmlformats.org/drawingml/2006/main">
              <a:ext uri="{FF2B5EF4-FFF2-40B4-BE49-F238E27FC236}">
                <a16:creationId xmlns:a16="http://schemas.microsoft.com/office/drawing/2014/main" id="{58B97EF8-9F24-44F4-83C4-105D705E20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8813" y="4161565"/>
            <a:ext cx="5437187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80" name="Google Shape;75;p87">
            <a:extLst xmlns:a="http://schemas.openxmlformats.org/drawingml/2006/main">
              <a:ext uri="{FF2B5EF4-FFF2-40B4-BE49-F238E27FC236}">
                <a16:creationId xmlns:a16="http://schemas.microsoft.com/office/drawing/2014/main" id="{52B65C9F-25F6-4C99-9EA5-FC4B232E68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90454f0c7a4f0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711140"/>
            <a:ext cx="2772300" cy="4896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1" name="Google Shape;76;p87">
            <a:extLst xmlns:a="http://schemas.openxmlformats.org/drawingml/2006/main">
              <a:ext uri="{FF2B5EF4-FFF2-40B4-BE49-F238E27FC236}">
                <a16:creationId xmlns:a16="http://schemas.microsoft.com/office/drawing/2014/main" id="{84D52949-E3E1-4485-8DCA-B086E58E67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2f9968a2ff49b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33157" y="699157"/>
            <a:ext cx="6166658" cy="616665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matchingName="Слайд со спикером">
  <p:cSld name="Слайд со спикером">
    <p:bg>
      <p:bgPr>
        <a:solidFill xmlns:a="http://schemas.openxmlformats.org/drawingml/2006/main">
          <a:schemeClr val="dk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Google Shape;78;p80">
            <a:extLst xmlns:a="http://schemas.openxmlformats.org/drawingml/2006/main">
              <a:ext uri="{FF2B5EF4-FFF2-40B4-BE49-F238E27FC236}">
                <a16:creationId xmlns:a16="http://schemas.microsoft.com/office/drawing/2014/main" id="{513CB229-47D2-4E22-9E72-5D331D18FF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8813" y="692150"/>
            <a:ext cx="6192838" cy="1380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9" name="Google Shape;79;p80">
            <a:extLst xmlns:a="http://schemas.openxmlformats.org/drawingml/2006/main">
              <a:ext uri="{FF2B5EF4-FFF2-40B4-BE49-F238E27FC236}">
                <a16:creationId xmlns:a16="http://schemas.microsoft.com/office/drawing/2014/main" id="{5B179B25-BD0E-4704-8521-14ACB0FE90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8813" y="2357767"/>
            <a:ext cx="5142954" cy="2142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0" i="0">
                <a:solidFill>
                  <a:schemeClr val="lt2"/>
                </a:solidFill>
                <a:latin typeface="Play"/>
                <a:ea typeface="Play"/>
                <a:cs typeface="Play"/>
              </a:defRPr>
            </a:lvl1pPr>
            <a:lvl2pPr marL="914400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</a:defRPr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85" name="Google Shape;80;p80">
            <a:extLst xmlns:a="http://schemas.openxmlformats.org/drawingml/2006/main">
              <a:ext uri="{FF2B5EF4-FFF2-40B4-BE49-F238E27FC236}">
                <a16:creationId xmlns:a16="http://schemas.microsoft.com/office/drawing/2014/main" id="{9980A40C-2A0E-44F4-A898-D0E2A740D7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768edae9c364a0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4" y="5882757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1" name="Google Shape;81;p80">
            <a:extLst xmlns:a="http://schemas.openxmlformats.org/drawingml/2006/main">
              <a:ext uri="{FF2B5EF4-FFF2-40B4-BE49-F238E27FC236}">
                <a16:creationId xmlns:a16="http://schemas.microsoft.com/office/drawing/2014/main" id="{E6621A00-201D-4905-A1C5-598DE5E4C6C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</p:sp>
    </p:spTree>
  </p:cSld>
</p:sldLayout>
</file>

<file path=ppt/slideLayouts/slideLayout7.xml><?xml version="1.0" encoding="utf-8"?>
<p:sldLayout xmlns:p="http://schemas.openxmlformats.org/presentationml/2006/main" matchingName="4_Финальный с QR + подпись">
  <p:cSld name="4_Финальный с QR + подпись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p86">
            <a:extLst xmlns:a="http://schemas.openxmlformats.org/drawingml/2006/main">
              <a:ext uri="{FF2B5EF4-FFF2-40B4-BE49-F238E27FC236}">
                <a16:creationId xmlns:a16="http://schemas.microsoft.com/office/drawing/2014/main" id="{24693AAF-2307-46B7-B4B0-C7DA6C9B5F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0713" y="2483712"/>
            <a:ext cx="5475287" cy="1477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4" name="Google Shape;84;p86">
            <a:extLst xmlns:a="http://schemas.openxmlformats.org/drawingml/2006/main">
              <a:ext uri="{FF2B5EF4-FFF2-40B4-BE49-F238E27FC236}">
                <a16:creationId xmlns:a16="http://schemas.microsoft.com/office/drawing/2014/main" id="{04AD51D1-A14E-474D-821F-75B676BCCFB2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58813" y="692150"/>
            <a:ext cx="1081088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5" name="Google Shape;85;p86">
            <a:extLst xmlns:a="http://schemas.openxmlformats.org/drawingml/2006/main">
              <a:ext uri="{FF2B5EF4-FFF2-40B4-BE49-F238E27FC236}">
                <a16:creationId xmlns:a16="http://schemas.microsoft.com/office/drawing/2014/main" id="{A523FB80-140D-4F30-A875-DDBC344C47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8813" y="4161565"/>
            <a:ext cx="5437187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91" name="Google Shape;86;p86">
            <a:extLst xmlns:a="http://schemas.openxmlformats.org/drawingml/2006/main">
              <a:ext uri="{FF2B5EF4-FFF2-40B4-BE49-F238E27FC236}">
                <a16:creationId xmlns:a16="http://schemas.microsoft.com/office/drawing/2014/main" id="{C1433322-B153-4B10-A8AC-62C64E1C91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157639eb8044f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711140"/>
            <a:ext cx="2772300" cy="4896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2" name="Google Shape;87;p86">
            <a:extLst xmlns:a="http://schemas.openxmlformats.org/drawingml/2006/main">
              <a:ext uri="{FF2B5EF4-FFF2-40B4-BE49-F238E27FC236}">
                <a16:creationId xmlns:a16="http://schemas.microsoft.com/office/drawing/2014/main" id="{D010D40C-B535-493A-9B36-45E063D999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0f9859799684a5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94220" y="0"/>
            <a:ext cx="339778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Заголовок + текст">
  <p:cSld name="Заголовок + текст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Google Shape;89;p81">
            <a:extLst xmlns:a="http://schemas.openxmlformats.org/drawingml/2006/main">
              <a:ext uri="{FF2B5EF4-FFF2-40B4-BE49-F238E27FC236}">
                <a16:creationId xmlns:a16="http://schemas.microsoft.com/office/drawing/2014/main" id="{26DF3BEA-8A2D-4B72-97B2-91F5B14B1A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1513" y="1773238"/>
            <a:ext cx="10861675" cy="4464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</a:defRPr>
            </a:lvl2pPr>
            <a:lvl3pPr marL="1371600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0" name="Google Shape;90;p81">
            <a:extLst xmlns:a="http://schemas.openxmlformats.org/drawingml/2006/main">
              <a:ext uri="{FF2B5EF4-FFF2-40B4-BE49-F238E27FC236}">
                <a16:creationId xmlns:a16="http://schemas.microsoft.com/office/drawing/2014/main" id="{62E2224D-829B-4C82-A01D-D92D2A333E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10855854" cy="644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94" name="Google Shape;91;p81">
            <a:extLst xmlns:a="http://schemas.openxmlformats.org/drawingml/2006/main">
              <a:ext uri="{FF2B5EF4-FFF2-40B4-BE49-F238E27FC236}">
                <a16:creationId xmlns:a16="http://schemas.microsoft.com/office/drawing/2014/main" id="{315353AD-77B4-4023-A0E8-B7AE2E260C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9460a557afe4bb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2 фактоида + текст">
  <p:cSld name="2 фактоида +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Google Shape;93;p96">
            <a:extLst xmlns:a="http://schemas.openxmlformats.org/drawingml/2006/main">
              <a:ext uri="{FF2B5EF4-FFF2-40B4-BE49-F238E27FC236}">
                <a16:creationId xmlns:a16="http://schemas.microsoft.com/office/drawing/2014/main" id="{272FCAEC-6BF7-4D48-8BBB-9D2CA0C8C1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1514" y="1773238"/>
            <a:ext cx="5135728" cy="4427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4" name="Google Shape;94;p96">
            <a:extLst xmlns:a="http://schemas.openxmlformats.org/drawingml/2006/main">
              <a:ext uri="{FF2B5EF4-FFF2-40B4-BE49-F238E27FC236}">
                <a16:creationId xmlns:a16="http://schemas.microsoft.com/office/drawing/2014/main" id="{5340DAAD-2CFA-4202-ACD7-3D65467B96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10855854" cy="644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5" name="Google Shape;95;p96">
            <a:extLst xmlns:a="http://schemas.openxmlformats.org/drawingml/2006/main">
              <a:ext uri="{FF2B5EF4-FFF2-40B4-BE49-F238E27FC236}">
                <a16:creationId xmlns:a16="http://schemas.microsoft.com/office/drawing/2014/main" id="{4DB49770-5505-48B6-9B9C-BD242DF6FB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671513" y="167981"/>
            <a:ext cx="10874375" cy="241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96" name="Google Shape;96;p96">
            <a:extLst xmlns:a="http://schemas.openxmlformats.org/drawingml/2006/main">
              <a:ext uri="{FF2B5EF4-FFF2-40B4-BE49-F238E27FC236}">
                <a16:creationId xmlns:a16="http://schemas.microsoft.com/office/drawing/2014/main" id="{09ED0D13-FA2E-4ED8-A884-7A5E04E0D7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7339" y="3864033"/>
            <a:ext cx="5417327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 b="1" i="0">
                <a:solidFill>
                  <a:schemeClr val="dk1"/>
                </a:solidFill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7" name="Google Shape;97;p96">
            <a:extLst xmlns:a="http://schemas.openxmlformats.org/drawingml/2006/main">
              <a:ext uri="{FF2B5EF4-FFF2-40B4-BE49-F238E27FC236}">
                <a16:creationId xmlns:a16="http://schemas.microsoft.com/office/drawing/2014/main" id="{CEA262A0-96A0-4B89-89AE-5626E381F10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7338" y="5058095"/>
            <a:ext cx="5417327" cy="356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8" name="Google Shape;98;p96">
            <a:extLst xmlns:a="http://schemas.openxmlformats.org/drawingml/2006/main">
              <a:ext uri="{FF2B5EF4-FFF2-40B4-BE49-F238E27FC236}">
                <a16:creationId xmlns:a16="http://schemas.microsoft.com/office/drawing/2014/main" id="{8EEFE89D-A616-4802-AFCB-D1577ECA0F7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096000" y="1773238"/>
            <a:ext cx="5417327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 b="1" i="0">
                <a:solidFill>
                  <a:schemeClr val="dk1"/>
                </a:solidFill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9" name="Google Shape;99;p96">
            <a:extLst xmlns:a="http://schemas.openxmlformats.org/drawingml/2006/main">
              <a:ext uri="{FF2B5EF4-FFF2-40B4-BE49-F238E27FC236}">
                <a16:creationId xmlns:a16="http://schemas.microsoft.com/office/drawing/2014/main" id="{83B69CAC-FDBB-40AB-BF0A-A128DA7F2E4D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096000" y="2967300"/>
            <a:ext cx="5417327" cy="356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108" name="Google Shape;100;p96">
            <a:extLst xmlns:a="http://schemas.openxmlformats.org/drawingml/2006/main">
              <a:ext uri="{FF2B5EF4-FFF2-40B4-BE49-F238E27FC236}">
                <a16:creationId xmlns:a16="http://schemas.microsoft.com/office/drawing/2014/main" id="{1EA4A4F1-9FDF-46CE-97B8-BDA1B93414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5c69c7c0604fd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.xml><?xml version="1.0" encoding="utf-8"?>
<p:sldLayout xmlns:p="http://schemas.openxmlformats.org/presentationml/2006/main" matchingName="Титульный слайд раздела">
  <p:cSld name="Титульный слайд раздела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85">
            <a:extLst xmlns:a="http://schemas.openxmlformats.org/drawingml/2006/main">
              <a:ext uri="{FF2B5EF4-FFF2-40B4-BE49-F238E27FC236}">
                <a16:creationId xmlns:a16="http://schemas.microsoft.com/office/drawing/2014/main" id="{B93B54AB-FFD6-4EEF-AE1E-D3F36CAAA5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3172" y="692150"/>
            <a:ext cx="4621372" cy="1181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106" name="Google Shape;103;p85">
            <a:extLst xmlns:a="http://schemas.openxmlformats.org/drawingml/2006/main">
              <a:ext uri="{FF2B5EF4-FFF2-40B4-BE49-F238E27FC236}">
                <a16:creationId xmlns:a16="http://schemas.microsoft.com/office/drawing/2014/main" id="{517F252A-C259-4D1F-9FAA-ED706413D2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2ad46cb9a6e44f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33225" y="691342"/>
            <a:ext cx="6166658" cy="616665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7" name="Google Shape;104;p85">
            <a:extLst xmlns:a="http://schemas.openxmlformats.org/drawingml/2006/main">
              <a:ext uri="{FF2B5EF4-FFF2-40B4-BE49-F238E27FC236}">
                <a16:creationId xmlns:a16="http://schemas.microsoft.com/office/drawing/2014/main" id="{EED1972F-D40D-4B5B-8566-C78B67AB70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ab27d57dad1478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2_Титульный слайд">
  <p:cSld name="2_Титульный слайд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88">
            <a:extLst xmlns:a="http://schemas.openxmlformats.org/drawingml/2006/main">
              <a:ext uri="{FF2B5EF4-FFF2-40B4-BE49-F238E27FC236}">
                <a16:creationId xmlns:a16="http://schemas.microsoft.com/office/drawing/2014/main" id="{782F8709-67BD-4C92-9FBE-122BDFFE8A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8813" y="4728128"/>
            <a:ext cx="10224000" cy="553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>
                <a:solidFill>
                  <a:schemeClr val="dk1"/>
                </a:solidFill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07" name="Google Shape;107;p88">
            <a:extLst xmlns:a="http://schemas.openxmlformats.org/drawingml/2006/main">
              <a:ext uri="{FF2B5EF4-FFF2-40B4-BE49-F238E27FC236}">
                <a16:creationId xmlns:a16="http://schemas.microsoft.com/office/drawing/2014/main" id="{A41675AD-758C-4CD1-BC26-4B473167C7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2261" y="2783175"/>
            <a:ext cx="10220325" cy="1661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08" name="Google Shape;108;p88">
            <a:extLst xmlns:a="http://schemas.openxmlformats.org/drawingml/2006/main">
              <a:ext uri="{FF2B5EF4-FFF2-40B4-BE49-F238E27FC236}">
                <a16:creationId xmlns:a16="http://schemas.microsoft.com/office/drawing/2014/main" id="{48BCB255-EA1F-4941-B982-152A6E04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342" y="482138"/>
            <a:ext cx="72768" cy="362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4" name="Google Shape;109;p88">
            <a:extLst xmlns:a="http://schemas.openxmlformats.org/drawingml/2006/main">
              <a:ext uri="{FF2B5EF4-FFF2-40B4-BE49-F238E27FC236}">
                <a16:creationId xmlns:a16="http://schemas.microsoft.com/office/drawing/2014/main" id="{92B10E69-AC2E-4B87-B5E2-D3B725C79F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ce18a33822d498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692150"/>
            <a:ext cx="2772300" cy="4896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5" name="Google Shape;110;p88">
            <a:extLst xmlns:a="http://schemas.openxmlformats.org/drawingml/2006/main">
              <a:ext uri="{FF2B5EF4-FFF2-40B4-BE49-F238E27FC236}">
                <a16:creationId xmlns:a16="http://schemas.microsoft.com/office/drawing/2014/main" id="{95C21223-53FC-4802-867E-D4D5B92347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563699e705475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33157" y="699157"/>
            <a:ext cx="6166658" cy="616665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4_Титульный слайд">
  <p:cSld name="4_Титульный слайд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Google Shape;112;p89">
            <a:extLst xmlns:a="http://schemas.openxmlformats.org/drawingml/2006/main">
              <a:ext uri="{FF2B5EF4-FFF2-40B4-BE49-F238E27FC236}">
                <a16:creationId xmlns:a16="http://schemas.microsoft.com/office/drawing/2014/main" id="{D31F1421-0B22-49D1-8A1F-D8F4C7B0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342" y="482138"/>
            <a:ext cx="72768" cy="362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9" name="Google Shape;113;p89">
            <a:extLst xmlns:a="http://schemas.openxmlformats.org/drawingml/2006/main">
              <a:ext uri="{FF2B5EF4-FFF2-40B4-BE49-F238E27FC236}">
                <a16:creationId xmlns:a16="http://schemas.microsoft.com/office/drawing/2014/main" id="{B2701FFF-9A97-4B87-AC6A-89AB71632B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249fad1f1ef424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692150"/>
            <a:ext cx="2772300" cy="4896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4" name="Google Shape;114;p89">
            <a:extLst xmlns:a="http://schemas.openxmlformats.org/drawingml/2006/main">
              <a:ext uri="{FF2B5EF4-FFF2-40B4-BE49-F238E27FC236}">
                <a16:creationId xmlns:a16="http://schemas.microsoft.com/office/drawing/2014/main" id="{E956B07A-F169-4F62-ABDC-C440B10182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8813" y="4728001"/>
            <a:ext cx="5012644" cy="553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15" name="Google Shape;115;p89">
            <a:extLst xmlns:a="http://schemas.openxmlformats.org/drawingml/2006/main">
              <a:ext uri="{FF2B5EF4-FFF2-40B4-BE49-F238E27FC236}">
                <a16:creationId xmlns:a16="http://schemas.microsoft.com/office/drawing/2014/main" id="{05D1B4AB-9AF6-4821-9AC6-C382B031AD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2261" y="2598003"/>
            <a:ext cx="10220325" cy="1661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122" name="Google Shape;116;p89">
            <a:extLst xmlns:a="http://schemas.openxmlformats.org/drawingml/2006/main">
              <a:ext uri="{FF2B5EF4-FFF2-40B4-BE49-F238E27FC236}">
                <a16:creationId xmlns:a16="http://schemas.microsoft.com/office/drawing/2014/main" id="{6E6877D4-2E94-439C-A9A7-D2D5A2230B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dd305708d24e8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94220" y="0"/>
            <a:ext cx="339778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3.xml><?xml version="1.0" encoding="utf-8"?>
<p:sldLayout xmlns:p="http://schemas.openxmlformats.org/presentationml/2006/main" matchingName="Заголовок в 2 строки + объект">
  <p:cSld name="Заголовок в 2 строки + объект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94">
            <a:extLst xmlns:a="http://schemas.openxmlformats.org/drawingml/2006/main">
              <a:ext uri="{FF2B5EF4-FFF2-40B4-BE49-F238E27FC236}">
                <a16:creationId xmlns:a16="http://schemas.microsoft.com/office/drawing/2014/main" id="{C86DE073-00CE-4E64-AB97-8E1EA77DDB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1513" y="2040889"/>
            <a:ext cx="5424487" cy="4159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</a:defRPr>
            </a:lvl2pPr>
            <a:lvl3pPr marL="1371600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19" name="Google Shape;119;p94">
            <a:extLst xmlns:a="http://schemas.openxmlformats.org/drawingml/2006/main">
              <a:ext uri="{FF2B5EF4-FFF2-40B4-BE49-F238E27FC236}">
                <a16:creationId xmlns:a16="http://schemas.microsoft.com/office/drawing/2014/main" id="{3B78BD49-7168-460F-929C-BE8C08A4EA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5418666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0" name="Google Shape;120;p94">
            <a:extLst xmlns:a="http://schemas.openxmlformats.org/drawingml/2006/main">
              <a:ext uri="{FF2B5EF4-FFF2-40B4-BE49-F238E27FC236}">
                <a16:creationId xmlns:a16="http://schemas.microsoft.com/office/drawing/2014/main" id="{462593EC-36E0-45A6-B073-28B91079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25" name="Google Shape;121;p94">
            <a:extLst xmlns:a="http://schemas.openxmlformats.org/drawingml/2006/main">
              <a:ext uri="{FF2B5EF4-FFF2-40B4-BE49-F238E27FC236}">
                <a16:creationId xmlns:a16="http://schemas.microsoft.com/office/drawing/2014/main" id="{F3C2F741-8908-4995-8D87-A5942A1220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e67d2d14564dd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4.xml><?xml version="1.0" encoding="utf-8"?>
<p:sldLayout xmlns:p="http://schemas.openxmlformats.org/presentationml/2006/main" matchingName="Заголовок">
  <p:cSld name="Заголовок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Google Shape;123;p95">
            <a:extLst xmlns:a="http://schemas.openxmlformats.org/drawingml/2006/main">
              <a:ext uri="{FF2B5EF4-FFF2-40B4-BE49-F238E27FC236}">
                <a16:creationId xmlns:a16="http://schemas.microsoft.com/office/drawing/2014/main" id="{3952C40A-E2B4-4D5F-B7E1-49D984394D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10855854" cy="644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126" name="Google Shape;124;p95">
            <a:extLst xmlns:a="http://schemas.openxmlformats.org/drawingml/2006/main">
              <a:ext uri="{FF2B5EF4-FFF2-40B4-BE49-F238E27FC236}">
                <a16:creationId xmlns:a16="http://schemas.microsoft.com/office/drawing/2014/main" id="{66887DF9-EF8A-4935-ABC0-5A76C39AC5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b5d4e804e584ab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5.xml><?xml version="1.0" encoding="utf-8"?>
<p:sldLayout xmlns:p="http://schemas.openxmlformats.org/presentationml/2006/main" matchingName="Цитата без фото">
  <p:cSld name="Цитата без фото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Google Shape;126;p97">
            <a:extLst xmlns:a="http://schemas.openxmlformats.org/drawingml/2006/main">
              <a:ext uri="{FF2B5EF4-FFF2-40B4-BE49-F238E27FC236}">
                <a16:creationId xmlns:a16="http://schemas.microsoft.com/office/drawing/2014/main" id="{F4D0D2F4-8A94-4D00-8FBD-6AE155CBD0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359150" y="692151"/>
            <a:ext cx="8174038" cy="1609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7" name="Google Shape;127;p97">
            <a:extLst xmlns:a="http://schemas.openxmlformats.org/drawingml/2006/main">
              <a:ext uri="{FF2B5EF4-FFF2-40B4-BE49-F238E27FC236}">
                <a16:creationId xmlns:a16="http://schemas.microsoft.com/office/drawing/2014/main" id="{E02C253D-D8C1-44CE-A234-7D53045F38D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59150" y="4646741"/>
            <a:ext cx="8200516" cy="318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8" name="Google Shape;128;p97">
            <a:extLst xmlns:a="http://schemas.openxmlformats.org/drawingml/2006/main">
              <a:ext uri="{FF2B5EF4-FFF2-40B4-BE49-F238E27FC236}">
                <a16:creationId xmlns:a16="http://schemas.microsoft.com/office/drawing/2014/main" id="{457A4B98-8AD8-46D7-9603-B9E821B60C4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3366814" y="2459421"/>
            <a:ext cx="8174038" cy="1609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 i="0">
                <a:latin typeface="Play"/>
                <a:ea typeface="Play"/>
                <a:cs typeface="Play"/>
              </a:defRPr>
            </a:lvl1pPr>
            <a:lvl2pPr marL="914400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</a:defRPr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9" name="Google Shape;129;p97">
            <a:extLst xmlns:a="http://schemas.openxmlformats.org/drawingml/2006/main">
              <a:ext uri="{FF2B5EF4-FFF2-40B4-BE49-F238E27FC236}">
                <a16:creationId xmlns:a16="http://schemas.microsoft.com/office/drawing/2014/main" id="{9504385E-1A1C-4742-BDAC-A39EC76A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-1049150"/>
            <a:ext cx="2058988" cy="447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0"/>
              <a:buFont typeface="Arial"/>
              <a:buNone/>
            </a:pPr>
            <a:r>
              <a:rPr sz="28800" b="1" i="0" u="none" cap="none">
                <a:solidFill>
                  <a:schemeClr val="accent1"/>
                </a:solidFill>
                <a:latin typeface="Play"/>
                <a:ea typeface="Play"/>
                <a:cs typeface="Play"/>
              </a:rPr>
              <a:t>«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Google Shape;130;p97">
            <a:extLst xmlns:a="http://schemas.openxmlformats.org/drawingml/2006/main">
              <a:ext uri="{FF2B5EF4-FFF2-40B4-BE49-F238E27FC236}">
                <a16:creationId xmlns:a16="http://schemas.microsoft.com/office/drawing/2014/main" id="{8E8A8C36-CADC-4791-85DA-649329EC47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671513" y="167981"/>
            <a:ext cx="10874375" cy="241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pic>
        <p:nvPicPr>
          <p:cNvPr id="137" name="Google Shape;131;p97">
            <a:extLst xmlns:a="http://schemas.openxmlformats.org/drawingml/2006/main">
              <a:ext uri="{FF2B5EF4-FFF2-40B4-BE49-F238E27FC236}">
                <a16:creationId xmlns:a16="http://schemas.microsoft.com/office/drawing/2014/main" id="{54013AB0-74B7-476C-A7D7-E16206286B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c50e685b6d34fc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6.xml><?xml version="1.0" encoding="utf-8"?>
<p:sldLayout xmlns:p="http://schemas.openxmlformats.org/presentationml/2006/main" matchingName="2_Заголовок + текст в две колонки">
  <p:cSld name="2_Заголовок + текст в две колонки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Google Shape;133;p98">
            <a:extLst xmlns:a="http://schemas.openxmlformats.org/drawingml/2006/main">
              <a:ext uri="{FF2B5EF4-FFF2-40B4-BE49-F238E27FC236}">
                <a16:creationId xmlns:a16="http://schemas.microsoft.com/office/drawing/2014/main" id="{6F926339-12EB-42C5-8947-E4BFB43A33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1773238"/>
            <a:ext cx="5304365" cy="4427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</a:defRPr>
            </a:lvl2pPr>
            <a:lvl3pPr marL="1371600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34" name="Google Shape;134;p98">
            <a:extLst xmlns:a="http://schemas.openxmlformats.org/drawingml/2006/main">
              <a:ext uri="{FF2B5EF4-FFF2-40B4-BE49-F238E27FC236}">
                <a16:creationId xmlns:a16="http://schemas.microsoft.com/office/drawing/2014/main" id="{6D04C8A1-00DB-429F-B2D1-34276954D2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28824" y="1773239"/>
            <a:ext cx="5304364" cy="4427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</a:defRPr>
            </a:lvl2pPr>
            <a:lvl3pPr marL="1371600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35" name="Google Shape;135;p98">
            <a:extLst xmlns:a="http://schemas.openxmlformats.org/drawingml/2006/main">
              <a:ext uri="{FF2B5EF4-FFF2-40B4-BE49-F238E27FC236}">
                <a16:creationId xmlns:a16="http://schemas.microsoft.com/office/drawing/2014/main" id="{ED42AA21-62E7-4B80-8240-10BD33A8E3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10855854" cy="644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140" name="Google Shape;136;p98">
            <a:extLst xmlns:a="http://schemas.openxmlformats.org/drawingml/2006/main">
              <a:ext uri="{FF2B5EF4-FFF2-40B4-BE49-F238E27FC236}">
                <a16:creationId xmlns:a16="http://schemas.microsoft.com/office/drawing/2014/main" id="{53B6B725-4B8F-4D88-82AE-64A85FD486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0b50b750395497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7.xml><?xml version="1.0" encoding="utf-8"?>
<p:sldLayout xmlns:p="http://schemas.openxmlformats.org/presentationml/2006/main" matchingName="Мокап телефона ">
  <p:cSld name="Мокап телефона 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8" name="Google Shape;138;p99">
            <a:extLst xmlns:a="http://schemas.openxmlformats.org/drawingml/2006/main">
              <a:ext uri="{FF2B5EF4-FFF2-40B4-BE49-F238E27FC236}">
                <a16:creationId xmlns:a16="http://schemas.microsoft.com/office/drawing/2014/main" id="{4AC1FEAC-B081-4F50-99A0-BDC8B01E43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671513" y="167981"/>
            <a:ext cx="10874375" cy="241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39" name="Google Shape;139;p99">
            <a:extLst xmlns:a="http://schemas.openxmlformats.org/drawingml/2006/main">
              <a:ext uri="{FF2B5EF4-FFF2-40B4-BE49-F238E27FC236}">
                <a16:creationId xmlns:a16="http://schemas.microsoft.com/office/drawing/2014/main" id="{F6495DD6-FB0E-4431-BD2F-980A4D98B5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1514" y="2055970"/>
            <a:ext cx="5418666" cy="4144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0" name="Google Shape;140;p99">
            <a:extLst xmlns:a="http://schemas.openxmlformats.org/drawingml/2006/main">
              <a:ext uri="{FF2B5EF4-FFF2-40B4-BE49-F238E27FC236}">
                <a16:creationId xmlns:a16="http://schemas.microsoft.com/office/drawing/2014/main" id="{C9B604BA-D7BA-4ADB-ADE4-23F75C2CA4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5418666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148" name="Google Shape;141;p99">
            <a:extLst xmlns:a="http://schemas.openxmlformats.org/drawingml/2006/main">
              <a:ext uri="{FF2B5EF4-FFF2-40B4-BE49-F238E27FC236}">
                <a16:creationId xmlns:a16="http://schemas.microsoft.com/office/drawing/2014/main" id="{73E02AB4-D3CC-4E30-9F19-4118D65DB7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9cf11f7b36946a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82421" y="452282"/>
            <a:ext cx="3174791" cy="59913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99">
            <a:extLst xmlns:a="http://schemas.openxmlformats.org/drawingml/2006/main">
              <a:ext uri="{FF2B5EF4-FFF2-40B4-BE49-F238E27FC236}">
                <a16:creationId xmlns:a16="http://schemas.microsoft.com/office/drawing/2014/main" id="{1AD45DC5-858E-42ED-98AD-78E2A159AE42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951157" y="814745"/>
            <a:ext cx="2430752" cy="526077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50" name="Google Shape;143;p99">
            <a:extLst xmlns:a="http://schemas.openxmlformats.org/drawingml/2006/main">
              <a:ext uri="{FF2B5EF4-FFF2-40B4-BE49-F238E27FC236}">
                <a16:creationId xmlns:a16="http://schemas.microsoft.com/office/drawing/2014/main" id="{20BCE79F-E3B0-421E-B6C1-0F1D62CECE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e2bc4d0eab40f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8.xml><?xml version="1.0" encoding="utf-8"?>
<p:sldLayout xmlns:p="http://schemas.openxmlformats.org/presentationml/2006/main" matchingName="Заголовок + скриншот (1)">
  <p:cSld name="Заголовок + скриншот (1)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Google Shape;145;p100">
            <a:extLst xmlns:a="http://schemas.openxmlformats.org/drawingml/2006/main">
              <a:ext uri="{FF2B5EF4-FFF2-40B4-BE49-F238E27FC236}">
                <a16:creationId xmlns:a16="http://schemas.microsoft.com/office/drawing/2014/main" id="{CA79422D-1307-494A-BD33-B80817995B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0" y="692150"/>
            <a:ext cx="5437187" cy="550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6" name="Google Shape;146;p100">
            <a:extLst xmlns:a="http://schemas.openxmlformats.org/drawingml/2006/main">
              <a:ext uri="{FF2B5EF4-FFF2-40B4-BE49-F238E27FC236}">
                <a16:creationId xmlns:a16="http://schemas.microsoft.com/office/drawing/2014/main" id="{7AC54B3C-B24C-463A-95DC-2E0203D4A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4663017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7" name="Google Shape;147;p100">
            <a:extLst xmlns:a="http://schemas.openxmlformats.org/drawingml/2006/main">
              <a:ext uri="{FF2B5EF4-FFF2-40B4-BE49-F238E27FC236}">
                <a16:creationId xmlns:a16="http://schemas.microsoft.com/office/drawing/2014/main" id="{C50FCC27-6519-448D-9C33-AAFA2542A5C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1514" y="2018599"/>
            <a:ext cx="4649786" cy="4182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</a:defRPr>
            </a:lvl2pPr>
            <a:lvl3pPr marL="1371600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152" name="Google Shape;148;p100">
            <a:extLst xmlns:a="http://schemas.openxmlformats.org/drawingml/2006/main">
              <a:ext uri="{FF2B5EF4-FFF2-40B4-BE49-F238E27FC236}">
                <a16:creationId xmlns:a16="http://schemas.microsoft.com/office/drawing/2014/main" id="{45D22200-D7FC-4D08-AC38-DC8C45FCB8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117e3efaea541a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matchingName="Паттерн + фото">
  <p:cSld name="Паттерн + фото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Google Shape;150;p101">
            <a:extLst xmlns:a="http://schemas.openxmlformats.org/drawingml/2006/main">
              <a:ext uri="{FF2B5EF4-FFF2-40B4-BE49-F238E27FC236}">
                <a16:creationId xmlns:a16="http://schemas.microsoft.com/office/drawing/2014/main" id="{5471E9A2-80B9-462F-B760-04B2D634E1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1514" y="2558715"/>
            <a:ext cx="4165182" cy="3642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</a:defRPr>
            </a:lvl2pPr>
            <a:lvl3pPr marL="1371600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1" name="Google Shape;151;p101">
            <a:extLst xmlns:a="http://schemas.openxmlformats.org/drawingml/2006/main">
              <a:ext uri="{FF2B5EF4-FFF2-40B4-BE49-F238E27FC236}">
                <a16:creationId xmlns:a16="http://schemas.microsoft.com/office/drawing/2014/main" id="{9CD6165F-C490-4F66-AF40-D98FCAD025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49"/>
            <a:ext cx="3180792" cy="1348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156" name="Google Shape;152;p101">
            <a:extLst xmlns:a="http://schemas.openxmlformats.org/drawingml/2006/main">
              <a:ext uri="{FF2B5EF4-FFF2-40B4-BE49-F238E27FC236}">
                <a16:creationId xmlns:a16="http://schemas.microsoft.com/office/drawing/2014/main" id="{0BC7FBC4-6A06-4F2B-AF30-66E562E57C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8e4e09879846ba">
            <a:alphaModFix/>
          </a:blip>
          <a:srcRect xmlns:a="http://schemas.openxmlformats.org/drawingml/2006/main" l="621" t="0" r="0" b="39"/>
          <a:stretch xmlns:a="http://schemas.openxmlformats.org/drawingml/2006/main"/>
        </p:blipFill>
        <p:spPr>
          <a:xfrm xmlns:a="http://schemas.openxmlformats.org/drawingml/2006/main">
            <a:off x="5335631" y="0"/>
            <a:ext cx="6872200" cy="6855356"/>
          </a:xfrm>
          <a:ln xmlns:a="http://schemas.openxmlformats.org/drawingml/2006/main">
            <a:noFill/>
          </a:ln>
        </p:spPr>
      </p:pic>
      <p:pic>
        <p:nvPicPr>
          <p:cNvPr id="157" name="Google Shape;153;p101">
            <a:extLst xmlns:a="http://schemas.openxmlformats.org/drawingml/2006/main">
              <a:ext uri="{FF2B5EF4-FFF2-40B4-BE49-F238E27FC236}">
                <a16:creationId xmlns:a16="http://schemas.microsoft.com/office/drawing/2014/main" id="{FF6B5EEE-753A-4A4A-A774-64E8DF9DFF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c31f73bb72d4a2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0.xml><?xml version="1.0" encoding="utf-8"?>
<p:sldLayout xmlns:p="http://schemas.openxmlformats.org/presentationml/2006/main" matchingName="1_Паттерн + фото">
  <p:cSld name="1_Паттерн + фото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Google Shape;155;p102">
            <a:extLst xmlns:a="http://schemas.openxmlformats.org/drawingml/2006/main">
              <a:ext uri="{FF2B5EF4-FFF2-40B4-BE49-F238E27FC236}">
                <a16:creationId xmlns:a16="http://schemas.microsoft.com/office/drawing/2014/main" id="{C8067CA2-FFCD-44CA-8E6D-94FD5377A7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1514" y="2558715"/>
            <a:ext cx="4165182" cy="3642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</a:defRPr>
            </a:lvl2pPr>
            <a:lvl3pPr marL="1371600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6" name="Google Shape;156;p102">
            <a:extLst xmlns:a="http://schemas.openxmlformats.org/drawingml/2006/main">
              <a:ext uri="{FF2B5EF4-FFF2-40B4-BE49-F238E27FC236}">
                <a16:creationId xmlns:a16="http://schemas.microsoft.com/office/drawing/2014/main" id="{FBE568C5-F113-4EFD-9E76-7C5FA966AC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49"/>
            <a:ext cx="3180792" cy="1348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161" name="Google Shape;157;p102">
            <a:extLst xmlns:a="http://schemas.openxmlformats.org/drawingml/2006/main">
              <a:ext uri="{FF2B5EF4-FFF2-40B4-BE49-F238E27FC236}">
                <a16:creationId xmlns:a16="http://schemas.microsoft.com/office/drawing/2014/main" id="{53AB7B76-72B3-4B2A-AEB0-879B7F5404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66be60eb45e403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33139" y="0"/>
            <a:ext cx="6858000" cy="6858000"/>
          </a:xfrm>
          <a:ln xmlns:a="http://schemas.openxmlformats.org/drawingml/2006/main">
            <a:noFill/>
          </a:ln>
        </p:spPr>
      </p:pic>
      <p:pic>
        <p:nvPicPr>
          <p:cNvPr id="162" name="Google Shape;158;p102">
            <a:extLst xmlns:a="http://schemas.openxmlformats.org/drawingml/2006/main">
              <a:ext uri="{FF2B5EF4-FFF2-40B4-BE49-F238E27FC236}">
                <a16:creationId xmlns:a16="http://schemas.microsoft.com/office/drawing/2014/main" id="{F10505FA-B4BD-4C91-AA27-131369D4FE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3449b96c566411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1.xml><?xml version="1.0" encoding="utf-8"?>
<p:sldLayout xmlns:p="http://schemas.openxmlformats.org/presentationml/2006/main" matchingName="Финальный с QR + подпись">
  <p:cSld name="Финальный с QR + подпись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6" name="Google Shape;160;p103">
            <a:extLst xmlns:a="http://schemas.openxmlformats.org/drawingml/2006/main">
              <a:ext uri="{FF2B5EF4-FFF2-40B4-BE49-F238E27FC236}">
                <a16:creationId xmlns:a16="http://schemas.microsoft.com/office/drawing/2014/main" id="{8CC40E0F-E0F4-49A1-A107-08A78FF783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20c1d273b5e420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23251" y="692149"/>
            <a:ext cx="6168749" cy="61687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1" name="Google Shape;161;p103">
            <a:extLst xmlns:a="http://schemas.openxmlformats.org/drawingml/2006/main">
              <a:ext uri="{FF2B5EF4-FFF2-40B4-BE49-F238E27FC236}">
                <a16:creationId xmlns:a16="http://schemas.microsoft.com/office/drawing/2014/main" id="{7D8C5480-E819-454C-A730-5A16C2EB38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0713" y="2483712"/>
            <a:ext cx="5475287" cy="1477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2" name="Google Shape;162;p103">
            <a:extLst xmlns:a="http://schemas.openxmlformats.org/drawingml/2006/main">
              <a:ext uri="{FF2B5EF4-FFF2-40B4-BE49-F238E27FC236}">
                <a16:creationId xmlns:a16="http://schemas.microsoft.com/office/drawing/2014/main" id="{5C929561-49EF-410E-BD09-F320494EF93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58813" y="692150"/>
            <a:ext cx="1081088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63" name="Google Shape;163;p103">
            <a:extLst xmlns:a="http://schemas.openxmlformats.org/drawingml/2006/main">
              <a:ext uri="{FF2B5EF4-FFF2-40B4-BE49-F238E27FC236}">
                <a16:creationId xmlns:a16="http://schemas.microsoft.com/office/drawing/2014/main" id="{673C4A70-C520-4B57-9CB3-03F7A34B71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8813" y="4161565"/>
            <a:ext cx="5437187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170" name="Google Shape;164;p103">
            <a:extLst xmlns:a="http://schemas.openxmlformats.org/drawingml/2006/main">
              <a:ext uri="{FF2B5EF4-FFF2-40B4-BE49-F238E27FC236}">
                <a16:creationId xmlns:a16="http://schemas.microsoft.com/office/drawing/2014/main" id="{8A8AD5D1-5329-4B37-A41D-C22A37437D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e5def97540c452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711140"/>
            <a:ext cx="2772297" cy="4896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matchingName="3_Финальный с QR + подпись">
  <p:cSld name="3_Финальный с QR + подпись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6" name="Google Shape;166;p104">
            <a:extLst xmlns:a="http://schemas.openxmlformats.org/drawingml/2006/main">
              <a:ext uri="{FF2B5EF4-FFF2-40B4-BE49-F238E27FC236}">
                <a16:creationId xmlns:a16="http://schemas.microsoft.com/office/drawing/2014/main" id="{524DE69F-1E10-41EF-93D4-F9DF10B1D1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0713" y="2483712"/>
            <a:ext cx="5475287" cy="1477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7" name="Google Shape;167;p104">
            <a:extLst xmlns:a="http://schemas.openxmlformats.org/drawingml/2006/main">
              <a:ext uri="{FF2B5EF4-FFF2-40B4-BE49-F238E27FC236}">
                <a16:creationId xmlns:a16="http://schemas.microsoft.com/office/drawing/2014/main" id="{24F607A9-7E0A-4506-A779-2D6D74252D8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58813" y="692150"/>
            <a:ext cx="1081088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68" name="Google Shape;168;p104">
            <a:extLst xmlns:a="http://schemas.openxmlformats.org/drawingml/2006/main">
              <a:ext uri="{FF2B5EF4-FFF2-40B4-BE49-F238E27FC236}">
                <a16:creationId xmlns:a16="http://schemas.microsoft.com/office/drawing/2014/main" id="{3C7D7B5B-F293-45C3-990C-C62A52517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8813" y="4161565"/>
            <a:ext cx="5437187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174" name="Google Shape;169;p104">
            <a:extLst xmlns:a="http://schemas.openxmlformats.org/drawingml/2006/main">
              <a:ext uri="{FF2B5EF4-FFF2-40B4-BE49-F238E27FC236}">
                <a16:creationId xmlns:a16="http://schemas.microsoft.com/office/drawing/2014/main" id="{5DD58FB3-E0F8-4D8C-A68C-A76DB85874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ceaa3b591a74a0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711140"/>
            <a:ext cx="2772297" cy="4896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5" name="Google Shape;170;p104">
            <a:extLst xmlns:a="http://schemas.openxmlformats.org/drawingml/2006/main">
              <a:ext uri="{FF2B5EF4-FFF2-40B4-BE49-F238E27FC236}">
                <a16:creationId xmlns:a16="http://schemas.microsoft.com/office/drawing/2014/main" id="{10F74EC3-5A6F-4CEC-9CE1-CEEAAF6D02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5505cb07f6d40a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94220" y="0"/>
            <a:ext cx="339778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3.xml><?xml version="1.0" encoding="utf-8"?>
<p:sldLayout xmlns:p="http://schemas.openxmlformats.org/presentationml/2006/main" matchingName="Пользовательский макет">
  <p:cSld name="Пользовательский макет">
    <p:bg>
      <p:bgPr>
        <a:solidFill xmlns:a="http://schemas.openxmlformats.org/drawingml/2006/main">
          <a:schemeClr val="dk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Google Shape;172;p105">
            <a:extLst xmlns:a="http://schemas.openxmlformats.org/drawingml/2006/main">
              <a:ext uri="{FF2B5EF4-FFF2-40B4-BE49-F238E27FC236}">
                <a16:creationId xmlns:a16="http://schemas.microsoft.com/office/drawing/2014/main" id="{16C1C66B-93F8-4DAF-B875-6D64C072F1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10855854" cy="644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3" name="Google Shape;173;p105">
            <a:extLst xmlns:a="http://schemas.openxmlformats.org/drawingml/2006/main">
              <a:ext uri="{FF2B5EF4-FFF2-40B4-BE49-F238E27FC236}">
                <a16:creationId xmlns:a16="http://schemas.microsoft.com/office/drawing/2014/main" id="{9871BC82-2361-483B-B9A1-D0B1CD88EE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1513" y="1773238"/>
            <a:ext cx="10861675" cy="4464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</a:defRPr>
            </a:lvl1pPr>
            <a:lvl2pPr marL="914400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</a:defRPr>
            </a:lvl2pPr>
            <a:lvl3pPr marL="1371600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Char char="−"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177" name="Google Shape;174;p105">
            <a:extLst xmlns:a="http://schemas.openxmlformats.org/drawingml/2006/main">
              <a:ext uri="{FF2B5EF4-FFF2-40B4-BE49-F238E27FC236}">
                <a16:creationId xmlns:a16="http://schemas.microsoft.com/office/drawing/2014/main" id="{3DC6384B-F566-4534-970E-92958C4D9D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398137be2b43a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4" y="5882757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4.xml><?xml version="1.0" encoding="utf-8"?>
<p:sldLayout xmlns:p="http://schemas.openxmlformats.org/presentationml/2006/main" matchingName="1_Титульный слайд раздела">
  <p:cSld name="1_Титульный слайд раздела">
    <p:bg>
      <p:bgPr>
        <a:solidFill xmlns:a="http://schemas.openxmlformats.org/drawingml/2006/main">
          <a:schemeClr val="dk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92">
            <a:extLst xmlns:a="http://schemas.openxmlformats.org/drawingml/2006/main">
              <a:ext uri="{FF2B5EF4-FFF2-40B4-BE49-F238E27FC236}">
                <a16:creationId xmlns:a16="http://schemas.microsoft.com/office/drawing/2014/main" id="{C8A6A4FA-61DA-4770-A57D-3886E106A1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3172" y="692150"/>
            <a:ext cx="4621372" cy="1181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180" name="Google Shape;177;p92">
            <a:extLst xmlns:a="http://schemas.openxmlformats.org/drawingml/2006/main">
              <a:ext uri="{FF2B5EF4-FFF2-40B4-BE49-F238E27FC236}">
                <a16:creationId xmlns:a16="http://schemas.microsoft.com/office/drawing/2014/main" id="{066AAA99-50CA-4CE4-A81C-7982C89CBB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2611c3e09f7438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33225" y="699157"/>
            <a:ext cx="6166658" cy="616665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1" name="Google Shape;178;p92">
            <a:extLst xmlns:a="http://schemas.openxmlformats.org/drawingml/2006/main">
              <a:ext uri="{FF2B5EF4-FFF2-40B4-BE49-F238E27FC236}">
                <a16:creationId xmlns:a16="http://schemas.microsoft.com/office/drawing/2014/main" id="{92F5AEE2-10F4-4458-AFF9-160AEA1A36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6954e41e54746d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4" y="5882757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5.xml><?xml version="1.0" encoding="utf-8"?>
<p:sldLayout xmlns:p="http://schemas.openxmlformats.org/presentationml/2006/main" matchingName="3_Титульный слайд раздела">
  <p:cSld name="3_Титульный слайд раздела">
    <p:bg>
      <p:bgPr>
        <a:solidFill xmlns:a="http://schemas.openxmlformats.org/drawingml/2006/main">
          <a:schemeClr val="dk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0" name="Google Shape;180;p83">
            <a:extLst xmlns:a="http://schemas.openxmlformats.org/drawingml/2006/main">
              <a:ext uri="{FF2B5EF4-FFF2-40B4-BE49-F238E27FC236}">
                <a16:creationId xmlns:a16="http://schemas.microsoft.com/office/drawing/2014/main" id="{FA301F0C-38F8-46AF-977D-B057D8EE07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3172" y="692150"/>
            <a:ext cx="4621372" cy="1181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184" name="Google Shape;181;p83">
            <a:extLst xmlns:a="http://schemas.openxmlformats.org/drawingml/2006/main">
              <a:ext uri="{FF2B5EF4-FFF2-40B4-BE49-F238E27FC236}">
                <a16:creationId xmlns:a16="http://schemas.microsoft.com/office/drawing/2014/main" id="{CB76A0A2-00AC-4472-A8DB-A47E8BB9CA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7255c93835e463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07980" y="0"/>
            <a:ext cx="3394294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5" name="Google Shape;182;p83">
            <a:extLst xmlns:a="http://schemas.openxmlformats.org/drawingml/2006/main">
              <a:ext uri="{FF2B5EF4-FFF2-40B4-BE49-F238E27FC236}">
                <a16:creationId xmlns:a16="http://schemas.microsoft.com/office/drawing/2014/main" id="{094F2E7D-8890-4146-BE2D-B8776C5AA2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08b49086c71498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4" y="5882757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6.xml><?xml version="1.0" encoding="utf-8"?>
<p:sldLayout xmlns:p="http://schemas.openxmlformats.org/presentationml/2006/main" matchingName="Заголовок + объект">
  <p:cSld name="Заголовок + объект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4" name="Google Shape;184;p106">
            <a:extLst xmlns:a="http://schemas.openxmlformats.org/drawingml/2006/main">
              <a:ext uri="{FF2B5EF4-FFF2-40B4-BE49-F238E27FC236}">
                <a16:creationId xmlns:a16="http://schemas.microsoft.com/office/drawing/2014/main" id="{F0A4ACF4-976C-475F-B52C-FB6E68E95E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8813" y="1773238"/>
            <a:ext cx="10874375" cy="4447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5" name="Google Shape;185;p106">
            <a:extLst xmlns:a="http://schemas.openxmlformats.org/drawingml/2006/main">
              <a:ext uri="{FF2B5EF4-FFF2-40B4-BE49-F238E27FC236}">
                <a16:creationId xmlns:a16="http://schemas.microsoft.com/office/drawing/2014/main" id="{D5BDF457-FF66-4059-ACB5-1C50CBA8A4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10855854" cy="644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189" name="Google Shape;186;p106">
            <a:extLst xmlns:a="http://schemas.openxmlformats.org/drawingml/2006/main">
              <a:ext uri="{FF2B5EF4-FFF2-40B4-BE49-F238E27FC236}">
                <a16:creationId xmlns:a16="http://schemas.microsoft.com/office/drawing/2014/main" id="{C340058E-F125-491D-A5E0-4EEF2E5253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8600ee83ca5465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7.xml><?xml version="1.0" encoding="utf-8"?>
<p:sldLayout xmlns:p="http://schemas.openxmlformats.org/presentationml/2006/main" matchingName="Заголовок + 2 объекта">
  <p:cSld name="Заголовок + 2 объекта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8" name="Google Shape;188;p107">
            <a:extLst xmlns:a="http://schemas.openxmlformats.org/drawingml/2006/main">
              <a:ext uri="{FF2B5EF4-FFF2-40B4-BE49-F238E27FC236}">
                <a16:creationId xmlns:a16="http://schemas.microsoft.com/office/drawing/2014/main" id="{DC25AE3B-EB1E-4773-B9FB-98631CD02E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1773238"/>
            <a:ext cx="5317065" cy="4427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9" name="Google Shape;189;p107">
            <a:extLst xmlns:a="http://schemas.openxmlformats.org/drawingml/2006/main">
              <a:ext uri="{FF2B5EF4-FFF2-40B4-BE49-F238E27FC236}">
                <a16:creationId xmlns:a16="http://schemas.microsoft.com/office/drawing/2014/main" id="{4E983CF9-795C-43D4-AAC1-41D5D21F7F0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97604" y="1773238"/>
            <a:ext cx="5317062" cy="4427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0" name="Google Shape;190;p107">
            <a:extLst xmlns:a="http://schemas.openxmlformats.org/drawingml/2006/main">
              <a:ext uri="{FF2B5EF4-FFF2-40B4-BE49-F238E27FC236}">
                <a16:creationId xmlns:a16="http://schemas.microsoft.com/office/drawing/2014/main" id="{28FE24F1-0910-418D-83E9-8F3BBFBBEE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10855854" cy="644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195" name="Google Shape;191;p107">
            <a:extLst xmlns:a="http://schemas.openxmlformats.org/drawingml/2006/main">
              <a:ext uri="{FF2B5EF4-FFF2-40B4-BE49-F238E27FC236}">
                <a16:creationId xmlns:a16="http://schemas.microsoft.com/office/drawing/2014/main" id="{422FDE31-B7B0-47DC-A7E9-5EF9BC1421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42e830b33b4464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8.xml><?xml version="1.0" encoding="utf-8"?>
<p:sldLayout xmlns:p="http://schemas.openxmlformats.org/presentationml/2006/main" matchingName="1 фото">
  <p:cSld name="1 фото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3" name="Google Shape;193;p108">
            <a:extLst xmlns:a="http://schemas.openxmlformats.org/drawingml/2006/main">
              <a:ext uri="{FF2B5EF4-FFF2-40B4-BE49-F238E27FC236}">
                <a16:creationId xmlns:a16="http://schemas.microsoft.com/office/drawing/2014/main" id="{70CC19AE-046F-48B9-B5E0-DDCDA6A36E0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</p:sp>
      <p:sp>
        <p:nvSpPr>
          <p:cNvPr id="194" name="Google Shape;194;p108">
            <a:extLst xmlns:a="http://schemas.openxmlformats.org/drawingml/2006/main">
              <a:ext uri="{FF2B5EF4-FFF2-40B4-BE49-F238E27FC236}">
                <a16:creationId xmlns:a16="http://schemas.microsoft.com/office/drawing/2014/main" id="{FE1A0DA6-4060-4A33-BFB6-E98C41E992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4663017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5" name="Google Shape;195;p108">
            <a:extLst xmlns:a="http://schemas.openxmlformats.org/drawingml/2006/main">
              <a:ext uri="{FF2B5EF4-FFF2-40B4-BE49-F238E27FC236}">
                <a16:creationId xmlns:a16="http://schemas.microsoft.com/office/drawing/2014/main" id="{3A3D85B0-0238-4A5A-A800-79534CF13C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1514" y="2018599"/>
            <a:ext cx="4649786" cy="4182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</a:defRPr>
            </a:lvl2pPr>
            <a:lvl3pPr marL="1371600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200" name="Google Shape;196;p108">
            <a:extLst xmlns:a="http://schemas.openxmlformats.org/drawingml/2006/main">
              <a:ext uri="{FF2B5EF4-FFF2-40B4-BE49-F238E27FC236}">
                <a16:creationId xmlns:a16="http://schemas.microsoft.com/office/drawing/2014/main" id="{DDD97967-7ADF-4343-A0C8-9AF5AA14A4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34a33d9989455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9.xml><?xml version="1.0" encoding="utf-8"?>
<p:sldLayout xmlns:p="http://schemas.openxmlformats.org/presentationml/2006/main" matchingName="1_1 фото">
  <p:cSld name="1_1 фото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8" name="Google Shape;198;p109">
            <a:extLst xmlns:a="http://schemas.openxmlformats.org/drawingml/2006/main">
              <a:ext uri="{FF2B5EF4-FFF2-40B4-BE49-F238E27FC236}">
                <a16:creationId xmlns:a16="http://schemas.microsoft.com/office/drawing/2014/main" id="{26F74FFF-F294-42A7-AD19-F8CC6BAD103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</p:sp>
      <p:sp>
        <p:nvSpPr>
          <p:cNvPr id="199" name="Google Shape;199;p109">
            <a:extLst xmlns:a="http://schemas.openxmlformats.org/drawingml/2006/main">
              <a:ext uri="{FF2B5EF4-FFF2-40B4-BE49-F238E27FC236}">
                <a16:creationId xmlns:a16="http://schemas.microsoft.com/office/drawing/2014/main" id="{DB3F14BA-34B2-485B-9159-686EAE449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70171" y="692150"/>
            <a:ext cx="4663017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0" name="Google Shape;200;p109">
            <a:extLst xmlns:a="http://schemas.openxmlformats.org/drawingml/2006/main">
              <a:ext uri="{FF2B5EF4-FFF2-40B4-BE49-F238E27FC236}">
                <a16:creationId xmlns:a16="http://schemas.microsoft.com/office/drawing/2014/main" id="{B701EBD2-6AEF-4DCB-B022-B141B92E96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64351" y="2018599"/>
            <a:ext cx="4649786" cy="4182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</a:defRPr>
            </a:lvl2pPr>
            <a:lvl3pPr marL="1371600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matchingName="1 фото + подпись">
  <p:cSld name="1 фото + подпись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2" name="Google Shape;202;p110">
            <a:extLst xmlns:a="http://schemas.openxmlformats.org/drawingml/2006/main">
              <a:ext uri="{FF2B5EF4-FFF2-40B4-BE49-F238E27FC236}">
                <a16:creationId xmlns:a16="http://schemas.microsoft.com/office/drawing/2014/main" id="{29672AEE-A0E9-4469-A6BD-81D93263B33D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96000" y="692151"/>
            <a:ext cx="5437188" cy="41821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</p:sp>
      <p:sp>
        <p:nvSpPr>
          <p:cNvPr id="203" name="Google Shape;203;p110">
            <a:extLst xmlns:a="http://schemas.openxmlformats.org/drawingml/2006/main">
              <a:ext uri="{FF2B5EF4-FFF2-40B4-BE49-F238E27FC236}">
                <a16:creationId xmlns:a16="http://schemas.microsoft.com/office/drawing/2014/main" id="{29AFBD2A-E243-4CF1-84CE-50A5A04818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0" y="5147214"/>
            <a:ext cx="5449888" cy="35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4" name="Google Shape;204;p110">
            <a:extLst xmlns:a="http://schemas.openxmlformats.org/drawingml/2006/main">
              <a:ext uri="{FF2B5EF4-FFF2-40B4-BE49-F238E27FC236}">
                <a16:creationId xmlns:a16="http://schemas.microsoft.com/office/drawing/2014/main" id="{CAA6A705-C05A-4FD8-AB1D-2A08163068B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6000" y="5553075"/>
            <a:ext cx="5449888" cy="684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5" name="Google Shape;205;p110">
            <a:extLst xmlns:a="http://schemas.openxmlformats.org/drawingml/2006/main">
              <a:ext uri="{FF2B5EF4-FFF2-40B4-BE49-F238E27FC236}">
                <a16:creationId xmlns:a16="http://schemas.microsoft.com/office/drawing/2014/main" id="{607A73AA-2F64-4E5F-9FD8-5EB4F6C0C1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4663017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6" name="Google Shape;206;p110">
            <a:extLst xmlns:a="http://schemas.openxmlformats.org/drawingml/2006/main">
              <a:ext uri="{FF2B5EF4-FFF2-40B4-BE49-F238E27FC236}">
                <a16:creationId xmlns:a16="http://schemas.microsoft.com/office/drawing/2014/main" id="{DC103317-2929-4490-9E99-9918799415D6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71514" y="2018599"/>
            <a:ext cx="4649786" cy="4182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</a:defRPr>
            </a:lvl2pPr>
            <a:lvl3pPr marL="1371600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pic>
        <p:nvPicPr>
          <p:cNvPr id="213" name="Google Shape;207;p110">
            <a:extLst xmlns:a="http://schemas.openxmlformats.org/drawingml/2006/main">
              <a:ext uri="{FF2B5EF4-FFF2-40B4-BE49-F238E27FC236}">
                <a16:creationId xmlns:a16="http://schemas.microsoft.com/office/drawing/2014/main" id="{0635B626-C033-4D75-AA1D-926DA1EABF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2ef3a6a0d9f47e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f89130411c4a9e" /><Relationship Type="http://schemas.openxmlformats.org/officeDocument/2006/relationships/slideLayout" Target="/ppt/slideLayouts/slideLayout1.xml" Id="Rcbebe2671ecd4fe1" /><Relationship Type="http://schemas.openxmlformats.org/officeDocument/2006/relationships/slideLayout" Target="/ppt/slideLayouts/slideLayout2.xml" Id="R6d78ff1898854aca" /><Relationship Type="http://schemas.openxmlformats.org/officeDocument/2006/relationships/slideLayout" Target="/ppt/slideLayouts/slideLayout3.xml" Id="Rae0437a7323448f4" /><Relationship Type="http://schemas.openxmlformats.org/officeDocument/2006/relationships/slideLayout" Target="/ppt/slideLayouts/slideLayout4.xml" Id="R0c747fbca80b4dbd" /><Relationship Type="http://schemas.openxmlformats.org/officeDocument/2006/relationships/slideLayout" Target="/ppt/slideLayouts/slideLayout5.xml" Id="R2b0720fc183744b2" /><Relationship Type="http://schemas.openxmlformats.org/officeDocument/2006/relationships/slideLayout" Target="/ppt/slideLayouts/slideLayout6.xml" Id="Rcb6499cd435141fb" /><Relationship Type="http://schemas.openxmlformats.org/officeDocument/2006/relationships/slideLayout" Target="/ppt/slideLayouts/slideLayout7.xml" Id="Re37021f806964303" /><Relationship Type="http://schemas.openxmlformats.org/officeDocument/2006/relationships/slideLayout" Target="/ppt/slideLayouts/slideLayout8.xml" Id="R4bec337d3ec741f3" /><Relationship Type="http://schemas.openxmlformats.org/officeDocument/2006/relationships/slideLayout" Target="/ppt/slideLayouts/slideLayout9.xml" Id="R6ec3459a75f34daf" /><Relationship Type="http://schemas.openxmlformats.org/officeDocument/2006/relationships/slideLayout" Target="/ppt/slideLayouts/slideLayout10.xml" Id="Re947077072d4446e" /><Relationship Type="http://schemas.openxmlformats.org/officeDocument/2006/relationships/slideLayout" Target="/ppt/slideLayouts/slideLayout11.xml" Id="R259b248e95144d52" /><Relationship Type="http://schemas.openxmlformats.org/officeDocument/2006/relationships/slideLayout" Target="/ppt/slideLayouts/slideLayout12.xml" Id="Rff947a62337b43b3" /><Relationship Type="http://schemas.openxmlformats.org/officeDocument/2006/relationships/slideLayout" Target="/ppt/slideLayouts/slideLayout13.xml" Id="R906dec58dc3a4676" /><Relationship Type="http://schemas.openxmlformats.org/officeDocument/2006/relationships/slideLayout" Target="/ppt/slideLayouts/slideLayout14.xml" Id="R50aa5a99e48c4168" /><Relationship Type="http://schemas.openxmlformats.org/officeDocument/2006/relationships/slideLayout" Target="/ppt/slideLayouts/slideLayout15.xml" Id="Rb277f59c670d41a9" /><Relationship Type="http://schemas.openxmlformats.org/officeDocument/2006/relationships/slideLayout" Target="/ppt/slideLayouts/slideLayout16.xml" Id="R6bdb3f692fb54d03" /><Relationship Type="http://schemas.openxmlformats.org/officeDocument/2006/relationships/slideLayout" Target="/ppt/slideLayouts/slideLayout17.xml" Id="Rd915c3279b854a69" /><Relationship Type="http://schemas.openxmlformats.org/officeDocument/2006/relationships/slideLayout" Target="/ppt/slideLayouts/slideLayout18.xml" Id="Rebd9d7a7420d454b" /><Relationship Type="http://schemas.openxmlformats.org/officeDocument/2006/relationships/slideLayout" Target="/ppt/slideLayouts/slideLayout19.xml" Id="R2e9c481b79db4f85" /><Relationship Type="http://schemas.openxmlformats.org/officeDocument/2006/relationships/slideLayout" Target="/ppt/slideLayouts/slideLayout20.xml" Id="Ra2fadd313d9f4ff3" /><Relationship Type="http://schemas.openxmlformats.org/officeDocument/2006/relationships/slideLayout" Target="/ppt/slideLayouts/slideLayout21.xml" Id="Rfb6cc3efd77441c9" /><Relationship Type="http://schemas.openxmlformats.org/officeDocument/2006/relationships/slideLayout" Target="/ppt/slideLayouts/slideLayout22.xml" Id="Rcb94c28ff2ef4ba0" /><Relationship Type="http://schemas.openxmlformats.org/officeDocument/2006/relationships/slideLayout" Target="/ppt/slideLayouts/slideLayout23.xml" Id="Re5734bd2bec5461b" /><Relationship Type="http://schemas.openxmlformats.org/officeDocument/2006/relationships/slideLayout" Target="/ppt/slideLayouts/slideLayout24.xml" Id="Red11e391179f4e9f" /><Relationship Type="http://schemas.openxmlformats.org/officeDocument/2006/relationships/slideLayout" Target="/ppt/slideLayouts/slideLayout25.xml" Id="Ra4ee391898ca42ca" /><Relationship Type="http://schemas.openxmlformats.org/officeDocument/2006/relationships/slideLayout" Target="/ppt/slideLayouts/slideLayout26.xml" Id="Rf287203bf7e74eff" /><Relationship Type="http://schemas.openxmlformats.org/officeDocument/2006/relationships/slideLayout" Target="/ppt/slideLayouts/slideLayout27.xml" Id="R3b085025afaa445f" /><Relationship Type="http://schemas.openxmlformats.org/officeDocument/2006/relationships/slideLayout" Target="/ppt/slideLayouts/slideLayout28.xml" Id="Rb11d36139d7e44c1" /><Relationship Type="http://schemas.openxmlformats.org/officeDocument/2006/relationships/slideLayout" Target="/ppt/slideLayouts/slideLayout29.xml" Id="Ra35fda03958c4dd6" /><Relationship Type="http://schemas.openxmlformats.org/officeDocument/2006/relationships/slideLayout" Target="/ppt/slideLayouts/slideLayout30.xml" Id="R785a8659e650495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77">
            <a:extLst xmlns:a="http://schemas.openxmlformats.org/drawingml/2006/main">
              <a:ext uri="{FF2B5EF4-FFF2-40B4-BE49-F238E27FC236}">
                <a16:creationId xmlns:a16="http://schemas.microsoft.com/office/drawing/2014/main" id="{74FD687B-266B-42B2-B8F1-378A038C66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10855854" cy="644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sz="3600" b="0" i="0" u="none" cap="none">
                <a:solidFill>
                  <a:schemeClr val="dk2"/>
                </a:solidFill>
                <a:latin typeface="Play"/>
                <a:ea typeface="Play"/>
                <a:cs typeface="Play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77">
            <a:extLst xmlns:a="http://schemas.openxmlformats.org/drawingml/2006/main">
              <a:ext uri="{FF2B5EF4-FFF2-40B4-BE49-F238E27FC236}">
                <a16:creationId xmlns:a16="http://schemas.microsoft.com/office/drawing/2014/main" id="{FBD5A2A7-7754-4B3F-ADCC-EEE3F350E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8813" y="1773238"/>
            <a:ext cx="10855852" cy="367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Play"/>
                <a:ea typeface="Play"/>
                <a:cs typeface="Play"/>
              </a:defRPr>
            </a:lvl1pPr>
            <a:lvl2pPr marL="914400" marR="0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Play"/>
                <a:ea typeface="Play"/>
                <a:cs typeface="Play"/>
              </a:defRPr>
            </a:lvl2pPr>
            <a:lvl3pPr marL="1371600" marR="0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cap="none">
                <a:solidFill>
                  <a:schemeClr val="dk1"/>
                </a:solidFill>
                <a:latin typeface="Play"/>
                <a:ea typeface="Play"/>
                <a:cs typeface="Play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cxnSp>
        <p:nvCxnSpPr>
          <p:cNvPr id="254" name="Google Shape;13;p77">
            <a:extLst xmlns:a="http://schemas.openxmlformats.org/drawingml/2006/main">
              <a:ext uri="{FF2B5EF4-FFF2-40B4-BE49-F238E27FC236}">
                <a16:creationId xmlns:a16="http://schemas.microsoft.com/office/drawing/2014/main" id="{D0033ECB-A76D-40FF-9CC5-126884849672}"/>
              </a:ext>
            </a:extLst>
          </p:cNvPr>
          <p:cNvCxnSpPr/>
          <p:nvPr/>
        </p:nvCxnSpPr>
        <p:spPr>
          <a:xfrm xmlns:a="http://schemas.openxmlformats.org/drawingml/2006/main">
            <a:off x="0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55" name="Google Shape;14;p77">
            <a:extLst xmlns:a="http://schemas.openxmlformats.org/drawingml/2006/main">
              <a:ext uri="{FF2B5EF4-FFF2-40B4-BE49-F238E27FC236}">
                <a16:creationId xmlns:a16="http://schemas.microsoft.com/office/drawing/2014/main" id="{68E43899-F0C9-4D29-84F2-F319DAE81673}"/>
              </a:ext>
            </a:extLst>
          </p:cNvPr>
          <p:cNvCxnSpPr/>
          <p:nvPr/>
        </p:nvCxnSpPr>
        <p:spPr>
          <a:xfrm xmlns:a="http://schemas.openxmlformats.org/drawingml/2006/main">
            <a:off x="677119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56" name="Google Shape;15;p77">
            <a:extLst xmlns:a="http://schemas.openxmlformats.org/drawingml/2006/main">
              <a:ext uri="{FF2B5EF4-FFF2-40B4-BE49-F238E27FC236}">
                <a16:creationId xmlns:a16="http://schemas.microsoft.com/office/drawing/2014/main" id="{85891E7B-094B-4721-B0F9-46D5A06FB4B4}"/>
              </a:ext>
            </a:extLst>
          </p:cNvPr>
          <p:cNvCxnSpPr/>
          <p:nvPr/>
        </p:nvCxnSpPr>
        <p:spPr>
          <a:xfrm xmlns:a="http://schemas.openxmlformats.org/drawingml/2006/main">
            <a:off x="1354238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57" name="Google Shape;16;p77">
            <a:extLst xmlns:a="http://schemas.openxmlformats.org/drawingml/2006/main">
              <a:ext uri="{FF2B5EF4-FFF2-40B4-BE49-F238E27FC236}">
                <a16:creationId xmlns:a16="http://schemas.microsoft.com/office/drawing/2014/main" id="{041C4B05-4A14-4F6A-8476-21EA1F381A08}"/>
              </a:ext>
            </a:extLst>
          </p:cNvPr>
          <p:cNvCxnSpPr/>
          <p:nvPr/>
        </p:nvCxnSpPr>
        <p:spPr>
          <a:xfrm xmlns:a="http://schemas.openxmlformats.org/drawingml/2006/main">
            <a:off x="2031357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58" name="Google Shape;17;p77">
            <a:extLst xmlns:a="http://schemas.openxmlformats.org/drawingml/2006/main">
              <a:ext uri="{FF2B5EF4-FFF2-40B4-BE49-F238E27FC236}">
                <a16:creationId xmlns:a16="http://schemas.microsoft.com/office/drawing/2014/main" id="{340EB3D7-E7AF-4800-9195-C7CFEF649BCA}"/>
              </a:ext>
            </a:extLst>
          </p:cNvPr>
          <p:cNvCxnSpPr/>
          <p:nvPr/>
        </p:nvCxnSpPr>
        <p:spPr>
          <a:xfrm xmlns:a="http://schemas.openxmlformats.org/drawingml/2006/main">
            <a:off x="2708476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59" name="Google Shape;18;p77">
            <a:extLst xmlns:a="http://schemas.openxmlformats.org/drawingml/2006/main">
              <a:ext uri="{FF2B5EF4-FFF2-40B4-BE49-F238E27FC236}">
                <a16:creationId xmlns:a16="http://schemas.microsoft.com/office/drawing/2014/main" id="{37A7770C-64CE-44E5-9655-EFD5429DCB79}"/>
              </a:ext>
            </a:extLst>
          </p:cNvPr>
          <p:cNvCxnSpPr/>
          <p:nvPr/>
        </p:nvCxnSpPr>
        <p:spPr>
          <a:xfrm xmlns:a="http://schemas.openxmlformats.org/drawingml/2006/main">
            <a:off x="3385595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60" name="Google Shape;19;p77">
            <a:extLst xmlns:a="http://schemas.openxmlformats.org/drawingml/2006/main">
              <a:ext uri="{FF2B5EF4-FFF2-40B4-BE49-F238E27FC236}">
                <a16:creationId xmlns:a16="http://schemas.microsoft.com/office/drawing/2014/main" id="{D8EA23FB-AF3C-4A25-9869-41DF4EA91684}"/>
              </a:ext>
            </a:extLst>
          </p:cNvPr>
          <p:cNvCxnSpPr/>
          <p:nvPr/>
        </p:nvCxnSpPr>
        <p:spPr>
          <a:xfrm xmlns:a="http://schemas.openxmlformats.org/drawingml/2006/main">
            <a:off x="4062714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61" name="Google Shape;20;p77">
            <a:extLst xmlns:a="http://schemas.openxmlformats.org/drawingml/2006/main">
              <a:ext uri="{FF2B5EF4-FFF2-40B4-BE49-F238E27FC236}">
                <a16:creationId xmlns:a16="http://schemas.microsoft.com/office/drawing/2014/main" id="{85F19675-05B2-4A78-88B8-25CED72B2A51}"/>
              </a:ext>
            </a:extLst>
          </p:cNvPr>
          <p:cNvCxnSpPr/>
          <p:nvPr/>
        </p:nvCxnSpPr>
        <p:spPr>
          <a:xfrm xmlns:a="http://schemas.openxmlformats.org/drawingml/2006/main">
            <a:off x="4739833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62" name="Google Shape;21;p77">
            <a:extLst xmlns:a="http://schemas.openxmlformats.org/drawingml/2006/main">
              <a:ext uri="{FF2B5EF4-FFF2-40B4-BE49-F238E27FC236}">
                <a16:creationId xmlns:a16="http://schemas.microsoft.com/office/drawing/2014/main" id="{A15C04F3-9B49-43DD-B7B1-75266B59EE59}"/>
              </a:ext>
            </a:extLst>
          </p:cNvPr>
          <p:cNvCxnSpPr/>
          <p:nvPr/>
        </p:nvCxnSpPr>
        <p:spPr>
          <a:xfrm xmlns:a="http://schemas.openxmlformats.org/drawingml/2006/main">
            <a:off x="5416952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63" name="Google Shape;22;p77">
            <a:extLst xmlns:a="http://schemas.openxmlformats.org/drawingml/2006/main">
              <a:ext uri="{FF2B5EF4-FFF2-40B4-BE49-F238E27FC236}">
                <a16:creationId xmlns:a16="http://schemas.microsoft.com/office/drawing/2014/main" id="{E97673C6-6BE0-4F0B-A977-A1466FDFF193}"/>
              </a:ext>
            </a:extLst>
          </p:cNvPr>
          <p:cNvCxnSpPr/>
          <p:nvPr/>
        </p:nvCxnSpPr>
        <p:spPr>
          <a:xfrm xmlns:a="http://schemas.openxmlformats.org/drawingml/2006/main">
            <a:off x="6094071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64" name="Google Shape;23;p77">
            <a:extLst xmlns:a="http://schemas.openxmlformats.org/drawingml/2006/main">
              <a:ext uri="{FF2B5EF4-FFF2-40B4-BE49-F238E27FC236}">
                <a16:creationId xmlns:a16="http://schemas.microsoft.com/office/drawing/2014/main" id="{8F1214C6-FA23-412F-A556-A4CDE75BD9A8}"/>
              </a:ext>
            </a:extLst>
          </p:cNvPr>
          <p:cNvCxnSpPr/>
          <p:nvPr/>
        </p:nvCxnSpPr>
        <p:spPr>
          <a:xfrm xmlns:a="http://schemas.openxmlformats.org/drawingml/2006/main">
            <a:off x="6771190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65" name="Google Shape;24;p77">
            <a:extLst xmlns:a="http://schemas.openxmlformats.org/drawingml/2006/main">
              <a:ext uri="{FF2B5EF4-FFF2-40B4-BE49-F238E27FC236}">
                <a16:creationId xmlns:a16="http://schemas.microsoft.com/office/drawing/2014/main" id="{0CA1099E-CB94-43DA-8C5F-E578DF50A9EA}"/>
              </a:ext>
            </a:extLst>
          </p:cNvPr>
          <p:cNvCxnSpPr/>
          <p:nvPr/>
        </p:nvCxnSpPr>
        <p:spPr>
          <a:xfrm xmlns:a="http://schemas.openxmlformats.org/drawingml/2006/main">
            <a:off x="7448309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66" name="Google Shape;25;p77">
            <a:extLst xmlns:a="http://schemas.openxmlformats.org/drawingml/2006/main">
              <a:ext uri="{FF2B5EF4-FFF2-40B4-BE49-F238E27FC236}">
                <a16:creationId xmlns:a16="http://schemas.microsoft.com/office/drawing/2014/main" id="{C07072AA-C099-4FB5-AD46-5CEE3A5DB6B3}"/>
              </a:ext>
            </a:extLst>
          </p:cNvPr>
          <p:cNvCxnSpPr/>
          <p:nvPr/>
        </p:nvCxnSpPr>
        <p:spPr>
          <a:xfrm xmlns:a="http://schemas.openxmlformats.org/drawingml/2006/main">
            <a:off x="8125428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67" name="Google Shape;26;p77">
            <a:extLst xmlns:a="http://schemas.openxmlformats.org/drawingml/2006/main">
              <a:ext uri="{FF2B5EF4-FFF2-40B4-BE49-F238E27FC236}">
                <a16:creationId xmlns:a16="http://schemas.microsoft.com/office/drawing/2014/main" id="{57CD173C-C1AF-4A3C-AF82-93F7C2EA04A6}"/>
              </a:ext>
            </a:extLst>
          </p:cNvPr>
          <p:cNvCxnSpPr/>
          <p:nvPr/>
        </p:nvCxnSpPr>
        <p:spPr>
          <a:xfrm xmlns:a="http://schemas.openxmlformats.org/drawingml/2006/main">
            <a:off x="8802547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68" name="Google Shape;27;p77">
            <a:extLst xmlns:a="http://schemas.openxmlformats.org/drawingml/2006/main">
              <a:ext uri="{FF2B5EF4-FFF2-40B4-BE49-F238E27FC236}">
                <a16:creationId xmlns:a16="http://schemas.microsoft.com/office/drawing/2014/main" id="{67E3A835-7D3A-45F5-BEF7-A5C5BB6D68A1}"/>
              </a:ext>
            </a:extLst>
          </p:cNvPr>
          <p:cNvCxnSpPr/>
          <p:nvPr/>
        </p:nvCxnSpPr>
        <p:spPr>
          <a:xfrm xmlns:a="http://schemas.openxmlformats.org/drawingml/2006/main">
            <a:off x="9479666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69" name="Google Shape;28;p77">
            <a:extLst xmlns:a="http://schemas.openxmlformats.org/drawingml/2006/main">
              <a:ext uri="{FF2B5EF4-FFF2-40B4-BE49-F238E27FC236}">
                <a16:creationId xmlns:a16="http://schemas.microsoft.com/office/drawing/2014/main" id="{DA06678D-DA98-4D0D-B514-39A0235C59D9}"/>
              </a:ext>
            </a:extLst>
          </p:cNvPr>
          <p:cNvCxnSpPr/>
          <p:nvPr/>
        </p:nvCxnSpPr>
        <p:spPr>
          <a:xfrm xmlns:a="http://schemas.openxmlformats.org/drawingml/2006/main">
            <a:off x="10156785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70" name="Google Shape;29;p77">
            <a:extLst xmlns:a="http://schemas.openxmlformats.org/drawingml/2006/main">
              <a:ext uri="{FF2B5EF4-FFF2-40B4-BE49-F238E27FC236}">
                <a16:creationId xmlns:a16="http://schemas.microsoft.com/office/drawing/2014/main" id="{095C35B0-7C2C-4B81-A6F9-B0A58B92736B}"/>
              </a:ext>
            </a:extLst>
          </p:cNvPr>
          <p:cNvCxnSpPr/>
          <p:nvPr/>
        </p:nvCxnSpPr>
        <p:spPr>
          <a:xfrm xmlns:a="http://schemas.openxmlformats.org/drawingml/2006/main">
            <a:off x="10833904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71" name="Google Shape;30;p77">
            <a:extLst xmlns:a="http://schemas.openxmlformats.org/drawingml/2006/main">
              <a:ext uri="{FF2B5EF4-FFF2-40B4-BE49-F238E27FC236}">
                <a16:creationId xmlns:a16="http://schemas.microsoft.com/office/drawing/2014/main" id="{1278657A-757B-4BAC-B622-95FA7F8BE4C8}"/>
              </a:ext>
            </a:extLst>
          </p:cNvPr>
          <p:cNvCxnSpPr/>
          <p:nvPr/>
        </p:nvCxnSpPr>
        <p:spPr>
          <a:xfrm xmlns:a="http://schemas.openxmlformats.org/drawingml/2006/main">
            <a:off x="11511023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72" name="Google Shape;31;p77">
            <a:extLst xmlns:a="http://schemas.openxmlformats.org/drawingml/2006/main">
              <a:ext uri="{FF2B5EF4-FFF2-40B4-BE49-F238E27FC236}">
                <a16:creationId xmlns:a16="http://schemas.microsoft.com/office/drawing/2014/main" id="{117F4CB9-4503-4647-A5DF-BA00F7AB4508}"/>
              </a:ext>
            </a:extLst>
          </p:cNvPr>
          <p:cNvCxnSpPr/>
          <p:nvPr/>
        </p:nvCxnSpPr>
        <p:spPr>
          <a:xfrm xmlns:a="http://schemas.openxmlformats.org/drawingml/2006/main">
            <a:off x="12188148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73" name="Google Shape;33;p77">
            <a:extLst xmlns:a="http://schemas.openxmlformats.org/drawingml/2006/main">
              <a:ext uri="{FF2B5EF4-FFF2-40B4-BE49-F238E27FC236}">
                <a16:creationId xmlns:a16="http://schemas.microsoft.com/office/drawing/2014/main" id="{F1E0666D-EF51-4163-B3C3-7E405BF2C926}"/>
              </a:ext>
            </a:extLst>
          </p:cNvPr>
          <p:cNvCxnSpPr/>
          <p:nvPr/>
        </p:nvCxnSpPr>
        <p:spPr>
          <a:xfrm xmlns:a="http://schemas.openxmlformats.org/drawingml/2006/main">
            <a:off x="-3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74" name="Google Shape;34;p77">
            <a:extLst xmlns:a="http://schemas.openxmlformats.org/drawingml/2006/main">
              <a:ext uri="{FF2B5EF4-FFF2-40B4-BE49-F238E27FC236}">
                <a16:creationId xmlns:a16="http://schemas.microsoft.com/office/drawing/2014/main" id="{E0BDE487-FE2B-45BB-A696-6E4060CFB0F4}"/>
              </a:ext>
            </a:extLst>
          </p:cNvPr>
          <p:cNvCxnSpPr/>
          <p:nvPr/>
        </p:nvCxnSpPr>
        <p:spPr>
          <a:xfrm xmlns:a="http://schemas.openxmlformats.org/drawingml/2006/main">
            <a:off x="677116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75" name="Google Shape;35;p77">
            <a:extLst xmlns:a="http://schemas.openxmlformats.org/drawingml/2006/main">
              <a:ext uri="{FF2B5EF4-FFF2-40B4-BE49-F238E27FC236}">
                <a16:creationId xmlns:a16="http://schemas.microsoft.com/office/drawing/2014/main" id="{FBB8FDEA-F7F1-4E1E-9F8E-18899DCBC601}"/>
              </a:ext>
            </a:extLst>
          </p:cNvPr>
          <p:cNvCxnSpPr/>
          <p:nvPr/>
        </p:nvCxnSpPr>
        <p:spPr>
          <a:xfrm xmlns:a="http://schemas.openxmlformats.org/drawingml/2006/main">
            <a:off x="1354235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76" name="Google Shape;36;p77">
            <a:extLst xmlns:a="http://schemas.openxmlformats.org/drawingml/2006/main">
              <a:ext uri="{FF2B5EF4-FFF2-40B4-BE49-F238E27FC236}">
                <a16:creationId xmlns:a16="http://schemas.microsoft.com/office/drawing/2014/main" id="{1C2FA629-7964-4DD4-8968-8C2128407282}"/>
              </a:ext>
            </a:extLst>
          </p:cNvPr>
          <p:cNvCxnSpPr/>
          <p:nvPr/>
        </p:nvCxnSpPr>
        <p:spPr>
          <a:xfrm xmlns:a="http://schemas.openxmlformats.org/drawingml/2006/main">
            <a:off x="2031354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77" name="Google Shape;37;p77">
            <a:extLst xmlns:a="http://schemas.openxmlformats.org/drawingml/2006/main">
              <a:ext uri="{FF2B5EF4-FFF2-40B4-BE49-F238E27FC236}">
                <a16:creationId xmlns:a16="http://schemas.microsoft.com/office/drawing/2014/main" id="{C72094DD-C75D-4C87-87BE-70B7D9DEEFD3}"/>
              </a:ext>
            </a:extLst>
          </p:cNvPr>
          <p:cNvCxnSpPr/>
          <p:nvPr/>
        </p:nvCxnSpPr>
        <p:spPr>
          <a:xfrm xmlns:a="http://schemas.openxmlformats.org/drawingml/2006/main">
            <a:off x="2708473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78" name="Google Shape;38;p77">
            <a:extLst xmlns:a="http://schemas.openxmlformats.org/drawingml/2006/main">
              <a:ext uri="{FF2B5EF4-FFF2-40B4-BE49-F238E27FC236}">
                <a16:creationId xmlns:a16="http://schemas.microsoft.com/office/drawing/2014/main" id="{80D508BB-B963-4285-821B-B8F8E3FDD050}"/>
              </a:ext>
            </a:extLst>
          </p:cNvPr>
          <p:cNvCxnSpPr/>
          <p:nvPr/>
        </p:nvCxnSpPr>
        <p:spPr>
          <a:xfrm xmlns:a="http://schemas.openxmlformats.org/drawingml/2006/main">
            <a:off x="3385592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79" name="Google Shape;39;p77">
            <a:extLst xmlns:a="http://schemas.openxmlformats.org/drawingml/2006/main">
              <a:ext uri="{FF2B5EF4-FFF2-40B4-BE49-F238E27FC236}">
                <a16:creationId xmlns:a16="http://schemas.microsoft.com/office/drawing/2014/main" id="{9F6DB8BE-9563-49E8-BFE2-4393C757537D}"/>
              </a:ext>
            </a:extLst>
          </p:cNvPr>
          <p:cNvCxnSpPr/>
          <p:nvPr/>
        </p:nvCxnSpPr>
        <p:spPr>
          <a:xfrm xmlns:a="http://schemas.openxmlformats.org/drawingml/2006/main">
            <a:off x="4062711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80" name="Google Shape;40;p77">
            <a:extLst xmlns:a="http://schemas.openxmlformats.org/drawingml/2006/main">
              <a:ext uri="{FF2B5EF4-FFF2-40B4-BE49-F238E27FC236}">
                <a16:creationId xmlns:a16="http://schemas.microsoft.com/office/drawing/2014/main" id="{61EE4D1C-82D3-4246-AB0A-07131F5E3416}"/>
              </a:ext>
            </a:extLst>
          </p:cNvPr>
          <p:cNvCxnSpPr/>
          <p:nvPr/>
        </p:nvCxnSpPr>
        <p:spPr>
          <a:xfrm xmlns:a="http://schemas.openxmlformats.org/drawingml/2006/main">
            <a:off x="4739830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81" name="Google Shape;41;p77">
            <a:extLst xmlns:a="http://schemas.openxmlformats.org/drawingml/2006/main">
              <a:ext uri="{FF2B5EF4-FFF2-40B4-BE49-F238E27FC236}">
                <a16:creationId xmlns:a16="http://schemas.microsoft.com/office/drawing/2014/main" id="{750691DB-17AE-492C-B2E2-5CEED6442132}"/>
              </a:ext>
            </a:extLst>
          </p:cNvPr>
          <p:cNvCxnSpPr/>
          <p:nvPr/>
        </p:nvCxnSpPr>
        <p:spPr>
          <a:xfrm xmlns:a="http://schemas.openxmlformats.org/drawingml/2006/main">
            <a:off x="5416949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82" name="Google Shape;42;p77">
            <a:extLst xmlns:a="http://schemas.openxmlformats.org/drawingml/2006/main">
              <a:ext uri="{FF2B5EF4-FFF2-40B4-BE49-F238E27FC236}">
                <a16:creationId xmlns:a16="http://schemas.microsoft.com/office/drawing/2014/main" id="{5D5B7E6A-18CD-4186-9FA0-740CE6457097}"/>
              </a:ext>
            </a:extLst>
          </p:cNvPr>
          <p:cNvCxnSpPr/>
          <p:nvPr/>
        </p:nvCxnSpPr>
        <p:spPr>
          <a:xfrm xmlns:a="http://schemas.openxmlformats.org/drawingml/2006/main">
            <a:off x="6094068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83" name="Google Shape;43;p77">
            <a:extLst xmlns:a="http://schemas.openxmlformats.org/drawingml/2006/main">
              <a:ext uri="{FF2B5EF4-FFF2-40B4-BE49-F238E27FC236}">
                <a16:creationId xmlns:a16="http://schemas.microsoft.com/office/drawing/2014/main" id="{01617BFB-19CA-4E55-866C-2D35A0B9CFCE}"/>
              </a:ext>
            </a:extLst>
          </p:cNvPr>
          <p:cNvCxnSpPr/>
          <p:nvPr/>
        </p:nvCxnSpPr>
        <p:spPr>
          <a:xfrm xmlns:a="http://schemas.openxmlformats.org/drawingml/2006/main">
            <a:off x="6771187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84" name="Google Shape;44;p77">
            <a:extLst xmlns:a="http://schemas.openxmlformats.org/drawingml/2006/main">
              <a:ext uri="{FF2B5EF4-FFF2-40B4-BE49-F238E27FC236}">
                <a16:creationId xmlns:a16="http://schemas.microsoft.com/office/drawing/2014/main" id="{EAE4A6AA-E4FA-4F72-9DCB-D076C0C02F28}"/>
              </a:ext>
            </a:extLst>
          </p:cNvPr>
          <p:cNvCxnSpPr/>
          <p:nvPr/>
        </p:nvCxnSpPr>
        <p:spPr>
          <a:xfrm xmlns:a="http://schemas.openxmlformats.org/drawingml/2006/main">
            <a:off x="7448306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85" name="Google Shape;45;p77">
            <a:extLst xmlns:a="http://schemas.openxmlformats.org/drawingml/2006/main">
              <a:ext uri="{FF2B5EF4-FFF2-40B4-BE49-F238E27FC236}">
                <a16:creationId xmlns:a16="http://schemas.microsoft.com/office/drawing/2014/main" id="{0B34908A-BD6F-4537-B630-D1ECAB20B026}"/>
              </a:ext>
            </a:extLst>
          </p:cNvPr>
          <p:cNvCxnSpPr/>
          <p:nvPr/>
        </p:nvCxnSpPr>
        <p:spPr>
          <a:xfrm xmlns:a="http://schemas.openxmlformats.org/drawingml/2006/main">
            <a:off x="8125425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86" name="Google Shape;46;p77">
            <a:extLst xmlns:a="http://schemas.openxmlformats.org/drawingml/2006/main">
              <a:ext uri="{FF2B5EF4-FFF2-40B4-BE49-F238E27FC236}">
                <a16:creationId xmlns:a16="http://schemas.microsoft.com/office/drawing/2014/main" id="{772D31EA-0133-49D4-95FB-AD2E563AF412}"/>
              </a:ext>
            </a:extLst>
          </p:cNvPr>
          <p:cNvCxnSpPr/>
          <p:nvPr/>
        </p:nvCxnSpPr>
        <p:spPr>
          <a:xfrm xmlns:a="http://schemas.openxmlformats.org/drawingml/2006/main">
            <a:off x="8802544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87" name="Google Shape;47;p77">
            <a:extLst xmlns:a="http://schemas.openxmlformats.org/drawingml/2006/main">
              <a:ext uri="{FF2B5EF4-FFF2-40B4-BE49-F238E27FC236}">
                <a16:creationId xmlns:a16="http://schemas.microsoft.com/office/drawing/2014/main" id="{76B7551F-C875-4E09-AE44-7AE127BA1426}"/>
              </a:ext>
            </a:extLst>
          </p:cNvPr>
          <p:cNvCxnSpPr/>
          <p:nvPr/>
        </p:nvCxnSpPr>
        <p:spPr>
          <a:xfrm xmlns:a="http://schemas.openxmlformats.org/drawingml/2006/main">
            <a:off x="9479663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88" name="Google Shape;48;p77">
            <a:extLst xmlns:a="http://schemas.openxmlformats.org/drawingml/2006/main">
              <a:ext uri="{FF2B5EF4-FFF2-40B4-BE49-F238E27FC236}">
                <a16:creationId xmlns:a16="http://schemas.microsoft.com/office/drawing/2014/main" id="{AEC07D0E-535B-45BA-9C74-50CBF6651F29}"/>
              </a:ext>
            </a:extLst>
          </p:cNvPr>
          <p:cNvCxnSpPr/>
          <p:nvPr/>
        </p:nvCxnSpPr>
        <p:spPr>
          <a:xfrm xmlns:a="http://schemas.openxmlformats.org/drawingml/2006/main">
            <a:off x="10156782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89" name="Google Shape;49;p77">
            <a:extLst xmlns:a="http://schemas.openxmlformats.org/drawingml/2006/main">
              <a:ext uri="{FF2B5EF4-FFF2-40B4-BE49-F238E27FC236}">
                <a16:creationId xmlns:a16="http://schemas.microsoft.com/office/drawing/2014/main" id="{58B7D25E-53BA-49CA-B228-386F18388913}"/>
              </a:ext>
            </a:extLst>
          </p:cNvPr>
          <p:cNvCxnSpPr/>
          <p:nvPr/>
        </p:nvCxnSpPr>
        <p:spPr>
          <a:xfrm xmlns:a="http://schemas.openxmlformats.org/drawingml/2006/main">
            <a:off x="10833901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90" name="Google Shape;50;p77">
            <a:extLst xmlns:a="http://schemas.openxmlformats.org/drawingml/2006/main">
              <a:ext uri="{FF2B5EF4-FFF2-40B4-BE49-F238E27FC236}">
                <a16:creationId xmlns:a16="http://schemas.microsoft.com/office/drawing/2014/main" id="{E302B878-AABC-4E8A-ABA4-E4B50DD45D71}"/>
              </a:ext>
            </a:extLst>
          </p:cNvPr>
          <p:cNvCxnSpPr/>
          <p:nvPr/>
        </p:nvCxnSpPr>
        <p:spPr>
          <a:xfrm xmlns:a="http://schemas.openxmlformats.org/drawingml/2006/main">
            <a:off x="11511020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91" name="Google Shape;51;p77">
            <a:extLst xmlns:a="http://schemas.openxmlformats.org/drawingml/2006/main">
              <a:ext uri="{FF2B5EF4-FFF2-40B4-BE49-F238E27FC236}">
                <a16:creationId xmlns:a16="http://schemas.microsoft.com/office/drawing/2014/main" id="{7AE04D0B-F9B1-425F-994E-5566A419EF76}"/>
              </a:ext>
            </a:extLst>
          </p:cNvPr>
          <p:cNvCxnSpPr/>
          <p:nvPr/>
        </p:nvCxnSpPr>
        <p:spPr>
          <a:xfrm xmlns:a="http://schemas.openxmlformats.org/drawingml/2006/main">
            <a:off x="12188145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ebe2671ecd4fe1"/>
    <p:sldLayoutId xmlns:r="http://schemas.openxmlformats.org/officeDocument/2006/relationships" id="2147483650" r:id="R6d78ff1898854aca"/>
    <p:sldLayoutId xmlns:r="http://schemas.openxmlformats.org/officeDocument/2006/relationships" id="2147483651" r:id="Rae0437a7323448f4"/>
    <p:sldLayoutId xmlns:r="http://schemas.openxmlformats.org/officeDocument/2006/relationships" id="2147483652" r:id="R0c747fbca80b4dbd"/>
    <p:sldLayoutId xmlns:r="http://schemas.openxmlformats.org/officeDocument/2006/relationships" id="2147483653" r:id="R2b0720fc183744b2"/>
    <p:sldLayoutId xmlns:r="http://schemas.openxmlformats.org/officeDocument/2006/relationships" id="2147483654" r:id="Rcb6499cd435141fb"/>
    <p:sldLayoutId xmlns:r="http://schemas.openxmlformats.org/officeDocument/2006/relationships" id="2147483655" r:id="Re37021f806964303"/>
    <p:sldLayoutId xmlns:r="http://schemas.openxmlformats.org/officeDocument/2006/relationships" id="2147483656" r:id="R4bec337d3ec741f3"/>
    <p:sldLayoutId xmlns:r="http://schemas.openxmlformats.org/officeDocument/2006/relationships" id="2147483657" r:id="R6ec3459a75f34daf"/>
    <p:sldLayoutId xmlns:r="http://schemas.openxmlformats.org/officeDocument/2006/relationships" id="2147483658" r:id="Re947077072d4446e"/>
    <p:sldLayoutId xmlns:r="http://schemas.openxmlformats.org/officeDocument/2006/relationships" id="2147483659" r:id="R259b248e95144d52"/>
    <p:sldLayoutId xmlns:r="http://schemas.openxmlformats.org/officeDocument/2006/relationships" id="2147483660" r:id="Rff947a62337b43b3"/>
    <p:sldLayoutId xmlns:r="http://schemas.openxmlformats.org/officeDocument/2006/relationships" id="2147483661" r:id="R906dec58dc3a4676"/>
    <p:sldLayoutId xmlns:r="http://schemas.openxmlformats.org/officeDocument/2006/relationships" id="2147483662" r:id="R50aa5a99e48c4168"/>
    <p:sldLayoutId xmlns:r="http://schemas.openxmlformats.org/officeDocument/2006/relationships" id="2147483663" r:id="Rb277f59c670d41a9"/>
    <p:sldLayoutId xmlns:r="http://schemas.openxmlformats.org/officeDocument/2006/relationships" id="2147483664" r:id="R6bdb3f692fb54d03"/>
    <p:sldLayoutId xmlns:r="http://schemas.openxmlformats.org/officeDocument/2006/relationships" id="2147483665" r:id="Rd915c3279b854a69"/>
    <p:sldLayoutId xmlns:r="http://schemas.openxmlformats.org/officeDocument/2006/relationships" id="2147483666" r:id="Rebd9d7a7420d454b"/>
    <p:sldLayoutId xmlns:r="http://schemas.openxmlformats.org/officeDocument/2006/relationships" id="2147483667" r:id="R2e9c481b79db4f85"/>
    <p:sldLayoutId xmlns:r="http://schemas.openxmlformats.org/officeDocument/2006/relationships" id="2147483668" r:id="Ra2fadd313d9f4ff3"/>
    <p:sldLayoutId xmlns:r="http://schemas.openxmlformats.org/officeDocument/2006/relationships" id="2147483669" r:id="Rfb6cc3efd77441c9"/>
    <p:sldLayoutId xmlns:r="http://schemas.openxmlformats.org/officeDocument/2006/relationships" id="2147483670" r:id="Rcb94c28ff2ef4ba0"/>
    <p:sldLayoutId xmlns:r="http://schemas.openxmlformats.org/officeDocument/2006/relationships" id="2147483671" r:id="Re5734bd2bec5461b"/>
    <p:sldLayoutId xmlns:r="http://schemas.openxmlformats.org/officeDocument/2006/relationships" id="2147483672" r:id="Red11e391179f4e9f"/>
    <p:sldLayoutId xmlns:r="http://schemas.openxmlformats.org/officeDocument/2006/relationships" id="2147483673" r:id="Ra4ee391898ca42ca"/>
    <p:sldLayoutId xmlns:r="http://schemas.openxmlformats.org/officeDocument/2006/relationships" id="2147483674" r:id="Rf287203bf7e74eff"/>
    <p:sldLayoutId xmlns:r="http://schemas.openxmlformats.org/officeDocument/2006/relationships" id="2147483675" r:id="R3b085025afaa445f"/>
    <p:sldLayoutId xmlns:r="http://schemas.openxmlformats.org/officeDocument/2006/relationships" id="2147483676" r:id="Rb11d36139d7e44c1"/>
    <p:sldLayoutId xmlns:r="http://schemas.openxmlformats.org/officeDocument/2006/relationships" id="2147483677" r:id="Ra35fda03958c4dd6"/>
    <p:sldLayoutId xmlns:r="http://schemas.openxmlformats.org/officeDocument/2006/relationships" id="2147483678" r:id="R785a8659e650495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15">
          <p15:clr>
            <a:srgbClr xmlns:a="http://schemas.openxmlformats.org/drawingml/2006/main" val="FDE53C"/>
          </p15:clr>
        </p15:guide>
        <p15:guide id="2" pos="7265">
          <p15:clr>
            <a:srgbClr xmlns:a="http://schemas.openxmlformats.org/drawingml/2006/main" val="FDE53C"/>
          </p15:clr>
        </p15:guide>
        <p15:guide id="3" orient="horz" pos="3906">
          <p15:clr>
            <a:srgbClr xmlns:a="http://schemas.openxmlformats.org/drawingml/2006/main" val="FDE53C"/>
          </p15:clr>
        </p15:guide>
        <p15:guide id="4" pos="3840">
          <p15:clr>
            <a:srgbClr xmlns:a="http://schemas.openxmlformats.org/drawingml/2006/main" val="FDE53C"/>
          </p15:clr>
        </p15:guide>
        <p15:guide id="5" orient="horz" pos="436">
          <p15:clr>
            <a:srgbClr xmlns:a="http://schemas.openxmlformats.org/drawingml/2006/main" val="FDE53C"/>
          </p15:clr>
        </p15:guide>
        <p15:guide id="6" orient="horz" pos="1117">
          <p15:clr>
            <a:srgbClr xmlns:a="http://schemas.openxmlformats.org/drawingml/2006/main" val="FDE53C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K Educa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d9e649f5c41843b4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f40135a1e2484713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53755a03d8164598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a255d8db9f754bd0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4592282fe4674147" /><Relationship Type="http://schemas.openxmlformats.org/officeDocument/2006/relationships/chart" Target="/ppt/slides/charts/chart1.xml" Id="R1867cd0e44054f77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f4a2d46b9b2d4dcc" /><Relationship Type="http://schemas.openxmlformats.org/officeDocument/2006/relationships/chart" Target="/ppt/slides/charts/chart2.xml" Id="R9b021deaadbe4d02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86d681df499b4e65" /><Relationship Type="http://schemas.openxmlformats.org/officeDocument/2006/relationships/chart" Target="/ppt/slides/charts/chart3.xml" Id="R5c409c8db0964262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053c01c980a64e2b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414bdb72730c45ea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665067bf62a44f7c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6b9830a5c05348b1" /><Relationship Type="http://schemas.openxmlformats.org/officeDocument/2006/relationships/chart" Target="/ppt/slides/charts/chart4.xml" Id="R05d6c24817364be1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789f23eedf394b42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7734e56a216c4363" /><Relationship Type="http://schemas.openxmlformats.org/officeDocument/2006/relationships/chart" Target="/ppt/slides/charts/chart5.xml" Id="R4ad54c402fc14f29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88ba330c531646be" /><Relationship Type="http://schemas.openxmlformats.org/officeDocument/2006/relationships/chart" Target="/ppt/slides/charts/chart6.xml" Id="R8e343e9bca4548f0" 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679242f7730c460c" /><Relationship Type="http://schemas.openxmlformats.org/officeDocument/2006/relationships/chart" Target="/ppt/slides/charts/chart7.xml" Id="R41ac5a8706fe410a" 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82cc1e540bc248e3" 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b4c6dea67aea443a" 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24ae5c81b6854a32" /></Relationships>
</file>

<file path=ppt/slides/charts/_rels/chart1.xml.rels><?xml version='1.0' encoding='utf-8'?>
<Relationships xmlns="http://schemas.openxmlformats.org/package/2006/relationships" />
</file>

<file path=ppt/slides/charts/_rels/chart2.xml.rels><?xml version='1.0' encoding='utf-8'?>
<Relationships xmlns="http://schemas.openxmlformats.org/package/2006/relationships" />
</file>

<file path=ppt/slides/charts/_rels/chart3.xml.rels><?xml version='1.0' encoding='utf-8'?>
<Relationships xmlns="http://schemas.openxmlformats.org/package/2006/relationships" />
</file>

<file path=ppt/slides/charts/_rels/chart4.xml.rels><?xml version='1.0' encoding='utf-8'?>
<Relationships xmlns="http://schemas.openxmlformats.org/package/2006/relationships" />
</file>

<file path=ppt/slides/charts/_rels/chart5.xml.rels><?xml version='1.0' encoding='utf-8'?>
<Relationships xmlns="http://schemas.openxmlformats.org/package/2006/relationships" />
</file>

<file path=ppt/slides/charts/_rels/chart6.xml.rels><?xml version='1.0' encoding='utf-8'?>
<Relationships xmlns="http://schemas.openxmlformats.org/package/2006/relationships" />
</file>

<file path=ppt/slides/charts/_rels/chart7.xml.rels><?xml version='1.0' encoding='utf-8'?>
<Relationships xmlns="http://schemas.openxmlformats.org/package/2006/relationships" /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Ошибка руб.</c:v>
          </c:tx>
          <c:spPr>
            <a:solidFill xmlns:a="http://schemas.openxmlformats.org/drawingml/2006/main">
              <a:srgbClr val="0077FF"/>
            </a:solidFill>
          </c:spPr>
          <c:cat>
            <c:strRef>
              <c:f>'Chart Data'!$A$2:$A$3</c:f>
              <c:strCache>
                <c:ptCount val="2"/>
                <c:pt idx="0">
                  <c:v>MAE</c:v>
                </c:pt>
                <c:pt idx="1">
                  <c:v>RMSE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2</c:v>
                </c:pt>
                <c:pt idx="1">
                  <c:v>3.464102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EB0B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174"/>
                </a:solidFill>
                <a:latin typeface="Play"/>
                <a:ea typeface="Play"/>
                <a:cs typeface="Play"/>
              </a:defRPr>
            </a:pPr>
          </a:p>
        </c:txPr>
        <c:crossAx val="48672768"/>
      </c:catAx>
      <c:valAx>
        <c:axId val="48672768"/>
        <c:scaling>
          <c:orientation val="minMax"/>
          <c:max val="4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Play"/>
                <a:ea typeface="Play"/>
                <a:cs typeface="Play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Наблюдения</c:v>
          </c:tx>
          <c:spPr>
            <a:solidFill xmlns:a="http://schemas.openxmlformats.org/drawingml/2006/main">
              <a:srgbClr val="FF2F8A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</c:numCache>
            </c:numRef>
          </c:yVal>
        </c:ser>
        <c:ser>
          <c:idx val="1"/>
          <c:order val="1"/>
          <c:tx>
            <c:v>Прогноз</c:v>
          </c:tx>
          <c:spPr>
            <a:ln xmlns:a="http://schemas.openxmlformats.org/drawingml/2006/main" w="28575">
              <a:solidFill>
                <a:srgbClr val="0077FF"/>
              </a:solidFill>
            </a:ln>
          </c:spPr>
          <c:marker>
            <c:symbol val="none"/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'Chart Data'!$D$2:$D$5</c:f>
              <c:numCache>
                <c:formatCode>General</c:formatCode>
                <c:ptCount val="4"/>
                <c:pt idx="0">
                  <c:v>2.5</c:v>
                </c:pt>
                <c:pt idx="1">
                  <c:v>4</c:v>
                </c:pt>
                <c:pt idx="2">
                  <c:v>5.5</c:v>
                </c:pt>
                <c:pt idx="3">
                  <c:v>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lay"/>
                  <a:ea typeface="Play"/>
                  <a:cs typeface="Play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Play"/>
                <a:ea typeface="Play"/>
                <a:cs typeface="Play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5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Play"/>
                <a:ea typeface="Play"/>
                <a:cs typeface="Play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Play"/>
              <a:ea typeface="Play"/>
              <a:cs typeface="Play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L(w) = (w − 3)²</c:v>
          </c:tx>
          <c:spPr>
            <a:ln xmlns:a="http://schemas.openxmlformats.org/drawingml/2006/main" w="28575">
              <a:solidFill>
                <a:srgbClr val="0077FF"/>
              </a:solidFill>
            </a:ln>
          </c:spPr>
          <c:marker>
            <c:symbol val="circle"/>
            <c:size val="6"/>
          </c:marker>
          <c:cat>
            <c:numRef>
              <c:f>'Chart Data'!$A$2:$A$8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9</c:v>
                </c:pt>
                <c:pt idx="1">
                  <c:v>4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  <c:pt idx="5">
                  <c:v>4</c:v>
                </c:pt>
                <c:pt idx="6">
                  <c:v>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lay"/>
                  <a:ea typeface="Play"/>
                  <a:cs typeface="Play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lay"/>
                    <a:ea typeface="Play"/>
                    <a:cs typeface="Play"/>
                  </a:rPr>
                  <a:t>Вес w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lay"/>
                  <a:ea typeface="Play"/>
                  <a:cs typeface="Play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Play"/>
                <a:ea typeface="Play"/>
                <a:cs typeface="Play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lay"/>
                    <a:ea typeface="Play"/>
                    <a:cs typeface="Play"/>
                  </a:rPr>
                  <a:t>Потеря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lay"/>
                  <a:ea typeface="Play"/>
                  <a:cs typeface="Play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Play"/>
                <a:ea typeface="Play"/>
                <a:cs typeface="Play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Train</c:v>
          </c:tx>
          <c:spPr>
            <a:ln xmlns:a="http://schemas.openxmlformats.org/drawingml/2006/main" w="28575">
              <a:solidFill>
                <a:srgbClr val="0077FF"/>
              </a:solidFill>
            </a:ln>
          </c:spPr>
          <c:marker>
            <c:symbol val="circle"/>
            <c:size val="6"/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5.8</c:v>
                </c:pt>
                <c:pt idx="1">
                  <c:v>3.5</c:v>
                </c:pt>
                <c:pt idx="2">
                  <c:v>2</c:v>
                </c:pt>
                <c:pt idx="3">
                  <c:v>1.2</c:v>
                </c:pt>
                <c:pt idx="4">
                  <c:v>0.8</c:v>
                </c:pt>
                <c:pt idx="5">
                  <c:v>0.4</c:v>
                </c:pt>
              </c:numCache>
            </c:numRef>
          </c:val>
        </c:ser>
        <c:ser>
          <c:idx val="1"/>
          <c:order val="1"/>
          <c:tx>
            <c:v>Validation</c:v>
          </c:tx>
          <c:spPr>
            <a:ln xmlns:a="http://schemas.openxmlformats.org/drawingml/2006/main" w="28575">
              <a:solidFill>
                <a:srgbClr val="FF2F8A"/>
              </a:solidFill>
            </a:ln>
          </c:spPr>
          <c:marker>
            <c:symbol val="circle"/>
            <c:size val="6"/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6</c:v>
                </c:pt>
                <c:pt idx="1">
                  <c:v>3.8</c:v>
                </c:pt>
                <c:pt idx="2">
                  <c:v>2.5</c:v>
                </c:pt>
                <c:pt idx="3">
                  <c:v>2.3</c:v>
                </c:pt>
                <c:pt idx="4">
                  <c:v>3.2</c:v>
                </c:pt>
                <c:pt idx="5">
                  <c:v>5.5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lay"/>
                  <a:ea typeface="Play"/>
                  <a:cs typeface="Play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lay"/>
                    <a:ea typeface="Play"/>
                    <a:cs typeface="Play"/>
                  </a:rPr>
                  <a:t>Степень полинома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lay"/>
                  <a:ea typeface="Play"/>
                  <a:cs typeface="Play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Play"/>
                <a:ea typeface="Play"/>
                <a:cs typeface="Play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lay"/>
                    <a:ea typeface="Play"/>
                    <a:cs typeface="Play"/>
                  </a:rPr>
                  <a:t>Ошибка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lay"/>
                  <a:ea typeface="Play"/>
                  <a:cs typeface="Play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Play"/>
                <a:ea typeface="Play"/>
                <a:cs typeface="Play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Play"/>
              <a:ea typeface="Play"/>
              <a:cs typeface="Play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MAE млн руб.</c:v>
          </c:tx>
          <c:spPr>
            <a:solidFill xmlns:a="http://schemas.openxmlformats.org/drawingml/2006/main">
              <a:srgbClr val="0077FF"/>
            </a:solidFill>
          </c:spPr>
          <c:cat>
            <c:strRef>
              <c:f>'Chart Data'!$A$2:$A$3</c:f>
              <c:strCache>
                <c:ptCount val="2"/>
                <c:pt idx="0">
                  <c:v>Dummy median</c:v>
                </c:pt>
                <c:pt idx="1">
                  <c:v>Ridge α = 1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2.812272</c:v>
                </c:pt>
                <c:pt idx="1">
                  <c:v>1.204547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00"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EB0B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174"/>
                </a:solidFill>
                <a:latin typeface="Play"/>
                <a:ea typeface="Play"/>
                <a:cs typeface="Play"/>
              </a:defRPr>
            </a:pPr>
          </a:p>
        </c:txPr>
        <c:crossAx val="48672768"/>
      </c:catAx>
      <c:valAx>
        <c:axId val="48672768"/>
        <c:scaling>
          <c:orientation val="minMax"/>
          <c:max val="3.4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lay"/>
                    <a:ea typeface="Play"/>
                    <a:cs typeface="Play"/>
                  </a:rPr>
                  <a:t>MAE млн руб.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lay"/>
                  <a:ea typeface="Play"/>
                  <a:cs typeface="Play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Play"/>
                <a:ea typeface="Play"/>
                <a:cs typeface="Play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p(y=1)</c:v>
          </c:tx>
          <c:spPr>
            <a:ln xmlns:a="http://schemas.openxmlformats.org/drawingml/2006/main" w="28575">
              <a:solidFill>
                <a:srgbClr val="0077FF"/>
              </a:solidFill>
            </a:ln>
          </c:spPr>
          <c:marker>
            <c:symbol val="circle"/>
            <c:size val="6"/>
          </c:marker>
          <c:cat>
            <c:strRef>
              <c:f>'Chart Data'!$A$2:$A$10</c:f>
              <c:strCache>
                <c:ptCount val="9"/>
                <c:pt idx="0">
                  <c:v>−4</c:v>
                </c:pt>
                <c:pt idx="1">
                  <c:v>−3</c:v>
                </c:pt>
                <c:pt idx="2">
                  <c:v>−2</c:v>
                </c:pt>
                <c:pt idx="3">
                  <c:v>−1</c:v>
                </c:pt>
                <c:pt idx="4">
                  <c:v>0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</c:strCache>
            </c:strRef>
          </c:cat>
          <c:val>
            <c:numRef>
              <c:f>'Chart Data'!$B$2:$B$10</c:f>
              <c:numCache>
                <c:formatCode>0.00</c:formatCode>
                <c:ptCount val="9"/>
                <c:pt idx="0">
                  <c:v>0.017986</c:v>
                </c:pt>
                <c:pt idx="1">
                  <c:v>0.047426</c:v>
                </c:pt>
                <c:pt idx="2">
                  <c:v>0.119203</c:v>
                </c:pt>
                <c:pt idx="3">
                  <c:v>0.268941</c:v>
                </c:pt>
                <c:pt idx="4">
                  <c:v>0.5</c:v>
                </c:pt>
                <c:pt idx="5">
                  <c:v>0.731059</c:v>
                </c:pt>
                <c:pt idx="6">
                  <c:v>0.880797</c:v>
                </c:pt>
                <c:pt idx="7">
                  <c:v>0.952574</c:v>
                </c:pt>
                <c:pt idx="8">
                  <c:v>0.982014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lay"/>
                  <a:ea typeface="Play"/>
                  <a:cs typeface="Play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lay"/>
                    <a:ea typeface="Play"/>
                    <a:cs typeface="Play"/>
                  </a:rPr>
                  <a:t>Линейный score z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lay"/>
                  <a:ea typeface="Play"/>
                  <a:cs typeface="Play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Play"/>
                <a:ea typeface="Play"/>
                <a:cs typeface="Play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Play"/>
                <a:ea typeface="Play"/>
                <a:cs typeface="Play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Вероятность</c:v>
          </c:tx>
          <c:spPr>
            <a:solidFill xmlns:a="http://schemas.openxmlformats.org/drawingml/2006/main">
              <a:srgbClr val="0077FF"/>
            </a:solidFill>
          </c:spPr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0.2</c:v>
                </c:pt>
                <c:pt idx="1">
                  <c:v>0.5</c:v>
                </c:pt>
                <c:pt idx="2">
                  <c:v>0.3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EB0B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174"/>
                </a:solidFill>
                <a:latin typeface="Play"/>
                <a:ea typeface="Play"/>
                <a:cs typeface="Play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Play"/>
                <a:ea typeface="Play"/>
                <a:cs typeface="Play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2" name="Google Shape;212;p1">
            <a:extLst xmlns:a="http://schemas.openxmlformats.org/drawingml/2006/main">
              <a:ext uri="{FF2B5EF4-FFF2-40B4-BE49-F238E27FC236}">
                <a16:creationId xmlns:a16="http://schemas.microsoft.com/office/drawing/2014/main" id="{6DAB6200-28FD-4292-8E33-D9F3B536AC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8825" y="3096450"/>
            <a:ext cx="6835800" cy="1316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4800"/>
              <a:t>Контролируемое машинное обучение</a:t>
            </a:r>
          </a:p>
        </p:txBody>
      </p:sp>
    </p:spTree>
    <p:extLst>
      <p:ext uri="{BB962C8B-B14F-4D97-AF65-F5344CB8AC3E}">
        <p14:creationId xmlns:p14="http://schemas.microsoft.com/office/powerpoint/2010/main" val="6729083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25018-DFEC-46D2-8946-03E8AA8C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Метрика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BEB4E-5C0E-417F-8156-A1885BA4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7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Почему для цены квартиры удобно измерять ошибку в рублях?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EB093-F546-457A-9C42-2280E05E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6237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MAE отвечает на этот вопрос. RMSE помогает увидеть крупные промахи.</a:t>
            </a:r>
          </a:p>
        </p:txBody>
      </p:sp>
    </p:spTree>
    <p:extLst>
      <p:ext uri="{BB962C8B-B14F-4D97-AF65-F5344CB8AC3E}">
        <p14:creationId xmlns:p14="http://schemas.microsoft.com/office/powerpoint/2010/main" val="401831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757F8-5104-40E0-B108-297EBEB1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Задача регрессии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015B5-B1CE-4291-BA49-64A767D2B00D}"/>
              </a:ext>
            </a:extLst>
          </p:cNvPr>
          <p:cNvGraphicFramePr/>
          <p:nvPr/>
        </p:nvGraphicFramePr>
        <p:xfrm>
          <a:off xmlns:a="http://schemas.openxmlformats.org/drawingml/2006/main" x="714375" y="1952625"/>
          <a:ext xmlns:a="http://schemas.openxmlformats.org/drawingml/2006/main" cx="106680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286000"/>
                <a:gridCol w="2095500"/>
                <a:gridCol w="2952750"/>
              </a:tblGrid>
              <a:tr h="66675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Объект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Площадь м²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Комнаты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Цена млн руб.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Квартира 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Квартира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Квартира 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04164-8FA7-4A52-8F25-27326CAC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2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2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Учебный пример. X — признаки объявления, y — цена.</a:t>
            </a:r>
          </a:p>
        </p:txBody>
      </p:sp>
    </p:spTree>
    <p:extLst>
      <p:ext uri="{BB962C8B-B14F-4D97-AF65-F5344CB8AC3E}">
        <p14:creationId xmlns:p14="http://schemas.microsoft.com/office/powerpoint/2010/main" val="401831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DEEE4-80C8-4279-AAD6-AA7901F5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Модели регрессии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7968D-46AD-4DD9-8AE9-198282AA7FFB}"/>
              </a:ext>
            </a:extLst>
          </p:cNvPr>
          <p:cNvGraphicFramePr/>
          <p:nvPr/>
        </p:nvGraphicFramePr>
        <p:xfrm>
          <a:off xmlns:a="http://schemas.openxmlformats.org/drawingml/2006/main" x="714375" y="2047875"/>
          <a:ext xmlns:a="http://schemas.openxmlformats.org/drawingml/2006/main" cx="106680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334250"/>
              </a:tblGrid>
              <a:tr h="726281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Модель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Предположение или задача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</a:tr>
              <a:tr h="726281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Линейная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ŷ = w₀ + w₁x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6281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Полиномиальная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ŷ = w₀ + w₁x + w₂x²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6281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Робастная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Снижает влияние крайних ошибок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ADACA-7AC4-45A7-A722-1A12514B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34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2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2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Сравнение моделей требует одного и того же validation.</a:t>
            </a:r>
          </a:p>
        </p:txBody>
      </p:sp>
    </p:spTree>
    <p:extLst>
      <p:ext uri="{BB962C8B-B14F-4D97-AF65-F5344CB8AC3E}">
        <p14:creationId xmlns:p14="http://schemas.microsoft.com/office/powerpoint/2010/main" val="401831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93A61-42E1-4C70-ADF8-22C0B383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Метрики регрессии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B6841-ACDD-4ADE-81D2-EEC96A198DE5}"/>
              </a:ext>
            </a:extLst>
          </p:cNvPr>
          <p:cNvGraphicFramePr/>
          <p:nvPr/>
        </p:nvGraphicFramePr>
        <p:xfrm>
          <a:off xmlns:a="http://schemas.openxmlformats.org/drawingml/2006/main" x="714375" y="1952625"/>
          <a:ext xmlns:a="http://schemas.openxmlformats.org/drawingml/2006/main" cx="61912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286250"/>
              </a:tblGrid>
              <a:tr h="619125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Метрика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Что показывает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MAE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Среднее |y − ŷ|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MSE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Среднее (y − ŷ)²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RMSE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√MSE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R²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Сравнение с прогнозом среднего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MAPE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Средняя относительная ошибка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E1D2A6D8-E874-404A-82DE-4652A4C02540}"/>
              </a:ext>
            </a:extLst>
          </p:cNvPr>
          <p:cNvGraphicFramePr/>
          <p:nvPr/>
        </p:nvGraphicFramePr>
        <p:xfrm>
          <a:off xmlns:a="http://schemas.openxmlformats.org/drawingml/2006/main" x="7381875" y="2190750"/>
          <a:ext xmlns:a="http://schemas.openxmlformats.org/drawingml/2006/main" cx="404812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67cd0e44054f7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06A8A-7E5D-4672-A053-299AE580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6197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0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0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Ошибки: 0, 0, 6 руб.</a:t>
            </a:r>
          </a:p>
        </p:txBody>
      </p:sp>
    </p:spTree>
    <p:extLst>
      <p:ext uri="{BB962C8B-B14F-4D97-AF65-F5344CB8AC3E}">
        <p14:creationId xmlns:p14="http://schemas.microsoft.com/office/powerpoint/2010/main" val="401831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F68A5-F52A-4FBA-8D34-2C72D771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Линейная регрессия и OLS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0E430A0D-3042-45C0-8D4A-462F968BFF09}"/>
              </a:ext>
            </a:extLst>
          </p:cNvPr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676275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021deaadbe4d02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E0A06-DD12-42C7-B5ED-C53116B7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38375"/>
            <a:ext cx="3524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3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3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ŷ = w₀ + wᵀx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3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OLS: min Σ(y − ŷ)²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3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MSE = Σ(y − ŷ)² / 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CBA04-E862-46D2-9155-F1E331B5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174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Play"/>
                <a:ea typeface="Play"/>
                <a:cs typeface="Play"/>
              </a:defRPr>
            </a:pPr>
            <a:r>
              <a:rPr sz="1800" b="0">
                <a:solidFill>
                  <a:srgbClr val="526174"/>
                </a:solidFill>
                <a:latin typeface="Play"/>
                <a:ea typeface="Play"/>
                <a:cs typeface="Play"/>
              </a:rPr>
              <a:t>Учебные данные</a:t>
            </a:r>
          </a:p>
        </p:txBody>
      </p:sp>
    </p:spTree>
    <p:extLst>
      <p:ext uri="{BB962C8B-B14F-4D97-AF65-F5344CB8AC3E}">
        <p14:creationId xmlns:p14="http://schemas.microsoft.com/office/powerpoint/2010/main" val="401831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21C9D-769A-4743-A281-4AF2198F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Градиентный спуск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F63A93E4-C11B-47C1-BB68-D0AC66DB30F2}"/>
              </a:ext>
            </a:extLst>
          </p:cNvPr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67627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409c8db0964262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3C212-5221-4019-B8CD-758C1D29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95500"/>
            <a:ext cx="35718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3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3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w новый = w − η∇L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3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w = 0, η = 0,1</a:t>
            </a:r>
          </a:p>
          <a:p xmlns:a="http://schemas.openxmlformats.org/drawingml/2006/main">
            <a:pPr>
              <a:defRPr sz="23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3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∇L = −6</a:t>
            </a:r>
          </a:p>
          <a:p xmlns:a="http://schemas.openxmlformats.org/drawingml/2006/main">
            <a:pPr>
              <a:defRPr sz="23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3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w новый = 0,6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C158B-91DF-4B1C-9CD6-09E480F9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15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1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Batch: весь train. SGD: один объект. Mini-batch: группа объектов.</a:t>
            </a:r>
          </a:p>
        </p:txBody>
      </p:sp>
    </p:spTree>
    <p:extLst>
      <p:ext uri="{BB962C8B-B14F-4D97-AF65-F5344CB8AC3E}">
        <p14:creationId xmlns:p14="http://schemas.microsoft.com/office/powerpoint/2010/main" val="401831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1F475-D4A4-4459-B7B4-AB260CFC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От правдоподобия к 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2741D-C9BE-4CF6-ADAD-EDB606BE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30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y = ŷ + ε,    ε ~ N(0, σ²)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F3E73-732F-43E2-B7C2-F1D50A37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2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2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Независимые ошибки с общей фиксированной дисперсией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DA32A-EA36-4B9C-BE1D-E199A48A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767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7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Максимум likelihood соответствует минимуму Σ(y − ŷ)²</a:t>
            </a:r>
          </a:p>
        </p:txBody>
      </p:sp>
    </p:spTree>
    <p:extLst>
      <p:ext uri="{BB962C8B-B14F-4D97-AF65-F5344CB8AC3E}">
        <p14:creationId xmlns:p14="http://schemas.microsoft.com/office/powerpoint/2010/main" val="401831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EA963-0736-44D1-AC5C-EBC67B96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L1 и L2 регуляризация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9C3C9-3969-4C02-B92A-DEF8B050DB8A}"/>
              </a:ext>
            </a:extLst>
          </p:cNvPr>
          <p:cNvGraphicFramePr/>
          <p:nvPr/>
        </p:nvGraphicFramePr>
        <p:xfrm>
          <a:off xmlns:a="http://schemas.openxmlformats.org/drawingml/2006/main" x="714375" y="2190750"/>
          <a:ext xmlns:a="http://schemas.openxmlformats.org/drawingml/2006/main" cx="1066800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333750"/>
                <a:gridCol w="4857750"/>
              </a:tblGrid>
              <a:tr h="777875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Метод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Штраф на веса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Эффект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</a:tr>
              <a:tr h="7778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Lasso L1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α Σ|wⱼ|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Может занулять веса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78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Ridge L2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α Σwⱼ²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Сжимает веса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D7110-EC3B-4FE3-B65B-A7945439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Признаки масштабируем. Силу штрафа выбираем по validation.</a:t>
            </a:r>
          </a:p>
        </p:txBody>
      </p:sp>
    </p:spTree>
    <p:extLst>
      <p:ext uri="{BB962C8B-B14F-4D97-AF65-F5344CB8AC3E}">
        <p14:creationId xmlns:p14="http://schemas.microsoft.com/office/powerpoint/2010/main" val="401831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201FF-0A07-4552-A440-7D7A2C72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Полиномиальные признаки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B4F2F-DAB4-4A56-BBEA-485C1EEBFADE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52387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762125"/>
                <a:gridCol w="1762125"/>
              </a:tblGrid>
              <a:tr h="714375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x²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x³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A7CED-68B5-4BEA-A634-F349A06F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4476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ŷ = w₀ + w₁x + w₂x²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Степень задаёт гибкость.</a:t>
            </a:r>
          </a:p>
          <a:p xmlns:a="http://schemas.openxmlformats.org/drawingml/2006/main">
            <a: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Регуляризация ограничивает веса.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49751-D5E0-403C-875D-2A5FE66D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721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1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Выбор степени требует проверки на новых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401831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AE0B5-8119-48A9-A96F-C480EC2F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Переобучение и недообучение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69E84999-3FC2-41D8-964F-00E188C9C9BF}"/>
              </a:ext>
            </a:extLst>
          </p:cNvPr>
          <p:cNvGraphicFramePr/>
          <p:nvPr/>
        </p:nvGraphicFramePr>
        <p:xfrm>
          <a:off xmlns:a="http://schemas.openxmlformats.org/drawingml/2006/main" x="762000" y="2000250"/>
          <a:ext xmlns:a="http://schemas.openxmlformats.org/drawingml/2006/main" cx="105727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d6c24817364be1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68D0A-55E1-493C-A525-F823CA85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5787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1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Схематичный пример. Выбор сложности опирается на validation.</a:t>
            </a:r>
          </a:p>
        </p:txBody>
      </p:sp>
    </p:spTree>
    <p:extLst>
      <p:ext uri="{BB962C8B-B14F-4D97-AF65-F5344CB8AC3E}">
        <p14:creationId xmlns:p14="http://schemas.microsoft.com/office/powerpoint/2010/main" val="401831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DF2DF-0AC1-44DF-A693-B9C559AB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Валидация по времени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D21E3-BD41-4762-A36D-D6860A404A46}"/>
              </a:ext>
            </a:extLst>
          </p:cNvPr>
          <p:cNvGraphicFramePr/>
          <p:nvPr/>
        </p:nvGraphicFramePr>
        <p:xfrm>
          <a:off xmlns:a="http://schemas.openxmlformats.org/drawingml/2006/main" x="714375" y="2047875"/>
          <a:ext xmlns:a="http://schemas.openxmlformats.org/drawingml/2006/main" cx="10668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191250"/>
              </a:tblGrid>
              <a:tr h="714375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Часть данных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Использование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Ранние 80% train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Обучение модели и preprocessing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Последние 20% train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Оценка локальной ошибки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Более поздний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Прогноз для отправки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857FD-7FDD-49C2-AC19-3A90F35D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863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Медианы и масштабы учим на train. Validation только преобразуем.</a:t>
            </a:r>
          </a:p>
        </p:txBody>
      </p:sp>
    </p:spTree>
    <p:extLst>
      <p:ext uri="{BB962C8B-B14F-4D97-AF65-F5344CB8AC3E}">
        <p14:creationId xmlns:p14="http://schemas.microsoft.com/office/powerpoint/2010/main" val="401831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B1270-B76E-4941-B2DA-AEEE9976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Baseline регрессии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924A99FB-8FDC-4E5D-B9B6-A5F3887D3287}"/>
              </a:ext>
            </a:extLst>
          </p:cNvPr>
          <p:cNvGraphicFramePr/>
          <p:nvPr/>
        </p:nvGraphicFramePr>
        <p:xfrm>
          <a:off xmlns:a="http://schemas.openxmlformats.org/drawingml/2006/main" x="857250" y="2000250"/>
          <a:ext xmlns:a="http://schemas.openxmlformats.org/drawingml/2006/main" cx="1038225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d54c402fc14f29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626EF-1A60-4E6E-81F2-F7920308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2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2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Последние 20% train. Это локальный holdout, оценку All Cups получаем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401831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10318-A0DA-48B0-A009-0661D131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Логистическая регрессия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CDBB9CC3-361F-44CA-B076-DC2A75ED5087}"/>
              </a:ext>
            </a:extLst>
          </p:cNvPr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6762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343e9bca4548f0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7A448-51C9-4286-873A-871566F8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90750"/>
            <a:ext cx="35718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3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3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p = σ(wᵀx + w₀)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3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При p = 0,7</a:t>
            </a:r>
          </a:p>
          <a:p xmlns:a="http://schemas.openxmlformats.org/drawingml/2006/main">
            <a:pPr>
              <a:defRPr sz="23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3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порог 0,5: класс 1</a:t>
            </a:r>
          </a:p>
          <a:p xmlns:a="http://schemas.openxmlformats.org/drawingml/2006/main">
            <a:pPr>
              <a:defRPr sz="23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3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порог 0,8: класс 0</a:t>
            </a:r>
          </a:p>
        </p:txBody>
      </p:sp>
    </p:spTree>
    <p:extLst>
      <p:ext uri="{BB962C8B-B14F-4D97-AF65-F5344CB8AC3E}">
        <p14:creationId xmlns:p14="http://schemas.microsoft.com/office/powerpoint/2010/main" val="401831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B0F62-06AA-460E-8DE2-6CCB74B1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Softmax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A576C-FD6E-40C7-9479-C3725B01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050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7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pₖ = exp(zₖ) / Σⱼ exp(zⱼ)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BDFEE9E1-C987-4B3E-B5DD-754DB89F6F1E}"/>
              </a:ext>
            </a:extLst>
          </p:cNvPr>
          <p:cNvGraphicFramePr/>
          <p:nvPr/>
        </p:nvGraphicFramePr>
        <p:xfrm>
          <a:off xmlns:a="http://schemas.openxmlformats.org/drawingml/2006/main" x="1143000" y="3095625"/>
          <a:ext xmlns:a="http://schemas.openxmlformats.org/drawingml/2006/main" cx="99060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ac5a8706fe410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127BB-99C5-4ACE-88D6-96FFB5DB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578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2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2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Сумма вероятностей равна 1. Максимальная вероятность у класса B.</a:t>
            </a:r>
          </a:p>
        </p:txBody>
      </p:sp>
    </p:spTree>
    <p:extLst>
      <p:ext uri="{BB962C8B-B14F-4D97-AF65-F5344CB8AC3E}">
        <p14:creationId xmlns:p14="http://schemas.microsoft.com/office/powerpoint/2010/main" val="401831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A3DA4-97D2-4D04-8066-730F1F0F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Метрики классификации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51701-5747-4D05-B7B1-08CA3920F34A}"/>
              </a:ext>
            </a:extLst>
          </p:cNvPr>
          <p:cNvGraphicFramePr/>
          <p:nvPr/>
        </p:nvGraphicFramePr>
        <p:xfrm>
          <a:off xmlns:a="http://schemas.openxmlformats.org/drawingml/2006/main" x="714375" y="1952625"/>
          <a:ext xmlns:a="http://schemas.openxmlformats.org/drawingml/2006/main" cx="10668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7715250"/>
              </a:tblGrid>
              <a:tr h="650875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Метрика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Вопрос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Accuracy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Какая доля всех решений верна?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Precision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Какая доля найденного брака реальна?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Какую долю всего брака нашли?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Как сбалансированы precision и recall?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ROC-AUC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Как модель ранжирует классы по score?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31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41303-4F02-4E22-AB2C-0F826431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Байесовская классификация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C0BDA-8A74-4F1F-87EE-BD8933B6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7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P(y = k | x) ∝ P(x | y = k) · P(y = k)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F3C3D-0D23-4E62-B363-23BFA516576A}"/>
              </a:ext>
            </a:extLst>
          </p:cNvPr>
          <p:cNvGraphicFramePr/>
          <p:nvPr/>
        </p:nvGraphicFramePr>
        <p:xfrm>
          <a:off xmlns:a="http://schemas.openxmlformats.org/drawingml/2006/main" x="714375" y="3333750"/>
          <a:ext xmlns:a="http://schemas.openxmlformats.org/drawingml/2006/main" cx="106680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000250"/>
                <a:gridCol w="2857500"/>
                <a:gridCol w="3238500"/>
              </a:tblGrid>
              <a:tr h="66675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Класс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Prior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Likelihood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Произведение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0,5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0,8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0,4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0,5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0,2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0,1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058BF-73EC-431C-99B3-8BFEE012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2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2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Naive Bayes предполагает условную независимость признаков внутри класса.</a:t>
            </a:r>
          </a:p>
        </p:txBody>
      </p:sp>
    </p:spTree>
    <p:extLst>
      <p:ext uri="{BB962C8B-B14F-4D97-AF65-F5344CB8AC3E}">
        <p14:creationId xmlns:p14="http://schemas.microsoft.com/office/powerpoint/2010/main" val="4018316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D2280-4312-44AC-B04B-4687CCF2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Практика регрессии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28392-DF3A-4B1D-9D7F-8576A923C6E9}"/>
              </a:ext>
            </a:extLst>
          </p:cNvPr>
          <p:cNvGraphicFramePr/>
          <p:nvPr/>
        </p:nvGraphicFramePr>
        <p:xfrm>
          <a:off xmlns:a="http://schemas.openxmlformats.org/drawingml/2006/main" x="714375" y="200025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6667500"/>
              </a:tblGrid>
              <a:tr h="62865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Шаг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Временное разбиение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Обучение на ранних объявлениях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Dummy и Ridge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Сравнение MAE на одном holdout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Финальное обучение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Прогноз цены для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Файл CSV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Столбцы id,price без индекса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CE817-1EA8-4089-86CE-04C9518B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2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2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Самостоятельно: изменить α с 1 на 10 и проверить ту же validation.</a:t>
            </a:r>
          </a:p>
        </p:txBody>
      </p:sp>
    </p:spTree>
    <p:extLst>
      <p:ext uri="{BB962C8B-B14F-4D97-AF65-F5344CB8AC3E}">
        <p14:creationId xmlns:p14="http://schemas.microsoft.com/office/powerpoint/2010/main" val="40183163"/>
      </p:ext>
    </p:extLst>
  </p:cSld>
</p:sld>
</file>

<file path=ppt/theme/theme1.xml><?xml version="1.0" encoding="utf-8"?>
<a:theme xmlns:a="http://schemas.openxmlformats.org/drawingml/2006/main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K Educa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MIEM HSE course</dc:creator>
  <cp:lastModifiedBy>MIEM HSE course</cp:lastModifiedBy>
  <dc:title>Presentation</dc:title>
  <dcterms:created xsi:type="dcterms:W3CDTF">2026-10-04T20:39:50.2700000Z</dcterms:created>
  <dcterms:modified xsi:type="dcterms:W3CDTF">2026-10-04T20:39:50.2700000Z</dcterms:modified>
</cp:coreProperties>
</file>