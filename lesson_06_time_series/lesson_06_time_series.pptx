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43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5.xml"/>
  <Override ContentType="application/vnd.openxmlformats-officedocument.presentationml.slide+xml" PartName="/ppt/slides/slide17.xml"/>
  <Override ContentType="application/vnd.openxmlformats-officedocument.presentationml.slide+xml" PartName="/ppt/slides/slide42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7.xml"/>
  <Override ContentType="application/vnd.openxmlformats-officedocument.presentationml.slide+xml" PartName="/ppt/slides/slide41.xml"/>
  <Override ContentType="application/vnd.openxmlformats-officedocument.presentationml.slide+xml" PartName="/ppt/slides/slide7.xml"/>
  <Override ContentType="application/vnd.openxmlformats-officedocument.presentationml.slide+xml" PartName="/ppt/slides/slide36.xml"/>
  <Override ContentType="application/vnd.openxmlformats-officedocument.presentationml.slide+xml" PartName="/ppt/slides/slide23.xml"/>
  <Override ContentType="application/vnd.openxmlformats-officedocument.presentationml.slide+xml" PartName="/ppt/slides/slide49.xml"/>
  <Override ContentType="application/vnd.openxmlformats-officedocument.presentationml.slide+xml" PartName="/ppt/slides/slide10.xml"/>
  <Override ContentType="application/vnd.openxmlformats-officedocument.presentationml.slide+xml" PartName="/ppt/slides/slide6.xml"/>
  <Override ContentType="application/vnd.openxmlformats-officedocument.presentationml.slide+xml" PartName="/ppt/slides/slide40.xml"/>
  <Override ContentType="application/vnd.openxmlformats-officedocument.presentationml.slide+xml" PartName="/ppt/slides/slide4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9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12.xml"/>
  <Override ContentType="application/vnd.openxmlformats-officedocument.presentationml.slide+xml" PartName="/ppt/slides/slide47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8.xml"/>
  <Override ContentType="application/vnd.openxmlformats-officedocument.presentationml.slide+xml" PartName="/ppt/slides/slide4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45.xml"/>
  <Override ContentType="application/vnd.openxmlformats-officedocument.presentationml.slide+xml" PartName="/ppt/slides/slide28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7.xml"/>
  <Override ContentType="application/vnd.openxmlformats-officedocument.presentationml.slide+xml" PartName="/ppt/slides/slide2.xml"/>
  <Override ContentType="application/vnd.openxmlformats-officedocument.presentationml.slide+xml" PartName="/ppt/slides/slide44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  <p:sldId id="300" r:id="rId50"/>
    <p:sldId id="301" r:id="rId51"/>
    <p:sldId id="302" r:id="rId52"/>
    <p:sldId id="303" r:id="rId53"/>
    <p:sldId id="304" r:id="rId54"/>
  </p:sldIdLst>
  <p:sldSz cy="6858000" cx="12192000"/>
  <p:notesSz cx="6858000" cy="9144000"/>
  <p:embeddedFontLst>
    <p:embeddedFont>
      <p:font typeface="Play"/>
      <p:regular r:id="rId55"/>
      <p:bold r:id="rId5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57" roundtripDataSignature="AMtx7mhOT7yNG7OOKbZJBjQKB83FrUNhv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6DA36F-FC01-4CD0-BA5D-8E103E441653}">
  <a:tblStyle styleId="{946DA36F-FC01-4CD0-BA5D-8E103E441653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44" Type="http://schemas.openxmlformats.org/officeDocument/2006/relationships/slide" Target="slides/slide39.xml"/><Relationship Id="rId43" Type="http://schemas.openxmlformats.org/officeDocument/2006/relationships/slide" Target="slides/slide38.xml"/><Relationship Id="rId46" Type="http://schemas.openxmlformats.org/officeDocument/2006/relationships/slide" Target="slides/slide41.xml"/><Relationship Id="rId45" Type="http://schemas.openxmlformats.org/officeDocument/2006/relationships/slide" Target="slides/slide40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48" Type="http://schemas.openxmlformats.org/officeDocument/2006/relationships/slide" Target="slides/slide43.xml"/><Relationship Id="rId47" Type="http://schemas.openxmlformats.org/officeDocument/2006/relationships/slide" Target="slides/slide42.xml"/><Relationship Id="rId49" Type="http://schemas.openxmlformats.org/officeDocument/2006/relationships/slide" Target="slides/slide4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33" Type="http://schemas.openxmlformats.org/officeDocument/2006/relationships/slide" Target="slides/slide28.xml"/><Relationship Id="rId32" Type="http://schemas.openxmlformats.org/officeDocument/2006/relationships/slide" Target="slides/slide27.xml"/><Relationship Id="rId35" Type="http://schemas.openxmlformats.org/officeDocument/2006/relationships/slide" Target="slides/slide30.xml"/><Relationship Id="rId34" Type="http://schemas.openxmlformats.org/officeDocument/2006/relationships/slide" Target="slides/slide29.xml"/><Relationship Id="rId37" Type="http://schemas.openxmlformats.org/officeDocument/2006/relationships/slide" Target="slides/slide32.xml"/><Relationship Id="rId36" Type="http://schemas.openxmlformats.org/officeDocument/2006/relationships/slide" Target="slides/slide31.xml"/><Relationship Id="rId39" Type="http://schemas.openxmlformats.org/officeDocument/2006/relationships/slide" Target="slides/slide34.xml"/><Relationship Id="rId38" Type="http://schemas.openxmlformats.org/officeDocument/2006/relationships/slide" Target="slides/slide33.xml"/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29" Type="http://schemas.openxmlformats.org/officeDocument/2006/relationships/slide" Target="slides/slide24.xml"/><Relationship Id="rId51" Type="http://schemas.openxmlformats.org/officeDocument/2006/relationships/slide" Target="slides/slide46.xml"/><Relationship Id="rId50" Type="http://schemas.openxmlformats.org/officeDocument/2006/relationships/slide" Target="slides/slide45.xml"/><Relationship Id="rId53" Type="http://schemas.openxmlformats.org/officeDocument/2006/relationships/slide" Target="slides/slide48.xml"/><Relationship Id="rId52" Type="http://schemas.openxmlformats.org/officeDocument/2006/relationships/slide" Target="slides/slide47.xml"/><Relationship Id="rId11" Type="http://schemas.openxmlformats.org/officeDocument/2006/relationships/slide" Target="slides/slide6.xml"/><Relationship Id="rId55" Type="http://schemas.openxmlformats.org/officeDocument/2006/relationships/font" Target="fonts/Play-regular.fntdata"/><Relationship Id="rId10" Type="http://schemas.openxmlformats.org/officeDocument/2006/relationships/slide" Target="slides/slide5.xml"/><Relationship Id="rId54" Type="http://schemas.openxmlformats.org/officeDocument/2006/relationships/slide" Target="slides/slide49.xml"/><Relationship Id="rId13" Type="http://schemas.openxmlformats.org/officeDocument/2006/relationships/slide" Target="slides/slide8.xml"/><Relationship Id="rId57" Type="http://customschemas.google.com/relationships/presentationmetadata" Target="metadata"/><Relationship Id="rId12" Type="http://schemas.openxmlformats.org/officeDocument/2006/relationships/slide" Target="slides/slide7.xml"/><Relationship Id="rId56" Type="http://schemas.openxmlformats.org/officeDocument/2006/relationships/font" Target="fonts/Play-bold.fntdata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ru-RU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8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6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8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7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png"/><Relationship Id="rId3" Type="http://schemas.openxmlformats.org/officeDocument/2006/relationships/image" Target="../media/image8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Relationship Id="rId3" Type="http://schemas.openxmlformats.org/officeDocument/2006/relationships/image" Target="../media/image8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14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1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Relationship Id="rId3" Type="http://schemas.openxmlformats.org/officeDocument/2006/relationships/image" Target="../media/image1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">
  <p:cSld name="1_Титульный слайд">
    <p:bg>
      <p:bgPr>
        <a:solidFill>
          <a:schemeClr val="accent1"/>
        </a:solidFill>
      </p:bgPr>
    </p:bg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7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78"/>
          <p:cNvSpPr txBox="1"/>
          <p:nvPr>
            <p:ph idx="1" type="body"/>
          </p:nvPr>
        </p:nvSpPr>
        <p:spPr>
          <a:xfrm>
            <a:off x="658813" y="4866865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" name="Google Shape;55;p78"/>
          <p:cNvSpPr txBox="1"/>
          <p:nvPr>
            <p:ph type="title"/>
          </p:nvPr>
        </p:nvSpPr>
        <p:spPr>
          <a:xfrm>
            <a:off x="622261" y="2921912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8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7" name="Google Shape;57;p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 раздела">
  <p:cSld name="2_Титульный слайд раздела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1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60" name="Google Shape;60;p9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" name="Google Shape;61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">
  <p:cSld name="3_Титульный слайд">
    <p:bg>
      <p:bgPr>
        <a:solidFill>
          <a:schemeClr val="accent1"/>
        </a:solid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79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  <a:defRPr sz="2000">
                <a:solidFill>
                  <a:schemeClr val="lt2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4" name="Google Shape;64;p79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79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6" name="Google Shape;66;p7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67" name="Google Shape;67;p7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03845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Заголовок">
  <p:cSld name="1_Заголовок">
    <p:bg>
      <p:bgPr>
        <a:solidFill>
          <a:schemeClr val="lt2"/>
        </a:solidFill>
      </p:bgPr>
    </p:bg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90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70" name="Google Shape;70;p9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9732580" y="692150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Финальный с QR + подпись">
  <p:cSld name="2_Финальный с QR + подпись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87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87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87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75" name="Google Shape;75;p8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76" name="Google Shape;76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Слайд со спикером">
  <p:cSld name="Слайд со спикером">
    <p:bg>
      <p:bgPr>
        <a:solidFill>
          <a:schemeClr val="dk2"/>
        </a:solidFill>
      </p:bgPr>
    </p:bg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80"/>
          <p:cNvSpPr txBox="1"/>
          <p:nvPr>
            <p:ph type="title"/>
          </p:nvPr>
        </p:nvSpPr>
        <p:spPr>
          <a:xfrm>
            <a:off x="658813" y="692150"/>
            <a:ext cx="6192838" cy="13802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80"/>
          <p:cNvSpPr txBox="1"/>
          <p:nvPr>
            <p:ph idx="1" type="body"/>
          </p:nvPr>
        </p:nvSpPr>
        <p:spPr>
          <a:xfrm>
            <a:off x="658813" y="2357767"/>
            <a:ext cx="5142954" cy="214246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None/>
              <a:defRPr b="0" i="0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228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0" name="Google Shape;80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  <p:sp>
        <p:nvSpPr>
          <p:cNvPr id="81" name="Google Shape;81;p80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Финальный с QR + подпись">
  <p:cSld name="4_Финальный с QR + подпись">
    <p:bg>
      <p:bgPr>
        <a:solidFill>
          <a:schemeClr val="lt1"/>
        </a:solidFill>
      </p:bgPr>
    </p:bg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86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4" name="Google Shape;84;p86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85" name="Google Shape;85;p86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86" name="Google Shape;86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87" name="Google Shape;87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текст">
  <p:cSld name="Заголовок + текст">
    <p:bg>
      <p:bgPr>
        <a:solidFill>
          <a:schemeClr val="lt2"/>
        </a:solidFill>
      </p:bgPr>
    </p:bg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81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0" name="Google Shape;90;p81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91" name="Google Shape;91;p8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 фактоида + текст">
  <p:cSld name="2 фактоида + текст"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96"/>
          <p:cNvSpPr txBox="1"/>
          <p:nvPr>
            <p:ph idx="1" type="body"/>
          </p:nvPr>
        </p:nvSpPr>
        <p:spPr>
          <a:xfrm>
            <a:off x="671514" y="1773238"/>
            <a:ext cx="5135728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4" name="Google Shape;94;p9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96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6" name="Google Shape;96;p96"/>
          <p:cNvSpPr txBox="1"/>
          <p:nvPr>
            <p:ph idx="2" type="body"/>
          </p:nvPr>
        </p:nvSpPr>
        <p:spPr>
          <a:xfrm>
            <a:off x="6097339" y="3864033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7" name="Google Shape;97;p96"/>
          <p:cNvSpPr txBox="1"/>
          <p:nvPr>
            <p:ph idx="3" type="body"/>
          </p:nvPr>
        </p:nvSpPr>
        <p:spPr>
          <a:xfrm>
            <a:off x="6097338" y="5058095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8" name="Google Shape;98;p96"/>
          <p:cNvSpPr txBox="1"/>
          <p:nvPr>
            <p:ph idx="4" type="body"/>
          </p:nvPr>
        </p:nvSpPr>
        <p:spPr>
          <a:xfrm>
            <a:off x="6096000" y="1773238"/>
            <a:ext cx="5417327" cy="10800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8800"/>
              <a:buNone/>
              <a:defRPr b="1" i="0" sz="8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96"/>
          <p:cNvSpPr txBox="1"/>
          <p:nvPr>
            <p:ph idx="5" type="body"/>
          </p:nvPr>
        </p:nvSpPr>
        <p:spPr>
          <a:xfrm>
            <a:off x="6096000" y="2967300"/>
            <a:ext cx="5417327" cy="356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00" name="Google Shape;100;p9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Титульный слайд раздела">
  <p:cSld name="Титульный слайд раздела">
    <p:bg>
      <p:bgPr>
        <a:solidFill>
          <a:schemeClr val="lt1"/>
        </a:solid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85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  <a:defRPr sz="4800">
                <a:solidFill>
                  <a:schemeClr val="dk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03" name="Google Shape;103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1342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04" name="Google Shape;104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Титульный слайд">
  <p:cSld name="2_Титульный слайд">
    <p:bg>
      <p:bgPr>
        <a:solidFill>
          <a:schemeClr val="lt1"/>
        </a:solidFill>
      </p:bgPr>
    </p:bg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88"/>
          <p:cNvSpPr txBox="1"/>
          <p:nvPr>
            <p:ph idx="1" type="body"/>
          </p:nvPr>
        </p:nvSpPr>
        <p:spPr>
          <a:xfrm>
            <a:off x="658813" y="4728128"/>
            <a:ext cx="10224000" cy="55399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b="0" i="0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07" name="Google Shape;107;p88"/>
          <p:cNvSpPr txBox="1"/>
          <p:nvPr>
            <p:ph type="title"/>
          </p:nvPr>
        </p:nvSpPr>
        <p:spPr>
          <a:xfrm>
            <a:off x="622261" y="2783175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8" name="Google Shape;108;p88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09" name="Google Shape;109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33157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Титульный слайд">
  <p:cSld name="4_Титульный слайд">
    <p:bg>
      <p:bgPr>
        <a:solidFill>
          <a:schemeClr val="lt1"/>
        </a:solidFill>
      </p:bgPr>
    </p:bg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89"/>
          <p:cNvSpPr txBox="1"/>
          <p:nvPr/>
        </p:nvSpPr>
        <p:spPr>
          <a:xfrm>
            <a:off x="3358342" y="482138"/>
            <a:ext cx="72768" cy="362141"/>
          </a:xfrm>
          <a:prstGeom prst="rect">
            <a:avLst/>
          </a:prstGeom>
          <a:noFill/>
          <a:ln>
            <a:noFill/>
          </a:ln>
        </p:spPr>
        <p:txBody>
          <a:bodyPr anchorCtr="0" anchor="t" bIns="36000" lIns="36000" spcFirstLastPara="1" rIns="36000" wrap="square" tIns="360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3" name="Google Shape;113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692150"/>
            <a:ext cx="2772300" cy="489635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89"/>
          <p:cNvSpPr txBox="1"/>
          <p:nvPr>
            <p:ph idx="1" type="body"/>
          </p:nvPr>
        </p:nvSpPr>
        <p:spPr>
          <a:xfrm>
            <a:off x="658813" y="4728001"/>
            <a:ext cx="5012644" cy="55399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  <a:defRPr sz="2000">
                <a:solidFill>
                  <a:schemeClr val="dk1"/>
                </a:solidFill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5" name="Google Shape;115;p89"/>
          <p:cNvSpPr txBox="1"/>
          <p:nvPr>
            <p:ph type="title"/>
          </p:nvPr>
        </p:nvSpPr>
        <p:spPr>
          <a:xfrm>
            <a:off x="622261" y="2598003"/>
            <a:ext cx="10220325" cy="166199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  <a:defRPr sz="600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16" name="Google Shape;11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в 2 строки + объект">
  <p:cSld name="Заголовок в 2 строки + объект">
    <p:bg>
      <p:bgPr>
        <a:solidFill>
          <a:schemeClr val="lt2"/>
        </a:solidFill>
      </p:bgPr>
    </p:bg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94"/>
          <p:cNvSpPr txBox="1"/>
          <p:nvPr>
            <p:ph idx="1" type="body"/>
          </p:nvPr>
        </p:nvSpPr>
        <p:spPr>
          <a:xfrm>
            <a:off x="671513" y="2040889"/>
            <a:ext cx="5424487" cy="415988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19" name="Google Shape;119;p94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0" name="Google Shape;120;p94"/>
          <p:cNvSpPr/>
          <p:nvPr/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rgbClr val="26262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9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">
  <p:cSld name="Заголовок">
    <p:bg>
      <p:bgPr>
        <a:solidFill>
          <a:schemeClr val="lt2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9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24" name="Google Shape;124;p9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Цитата без фото">
  <p:cSld name="Цитата без фото"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97"/>
          <p:cNvSpPr txBox="1"/>
          <p:nvPr>
            <p:ph idx="1" type="body"/>
          </p:nvPr>
        </p:nvSpPr>
        <p:spPr>
          <a:xfrm>
            <a:off x="3359150" y="692151"/>
            <a:ext cx="8174038" cy="160961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4400"/>
              <a:buNone/>
              <a:defRPr sz="4400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7" name="Google Shape;127;p97"/>
          <p:cNvSpPr txBox="1"/>
          <p:nvPr>
            <p:ph idx="2" type="body"/>
          </p:nvPr>
        </p:nvSpPr>
        <p:spPr>
          <a:xfrm>
            <a:off x="3359150" y="4646741"/>
            <a:ext cx="8200516" cy="31801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None/>
              <a:defRPr sz="24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8" name="Google Shape;128;p97"/>
          <p:cNvSpPr txBox="1"/>
          <p:nvPr>
            <p:ph idx="3" type="body"/>
          </p:nvPr>
        </p:nvSpPr>
        <p:spPr>
          <a:xfrm>
            <a:off x="3366814" y="2459421"/>
            <a:ext cx="8174038" cy="160961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0" i="0" sz="2400">
                <a:latin typeface="Play"/>
                <a:ea typeface="Play"/>
                <a:cs typeface="Play"/>
                <a:sym typeface="Play"/>
              </a:defRPr>
            </a:lvl1pPr>
            <a:lvl2pPr indent="-3556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Arial"/>
              <a:buChar char="•"/>
              <a:defRPr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 sz="180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29" name="Google Shape;129;p97"/>
          <p:cNvSpPr txBox="1"/>
          <p:nvPr/>
        </p:nvSpPr>
        <p:spPr>
          <a:xfrm>
            <a:off x="544512" y="-1049150"/>
            <a:ext cx="2058988" cy="447814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800"/>
              <a:buFont typeface="Arial"/>
              <a:buNone/>
            </a:pPr>
            <a:r>
              <a:rPr b="1" i="0" lang="ru-RU" sz="28800" u="none" cap="none" strike="noStrike">
                <a:solidFill>
                  <a:schemeClr val="accent1"/>
                </a:solidFill>
                <a:latin typeface="Play"/>
                <a:ea typeface="Play"/>
                <a:cs typeface="Play"/>
                <a:sym typeface="Play"/>
              </a:rPr>
              <a:t>«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0" name="Google Shape;130;p97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31" name="Google Shape;131;p9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Заголовок + текст в две колонки">
  <p:cSld name="2_Заголовок + текст в две колонки">
    <p:bg>
      <p:bgPr>
        <a:solidFill>
          <a:schemeClr val="lt2"/>
        </a:solidFill>
      </p:bgPr>
    </p:bg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98"/>
          <p:cNvSpPr txBox="1"/>
          <p:nvPr>
            <p:ph idx="1" type="body"/>
          </p:nvPr>
        </p:nvSpPr>
        <p:spPr>
          <a:xfrm>
            <a:off x="677334" y="1773238"/>
            <a:ext cx="53043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4" name="Google Shape;134;p98"/>
          <p:cNvSpPr txBox="1"/>
          <p:nvPr>
            <p:ph idx="2" type="body"/>
          </p:nvPr>
        </p:nvSpPr>
        <p:spPr>
          <a:xfrm>
            <a:off x="6228824" y="1773239"/>
            <a:ext cx="5304364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35" name="Google Shape;135;p98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36" name="Google Shape;136;p9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Мокап телефона ">
  <p:cSld name="Мокап телефона "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99"/>
          <p:cNvSpPr txBox="1"/>
          <p:nvPr>
            <p:ph idx="11" type="ftr"/>
          </p:nvPr>
        </p:nvSpPr>
        <p:spPr>
          <a:xfrm>
            <a:off x="671513" y="167981"/>
            <a:ext cx="10874375" cy="24143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9" name="Google Shape;139;p99"/>
          <p:cNvSpPr txBox="1"/>
          <p:nvPr>
            <p:ph idx="1" type="body"/>
          </p:nvPr>
        </p:nvSpPr>
        <p:spPr>
          <a:xfrm>
            <a:off x="671514" y="2055970"/>
            <a:ext cx="5418666" cy="41448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99"/>
          <p:cNvSpPr txBox="1"/>
          <p:nvPr>
            <p:ph type="title"/>
          </p:nvPr>
        </p:nvSpPr>
        <p:spPr>
          <a:xfrm>
            <a:off x="677334" y="692150"/>
            <a:ext cx="5418666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41" name="Google Shape;141;p9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7582421" y="452282"/>
            <a:ext cx="3174791" cy="5991381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99"/>
          <p:cNvSpPr/>
          <p:nvPr>
            <p:ph idx="2" type="pic"/>
          </p:nvPr>
        </p:nvSpPr>
        <p:spPr>
          <a:xfrm>
            <a:off x="7951157" y="814745"/>
            <a:ext cx="2430752" cy="5260770"/>
          </a:xfrm>
          <a:prstGeom prst="rect">
            <a:avLst/>
          </a:prstGeom>
          <a:solidFill>
            <a:schemeClr val="accent1"/>
          </a:solidFill>
          <a:ln cap="flat" cmpd="sng" w="1270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sp>
      <p:pic>
        <p:nvPicPr>
          <p:cNvPr id="143" name="Google Shape;143;p9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скриншот (1)">
  <p:cSld name="Заголовок + скриншот (1)">
    <p:bg>
      <p:bgPr>
        <a:solidFill>
          <a:schemeClr val="lt2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100"/>
          <p:cNvSpPr txBox="1"/>
          <p:nvPr>
            <p:ph idx="1" type="body"/>
          </p:nvPr>
        </p:nvSpPr>
        <p:spPr>
          <a:xfrm>
            <a:off x="6096000" y="692150"/>
            <a:ext cx="5437187" cy="5508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10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100"/>
          <p:cNvSpPr txBox="1"/>
          <p:nvPr>
            <p:ph idx="2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48" name="Google Shape;148;p10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аттерн + фото">
  <p:cSld name="Паттерн + фото">
    <p:bg>
      <p:bgPr>
        <a:solidFill>
          <a:schemeClr val="lt2"/>
        </a:solidFill>
      </p:bgPr>
    </p:bg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1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1" name="Google Shape;151;p101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2" name="Google Shape;152;p101"/>
          <p:cNvPicPr preferRelativeResize="0"/>
          <p:nvPr/>
        </p:nvPicPr>
        <p:blipFill rotWithShape="1">
          <a:blip r:embed="rId2">
            <a:alphaModFix/>
          </a:blip>
          <a:srcRect b="39" l="621" r="0" t="0"/>
          <a:stretch/>
        </p:blipFill>
        <p:spPr>
          <a:xfrm>
            <a:off x="5335631" y="0"/>
            <a:ext cx="6872200" cy="6855356"/>
          </a:xfrm>
          <a:custGeom>
            <a:rect b="b" l="l" r="r" t="t"/>
            <a:pathLst>
              <a:path extrusionOk="0" h="6855356" w="6872200">
                <a:moveTo>
                  <a:pt x="5172532" y="3455219"/>
                </a:moveTo>
                <a:cubicBezTo>
                  <a:pt x="5499707" y="3455219"/>
                  <a:pt x="5792960" y="3528040"/>
                  <a:pt x="6052290" y="3673628"/>
                </a:cubicBezTo>
                <a:cubicBezTo>
                  <a:pt x="6311647" y="3819244"/>
                  <a:pt x="6513116" y="4021018"/>
                  <a:pt x="6656750" y="4278950"/>
                </a:cubicBezTo>
                <a:cubicBezTo>
                  <a:pt x="6800384" y="4532724"/>
                  <a:pt x="6872200" y="4823927"/>
                  <a:pt x="6872200" y="5152588"/>
                </a:cubicBezTo>
                <a:cubicBezTo>
                  <a:pt x="6872200" y="5481249"/>
                  <a:pt x="6800384" y="5774545"/>
                  <a:pt x="6656750" y="6032478"/>
                </a:cubicBezTo>
                <a:cubicBezTo>
                  <a:pt x="6513116" y="6286251"/>
                  <a:pt x="6311647" y="6485932"/>
                  <a:pt x="6052290" y="6631548"/>
                </a:cubicBezTo>
                <a:cubicBezTo>
                  <a:pt x="5792960" y="6777135"/>
                  <a:pt x="5499707" y="6849957"/>
                  <a:pt x="5172532" y="6849957"/>
                </a:cubicBezTo>
                <a:cubicBezTo>
                  <a:pt x="4845384" y="6849957"/>
                  <a:pt x="4552131" y="6777135"/>
                  <a:pt x="4292801" y="6631548"/>
                </a:cubicBezTo>
                <a:cubicBezTo>
                  <a:pt x="4037443" y="6485932"/>
                  <a:pt x="3835948" y="6286251"/>
                  <a:pt x="3688342" y="6032478"/>
                </a:cubicBezTo>
                <a:cubicBezTo>
                  <a:pt x="3544708" y="5774545"/>
                  <a:pt x="3472891" y="5481249"/>
                  <a:pt x="3472891" y="5152588"/>
                </a:cubicBezTo>
                <a:cubicBezTo>
                  <a:pt x="3472891" y="4823927"/>
                  <a:pt x="3544708" y="4532724"/>
                  <a:pt x="3688342" y="4278950"/>
                </a:cubicBezTo>
                <a:cubicBezTo>
                  <a:pt x="3835948" y="4021018"/>
                  <a:pt x="4037443" y="3819244"/>
                  <a:pt x="4292801" y="3673628"/>
                </a:cubicBezTo>
                <a:cubicBezTo>
                  <a:pt x="4552131" y="3528040"/>
                  <a:pt x="4845384" y="3455219"/>
                  <a:pt x="5172532" y="3455219"/>
                </a:cubicBezTo>
                <a:close/>
                <a:moveTo>
                  <a:pt x="2986720" y="3455219"/>
                </a:moveTo>
                <a:cubicBezTo>
                  <a:pt x="3221752" y="3455219"/>
                  <a:pt x="3412299" y="3645508"/>
                  <a:pt x="3412299" y="3880250"/>
                </a:cubicBezTo>
                <a:lnTo>
                  <a:pt x="3412299" y="6430352"/>
                </a:lnTo>
                <a:cubicBezTo>
                  <a:pt x="3412299" y="6665066"/>
                  <a:pt x="3221752" y="6855356"/>
                  <a:pt x="2986720" y="6855356"/>
                </a:cubicBezTo>
                <a:cubicBezTo>
                  <a:pt x="2751660" y="6855356"/>
                  <a:pt x="2561116" y="6665066"/>
                  <a:pt x="2561116" y="6430352"/>
                </a:cubicBezTo>
                <a:lnTo>
                  <a:pt x="2561116" y="3880250"/>
                </a:lnTo>
                <a:cubicBezTo>
                  <a:pt x="2561116" y="3645508"/>
                  <a:pt x="2751660" y="3455219"/>
                  <a:pt x="2986720" y="3455219"/>
                </a:cubicBezTo>
                <a:close/>
                <a:moveTo>
                  <a:pt x="0" y="3455219"/>
                </a:moveTo>
                <a:lnTo>
                  <a:pt x="2285195" y="3455219"/>
                </a:lnTo>
                <a:lnTo>
                  <a:pt x="2285195" y="6855356"/>
                </a:lnTo>
                <a:cubicBezTo>
                  <a:pt x="1415843" y="6855356"/>
                  <a:pt x="981165" y="6855356"/>
                  <a:pt x="659952" y="6663607"/>
                </a:cubicBezTo>
                <a:cubicBezTo>
                  <a:pt x="467707" y="6548838"/>
                  <a:pt x="306935" y="6388295"/>
                  <a:pt x="192014" y="6196299"/>
                </a:cubicBezTo>
                <a:cubicBezTo>
                  <a:pt x="0" y="5875515"/>
                  <a:pt x="0" y="5441450"/>
                  <a:pt x="0" y="4573266"/>
                </a:cubicBezTo>
                <a:close/>
                <a:moveTo>
                  <a:pt x="5160091" y="0"/>
                </a:moveTo>
                <a:lnTo>
                  <a:pt x="5164453" y="0"/>
                </a:lnTo>
                <a:lnTo>
                  <a:pt x="5275907" y="52"/>
                </a:lnTo>
                <a:cubicBezTo>
                  <a:pt x="5524640" y="425"/>
                  <a:pt x="5662733" y="3407"/>
                  <a:pt x="5779943" y="27266"/>
                </a:cubicBezTo>
                <a:cubicBezTo>
                  <a:pt x="6312557" y="135674"/>
                  <a:pt x="6728787" y="551352"/>
                  <a:pt x="6837340" y="1083241"/>
                </a:cubicBezTo>
                <a:cubicBezTo>
                  <a:pt x="6864644" y="1217025"/>
                  <a:pt x="6864644" y="1378040"/>
                  <a:pt x="6864644" y="1700070"/>
                </a:cubicBezTo>
                <a:lnTo>
                  <a:pt x="6864644" y="3400137"/>
                </a:lnTo>
                <a:lnTo>
                  <a:pt x="5162272" y="3400137"/>
                </a:lnTo>
                <a:cubicBezTo>
                  <a:pt x="4839813" y="3400137"/>
                  <a:pt x="4678583" y="3400137"/>
                  <a:pt x="4544602" y="3372869"/>
                </a:cubicBezTo>
                <a:cubicBezTo>
                  <a:pt x="4012014" y="3264463"/>
                  <a:pt x="3595758" y="2848797"/>
                  <a:pt x="3487205" y="2316902"/>
                </a:cubicBezTo>
                <a:cubicBezTo>
                  <a:pt x="3459901" y="2183117"/>
                  <a:pt x="3459901" y="2022101"/>
                  <a:pt x="3459901" y="1700070"/>
                </a:cubicBezTo>
                <a:cubicBezTo>
                  <a:pt x="3459901" y="1378040"/>
                  <a:pt x="3459901" y="1217025"/>
                  <a:pt x="3487205" y="1083241"/>
                </a:cubicBezTo>
                <a:cubicBezTo>
                  <a:pt x="3595758" y="551352"/>
                  <a:pt x="4012014" y="135674"/>
                  <a:pt x="4544602" y="27266"/>
                </a:cubicBezTo>
                <a:cubicBezTo>
                  <a:pt x="4661835" y="3407"/>
                  <a:pt x="4799931" y="425"/>
                  <a:pt x="5048646" y="52"/>
                </a:cubicBezTo>
                <a:close/>
                <a:moveTo>
                  <a:pt x="1702374" y="0"/>
                </a:moveTo>
                <a:lnTo>
                  <a:pt x="3404743" y="0"/>
                </a:lnTo>
                <a:lnTo>
                  <a:pt x="3404743" y="3400137"/>
                </a:lnTo>
                <a:lnTo>
                  <a:pt x="1702374" y="3400137"/>
                </a:lnTo>
                <a:cubicBezTo>
                  <a:pt x="762181" y="3400137"/>
                  <a:pt x="0" y="2638994"/>
                  <a:pt x="0" y="1700071"/>
                </a:cubicBezTo>
                <a:cubicBezTo>
                  <a:pt x="0" y="761147"/>
                  <a:pt x="762178" y="0"/>
                  <a:pt x="1702374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53" name="Google Shape;153;p10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Паттерн + фото">
  <p:cSld name="1_Паттерн + фото">
    <p:bg>
      <p:bgPr>
        <a:solidFill>
          <a:schemeClr val="lt2"/>
        </a:solidFill>
      </p:bgPr>
    </p:bg>
    <p:spTree>
      <p:nvGrpSpPr>
        <p:cNvPr id="154" name="Shape 1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5" name="Google Shape;155;p102"/>
          <p:cNvSpPr txBox="1"/>
          <p:nvPr>
            <p:ph idx="1" type="body"/>
          </p:nvPr>
        </p:nvSpPr>
        <p:spPr>
          <a:xfrm>
            <a:off x="671514" y="2558715"/>
            <a:ext cx="4165182" cy="364205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102"/>
          <p:cNvSpPr txBox="1"/>
          <p:nvPr>
            <p:ph type="title"/>
          </p:nvPr>
        </p:nvSpPr>
        <p:spPr>
          <a:xfrm>
            <a:off x="677334" y="692149"/>
            <a:ext cx="3180792" cy="134873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57" name="Google Shape;157;p10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5333139" y="0"/>
            <a:ext cx="6858000" cy="6858000"/>
          </a:xfrm>
          <a:custGeom>
            <a:rect b="b" l="l" r="r" t="t"/>
            <a:pathLst>
              <a:path extrusionOk="0" h="6858000" w="6858000">
                <a:moveTo>
                  <a:pt x="1708713" y="3459856"/>
                </a:moveTo>
                <a:cubicBezTo>
                  <a:pt x="2035880" y="3459856"/>
                  <a:pt x="2329130" y="3532775"/>
                  <a:pt x="2588468" y="3678558"/>
                </a:cubicBezTo>
                <a:cubicBezTo>
                  <a:pt x="2847820" y="3824369"/>
                  <a:pt x="3049288" y="4026414"/>
                  <a:pt x="3192922" y="4284692"/>
                </a:cubicBezTo>
                <a:cubicBezTo>
                  <a:pt x="3336556" y="4538807"/>
                  <a:pt x="3408373" y="4830401"/>
                  <a:pt x="3408373" y="5159502"/>
                </a:cubicBezTo>
                <a:cubicBezTo>
                  <a:pt x="3408373" y="5488604"/>
                  <a:pt x="3336556" y="5782294"/>
                  <a:pt x="3192922" y="6040572"/>
                </a:cubicBezTo>
                <a:cubicBezTo>
                  <a:pt x="3049288" y="6294687"/>
                  <a:pt x="2847820" y="6494635"/>
                  <a:pt x="2588468" y="6640446"/>
                </a:cubicBezTo>
                <a:cubicBezTo>
                  <a:pt x="2393965" y="6749783"/>
                  <a:pt x="2180386" y="6818135"/>
                  <a:pt x="1947729" y="6845477"/>
                </a:cubicBezTo>
                <a:lnTo>
                  <a:pt x="1728785" y="6858000"/>
                </a:lnTo>
                <a:lnTo>
                  <a:pt x="1688642" y="6858000"/>
                </a:lnTo>
                <a:lnTo>
                  <a:pt x="1469698" y="6845477"/>
                </a:lnTo>
                <a:cubicBezTo>
                  <a:pt x="1237042" y="6818135"/>
                  <a:pt x="1023462" y="6749783"/>
                  <a:pt x="828957" y="6640446"/>
                </a:cubicBezTo>
                <a:cubicBezTo>
                  <a:pt x="573607" y="6494635"/>
                  <a:pt x="372123" y="6294687"/>
                  <a:pt x="224498" y="6040572"/>
                </a:cubicBezTo>
                <a:cubicBezTo>
                  <a:pt x="80865" y="5782294"/>
                  <a:pt x="9049" y="5488604"/>
                  <a:pt x="9049" y="5159502"/>
                </a:cubicBezTo>
                <a:cubicBezTo>
                  <a:pt x="9049" y="4830401"/>
                  <a:pt x="80865" y="4538807"/>
                  <a:pt x="224498" y="4284692"/>
                </a:cubicBezTo>
                <a:cubicBezTo>
                  <a:pt x="372123" y="4026414"/>
                  <a:pt x="573607" y="3824369"/>
                  <a:pt x="828957" y="3678558"/>
                </a:cubicBezTo>
                <a:cubicBezTo>
                  <a:pt x="1088296" y="3532775"/>
                  <a:pt x="1381548" y="3459856"/>
                  <a:pt x="1708713" y="3459856"/>
                </a:cubicBezTo>
                <a:close/>
                <a:moveTo>
                  <a:pt x="3453272" y="3457153"/>
                </a:moveTo>
                <a:lnTo>
                  <a:pt x="5155643" y="3457153"/>
                </a:lnTo>
                <a:cubicBezTo>
                  <a:pt x="5478130" y="3457153"/>
                  <a:pt x="5639387" y="3457153"/>
                  <a:pt x="5773314" y="3484484"/>
                </a:cubicBezTo>
                <a:cubicBezTo>
                  <a:pt x="6305846" y="3592953"/>
                  <a:pt x="6722213" y="4009315"/>
                  <a:pt x="6830683" y="4541840"/>
                </a:cubicBezTo>
                <a:cubicBezTo>
                  <a:pt x="6854599" y="4659024"/>
                  <a:pt x="6857588" y="4797132"/>
                  <a:pt x="6857962" y="5045867"/>
                </a:cubicBezTo>
                <a:lnTo>
                  <a:pt x="6858000" y="5127440"/>
                </a:lnTo>
                <a:lnTo>
                  <a:pt x="6858000" y="6858000"/>
                </a:lnTo>
                <a:lnTo>
                  <a:pt x="3453272" y="6858000"/>
                </a:lnTo>
                <a:close/>
                <a:moveTo>
                  <a:pt x="6442695" y="0"/>
                </a:moveTo>
                <a:cubicBezTo>
                  <a:pt x="6618970" y="0"/>
                  <a:pt x="6770221" y="107180"/>
                  <a:pt x="6834829" y="259930"/>
                </a:cubicBezTo>
                <a:lnTo>
                  <a:pt x="6858000" y="334574"/>
                </a:lnTo>
                <a:lnTo>
                  <a:pt x="6858000" y="3070133"/>
                </a:lnTo>
                <a:lnTo>
                  <a:pt x="6834829" y="3144774"/>
                </a:lnTo>
                <a:cubicBezTo>
                  <a:pt x="6770221" y="3297517"/>
                  <a:pt x="6618970" y="3404698"/>
                  <a:pt x="6442695" y="3404698"/>
                </a:cubicBezTo>
                <a:cubicBezTo>
                  <a:pt x="6207636" y="3404698"/>
                  <a:pt x="6017089" y="3214154"/>
                  <a:pt x="6017089" y="2979125"/>
                </a:cubicBezTo>
                <a:lnTo>
                  <a:pt x="6017089" y="425587"/>
                </a:lnTo>
                <a:cubicBezTo>
                  <a:pt x="6017089" y="190543"/>
                  <a:pt x="6207636" y="0"/>
                  <a:pt x="6442695" y="0"/>
                </a:cubicBezTo>
                <a:close/>
                <a:moveTo>
                  <a:pt x="3455975" y="0"/>
                </a:moveTo>
                <a:lnTo>
                  <a:pt x="5741184" y="0"/>
                </a:lnTo>
                <a:lnTo>
                  <a:pt x="5741184" y="3404698"/>
                </a:lnTo>
                <a:cubicBezTo>
                  <a:pt x="4871823" y="3404698"/>
                  <a:pt x="4437143" y="3404698"/>
                  <a:pt x="4115924" y="3212692"/>
                </a:cubicBezTo>
                <a:cubicBezTo>
                  <a:pt x="3923695" y="3097770"/>
                  <a:pt x="3762907" y="2937012"/>
                  <a:pt x="3647983" y="2744760"/>
                </a:cubicBezTo>
                <a:cubicBezTo>
                  <a:pt x="3455975" y="2423551"/>
                  <a:pt x="3455975" y="1988882"/>
                  <a:pt x="3455975" y="1119542"/>
                </a:cubicBezTo>
                <a:close/>
                <a:moveTo>
                  <a:pt x="1698448" y="0"/>
                </a:moveTo>
                <a:cubicBezTo>
                  <a:pt x="2020916" y="0"/>
                  <a:pt x="2182148" y="0"/>
                  <a:pt x="2316116" y="27304"/>
                </a:cubicBezTo>
                <a:cubicBezTo>
                  <a:pt x="2848730" y="135857"/>
                  <a:pt x="3264960" y="552093"/>
                  <a:pt x="3373513" y="1084695"/>
                </a:cubicBezTo>
                <a:cubicBezTo>
                  <a:pt x="3400817" y="1218659"/>
                  <a:pt x="3400817" y="1379889"/>
                  <a:pt x="3400817" y="1702352"/>
                </a:cubicBezTo>
                <a:lnTo>
                  <a:pt x="3400817" y="3404699"/>
                </a:lnTo>
                <a:lnTo>
                  <a:pt x="1698448" y="3404699"/>
                </a:lnTo>
                <a:cubicBezTo>
                  <a:pt x="1375983" y="3404699"/>
                  <a:pt x="1214748" y="3404699"/>
                  <a:pt x="1080783" y="3377395"/>
                </a:cubicBezTo>
                <a:cubicBezTo>
                  <a:pt x="548174" y="3268844"/>
                  <a:pt x="131932" y="2852620"/>
                  <a:pt x="23378" y="2320011"/>
                </a:cubicBezTo>
                <a:cubicBezTo>
                  <a:pt x="13139" y="2269774"/>
                  <a:pt x="6740" y="2215703"/>
                  <a:pt x="2740" y="2150733"/>
                </a:cubicBezTo>
                <a:lnTo>
                  <a:pt x="0" y="2092728"/>
                </a:lnTo>
                <a:lnTo>
                  <a:pt x="0" y="1311978"/>
                </a:lnTo>
                <a:lnTo>
                  <a:pt x="2740" y="1253972"/>
                </a:lnTo>
                <a:cubicBezTo>
                  <a:pt x="6740" y="1189002"/>
                  <a:pt x="13139" y="1134932"/>
                  <a:pt x="23378" y="1084695"/>
                </a:cubicBezTo>
                <a:cubicBezTo>
                  <a:pt x="131932" y="552093"/>
                  <a:pt x="548174" y="135857"/>
                  <a:pt x="1080783" y="27304"/>
                </a:cubicBezTo>
                <a:cubicBezTo>
                  <a:pt x="1214748" y="0"/>
                  <a:pt x="1375980" y="0"/>
                  <a:pt x="1698448" y="0"/>
                </a:cubicBezTo>
                <a:close/>
              </a:path>
            </a:pathLst>
          </a:custGeom>
          <a:noFill/>
          <a:ln>
            <a:noFill/>
          </a:ln>
        </p:spPr>
      </p:pic>
      <p:pic>
        <p:nvPicPr>
          <p:cNvPr id="158" name="Google Shape;15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Финальный с QR + подпись">
  <p:cSld name="Финальный с QR + подпись">
    <p:bg>
      <p:bgPr>
        <a:solidFill>
          <a:schemeClr val="accent1"/>
        </a:solid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0" name="Google Shape;160;p10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23251" y="692149"/>
            <a:ext cx="6168749" cy="6168749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03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2" name="Google Shape;162;p103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63" name="Google Shape;163;p103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4" name="Google Shape;164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Финальный с QR + подпись">
  <p:cSld name="3_Финальный с QR + подпись">
    <p:bg>
      <p:bgPr>
        <a:solidFill>
          <a:schemeClr val="accent1"/>
        </a:solidFill>
      </p:bgPr>
    </p:bg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4"/>
          <p:cNvSpPr txBox="1"/>
          <p:nvPr>
            <p:ph type="title"/>
          </p:nvPr>
        </p:nvSpPr>
        <p:spPr>
          <a:xfrm>
            <a:off x="620713" y="2483712"/>
            <a:ext cx="5475287" cy="1477328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  <a:defRPr sz="60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7" name="Google Shape;167;p104"/>
          <p:cNvSpPr/>
          <p:nvPr>
            <p:ph idx="2" type="pic"/>
          </p:nvPr>
        </p:nvSpPr>
        <p:spPr>
          <a:xfrm>
            <a:off x="658813" y="692150"/>
            <a:ext cx="1081088" cy="1081088"/>
          </a:xfrm>
          <a:prstGeom prst="rect">
            <a:avLst/>
          </a:prstGeom>
          <a:noFill/>
          <a:ln>
            <a:noFill/>
          </a:ln>
        </p:spPr>
      </p:sp>
      <p:sp>
        <p:nvSpPr>
          <p:cNvPr id="168" name="Google Shape;168;p104"/>
          <p:cNvSpPr txBox="1"/>
          <p:nvPr>
            <p:ph idx="1" type="body"/>
          </p:nvPr>
        </p:nvSpPr>
        <p:spPr>
          <a:xfrm>
            <a:off x="658813" y="4161565"/>
            <a:ext cx="5437187" cy="355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69" name="Google Shape;169;p10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711140"/>
            <a:ext cx="2772297" cy="48963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0" name="Google Shape;170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794220" y="0"/>
            <a:ext cx="3397780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Пользовательский макет">
  <p:cSld name="Пользовательский макет">
    <p:bg>
      <p:bgPr>
        <a:solidFill>
          <a:schemeClr val="dk2"/>
        </a:solid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105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600"/>
              <a:buFont typeface="Play"/>
              <a:buNone/>
              <a:defRPr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3" name="Google Shape;173;p105"/>
          <p:cNvSpPr txBox="1"/>
          <p:nvPr>
            <p:ph idx="1" type="body"/>
          </p:nvPr>
        </p:nvSpPr>
        <p:spPr>
          <a:xfrm>
            <a:off x="671513" y="1773238"/>
            <a:ext cx="10861675" cy="44640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lt2"/>
              </a:buClr>
              <a:buSzPts val="1600"/>
              <a:buNone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lt2"/>
              </a:buClr>
              <a:buSzPts val="1200"/>
              <a:buChar char="−"/>
              <a:defRPr b="0" i="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74" name="Google Shape;174;p10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Титульный слайд раздела">
  <p:cSld name="1_Титульный слайд раздела">
    <p:bg>
      <p:bgPr>
        <a:solidFill>
          <a:schemeClr val="dk2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92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77" name="Google Shape;177;p9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033225" y="699157"/>
            <a:ext cx="6166658" cy="6166658"/>
          </a:xfrm>
          <a:prstGeom prst="rect">
            <a:avLst/>
          </a:prstGeom>
          <a:noFill/>
          <a:ln>
            <a:noFill/>
          </a:ln>
        </p:spPr>
      </p:pic>
      <p:pic>
        <p:nvPicPr>
          <p:cNvPr id="178" name="Google Shape;17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Титульный слайд раздела">
  <p:cSld name="3_Титульный слайд раздела">
    <p:bg>
      <p:bgPr>
        <a:solidFill>
          <a:schemeClr val="dk2"/>
        </a:solid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83"/>
          <p:cNvSpPr txBox="1"/>
          <p:nvPr>
            <p:ph type="title"/>
          </p:nvPr>
        </p:nvSpPr>
        <p:spPr>
          <a:xfrm>
            <a:off x="603172" y="692150"/>
            <a:ext cx="4621372" cy="1181862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4800"/>
              <a:buFont typeface="Play"/>
              <a:buNone/>
              <a:defRPr sz="4800">
                <a:solidFill>
                  <a:schemeClr val="lt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1" name="Google Shape;181;p8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8807980" y="0"/>
            <a:ext cx="3394294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2" name="Google Shape;182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58814" y="5882757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объект">
  <p:cSld name="Заголовок + объект">
    <p:bg>
      <p:bgPr>
        <a:solidFill>
          <a:schemeClr val="lt2"/>
        </a:solidFill>
      </p:bgPr>
    </p:bg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106"/>
          <p:cNvSpPr txBox="1"/>
          <p:nvPr>
            <p:ph idx="1" type="body"/>
          </p:nvPr>
        </p:nvSpPr>
        <p:spPr>
          <a:xfrm>
            <a:off x="658813" y="1773238"/>
            <a:ext cx="10874375" cy="4447949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 sz="16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5" name="Google Shape;185;p106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86" name="Google Shape;186;p10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Заголовок + 2 объекта">
  <p:cSld name="Заголовок + 2 объекта">
    <p:bg>
      <p:bgPr>
        <a:solidFill>
          <a:schemeClr val="lt2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07"/>
          <p:cNvSpPr txBox="1"/>
          <p:nvPr>
            <p:ph idx="1" type="body"/>
          </p:nvPr>
        </p:nvSpPr>
        <p:spPr>
          <a:xfrm>
            <a:off x="677334" y="1773238"/>
            <a:ext cx="5317065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9" name="Google Shape;189;p107"/>
          <p:cNvSpPr txBox="1"/>
          <p:nvPr>
            <p:ph idx="2" type="body"/>
          </p:nvPr>
        </p:nvSpPr>
        <p:spPr>
          <a:xfrm>
            <a:off x="6197604" y="1773238"/>
            <a:ext cx="5317062" cy="4427537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90" name="Google Shape;190;p10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191" name="Google Shape;191;p10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">
  <p:cSld name="1 фото">
    <p:bg>
      <p:bgPr>
        <a:solidFill>
          <a:schemeClr val="lt2"/>
        </a:solidFill>
      </p:bgPr>
    </p:bg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08"/>
          <p:cNvSpPr/>
          <p:nvPr>
            <p:ph idx="2" type="pic"/>
          </p:nvPr>
        </p:nvSpPr>
        <p:spPr>
          <a:xfrm>
            <a:off x="609600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4" name="Google Shape;194;p108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5" name="Google Shape;195;p108"/>
          <p:cNvSpPr txBox="1"/>
          <p:nvPr>
            <p:ph idx="1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196" name="Google Shape;196;p10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1 фото">
  <p:cSld name="1_1 фото">
    <p:bg>
      <p:bgPr>
        <a:solidFill>
          <a:schemeClr val="lt2"/>
        </a:solidFill>
      </p:bgPr>
    </p:bg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109"/>
          <p:cNvSpPr/>
          <p:nvPr>
            <p:ph idx="2" type="pic"/>
          </p:nvPr>
        </p:nvSpPr>
        <p:spPr>
          <a:xfrm>
            <a:off x="0" y="0"/>
            <a:ext cx="6096000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199" name="Google Shape;199;p109"/>
          <p:cNvSpPr txBox="1"/>
          <p:nvPr>
            <p:ph type="title"/>
          </p:nvPr>
        </p:nvSpPr>
        <p:spPr>
          <a:xfrm>
            <a:off x="6870171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109"/>
          <p:cNvSpPr txBox="1"/>
          <p:nvPr>
            <p:ph idx="1" type="body"/>
          </p:nvPr>
        </p:nvSpPr>
        <p:spPr>
          <a:xfrm>
            <a:off x="6864351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 фото + подпись">
  <p:cSld name="1 фото + подпись">
    <p:bg>
      <p:bgPr>
        <a:solidFill>
          <a:schemeClr val="lt2"/>
        </a:solidFill>
      </p:bgPr>
    </p:bg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10"/>
          <p:cNvSpPr/>
          <p:nvPr>
            <p:ph idx="2" type="pic"/>
          </p:nvPr>
        </p:nvSpPr>
        <p:spPr>
          <a:xfrm>
            <a:off x="6096000" y="692151"/>
            <a:ext cx="5437188" cy="4182176"/>
          </a:xfrm>
          <a:prstGeom prst="rect">
            <a:avLst/>
          </a:prstGeom>
          <a:solidFill>
            <a:schemeClr val="accent1"/>
          </a:solidFill>
          <a:ln>
            <a:noFill/>
          </a:ln>
        </p:spPr>
      </p:sp>
      <p:sp>
        <p:nvSpPr>
          <p:cNvPr id="203" name="Google Shape;203;p110"/>
          <p:cNvSpPr txBox="1"/>
          <p:nvPr>
            <p:ph idx="1" type="body"/>
          </p:nvPr>
        </p:nvSpPr>
        <p:spPr>
          <a:xfrm>
            <a:off x="6096000" y="5147214"/>
            <a:ext cx="5449888" cy="35281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4" name="Google Shape;204;p110"/>
          <p:cNvSpPr txBox="1"/>
          <p:nvPr>
            <p:ph idx="3" type="body"/>
          </p:nvPr>
        </p:nvSpPr>
        <p:spPr>
          <a:xfrm>
            <a:off x="6096000" y="5553075"/>
            <a:ext cx="5449888" cy="684213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429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800"/>
              <a:buChar char="•"/>
              <a:defRPr/>
            </a:lvl2pPr>
            <a:lvl3pPr indent="-3429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−"/>
              <a:defRPr/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05" name="Google Shape;205;p110"/>
          <p:cNvSpPr txBox="1"/>
          <p:nvPr>
            <p:ph type="title"/>
          </p:nvPr>
        </p:nvSpPr>
        <p:spPr>
          <a:xfrm>
            <a:off x="677334" y="692150"/>
            <a:ext cx="4663017" cy="1081088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  <a:defRPr>
                <a:solidFill>
                  <a:schemeClr val="accent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6" name="Google Shape;206;p110"/>
          <p:cNvSpPr txBox="1"/>
          <p:nvPr>
            <p:ph idx="4" type="body"/>
          </p:nvPr>
        </p:nvSpPr>
        <p:spPr>
          <a:xfrm>
            <a:off x="671514" y="2018599"/>
            <a:ext cx="4649786" cy="4182176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0" i="0">
                <a:latin typeface="Play"/>
                <a:ea typeface="Play"/>
                <a:cs typeface="Play"/>
                <a:sym typeface="Play"/>
              </a:defRPr>
            </a:lvl1pPr>
            <a:lvl2pPr indent="-317500" lvl="1" marL="9144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SzPts val="1400"/>
              <a:buChar char="•"/>
              <a:defRPr b="0" i="0"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Char char="−"/>
              <a:defRPr b="0" i="0"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id="207" name="Google Shape;207;p11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58813" y="5882758"/>
            <a:ext cx="1800608" cy="31801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1" Type="http://schemas.openxmlformats.org/officeDocument/2006/relationships/theme" Target="../theme/theme1.xml"/><Relationship Id="rId30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77"/>
          <p:cNvSpPr txBox="1"/>
          <p:nvPr>
            <p:ph type="title"/>
          </p:nvPr>
        </p:nvSpPr>
        <p:spPr>
          <a:xfrm>
            <a:off x="677334" y="692150"/>
            <a:ext cx="10855854" cy="644241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  <a:defRPr b="0" i="0" sz="3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1" name="Google Shape;11;p77"/>
          <p:cNvSpPr txBox="1"/>
          <p:nvPr>
            <p:ph idx="1" type="body"/>
          </p:nvPr>
        </p:nvSpPr>
        <p:spPr>
          <a:xfrm>
            <a:off x="658813" y="1773238"/>
            <a:ext cx="10855852" cy="36753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>
            <a:lvl1pPr indent="-228600" lvl="0" marL="457200" marR="0" rtl="0" algn="l">
              <a:lnSpc>
                <a:spcPct val="11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  <a:defRPr b="0" i="0" sz="16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1pPr>
            <a:lvl2pPr indent="-317500" lvl="1" marL="9144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2pPr>
            <a:lvl3pPr indent="-304800" lvl="2" marL="1371600" marR="0" rtl="0" algn="l">
              <a:lnSpc>
                <a:spcPct val="11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Arial"/>
              <a:buChar char="−"/>
              <a:defRPr b="0" i="0" sz="12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defRPr>
            </a:lvl3pPr>
            <a:lvl4pPr indent="-342900" lvl="3" marL="1828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42900" lvl="4" marL="22860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42900" lvl="6" marL="32004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42900" lvl="7" marL="36576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42900" lvl="8" marL="4114800" marR="0" rtl="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grpSp>
        <p:nvGrpSpPr>
          <p:cNvPr id="12" name="Google Shape;12;p77"/>
          <p:cNvGrpSpPr/>
          <p:nvPr/>
        </p:nvGrpSpPr>
        <p:grpSpPr>
          <a:xfrm>
            <a:off x="0" y="-114752"/>
            <a:ext cx="12188148" cy="64309"/>
            <a:chOff x="0" y="1773238"/>
            <a:chExt cx="12188148" cy="735184"/>
          </a:xfrm>
        </p:grpSpPr>
        <p:cxnSp>
          <p:nvCxnSpPr>
            <p:cNvPr id="13" name="Google Shape;13;p77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4" name="Google Shape;14;p77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5" name="Google Shape;15;p77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6" name="Google Shape;16;p77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7" name="Google Shape;17;p77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8" name="Google Shape;18;p77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19" name="Google Shape;19;p77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0" name="Google Shape;20;p77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1" name="Google Shape;21;p77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2" name="Google Shape;22;p77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3" name="Google Shape;23;p77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4" name="Google Shape;24;p77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5" name="Google Shape;25;p77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6" name="Google Shape;26;p77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7" name="Google Shape;27;p77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8" name="Google Shape;28;p77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29" name="Google Shape;29;p77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0" name="Google Shape;30;p77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1" name="Google Shape;31;p77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</p:grpSp>
      <p:grpSp>
        <p:nvGrpSpPr>
          <p:cNvPr id="32" name="Google Shape;32;p77"/>
          <p:cNvGrpSpPr/>
          <p:nvPr/>
        </p:nvGrpSpPr>
        <p:grpSpPr>
          <a:xfrm>
            <a:off x="-3" y="6987088"/>
            <a:ext cx="12188148" cy="64309"/>
            <a:chOff x="0" y="1773238"/>
            <a:chExt cx="12188148" cy="735184"/>
          </a:xfrm>
        </p:grpSpPr>
        <p:cxnSp>
          <p:nvCxnSpPr>
            <p:cNvPr id="33" name="Google Shape;33;p77"/>
            <p:cNvCxnSpPr/>
            <p:nvPr/>
          </p:nvCxnSpPr>
          <p:spPr>
            <a:xfrm>
              <a:off x="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4" name="Google Shape;34;p77"/>
            <p:cNvCxnSpPr/>
            <p:nvPr/>
          </p:nvCxnSpPr>
          <p:spPr>
            <a:xfrm>
              <a:off x="67711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5" name="Google Shape;35;p77"/>
            <p:cNvCxnSpPr/>
            <p:nvPr/>
          </p:nvCxnSpPr>
          <p:spPr>
            <a:xfrm>
              <a:off x="135423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6" name="Google Shape;36;p77"/>
            <p:cNvCxnSpPr/>
            <p:nvPr/>
          </p:nvCxnSpPr>
          <p:spPr>
            <a:xfrm>
              <a:off x="203135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7" name="Google Shape;37;p77"/>
            <p:cNvCxnSpPr/>
            <p:nvPr/>
          </p:nvCxnSpPr>
          <p:spPr>
            <a:xfrm>
              <a:off x="270847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8" name="Google Shape;38;p77"/>
            <p:cNvCxnSpPr/>
            <p:nvPr/>
          </p:nvCxnSpPr>
          <p:spPr>
            <a:xfrm>
              <a:off x="338559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39" name="Google Shape;39;p77"/>
            <p:cNvCxnSpPr/>
            <p:nvPr/>
          </p:nvCxnSpPr>
          <p:spPr>
            <a:xfrm>
              <a:off x="406271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0" name="Google Shape;40;p77"/>
            <p:cNvCxnSpPr/>
            <p:nvPr/>
          </p:nvCxnSpPr>
          <p:spPr>
            <a:xfrm>
              <a:off x="473983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1" name="Google Shape;41;p77"/>
            <p:cNvCxnSpPr/>
            <p:nvPr/>
          </p:nvCxnSpPr>
          <p:spPr>
            <a:xfrm>
              <a:off x="5416952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2" name="Google Shape;42;p77"/>
            <p:cNvCxnSpPr/>
            <p:nvPr/>
          </p:nvCxnSpPr>
          <p:spPr>
            <a:xfrm>
              <a:off x="6094071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3" name="Google Shape;43;p77"/>
            <p:cNvCxnSpPr/>
            <p:nvPr/>
          </p:nvCxnSpPr>
          <p:spPr>
            <a:xfrm>
              <a:off x="6771190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4" name="Google Shape;44;p77"/>
            <p:cNvCxnSpPr/>
            <p:nvPr/>
          </p:nvCxnSpPr>
          <p:spPr>
            <a:xfrm>
              <a:off x="7448309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5" name="Google Shape;45;p77"/>
            <p:cNvCxnSpPr/>
            <p:nvPr/>
          </p:nvCxnSpPr>
          <p:spPr>
            <a:xfrm>
              <a:off x="812542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6" name="Google Shape;46;p77"/>
            <p:cNvCxnSpPr/>
            <p:nvPr/>
          </p:nvCxnSpPr>
          <p:spPr>
            <a:xfrm>
              <a:off x="8802547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7" name="Google Shape;47;p77"/>
            <p:cNvCxnSpPr/>
            <p:nvPr/>
          </p:nvCxnSpPr>
          <p:spPr>
            <a:xfrm>
              <a:off x="9479666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8" name="Google Shape;48;p77"/>
            <p:cNvCxnSpPr/>
            <p:nvPr/>
          </p:nvCxnSpPr>
          <p:spPr>
            <a:xfrm>
              <a:off x="10156785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49" name="Google Shape;49;p77"/>
            <p:cNvCxnSpPr/>
            <p:nvPr/>
          </p:nvCxnSpPr>
          <p:spPr>
            <a:xfrm>
              <a:off x="10833904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50" name="Google Shape;50;p77"/>
            <p:cNvCxnSpPr/>
            <p:nvPr/>
          </p:nvCxnSpPr>
          <p:spPr>
            <a:xfrm>
              <a:off x="11511023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  <p:cxnSp>
          <p:nvCxnSpPr>
            <p:cNvPr id="51" name="Google Shape;51;p77"/>
            <p:cNvCxnSpPr/>
            <p:nvPr/>
          </p:nvCxnSpPr>
          <p:spPr>
            <a:xfrm>
              <a:off x="12188148" y="1773238"/>
              <a:ext cx="0" cy="735184"/>
            </a:xfrm>
            <a:prstGeom prst="straightConnector1">
              <a:avLst/>
            </a:prstGeom>
            <a:noFill/>
            <a:ln cap="flat" cmpd="sng" w="9525">
              <a:solidFill>
                <a:srgbClr val="3782BA"/>
              </a:solidFill>
              <a:prstDash val="solid"/>
              <a:miter lim="0"/>
              <a:headEnd len="sm" w="sm" type="none"/>
              <a:tailEnd len="sm" w="sm" type="none"/>
            </a:ln>
          </p:spPr>
        </p:cxnSp>
      </p:grp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415">
          <p15:clr>
            <a:srgbClr val="FDE53C"/>
          </p15:clr>
        </p15:guide>
        <p15:guide id="2" pos="7265">
          <p15:clr>
            <a:srgbClr val="FDE53C"/>
          </p15:clr>
        </p15:guide>
        <p15:guide id="3" orient="horz" pos="3906">
          <p15:clr>
            <a:srgbClr val="FDE53C"/>
          </p15:clr>
        </p15:guide>
        <p15:guide id="4" pos="3840">
          <p15:clr>
            <a:srgbClr val="FDE53C"/>
          </p15:clr>
        </p15:guide>
        <p15:guide id="5" orient="horz" pos="436">
          <p15:clr>
            <a:srgbClr val="FDE53C"/>
          </p15:clr>
        </p15:guide>
        <p15:guide id="6" orient="horz" pos="1117">
          <p15:clr>
            <a:srgbClr val="FDE53C"/>
          </p15:clr>
        </p15:guide>
      </p15:sldGuideLst>
    </p:ext>
  </p:extLst>
</p:sldMaster>
</file>

<file path=ppt/slides/_rels/slide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3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2.xml" /><Relationship Id="rId3" Type="http://schemas.openxmlformats.org/officeDocument/2006/relationships/image" Target="../media/image9.jpg" /></Relationships>
</file>

<file path=ppt/slides/_rels/slide3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3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6.png" /></Relationships>
</file>

<file path=ppt/slides/_rels/slide3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6.png" /></Relationships>
</file>

<file path=ppt/slides/_rels/slide3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6.png" /></Relationships>
</file>

<file path=ppt/slides/_rels/slide3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8.xml" /><Relationship Id="rId3" Type="http://schemas.openxmlformats.org/officeDocument/2006/relationships/image" Target="../media/image16.png" /></Relationships>
</file>

<file path=ppt/slides/_rels/slide3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0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1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2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3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4.xml.rels><?xml version='1.0' encoding='utf-8'?>
<Relationships xmlns="http://schemas.openxmlformats.org/package/2006/relationships"><Relationship Id="rId1" Type="http://schemas.openxmlformats.org/officeDocument/2006/relationships/slideLayout" Target="../slideLayouts/slideLayout9.xml" /></Relationships>
</file>

<file path=ppt/slides/_rels/slide45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7.xml.rels><?xml version='1.0' encoding='utf-8'?>
<Relationships xmlns="http://schemas.openxmlformats.org/package/2006/relationships"><Relationship Id="rId1" Type="http://schemas.openxmlformats.org/officeDocument/2006/relationships/slideLayout" Target="../slideLayouts/slideLayout7.xml" /></Relationships>
</file>

<file path=ppt/slides/_rels/slide48.xml.rels><?xml version='1.0' encoding='utf-8'?>
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9.xml.rels><?xml version='1.0' encoding='utf-8'?>
<Relationships xmlns="http://schemas.openxmlformats.org/package/2006/relationships"><Relationship Id="rId1" Type="http://schemas.openxmlformats.org/officeDocument/2006/relationships/slideLayout" Target="../slideLayouts/slideLayout10.xml" /><Relationship Id="rId3" Type="http://schemas.openxmlformats.org/officeDocument/2006/relationships/image" Target="../media/image12.png" 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1"/>
          <p:cNvSpPr txBox="1"/>
          <p:nvPr>
            <p:ph type="title"/>
          </p:nvPr>
        </p:nvSpPr>
        <p:spPr>
          <a:xfrm>
            <a:off x="658825" y="3096450"/>
            <a:ext cx="6835800" cy="13299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/>
              <a:t>Временные ряды в машинном обучении</a:t>
            </a:r>
            <a:endParaRPr sz="4800"/>
          </a:p>
        </p:txBody>
      </p:sp>
      <p:sp>
        <p:nvSpPr>
          <p:cNvPr id="213" name="Google Shape;213;p1"/>
          <p:cNvSpPr txBox="1"/>
          <p:nvPr/>
        </p:nvSpPr>
        <p:spPr>
          <a:xfrm>
            <a:off x="658825" y="4634625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Занятие №7</a:t>
            </a:r>
            <a:endParaRPr sz="2000">
              <a:solidFill>
                <a:schemeClr val="lt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f560cde4dd_1_45"/>
          <p:cNvSpPr/>
          <p:nvPr/>
        </p:nvSpPr>
        <p:spPr>
          <a:xfrm>
            <a:off x="1651788" y="1449390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Особенности последовательных данных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19" name="Google Shape;219;g3f560cde4dd_1_45"/>
          <p:cNvSpPr txBox="1"/>
          <p:nvPr>
            <p:ph type="title"/>
          </p:nvPr>
        </p:nvSpPr>
        <p:spPr>
          <a:xfrm>
            <a:off x="658825" y="590475"/>
            <a:ext cx="8457900" cy="690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dk2"/>
                </a:solidFill>
              </a:rPr>
              <a:t>Сегодня на занятии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20" name="Google Shape;220;g3f560cde4dd_1_45"/>
          <p:cNvSpPr/>
          <p:nvPr/>
        </p:nvSpPr>
        <p:spPr>
          <a:xfrm>
            <a:off x="658801" y="1470545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g3f560cde4dd_1_45"/>
          <p:cNvSpPr/>
          <p:nvPr/>
        </p:nvSpPr>
        <p:spPr>
          <a:xfrm>
            <a:off x="1651788" y="2454915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Лаги, окна, тренды и сезонность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2" name="Google Shape;222;g3f560cde4dd_1_45"/>
          <p:cNvSpPr/>
          <p:nvPr/>
        </p:nvSpPr>
        <p:spPr>
          <a:xfrm>
            <a:off x="658801" y="247607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g3f560cde4dd_1_45"/>
          <p:cNvSpPr/>
          <p:nvPr/>
        </p:nvSpPr>
        <p:spPr>
          <a:xfrm>
            <a:off x="1651788" y="3481590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Прогнозирование значений и событий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4" name="Google Shape;224;g3f560cde4dd_1_45"/>
          <p:cNvSpPr/>
          <p:nvPr/>
        </p:nvSpPr>
        <p:spPr>
          <a:xfrm>
            <a:off x="658801" y="3502745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5" name="Google Shape;225;g3f560cde4dd_1_45"/>
          <p:cNvSpPr/>
          <p:nvPr/>
        </p:nvSpPr>
        <p:spPr>
          <a:xfrm>
            <a:off x="1651788" y="4508265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18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Валидация и оценка моделей на временных рядах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26" name="Google Shape;226;g3f560cde4dd_1_45"/>
          <p:cNvSpPr/>
          <p:nvPr/>
        </p:nvSpPr>
        <p:spPr>
          <a:xfrm>
            <a:off x="658801" y="4529420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g3f560cde4dd_1_277"/>
          <p:cNvSpPr/>
          <p:nvPr/>
        </p:nvSpPr>
        <p:spPr>
          <a:xfrm>
            <a:off x="671512" y="2153478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rtl="0" algn="l"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Play"/>
              <a:buChar char="●"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Прогнозировать значения: 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спрос, продажи, нагрузку, цены, температуру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2" name="Google Shape;232;g3f560cde4dd_1_277"/>
          <p:cNvSpPr/>
          <p:nvPr/>
        </p:nvSpPr>
        <p:spPr>
          <a:xfrm>
            <a:off x="6154737" y="2155793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Play"/>
              <a:buChar char="●"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Предсказывать события:</a:t>
            </a: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 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поломки оборудования, сбои, критические состояния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3" name="Google Shape;233;g3f560cde4dd_1_277"/>
          <p:cNvSpPr txBox="1"/>
          <p:nvPr>
            <p:ph type="title"/>
          </p:nvPr>
        </p:nvSpPr>
        <p:spPr>
          <a:xfrm>
            <a:off x="677325" y="692150"/>
            <a:ext cx="8624100" cy="1081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Зачем изучать временные ряды?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234" name="Google Shape;234;g3f560cde4dd_1_277"/>
          <p:cNvSpPr/>
          <p:nvPr/>
        </p:nvSpPr>
        <p:spPr>
          <a:xfrm>
            <a:off x="671500" y="4239000"/>
            <a:ext cx="5365800" cy="2250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Play"/>
              <a:buChar char="●"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Обнаруживать аномалии: 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необычное поведение датчиков, систем или пользователей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35" name="Google Shape;235;g3f560cde4dd_1_277"/>
          <p:cNvSpPr/>
          <p:nvPr/>
        </p:nvSpPr>
        <p:spPr>
          <a:xfrm>
            <a:off x="6154725" y="4238999"/>
            <a:ext cx="5391300" cy="2250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-355600" lvl="0" marL="45720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Play"/>
              <a:buChar char="●"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Выявлять закономерности: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ru-RU" sz="2000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тренды, сезонность, циклы и зависимости во времени</a:t>
            </a:r>
            <a:endParaRPr sz="2000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3f560cde4dd_1_27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41" name="Google Shape;241;g3f560cde4dd_1_27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Постановка задачи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f857a1c517_1_5"/>
          <p:cNvSpPr/>
          <p:nvPr/>
        </p:nvSpPr>
        <p:spPr>
          <a:xfrm>
            <a:off x="658825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g3f857a1c517_1_5"/>
          <p:cNvSpPr txBox="1"/>
          <p:nvPr>
            <p:ph type="title"/>
          </p:nvPr>
        </p:nvSpPr>
        <p:spPr>
          <a:xfrm>
            <a:off x="677320" y="692150"/>
            <a:ext cx="88581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Примеры временных рядов</a:t>
            </a:r>
            <a:endParaRPr/>
          </a:p>
        </p:txBody>
      </p:sp>
      <p:sp>
        <p:nvSpPr>
          <p:cNvPr id="248" name="Google Shape;248;g3f857a1c517_1_5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g3f857a1c517_1_5"/>
          <p:cNvSpPr txBox="1"/>
          <p:nvPr/>
        </p:nvSpPr>
        <p:spPr>
          <a:xfrm>
            <a:off x="1127648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t/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0" name="Google Shape;250;g3f857a1c517_1_5"/>
          <p:cNvSpPr txBox="1"/>
          <p:nvPr/>
        </p:nvSpPr>
        <p:spPr>
          <a:xfrm>
            <a:off x="806413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lang="ru-RU" sz="1634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Курс доллара по дням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1" name="Google Shape;251;g3f857a1c517_1_5"/>
          <p:cNvSpPr/>
          <p:nvPr/>
        </p:nvSpPr>
        <p:spPr>
          <a:xfrm>
            <a:off x="350285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g3f857a1c517_1_5"/>
          <p:cNvSpPr txBox="1"/>
          <p:nvPr/>
        </p:nvSpPr>
        <p:spPr>
          <a:xfrm>
            <a:off x="397167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t/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3" name="Google Shape;253;g3f857a1c517_1_5"/>
          <p:cNvSpPr txBox="1"/>
          <p:nvPr/>
        </p:nvSpPr>
        <p:spPr>
          <a:xfrm>
            <a:off x="365043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 fontScale="85000"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7319"/>
              <a:buFont typeface="Arial"/>
              <a:buNone/>
            </a:pPr>
            <a:r>
              <a:rPr lang="ru-RU" sz="1634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Температура по часам</a:t>
            </a:r>
            <a:endParaRPr sz="1634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69400"/>
              <a:buFont typeface="Arial"/>
              <a:buNone/>
            </a:pPr>
            <a:r>
              <a:t/>
            </a:r>
            <a:endParaRPr sz="1634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4" name="Google Shape;254;g3f857a1c517_1_5"/>
          <p:cNvSpPr/>
          <p:nvPr/>
        </p:nvSpPr>
        <p:spPr>
          <a:xfrm>
            <a:off x="6355363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g3f857a1c517_1_5"/>
          <p:cNvSpPr txBox="1"/>
          <p:nvPr/>
        </p:nvSpPr>
        <p:spPr>
          <a:xfrm>
            <a:off x="6824186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t/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6" name="Google Shape;256;g3f857a1c517_1_5"/>
          <p:cNvSpPr txBox="1"/>
          <p:nvPr/>
        </p:nvSpPr>
        <p:spPr>
          <a:xfrm>
            <a:off x="6502950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lang="ru-RU" sz="1634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Продажи товара по неделям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57" name="Google Shape;257;g3f857a1c517_1_5"/>
          <p:cNvSpPr/>
          <p:nvPr/>
        </p:nvSpPr>
        <p:spPr>
          <a:xfrm>
            <a:off x="920790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g3f857a1c517_1_5"/>
          <p:cNvSpPr txBox="1"/>
          <p:nvPr/>
        </p:nvSpPr>
        <p:spPr>
          <a:xfrm>
            <a:off x="967672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t/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g3f857a1c517_1_5"/>
          <p:cNvSpPr txBox="1"/>
          <p:nvPr/>
        </p:nvSpPr>
        <p:spPr>
          <a:xfrm>
            <a:off x="935548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lang="ru-RU" sz="1634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Кардиограмма по миллисекундам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f857a1c517_1_0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65" name="Google Shape;265;g3f857a1c517_1_0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Ряд это не обычная выборка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g3f857a1c517_1_30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1" name="Google Shape;271;g3f857a1c517_1_30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Порядок - ключевая информация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f857a1c517_1_36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77" name="Google Shape;277;g3f857a1c517_1_36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Компоненты временного ряда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f857a1c517_1_4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83" name="Google Shape;283;g3f857a1c517_1_4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Тренд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f857a1c517_1_48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89" name="Google Shape;289;g3f857a1c517_1_48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Сезонность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g3f857a1c517_1_55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295" name="Google Shape;295;g3f857a1c517_1_55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Цикл vs сезонность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g3f857a1c517_1_61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1" name="Google Shape;301;g3f857a1c517_1_61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Шум (остаток)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05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g3f857a1c517_1_67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07" name="Google Shape;307;g3f857a1c517_1_67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Лаговые признаки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g3f857a1c517_1_73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13" name="Google Shape;313;g3f857a1c517_1_73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Скользящие окна (rolling window)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g3f857a1c517_1_79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19" name="Google Shape;319;g3f857a1c517_1_79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Rolling window vs expanding window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f857a1c517_1_85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25" name="Google Shape;325;g3f857a1c517_1_85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Автокорреляция (ACF)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29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g3f857a1c517_1_91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31" name="Google Shape;331;g3f857a1c517_1_91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Частичная автокорреляция (PACF)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g3f857a1c517_1_97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37" name="Google Shape;337;g3f857a1c517_1_97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Устранение тренда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f857a1c517_1_10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43" name="Google Shape;343;g3f857a1c517_1_10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Сезонное дифференцирование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g3f857a1c517_1_114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49" name="Google Shape;349;g3f857a1c517_1_114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Декомпозиция ряда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f857a1c517_1_120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55" name="Google Shape;355;g3f857a1c517_1_120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Два типа задач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59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f857a1c517_1_126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61" name="Google Shape;361;g3f857a1c517_1_126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Baseline-модели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65" name="Shape 3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6" name="Google Shape;366;g3f857a1c517_1_13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67" name="Google Shape;367;g3f857a1c517_1_13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Многошаговый прогноз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7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g3f857a1c517_1_138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73" name="Google Shape;373;g3f857a1c517_1_138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Почему обычный K-fold не подходит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77" name="Shape 3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" name="Google Shape;378;g3f857a1c517_1_144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79" name="Google Shape;379;g3f857a1c517_1_144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Временное разбиение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83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g3f857a1c517_1_150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85" name="Google Shape;385;g3f857a1c517_1_150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TimeSeriesSplit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g3f857a1c517_1_156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91" name="Google Shape;391;g3f857a1c517_1_156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Метрики для временных рядов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395" name="Shape 3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6" name="Google Shape;396;g3f857a1c517_1_162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397" name="Google Shape;397;g3f857a1c517_1_162"/>
          <p:cNvSpPr txBox="1"/>
          <p:nvPr>
            <p:ph type="title"/>
          </p:nvPr>
        </p:nvSpPr>
        <p:spPr>
          <a:xfrm>
            <a:off x="677325" y="692150"/>
            <a:ext cx="8413200" cy="581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sMAPE и MASE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f857a1c517_1_168"/>
          <p:cNvSpPr/>
          <p:nvPr/>
        </p:nvSpPr>
        <p:spPr>
          <a:xfrm>
            <a:off x="693000" y="2364500"/>
            <a:ext cx="10806000" cy="22059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03" name="Google Shape;403;g3f857a1c517_1_168"/>
          <p:cNvSpPr txBox="1"/>
          <p:nvPr>
            <p:ph type="title"/>
          </p:nvPr>
        </p:nvSpPr>
        <p:spPr>
          <a:xfrm>
            <a:off x="677325" y="692150"/>
            <a:ext cx="9594000" cy="98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Риски переобучения на временных паттернах</a:t>
            </a:r>
            <a:endParaRPr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7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f560cde4dd_1_614"/>
          <p:cNvSpPr txBox="1"/>
          <p:nvPr>
            <p:ph type="title"/>
          </p:nvPr>
        </p:nvSpPr>
        <p:spPr>
          <a:xfrm>
            <a:off x="658825" y="2838000"/>
            <a:ext cx="6559200" cy="12561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6000"/>
              <a:buFont typeface="Play"/>
              <a:buNone/>
            </a:pPr>
            <a:r>
              <a:rPr lang="ru-RU" sz="4800">
                <a:solidFill>
                  <a:schemeClr val="dk2"/>
                </a:solidFill>
              </a:rPr>
              <a:t>Практическая часть</a:t>
            </a:r>
            <a:endParaRPr sz="4800">
              <a:solidFill>
                <a:schemeClr val="dk2"/>
              </a:solidFill>
            </a:endParaRPr>
          </a:p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Play"/>
              <a:buNone/>
            </a:pPr>
            <a:r>
              <a:t/>
            </a:r>
            <a:endParaRPr sz="4800">
              <a:solidFill>
                <a:schemeClr val="dk2"/>
              </a:solidFill>
            </a:endParaRPr>
          </a:p>
        </p:txBody>
      </p:sp>
      <p:sp>
        <p:nvSpPr>
          <p:cNvPr id="409" name="Google Shape;409;g3f560cde4dd_1_614"/>
          <p:cNvSpPr txBox="1"/>
          <p:nvPr/>
        </p:nvSpPr>
        <p:spPr>
          <a:xfrm>
            <a:off x="658825" y="3601500"/>
            <a:ext cx="9018600" cy="4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2000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Открываем jupyter notebook</a:t>
            </a:r>
            <a:endParaRPr sz="2200">
              <a:solidFill>
                <a:schemeClr val="dk2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f560cde4dd_1_290"/>
          <p:cNvSpPr txBox="1"/>
          <p:nvPr>
            <p:ph type="title"/>
          </p:nvPr>
        </p:nvSpPr>
        <p:spPr>
          <a:xfrm>
            <a:off x="603178" y="692150"/>
            <a:ext cx="92919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3600"/>
              <a:t>Решения других компаний</a:t>
            </a:r>
            <a:endParaRPr sz="3600"/>
          </a:p>
        </p:txBody>
      </p:sp>
      <p:sp>
        <p:nvSpPr>
          <p:cNvPr id="415" name="Google Shape;415;g3f560cde4dd_1_290"/>
          <p:cNvSpPr txBox="1"/>
          <p:nvPr>
            <p:ph idx="4294967295" type="body"/>
          </p:nvPr>
        </p:nvSpPr>
        <p:spPr>
          <a:xfrm>
            <a:off x="2818050" y="2019450"/>
            <a:ext cx="3087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b="1" lang="ru-RU" sz="2400"/>
              <a:t>Название компании</a:t>
            </a:r>
            <a:endParaRPr b="1"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lang="ru-RU" sz="1800"/>
              <a:t>Описание решения компании, если его можно сформулировать кратко, иллюстрируем изображением</a:t>
            </a:r>
            <a:endParaRPr sz="1800"/>
          </a:p>
        </p:txBody>
      </p:sp>
      <p:pic>
        <p:nvPicPr>
          <p:cNvPr id="416" name="Google Shape;416;g3f560cde4dd_1_290"/>
          <p:cNvPicPr preferRelativeResize="0"/>
          <p:nvPr/>
        </p:nvPicPr>
        <p:blipFill rotWithShape="1">
          <a:blip r:embed="rId3">
            <a:alphaModFix/>
          </a:blip>
          <a:srcRect b="46640" l="14948" r="54601" t="7683"/>
          <a:stretch/>
        </p:blipFill>
        <p:spPr>
          <a:xfrm>
            <a:off x="554152" y="1773251"/>
            <a:ext cx="1939311" cy="1939311"/>
          </a:xfrm>
          <a:custGeom>
            <a:rect b="b" l="l" r="r" t="t"/>
            <a:pathLst>
              <a:path extrusionOk="0" h="1622854" w="1622854">
                <a:moveTo>
                  <a:pt x="811427" y="0"/>
                </a:moveTo>
                <a:cubicBezTo>
                  <a:pt x="1259566" y="0"/>
                  <a:pt x="1622854" y="363288"/>
                  <a:pt x="1622854" y="811427"/>
                </a:cubicBezTo>
                <a:cubicBezTo>
                  <a:pt x="1622854" y="1259566"/>
                  <a:pt x="1259566" y="1622854"/>
                  <a:pt x="811427" y="1622854"/>
                </a:cubicBezTo>
                <a:cubicBezTo>
                  <a:pt x="363288" y="1622854"/>
                  <a:pt x="0" y="1259566"/>
                  <a:pt x="0" y="811427"/>
                </a:cubicBezTo>
                <a:cubicBezTo>
                  <a:pt x="0" y="363288"/>
                  <a:pt x="363288" y="0"/>
                  <a:pt x="81142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</p:pic>
      <p:sp>
        <p:nvSpPr>
          <p:cNvPr id="417" name="Google Shape;417;g3f560cde4dd_1_290"/>
          <p:cNvSpPr txBox="1"/>
          <p:nvPr>
            <p:ph idx="4294967295" type="body"/>
          </p:nvPr>
        </p:nvSpPr>
        <p:spPr>
          <a:xfrm>
            <a:off x="8448700" y="2019450"/>
            <a:ext cx="3087900" cy="1939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b="1" lang="ru-RU" sz="2400"/>
              <a:t>Название компании</a:t>
            </a:r>
            <a:endParaRPr b="1" sz="2400"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2000"/>
              <a:buFont typeface="Arial"/>
              <a:buNone/>
            </a:pPr>
            <a:r>
              <a:rPr lang="ru-RU" sz="1800"/>
              <a:t>Описание решения компании, если его можно сформулировать кратко, иллюстрируем изображением</a:t>
            </a:r>
            <a:endParaRPr sz="1800"/>
          </a:p>
        </p:txBody>
      </p:sp>
      <p:pic>
        <p:nvPicPr>
          <p:cNvPr id="418" name="Google Shape;418;g3f560cde4dd_1_290"/>
          <p:cNvPicPr preferRelativeResize="0"/>
          <p:nvPr/>
        </p:nvPicPr>
        <p:blipFill rotWithShape="1">
          <a:blip r:embed="rId3">
            <a:alphaModFix/>
          </a:blip>
          <a:srcRect b="46640" l="14948" r="54601" t="7683"/>
          <a:stretch/>
        </p:blipFill>
        <p:spPr>
          <a:xfrm>
            <a:off x="6184802" y="1773251"/>
            <a:ext cx="1939311" cy="1939311"/>
          </a:xfrm>
          <a:custGeom>
            <a:rect b="b" l="l" r="r" t="t"/>
            <a:pathLst>
              <a:path extrusionOk="0" h="1622854" w="1622854">
                <a:moveTo>
                  <a:pt x="811427" y="0"/>
                </a:moveTo>
                <a:cubicBezTo>
                  <a:pt x="1259566" y="0"/>
                  <a:pt x="1622854" y="363288"/>
                  <a:pt x="1622854" y="811427"/>
                </a:cubicBezTo>
                <a:cubicBezTo>
                  <a:pt x="1622854" y="1259566"/>
                  <a:pt x="1259566" y="1622854"/>
                  <a:pt x="811427" y="1622854"/>
                </a:cubicBezTo>
                <a:cubicBezTo>
                  <a:pt x="363288" y="1622854"/>
                  <a:pt x="0" y="1259566"/>
                  <a:pt x="0" y="811427"/>
                </a:cubicBezTo>
                <a:cubicBezTo>
                  <a:pt x="0" y="363288"/>
                  <a:pt x="363288" y="0"/>
                  <a:pt x="811427" y="0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22" name="Shape 4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3" name="Google Shape;423;g3f560cde4dd_1_298"/>
          <p:cNvSpPr txBox="1"/>
          <p:nvPr>
            <p:ph type="title"/>
          </p:nvPr>
        </p:nvSpPr>
        <p:spPr>
          <a:xfrm>
            <a:off x="677325" y="692150"/>
            <a:ext cx="8624100" cy="63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Решения (название компании)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424" name="Google Shape;424;g3f560cde4dd_1_298"/>
          <p:cNvSpPr/>
          <p:nvPr/>
        </p:nvSpPr>
        <p:spPr>
          <a:xfrm>
            <a:off x="695825" y="2061175"/>
            <a:ext cx="5551200" cy="36831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Добавляем изображение для иллюстрации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Это же пространство можно заменить текстовыми описания характеристик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25" name="Google Shape;425;g3f560cde4dd_1_298"/>
          <p:cNvSpPr txBox="1"/>
          <p:nvPr/>
        </p:nvSpPr>
        <p:spPr>
          <a:xfrm>
            <a:off x="6541975" y="2390900"/>
            <a:ext cx="4954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Описание решения компании, формулируем кратко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26" name="Google Shape;426;g3f560cde4dd_1_298"/>
          <p:cNvSpPr txBox="1"/>
          <p:nvPr/>
        </p:nvSpPr>
        <p:spPr>
          <a:xfrm>
            <a:off x="6541975" y="3947125"/>
            <a:ext cx="4954200" cy="800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Описание решения компании, формулируем кратко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27" name="Google Shape;427;g3f560cde4dd_1_298"/>
          <p:cNvCxnSpPr/>
          <p:nvPr/>
        </p:nvCxnSpPr>
        <p:spPr>
          <a:xfrm rot="10800000">
            <a:off x="6579175" y="3591525"/>
            <a:ext cx="4879800" cy="0"/>
          </a:xfrm>
          <a:prstGeom prst="straightConnector1">
            <a:avLst/>
          </a:prstGeom>
          <a:noFill/>
          <a:ln cap="flat" cmpd="sng" w="12700">
            <a:solidFill>
              <a:srgbClr val="E1E1E2"/>
            </a:solidFill>
            <a:prstDash val="solid"/>
            <a:miter lim="0"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32" name="Google Shape;432;g3f560cde4dd_1_345"/>
          <p:cNvCxnSpPr/>
          <p:nvPr/>
        </p:nvCxnSpPr>
        <p:spPr>
          <a:xfrm rot="10800000">
            <a:off x="658800" y="2199500"/>
            <a:ext cx="11533200" cy="0"/>
          </a:xfrm>
          <a:prstGeom prst="straightConnector1">
            <a:avLst/>
          </a:prstGeom>
          <a:noFill/>
          <a:ln cap="flat" cmpd="sng" w="19050">
            <a:solidFill>
              <a:schemeClr val="accent4"/>
            </a:solidFill>
            <a:prstDash val="solid"/>
            <a:miter lim="0"/>
            <a:headEnd len="sm" w="sm" type="none"/>
            <a:tailEnd len="sm" w="sm" type="none"/>
          </a:ln>
        </p:spPr>
      </p:cxnSp>
      <p:sp>
        <p:nvSpPr>
          <p:cNvPr id="433" name="Google Shape;433;g3f560cde4dd_1_345"/>
          <p:cNvSpPr txBox="1"/>
          <p:nvPr>
            <p:ph type="title"/>
          </p:nvPr>
        </p:nvSpPr>
        <p:spPr>
          <a:xfrm>
            <a:off x="677325" y="692150"/>
            <a:ext cx="85845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Таймлайн без акцентов</a:t>
            </a:r>
            <a:endParaRPr/>
          </a:p>
        </p:txBody>
      </p:sp>
      <p:sp>
        <p:nvSpPr>
          <p:cNvPr id="434" name="Google Shape;434;g3f560cde4dd_1_345"/>
          <p:cNvSpPr txBox="1"/>
          <p:nvPr/>
        </p:nvSpPr>
        <p:spPr>
          <a:xfrm>
            <a:off x="2792150" y="2386744"/>
            <a:ext cx="274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необходимая дата</a:t>
            </a:r>
            <a:endParaRPr b="0" i="0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35" name="Google Shape;435;g3f560cde4dd_1_345"/>
          <p:cNvSpPr/>
          <p:nvPr/>
        </p:nvSpPr>
        <p:spPr>
          <a:xfrm>
            <a:off x="4054107" y="2103103"/>
            <a:ext cx="219300" cy="21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35700" lIns="35700" spcFirstLastPara="1" rIns="35700" wrap="square" tIns="3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6" name="Google Shape;436;g3f560cde4dd_1_345"/>
          <p:cNvSpPr/>
          <p:nvPr/>
        </p:nvSpPr>
        <p:spPr>
          <a:xfrm>
            <a:off x="7392265" y="2103103"/>
            <a:ext cx="219300" cy="2193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35700" lIns="35700" spcFirstLastPara="1" rIns="35700" wrap="square" tIns="3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g3f560cde4dd_1_345"/>
          <p:cNvSpPr/>
          <p:nvPr/>
        </p:nvSpPr>
        <p:spPr>
          <a:xfrm>
            <a:off x="2884400" y="342299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38" name="Google Shape;438;g3f560cde4dd_1_345"/>
          <p:cNvSpPr txBox="1"/>
          <p:nvPr/>
        </p:nvSpPr>
        <p:spPr>
          <a:xfrm>
            <a:off x="3014449" y="352919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Описание особенностей этапа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39" name="Google Shape;439;g3f560cde4dd_1_345"/>
          <p:cNvCxnSpPr>
            <a:stCxn id="434" idx="2"/>
            <a:endCxn id="437" idx="0"/>
          </p:cNvCxnSpPr>
          <p:nvPr/>
        </p:nvCxnSpPr>
        <p:spPr>
          <a:xfrm>
            <a:off x="4163750" y="28484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440" name="Google Shape;440;g3f560cde4dd_1_345"/>
          <p:cNvSpPr/>
          <p:nvPr/>
        </p:nvSpPr>
        <p:spPr>
          <a:xfrm>
            <a:off x="2884400" y="477574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1" name="Google Shape;441;g3f560cde4dd_1_345"/>
          <p:cNvSpPr txBox="1"/>
          <p:nvPr/>
        </p:nvSpPr>
        <p:spPr>
          <a:xfrm>
            <a:off x="3014449" y="488194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предполагаемый KPI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42" name="Google Shape;442;g3f560cde4dd_1_345"/>
          <p:cNvCxnSpPr>
            <a:endCxn id="440" idx="0"/>
          </p:cNvCxnSpPr>
          <p:nvPr/>
        </p:nvCxnSpPr>
        <p:spPr>
          <a:xfrm>
            <a:off x="4163750" y="42012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443" name="Google Shape;443;g3f560cde4dd_1_345"/>
          <p:cNvSpPr txBox="1"/>
          <p:nvPr/>
        </p:nvSpPr>
        <p:spPr>
          <a:xfrm>
            <a:off x="6130317" y="2386744"/>
            <a:ext cx="2743200" cy="46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0" wrap="square" tIns="45700">
            <a:sp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24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необходимая дата</a:t>
            </a:r>
            <a:endParaRPr b="0" i="0" sz="24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4" name="Google Shape;444;g3f560cde4dd_1_345"/>
          <p:cNvSpPr/>
          <p:nvPr/>
        </p:nvSpPr>
        <p:spPr>
          <a:xfrm>
            <a:off x="6222567" y="342299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5" name="Google Shape;445;g3f560cde4dd_1_345"/>
          <p:cNvSpPr txBox="1"/>
          <p:nvPr/>
        </p:nvSpPr>
        <p:spPr>
          <a:xfrm>
            <a:off x="6352616" y="352919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Описание особенностей этапа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46" name="Google Shape;446;g3f560cde4dd_1_345"/>
          <p:cNvCxnSpPr>
            <a:stCxn id="443" idx="2"/>
            <a:endCxn id="444" idx="0"/>
          </p:cNvCxnSpPr>
          <p:nvPr/>
        </p:nvCxnSpPr>
        <p:spPr>
          <a:xfrm>
            <a:off x="7501917" y="28484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sp>
        <p:nvSpPr>
          <p:cNvPr id="447" name="Google Shape;447;g3f560cde4dd_1_345"/>
          <p:cNvSpPr/>
          <p:nvPr/>
        </p:nvSpPr>
        <p:spPr>
          <a:xfrm>
            <a:off x="6222567" y="4775744"/>
            <a:ext cx="2558700" cy="7782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448" name="Google Shape;448;g3f560cde4dd_1_345"/>
          <p:cNvSpPr txBox="1"/>
          <p:nvPr/>
        </p:nvSpPr>
        <p:spPr>
          <a:xfrm>
            <a:off x="6352616" y="4881944"/>
            <a:ext cx="2298600" cy="56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предполагаемый KPI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49" name="Google Shape;449;g3f560cde4dd_1_345"/>
          <p:cNvCxnSpPr>
            <a:endCxn id="447" idx="0"/>
          </p:cNvCxnSpPr>
          <p:nvPr/>
        </p:nvCxnSpPr>
        <p:spPr>
          <a:xfrm>
            <a:off x="7501917" y="4201244"/>
            <a:ext cx="0" cy="57450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4"/>
          <p:cNvSpPr txBox="1"/>
          <p:nvPr>
            <p:ph idx="1" type="body"/>
          </p:nvPr>
        </p:nvSpPr>
        <p:spPr>
          <a:xfrm>
            <a:off x="658825" y="1773301"/>
            <a:ext cx="5437200" cy="2005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1</a:t>
            </a:r>
            <a:endParaRPr sz="2400"/>
          </a:p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2</a:t>
            </a:r>
            <a:endParaRPr sz="2400"/>
          </a:p>
          <a:p>
            <a:pPr indent="-285750" lvl="0" marL="28575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•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455" name="Google Shape;455;p4"/>
          <p:cNvSpPr txBox="1"/>
          <p:nvPr>
            <p:ph type="title"/>
          </p:nvPr>
        </p:nvSpPr>
        <p:spPr>
          <a:xfrm>
            <a:off x="639775" y="692156"/>
            <a:ext cx="5475300" cy="726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59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g3f560cde4dd_1_391"/>
          <p:cNvSpPr txBox="1"/>
          <p:nvPr>
            <p:ph idx="1" type="body"/>
          </p:nvPr>
        </p:nvSpPr>
        <p:spPr>
          <a:xfrm>
            <a:off x="671500" y="1950100"/>
            <a:ext cx="4853400" cy="35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Ваша текстовая информация, определённый тезис, который иллюстрирует изображения.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Если нужен список: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ru-RU" sz="1800"/>
              <a:t>буллеты синим цветом</a:t>
            </a:r>
            <a:endParaRPr sz="1800"/>
          </a:p>
          <a:p>
            <a:pPr indent="-342900" lvl="0" marL="4572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</a:pPr>
            <a:r>
              <a:rPr lang="ru-RU" sz="1800"/>
              <a:t>по возможности маркированный список</a:t>
            </a:r>
            <a:endParaRPr sz="1800"/>
          </a:p>
        </p:txBody>
      </p:sp>
      <p:sp>
        <p:nvSpPr>
          <p:cNvPr id="461" name="Google Shape;461;g3f560cde4dd_1_391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462" name="Google Shape;462;g3f560cde4dd_1_391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520475" y="0"/>
            <a:ext cx="5671534" cy="68580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66" name="Shape 4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7" name="Google Shape;467;g3f560cde4dd_1_398"/>
          <p:cNvSpPr txBox="1"/>
          <p:nvPr>
            <p:ph idx="1" type="body"/>
          </p:nvPr>
        </p:nvSpPr>
        <p:spPr>
          <a:xfrm>
            <a:off x="671500" y="1950100"/>
            <a:ext cx="4853400" cy="3543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Если у вас несколько изображений на одном слайде, то располагайте их с небольшими отступами друг от друга. </a:t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800"/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Выбирайте качественные изображения, чтобы они не портили общий вид презентации.</a:t>
            </a:r>
            <a:endParaRPr sz="1800"/>
          </a:p>
        </p:txBody>
      </p:sp>
      <p:sp>
        <p:nvSpPr>
          <p:cNvPr id="468" name="Google Shape;468;g3f560cde4dd_1_398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469" name="Google Shape;469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9400376" y="0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0" name="Google Shape;470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441885" y="0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1" name="Google Shape;471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9400376" y="3482379"/>
            <a:ext cx="2791622" cy="3375620"/>
          </a:xfrm>
          <a:prstGeom prst="rect">
            <a:avLst/>
          </a:prstGeom>
          <a:noFill/>
          <a:ln>
            <a:noFill/>
          </a:ln>
        </p:spPr>
      </p:pic>
      <p:pic>
        <p:nvPicPr>
          <p:cNvPr id="472" name="Google Shape;472;g3f560cde4dd_1_398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441885" y="3482379"/>
            <a:ext cx="2791622" cy="33756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f560cde4dd_1_407"/>
          <p:cNvSpPr txBox="1"/>
          <p:nvPr>
            <p:ph idx="1" type="body"/>
          </p:nvPr>
        </p:nvSpPr>
        <p:spPr>
          <a:xfrm>
            <a:off x="671500" y="1378840"/>
            <a:ext cx="48534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связь изображений можно показать стрелочками</a:t>
            </a:r>
            <a:endParaRPr sz="1800"/>
          </a:p>
        </p:txBody>
      </p:sp>
      <p:sp>
        <p:nvSpPr>
          <p:cNvPr id="478" name="Google Shape;478;g3f560cde4dd_1_407"/>
          <p:cNvSpPr txBox="1"/>
          <p:nvPr>
            <p:ph type="title"/>
          </p:nvPr>
        </p:nvSpPr>
        <p:spPr>
          <a:xfrm>
            <a:off x="671500" y="692150"/>
            <a:ext cx="5418600" cy="6867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479" name="Google Shape;479;g3f560cde4dd_1_407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671501" y="2354740"/>
            <a:ext cx="2513500" cy="3039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480" name="Google Shape;480;g3f560cde4dd_1_407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7740526" y="2354740"/>
            <a:ext cx="2513500" cy="3039325"/>
          </a:xfrm>
          <a:prstGeom prst="rect">
            <a:avLst/>
          </a:prstGeom>
          <a:noFill/>
          <a:ln>
            <a:noFill/>
          </a:ln>
        </p:spPr>
      </p:pic>
      <p:sp>
        <p:nvSpPr>
          <p:cNvPr id="481" name="Google Shape;481;g3f560cde4dd_1_407"/>
          <p:cNvSpPr/>
          <p:nvPr/>
        </p:nvSpPr>
        <p:spPr>
          <a:xfrm>
            <a:off x="4361463" y="2341553"/>
            <a:ext cx="2202600" cy="3065700"/>
          </a:xfrm>
          <a:prstGeom prst="roundRect">
            <a:avLst>
              <a:gd fmla="val 16667" name="adj"/>
            </a:avLst>
          </a:prstGeom>
          <a:solidFill>
            <a:schemeClr val="lt2"/>
          </a:solidFill>
          <a:ln cap="flat" cmpd="sng" w="19050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6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Фото или описание того, </a:t>
            </a:r>
            <a:endParaRPr b="0" i="0" sz="16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0" i="0" lang="ru-RU" sz="16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было сделано</a:t>
            </a:r>
            <a:endParaRPr b="0" i="0" sz="16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482" name="Google Shape;482;g3f560cde4dd_1_407"/>
          <p:cNvCxnSpPr>
            <a:stCxn id="479" idx="3"/>
            <a:endCxn id="481" idx="1"/>
          </p:cNvCxnSpPr>
          <p:nvPr/>
        </p:nvCxnSpPr>
        <p:spPr>
          <a:xfrm>
            <a:off x="3185001" y="3874403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  <p:cxnSp>
        <p:nvCxnSpPr>
          <p:cNvPr id="483" name="Google Shape;483;g3f560cde4dd_1_407"/>
          <p:cNvCxnSpPr/>
          <p:nvPr/>
        </p:nvCxnSpPr>
        <p:spPr>
          <a:xfrm>
            <a:off x="6561247" y="3874428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stealth"/>
          </a:ln>
        </p:spPr>
      </p:cxn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487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Google Shape;488;g3f560cde4dd_1_420"/>
          <p:cNvSpPr txBox="1"/>
          <p:nvPr>
            <p:ph idx="1" type="body"/>
          </p:nvPr>
        </p:nvSpPr>
        <p:spPr>
          <a:xfrm>
            <a:off x="671500" y="1267546"/>
            <a:ext cx="4853400" cy="38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600"/>
              <a:buNone/>
            </a:pPr>
            <a:r>
              <a:rPr lang="ru-RU" sz="1800"/>
              <a:t>можно брать фото без подписи</a:t>
            </a:r>
            <a:endParaRPr sz="1800"/>
          </a:p>
        </p:txBody>
      </p:sp>
      <p:sp>
        <p:nvSpPr>
          <p:cNvPr id="489" name="Google Shape;489;g3f560cde4dd_1_420"/>
          <p:cNvSpPr txBox="1"/>
          <p:nvPr>
            <p:ph type="title"/>
          </p:nvPr>
        </p:nvSpPr>
        <p:spPr>
          <a:xfrm>
            <a:off x="671500" y="692150"/>
            <a:ext cx="5418600" cy="575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pic>
        <p:nvPicPr>
          <p:cNvPr id="490" name="Google Shape;490;g3f560cde4dd_1_420"/>
          <p:cNvPicPr preferRelativeResize="0"/>
          <p:nvPr/>
        </p:nvPicPr>
        <p:blipFill rotWithShape="1">
          <a:blip r:embed="rId3">
            <a:alphaModFix/>
          </a:blip>
          <a:srcRect b="20081" l="0" r="8307" t="34772"/>
          <a:stretch/>
        </p:blipFill>
        <p:spPr>
          <a:xfrm>
            <a:off x="671500" y="2055475"/>
            <a:ext cx="6303044" cy="3440775"/>
          </a:xfrm>
          <a:prstGeom prst="rect">
            <a:avLst/>
          </a:prstGeom>
          <a:noFill/>
          <a:ln>
            <a:noFill/>
          </a:ln>
        </p:spPr>
      </p:pic>
      <p:pic>
        <p:nvPicPr>
          <p:cNvPr id="491" name="Google Shape;491;g3f560cde4dd_1_420"/>
          <p:cNvPicPr preferRelativeResize="0"/>
          <p:nvPr/>
        </p:nvPicPr>
        <p:blipFill rotWithShape="1">
          <a:blip r:embed="rId3">
            <a:alphaModFix/>
          </a:blip>
          <a:srcRect b="0" l="0" r="8307" t="0"/>
          <a:stretch/>
        </p:blipFill>
        <p:spPr>
          <a:xfrm>
            <a:off x="7365987" y="2055475"/>
            <a:ext cx="2845488" cy="3440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95" name="Shape 4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Google Shape;496;g3f560cde4dd_1_432"/>
          <p:cNvSpPr txBox="1"/>
          <p:nvPr>
            <p:ph idx="1" type="body"/>
          </p:nvPr>
        </p:nvSpPr>
        <p:spPr>
          <a:xfrm>
            <a:off x="658825" y="1773276"/>
            <a:ext cx="54372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1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2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AutoNum type="arabicPeriod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497" name="Google Shape;497;g3f560cde4dd_1_432"/>
          <p:cNvSpPr txBox="1"/>
          <p:nvPr>
            <p:ph type="title"/>
          </p:nvPr>
        </p:nvSpPr>
        <p:spPr>
          <a:xfrm>
            <a:off x="639775" y="692154"/>
            <a:ext cx="5475300" cy="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1" name="Shape 5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2" name="Google Shape;502;g3f560cde4dd_1_444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graphicFrame>
        <p:nvGraphicFramePr>
          <p:cNvPr id="503" name="Google Shape;503;g3f560cde4dd_1_444"/>
          <p:cNvGraphicFramePr/>
          <p:nvPr/>
        </p:nvGraphicFramePr>
        <p:xfrm>
          <a:off x="677325" y="1784888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{946DA36F-FC01-4CD0-BA5D-8E103E441653}</a:tableStyleId>
              </a:tblPr>
              <a:tblGrid>
                <a:gridCol w="951725"/>
                <a:gridCol w="4841075"/>
                <a:gridCol w="5063075"/>
              </a:tblGrid>
              <a:tr h="6872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№</a:t>
                      </a:r>
                      <a:endParaRPr sz="1600" u="none" cap="none" strike="noStrike">
                        <a:solidFill>
                          <a:srgbClr val="FFFF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Название характеристики</a:t>
                      </a:r>
                      <a:endParaRPr sz="1600" u="none" cap="none" strike="noStrike">
                        <a:solidFill>
                          <a:srgbClr val="FFFF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FFFF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Название характеристики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dk2"/>
                    </a:solidFill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1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Количество ячеек в таблице можно менять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Самое главное – верхнюю строчку оставлять синего цвета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2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Номера пишем также синим цветом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Границы оставляем стандартными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670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solidFill>
                            <a:srgbClr val="2272FF"/>
                          </a:solidFill>
                          <a:latin typeface="Play"/>
                          <a:ea typeface="Play"/>
                          <a:cs typeface="Play"/>
                          <a:sym typeface="Play"/>
                        </a:rPr>
                        <a:t>3</a:t>
                      </a:r>
                      <a:endParaRPr sz="1600" u="none" cap="none" strike="noStrike">
                        <a:solidFill>
                          <a:srgbClr val="2272FF"/>
                        </a:solidFill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Размер шрифта в таблице – 14 пт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600"/>
                        <a:buFont typeface="Arial"/>
                        <a:buNone/>
                      </a:pPr>
                      <a:r>
                        <a:rPr lang="ru-RU" sz="1600" u="none" cap="none" strike="noStrike">
                          <a:latin typeface="Play"/>
                          <a:ea typeface="Play"/>
                          <a:cs typeface="Play"/>
                          <a:sym typeface="Play"/>
                        </a:rPr>
                        <a:t>Размер ячеек меняем в зависимости от количества информации</a:t>
                      </a:r>
                      <a:endParaRPr sz="1600" u="none" cap="none" strike="noStrike">
                        <a:latin typeface="Play"/>
                        <a:ea typeface="Play"/>
                        <a:cs typeface="Play"/>
                        <a:sym typeface="Play"/>
                      </a:endParaRPr>
                    </a:p>
                  </a:txBody>
                  <a:tcPr marT="91425" marB="91425" marR="91425" marL="91425">
                    <a:lnL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19050">
                      <a:solidFill>
                        <a:schemeClr val="dk2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f560cde4dd_1_466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sp>
        <p:nvSpPr>
          <p:cNvPr id="509" name="Google Shape;509;g3f560cde4dd_1_466"/>
          <p:cNvSpPr txBox="1"/>
          <p:nvPr/>
        </p:nvSpPr>
        <p:spPr>
          <a:xfrm>
            <a:off x="658825" y="1365650"/>
            <a:ext cx="54186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схемы показываем прямоугольниками 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 закруглёнными углами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10" name="Google Shape;510;g3f560cde4dd_1_466"/>
          <p:cNvSpPr/>
          <p:nvPr/>
        </p:nvSpPr>
        <p:spPr>
          <a:xfrm>
            <a:off x="693913" y="3589332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2272FF"/>
          </a:solidFill>
          <a:ln cap="flat" cmpd="sng" w="137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1" name="Google Shape;511;g3f560cde4dd_1_466"/>
          <p:cNvCxnSpPr/>
          <p:nvPr/>
        </p:nvCxnSpPr>
        <p:spPr>
          <a:xfrm flipH="1" rot="10800000">
            <a:off x="2872452" y="2857242"/>
            <a:ext cx="1899300" cy="10632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2" name="Google Shape;512;g3f560cde4dd_1_466"/>
          <p:cNvSpPr/>
          <p:nvPr/>
        </p:nvSpPr>
        <p:spPr>
          <a:xfrm>
            <a:off x="4771736" y="2432850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3" name="Google Shape;513;g3f560cde4dd_1_466"/>
          <p:cNvCxnSpPr/>
          <p:nvPr/>
        </p:nvCxnSpPr>
        <p:spPr>
          <a:xfrm>
            <a:off x="3813385" y="3920442"/>
            <a:ext cx="993300" cy="0"/>
          </a:xfrm>
          <a:prstGeom prst="straightConnector1">
            <a:avLst/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4" name="Google Shape;514;g3f560cde4dd_1_466"/>
          <p:cNvSpPr/>
          <p:nvPr/>
        </p:nvSpPr>
        <p:spPr>
          <a:xfrm>
            <a:off x="4806824" y="3454799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5" name="Google Shape;515;g3f560cde4dd_1_466"/>
          <p:cNvCxnSpPr/>
          <p:nvPr/>
        </p:nvCxnSpPr>
        <p:spPr>
          <a:xfrm>
            <a:off x="2846218" y="3920442"/>
            <a:ext cx="1951800" cy="10803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6" name="Google Shape;516;g3f560cde4dd_1_466"/>
          <p:cNvSpPr/>
          <p:nvPr/>
        </p:nvSpPr>
        <p:spPr>
          <a:xfrm>
            <a:off x="4806824" y="4476748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7" name="Google Shape;517;g3f560cde4dd_1_466"/>
          <p:cNvCxnSpPr/>
          <p:nvPr/>
        </p:nvCxnSpPr>
        <p:spPr>
          <a:xfrm flipH="1" rot="10800000">
            <a:off x="7020451" y="2857242"/>
            <a:ext cx="1899300" cy="10632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18" name="Google Shape;518;g3f560cde4dd_1_466"/>
          <p:cNvSpPr/>
          <p:nvPr/>
        </p:nvSpPr>
        <p:spPr>
          <a:xfrm>
            <a:off x="8919735" y="2432850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19" name="Google Shape;519;g3f560cde4dd_1_466"/>
          <p:cNvCxnSpPr/>
          <p:nvPr/>
        </p:nvCxnSpPr>
        <p:spPr>
          <a:xfrm>
            <a:off x="7961384" y="3920442"/>
            <a:ext cx="993300" cy="0"/>
          </a:xfrm>
          <a:prstGeom prst="straightConnector1">
            <a:avLst/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0" name="Google Shape;520;g3f560cde4dd_1_466"/>
          <p:cNvSpPr/>
          <p:nvPr/>
        </p:nvSpPr>
        <p:spPr>
          <a:xfrm>
            <a:off x="8954822" y="3454799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21" name="Google Shape;521;g3f560cde4dd_1_466"/>
          <p:cNvCxnSpPr/>
          <p:nvPr/>
        </p:nvCxnSpPr>
        <p:spPr>
          <a:xfrm>
            <a:off x="6994216" y="3920442"/>
            <a:ext cx="1951800" cy="1080300"/>
          </a:xfrm>
          <a:prstGeom prst="bentConnector3">
            <a:avLst>
              <a:gd fmla="val 50000" name="adj1"/>
            </a:avLst>
          </a:prstGeom>
          <a:noFill/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22" name="Google Shape;522;g3f560cde4dd_1_466"/>
          <p:cNvSpPr/>
          <p:nvPr/>
        </p:nvSpPr>
        <p:spPr>
          <a:xfrm>
            <a:off x="8954822" y="4476748"/>
            <a:ext cx="2178600" cy="7632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32150" lIns="132150" spcFirstLastPara="1" rIns="132150" wrap="square" tIns="132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24"/>
              <a:buFont typeface="Arial"/>
              <a:buNone/>
            </a:pPr>
            <a:r>
              <a:t/>
            </a:r>
            <a:endParaRPr b="0" i="0" sz="202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3" name="Google Shape;523;g3f560cde4dd_1_466"/>
          <p:cNvSpPr txBox="1"/>
          <p:nvPr/>
        </p:nvSpPr>
        <p:spPr>
          <a:xfrm>
            <a:off x="658825" y="4687852"/>
            <a:ext cx="2178600" cy="1389600"/>
          </a:xfrm>
          <a:prstGeom prst="rect">
            <a:avLst/>
          </a:prstGeom>
          <a:noFill/>
          <a:ln>
            <a:noFill/>
          </a:ln>
        </p:spPr>
        <p:txBody>
          <a:bodyPr anchorCtr="0" anchor="t" bIns="132150" lIns="132150" spcFirstLastPara="1" rIns="132150" wrap="square" tIns="13215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24"/>
              <a:buFont typeface="Arial"/>
              <a:buNone/>
            </a:pPr>
            <a:r>
              <a:rPr b="0" i="0" lang="ru-RU" sz="1824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в основном блоке делаем заливку синим цветом</a:t>
            </a:r>
            <a:endParaRPr b="0" i="0" sz="1824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27" name="Shape 5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8" name="Google Shape;528;g3f560cde4dd_1_486"/>
          <p:cNvSpPr txBox="1"/>
          <p:nvPr>
            <p:ph type="title"/>
          </p:nvPr>
        </p:nvSpPr>
        <p:spPr>
          <a:xfrm>
            <a:off x="677325" y="692150"/>
            <a:ext cx="8584500" cy="67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Заголовок слайда</a:t>
            </a:r>
            <a:endParaRPr/>
          </a:p>
        </p:txBody>
      </p:sp>
      <p:sp>
        <p:nvSpPr>
          <p:cNvPr id="529" name="Google Shape;529;g3f560cde4dd_1_486"/>
          <p:cNvSpPr/>
          <p:nvPr/>
        </p:nvSpPr>
        <p:spPr>
          <a:xfrm>
            <a:off x="667992" y="2202452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0" name="Google Shape;530;g3f560cde4dd_1_486"/>
          <p:cNvSpPr txBox="1"/>
          <p:nvPr/>
        </p:nvSpPr>
        <p:spPr>
          <a:xfrm>
            <a:off x="3689663" y="3392725"/>
            <a:ext cx="4794000" cy="525000"/>
          </a:xfrm>
          <a:prstGeom prst="rect">
            <a:avLst/>
          </a:prstGeom>
          <a:noFill/>
          <a:ln>
            <a:noFill/>
          </a:ln>
        </p:spPr>
        <p:txBody>
          <a:bodyPr anchorCtr="0" anchor="t" bIns="122700" lIns="122700" spcFirstLastPara="1" rIns="122700" wrap="square" tIns="122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ru-RU" sz="18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связь также можно показать стрелочками</a:t>
            </a:r>
            <a:endParaRPr b="0" i="0" sz="18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  <p:cxnSp>
        <p:nvCxnSpPr>
          <p:cNvPr id="531" name="Google Shape;531;g3f560cde4dd_1_486"/>
          <p:cNvCxnSpPr/>
          <p:nvPr/>
        </p:nvCxnSpPr>
        <p:spPr>
          <a:xfrm>
            <a:off x="3387012" y="2588613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32" name="Google Shape;532;g3f560cde4dd_1_486"/>
          <p:cNvSpPr/>
          <p:nvPr/>
        </p:nvSpPr>
        <p:spPr>
          <a:xfrm>
            <a:off x="4981067" y="2202456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33" name="Google Shape;533;g3f560cde4dd_1_486"/>
          <p:cNvCxnSpPr/>
          <p:nvPr/>
        </p:nvCxnSpPr>
        <p:spPr>
          <a:xfrm>
            <a:off x="7664208" y="2605490"/>
            <a:ext cx="1176600" cy="0"/>
          </a:xfrm>
          <a:prstGeom prst="straightConnector1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med" w="med" type="triangle"/>
          </a:ln>
        </p:spPr>
      </p:cxnSp>
      <p:sp>
        <p:nvSpPr>
          <p:cNvPr id="534" name="Google Shape;534;g3f560cde4dd_1_486"/>
          <p:cNvSpPr/>
          <p:nvPr/>
        </p:nvSpPr>
        <p:spPr>
          <a:xfrm>
            <a:off x="9222412" y="2185579"/>
            <a:ext cx="2301600" cy="806100"/>
          </a:xfrm>
          <a:prstGeom prst="roundRect">
            <a:avLst>
              <a:gd fmla="val 41103" name="adj"/>
            </a:avLst>
          </a:prstGeom>
          <a:solidFill>
            <a:srgbClr val="FFFFFF"/>
          </a:solidFill>
          <a:ln cap="flat" cmpd="sng" w="28575">
            <a:solidFill>
              <a:srgbClr val="2272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122700" lIns="122700" spcFirstLastPara="1" rIns="122700" wrap="square" tIns="122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79"/>
              <a:buFont typeface="Arial"/>
              <a:buNone/>
            </a:pPr>
            <a:r>
              <a:t/>
            </a:r>
            <a:endParaRPr b="0" i="0" sz="1879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8" name="Shape 5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9" name="Google Shape;539;g3f560cde4dd_1_513"/>
          <p:cNvSpPr/>
          <p:nvPr/>
        </p:nvSpPr>
        <p:spPr>
          <a:xfrm>
            <a:off x="658825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0" name="Google Shape;540;g3f560cde4dd_1_513"/>
          <p:cNvSpPr txBox="1"/>
          <p:nvPr>
            <p:ph type="title"/>
          </p:nvPr>
        </p:nvSpPr>
        <p:spPr>
          <a:xfrm>
            <a:off x="677334" y="692150"/>
            <a:ext cx="58749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541" name="Google Shape;541;g3f560cde4dd_1_513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2" name="Google Shape;542;g3f560cde4dd_1_513"/>
          <p:cNvSpPr txBox="1"/>
          <p:nvPr/>
        </p:nvSpPr>
        <p:spPr>
          <a:xfrm>
            <a:off x="1190425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50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f560cde4dd_1_513"/>
          <p:cNvSpPr txBox="1"/>
          <p:nvPr/>
        </p:nvSpPr>
        <p:spPr>
          <a:xfrm>
            <a:off x="860125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44" name="Google Shape;544;g3f560cde4dd_1_513"/>
          <p:cNvSpPr/>
          <p:nvPr/>
        </p:nvSpPr>
        <p:spPr>
          <a:xfrm>
            <a:off x="4610563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g3f560cde4dd_1_513"/>
          <p:cNvSpPr txBox="1"/>
          <p:nvPr/>
        </p:nvSpPr>
        <p:spPr>
          <a:xfrm>
            <a:off x="5142163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32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6" name="Google Shape;546;g3f560cde4dd_1_513"/>
          <p:cNvSpPr txBox="1"/>
          <p:nvPr/>
        </p:nvSpPr>
        <p:spPr>
          <a:xfrm>
            <a:off x="4811863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47" name="Google Shape;547;g3f560cde4dd_1_513"/>
          <p:cNvSpPr/>
          <p:nvPr/>
        </p:nvSpPr>
        <p:spPr>
          <a:xfrm>
            <a:off x="8361000" y="1773250"/>
            <a:ext cx="31722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f560cde4dd_1_513"/>
          <p:cNvSpPr txBox="1"/>
          <p:nvPr/>
        </p:nvSpPr>
        <p:spPr>
          <a:xfrm>
            <a:off x="8892600" y="2130550"/>
            <a:ext cx="2109000" cy="16716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13548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18</a:t>
            </a:r>
            <a:endParaRPr b="0" i="0" sz="794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g3f560cde4dd_1_513"/>
          <p:cNvSpPr txBox="1"/>
          <p:nvPr/>
        </p:nvSpPr>
        <p:spPr>
          <a:xfrm>
            <a:off x="8562300" y="3881275"/>
            <a:ext cx="27696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53" name="Shape 5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4" name="Google Shape;554;g3f560cde4dd_1_540"/>
          <p:cNvSpPr/>
          <p:nvPr/>
        </p:nvSpPr>
        <p:spPr>
          <a:xfrm>
            <a:off x="658825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g3f560cde4dd_1_540"/>
          <p:cNvSpPr txBox="1"/>
          <p:nvPr>
            <p:ph type="title"/>
          </p:nvPr>
        </p:nvSpPr>
        <p:spPr>
          <a:xfrm>
            <a:off x="677334" y="692150"/>
            <a:ext cx="5874900" cy="644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556" name="Google Shape;556;g3f560cde4dd_1_540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7" name="Google Shape;557;g3f560cde4dd_1_540"/>
          <p:cNvSpPr txBox="1"/>
          <p:nvPr/>
        </p:nvSpPr>
        <p:spPr>
          <a:xfrm>
            <a:off x="1127648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10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8" name="Google Shape;558;g3f560cde4dd_1_540"/>
          <p:cNvSpPr txBox="1"/>
          <p:nvPr/>
        </p:nvSpPr>
        <p:spPr>
          <a:xfrm>
            <a:off x="806413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59" name="Google Shape;559;g3f560cde4dd_1_540"/>
          <p:cNvSpPr/>
          <p:nvPr/>
        </p:nvSpPr>
        <p:spPr>
          <a:xfrm>
            <a:off x="350285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0" name="Google Shape;560;g3f560cde4dd_1_540"/>
          <p:cNvSpPr txBox="1"/>
          <p:nvPr/>
        </p:nvSpPr>
        <p:spPr>
          <a:xfrm>
            <a:off x="397167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40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f560cde4dd_1_540"/>
          <p:cNvSpPr txBox="1"/>
          <p:nvPr/>
        </p:nvSpPr>
        <p:spPr>
          <a:xfrm>
            <a:off x="365043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62" name="Google Shape;562;g3f560cde4dd_1_540"/>
          <p:cNvSpPr/>
          <p:nvPr/>
        </p:nvSpPr>
        <p:spPr>
          <a:xfrm>
            <a:off x="6355363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3" name="Google Shape;563;g3f560cde4dd_1_540"/>
          <p:cNvSpPr txBox="1"/>
          <p:nvPr/>
        </p:nvSpPr>
        <p:spPr>
          <a:xfrm>
            <a:off x="6824186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32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4" name="Google Shape;564;g3f560cde4dd_1_540"/>
          <p:cNvSpPr txBox="1"/>
          <p:nvPr/>
        </p:nvSpPr>
        <p:spPr>
          <a:xfrm>
            <a:off x="6502950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65" name="Google Shape;565;g3f560cde4dd_1_540"/>
          <p:cNvSpPr/>
          <p:nvPr/>
        </p:nvSpPr>
        <p:spPr>
          <a:xfrm>
            <a:off x="9207900" y="1773250"/>
            <a:ext cx="2325300" cy="31323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2857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25900" lIns="51825" spcFirstLastPara="1" rIns="51825" wrap="square" tIns="259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20"/>
              <a:buFont typeface="Arial"/>
              <a:buNone/>
            </a:pPr>
            <a:r>
              <a:t/>
            </a:r>
            <a:endParaRPr b="0" i="0" sz="102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6" name="Google Shape;566;g3f560cde4dd_1_540"/>
          <p:cNvSpPr txBox="1"/>
          <p:nvPr/>
        </p:nvSpPr>
        <p:spPr>
          <a:xfrm>
            <a:off x="9676723" y="2394325"/>
            <a:ext cx="1487400" cy="11475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3548"/>
              <a:buFont typeface="Arial"/>
              <a:buNone/>
            </a:pPr>
            <a:r>
              <a:rPr b="1" i="0" lang="ru-RU" sz="960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18</a:t>
            </a:r>
            <a:endParaRPr b="0" i="0" sz="96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7" name="Google Shape;567;g3f560cde4dd_1_540"/>
          <p:cNvSpPr txBox="1"/>
          <p:nvPr/>
        </p:nvSpPr>
        <p:spPr>
          <a:xfrm>
            <a:off x="9355488" y="3604325"/>
            <a:ext cx="2030100" cy="583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34"/>
              <a:buFont typeface="Arial"/>
              <a:buNone/>
            </a:pPr>
            <a:r>
              <a:rPr b="0" i="0" lang="ru-RU" sz="1634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1634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71" name="Shape 5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2" name="Google Shape;572;g3f560cde4dd_1_563"/>
          <p:cNvSpPr/>
          <p:nvPr/>
        </p:nvSpPr>
        <p:spPr>
          <a:xfrm>
            <a:off x="677325" y="1878775"/>
            <a:ext cx="4088400" cy="4036800"/>
          </a:xfrm>
          <a:prstGeom prst="roundRect">
            <a:avLst>
              <a:gd fmla="val 14029" name="adj"/>
            </a:avLst>
          </a:prstGeom>
          <a:solidFill>
            <a:schemeClr val="lt2"/>
          </a:solidFill>
          <a:ln cap="flat" cmpd="sng" w="36825">
            <a:solidFill>
              <a:schemeClr val="dk2"/>
            </a:solidFill>
            <a:prstDash val="solid"/>
            <a:miter lim="0"/>
            <a:headEnd len="sm" w="sm" type="none"/>
            <a:tailEnd len="sm" w="sm" type="none"/>
          </a:ln>
        </p:spPr>
        <p:txBody>
          <a:bodyPr anchorCtr="0" anchor="ctr" bIns="33375" lIns="66775" spcFirstLastPara="1" rIns="66775" wrap="square" tIns="333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15"/>
              <a:buFont typeface="Arial"/>
              <a:buNone/>
            </a:pPr>
            <a:r>
              <a:t/>
            </a:r>
            <a:endParaRPr b="0" i="0" sz="1315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3" name="Google Shape;573;g3f560cde4dd_1_563"/>
          <p:cNvSpPr txBox="1"/>
          <p:nvPr>
            <p:ph type="title"/>
          </p:nvPr>
        </p:nvSpPr>
        <p:spPr>
          <a:xfrm>
            <a:off x="677325" y="692150"/>
            <a:ext cx="8848200" cy="710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/>
              <a:t>Результаты проекта</a:t>
            </a:r>
            <a:endParaRPr/>
          </a:p>
        </p:txBody>
      </p:sp>
      <p:sp>
        <p:nvSpPr>
          <p:cNvPr id="574" name="Google Shape;574;g3f560cde4dd_1_563"/>
          <p:cNvSpPr txBox="1"/>
          <p:nvPr/>
        </p:nvSpPr>
        <p:spPr>
          <a:xfrm>
            <a:off x="18692059" y="4674436"/>
            <a:ext cx="4304400" cy="678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Arial"/>
              <a:buNone/>
            </a:pPr>
            <a:r>
              <a:t/>
            </a:r>
            <a:endParaRPr b="0" i="0" sz="1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5" name="Google Shape;575;g3f560cde4dd_1_563"/>
          <p:cNvSpPr txBox="1"/>
          <p:nvPr/>
        </p:nvSpPr>
        <p:spPr>
          <a:xfrm>
            <a:off x="1362441" y="2339256"/>
            <a:ext cx="2718000" cy="21543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7460"/>
              <a:buFont typeface="Arial"/>
              <a:buNone/>
            </a:pPr>
            <a:r>
              <a:rPr b="1" i="0" lang="ru-RU" sz="17460" u="none" cap="none" strike="noStrike">
                <a:solidFill>
                  <a:schemeClr val="dk2"/>
                </a:solidFill>
                <a:latin typeface="Play"/>
                <a:ea typeface="Play"/>
                <a:cs typeface="Play"/>
                <a:sym typeface="Play"/>
              </a:rPr>
              <a:t>50</a:t>
            </a:r>
            <a:endParaRPr b="0" i="0" sz="1023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g3f560cde4dd_1_563"/>
          <p:cNvSpPr txBox="1"/>
          <p:nvPr/>
        </p:nvSpPr>
        <p:spPr>
          <a:xfrm>
            <a:off x="936757" y="4595557"/>
            <a:ext cx="3569400" cy="7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61"/>
              <a:buFont typeface="Arial"/>
              <a:buNone/>
            </a:pPr>
            <a:r>
              <a:rPr b="0" i="0" lang="ru-RU" sz="2005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объяснение данного </a:t>
            </a:r>
            <a:endParaRPr b="0" i="0" sz="2005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  <a:p>
            <a:pPr indent="0" lvl="0" marL="0" marR="0" rtl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61"/>
              <a:buFont typeface="Arial"/>
              <a:buNone/>
            </a:pPr>
            <a:r>
              <a:rPr b="0" i="0" lang="ru-RU" sz="2005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показателя</a:t>
            </a:r>
            <a:endParaRPr b="0" i="0" sz="2005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77" name="Google Shape;577;g3f560cde4dd_1_563"/>
          <p:cNvSpPr txBox="1"/>
          <p:nvPr/>
        </p:nvSpPr>
        <p:spPr>
          <a:xfrm>
            <a:off x="5296175" y="3346225"/>
            <a:ext cx="5284500" cy="110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Здесь можно оставить более подробную информацию о показателе, рассказать что-то дополнительно.</a:t>
            </a:r>
            <a:endParaRPr b="0" i="0" sz="20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8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Google Shape;582;g3f560cde4dd_1_580"/>
          <p:cNvSpPr/>
          <p:nvPr/>
        </p:nvSpPr>
        <p:spPr>
          <a:xfrm>
            <a:off x="658750" y="1850128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3" name="Google Shape;583;g3f560cde4dd_1_580"/>
          <p:cNvSpPr/>
          <p:nvPr/>
        </p:nvSpPr>
        <p:spPr>
          <a:xfrm>
            <a:off x="6141974" y="1852443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84" name="Google Shape;584;g3f560cde4dd_1_580"/>
          <p:cNvSpPr txBox="1"/>
          <p:nvPr>
            <p:ph type="title"/>
          </p:nvPr>
        </p:nvSpPr>
        <p:spPr>
          <a:xfrm>
            <a:off x="677325" y="692150"/>
            <a:ext cx="8624100" cy="792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Play"/>
              <a:buNone/>
            </a:pPr>
            <a:r>
              <a:rPr lang="ru-RU">
                <a:solidFill>
                  <a:schemeClr val="dk2"/>
                </a:solidFill>
              </a:rPr>
              <a:t>Результаты проекта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85" name="Google Shape;585;g3f560cde4dd_1_580"/>
          <p:cNvSpPr/>
          <p:nvPr/>
        </p:nvSpPr>
        <p:spPr>
          <a:xfrm>
            <a:off x="658750" y="3935654"/>
            <a:ext cx="53658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86" name="Google Shape;586;g3f560cde4dd_1_580"/>
          <p:cNvSpPr/>
          <p:nvPr/>
        </p:nvSpPr>
        <p:spPr>
          <a:xfrm>
            <a:off x="6141974" y="3935654"/>
            <a:ext cx="5391300" cy="19617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457200" marR="0" rtl="0" algn="l">
              <a:lnSpc>
                <a:spcPct val="11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0" i="0" lang="ru-RU" sz="20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Расписываем результат нашего проекта словами.</a:t>
            </a:r>
            <a:endParaRPr b="0" i="0" sz="20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0" name="Shape 5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1" name="Google Shape;591;g3f560cde4dd_1_588"/>
          <p:cNvSpPr txBox="1"/>
          <p:nvPr>
            <p:ph idx="1" type="body"/>
          </p:nvPr>
        </p:nvSpPr>
        <p:spPr>
          <a:xfrm>
            <a:off x="658825" y="1773276"/>
            <a:ext cx="5437200" cy="1755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rmAutofit/>
          </a:bodyPr>
          <a:lstStyle/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1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2</a:t>
            </a:r>
            <a:endParaRPr sz="2400"/>
          </a:p>
          <a:p>
            <a:pPr indent="-381000" lvl="0" marL="45720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Play"/>
              <a:buChar char="●"/>
            </a:pPr>
            <a:r>
              <a:rPr lang="ru-RU" sz="2400"/>
              <a:t>Вывод 3</a:t>
            </a:r>
            <a:endParaRPr sz="2400"/>
          </a:p>
        </p:txBody>
      </p:sp>
      <p:sp>
        <p:nvSpPr>
          <p:cNvPr id="592" name="Google Shape;592;g3f560cde4dd_1_588"/>
          <p:cNvSpPr txBox="1"/>
          <p:nvPr>
            <p:ph type="title"/>
          </p:nvPr>
        </p:nvSpPr>
        <p:spPr>
          <a:xfrm>
            <a:off x="639775" y="692154"/>
            <a:ext cx="5475300" cy="92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600"/>
              <a:buFont typeface="Play"/>
              <a:buNone/>
            </a:pPr>
            <a:r>
              <a:rPr lang="ru-RU" sz="3600">
                <a:solidFill>
                  <a:schemeClr val="dk2"/>
                </a:solidFill>
              </a:rPr>
              <a:t>Выводы</a:t>
            </a:r>
            <a:endParaRPr sz="36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2"/>
        </a:solidFill>
      </p:bgPr>
    </p:bg>
    <p:spTree>
      <p:nvGrpSpPr>
        <p:cNvPr id="596" name="Shape 5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7" name="Google Shape;597;g3f560cde4dd_1_593"/>
          <p:cNvSpPr/>
          <p:nvPr/>
        </p:nvSpPr>
        <p:spPr>
          <a:xfrm>
            <a:off x="1651788" y="15153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Узнали…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598" name="Google Shape;598;g3f560cde4dd_1_593"/>
          <p:cNvSpPr txBox="1"/>
          <p:nvPr>
            <p:ph type="title"/>
          </p:nvPr>
        </p:nvSpPr>
        <p:spPr>
          <a:xfrm>
            <a:off x="658825" y="590475"/>
            <a:ext cx="8457900" cy="550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>
                <a:solidFill>
                  <a:schemeClr val="dk2"/>
                </a:solidFill>
              </a:rPr>
              <a:t>Итоги занятия</a:t>
            </a:r>
            <a:endParaRPr>
              <a:solidFill>
                <a:schemeClr val="dk2"/>
              </a:solidFill>
            </a:endParaRPr>
          </a:p>
        </p:txBody>
      </p:sp>
      <p:sp>
        <p:nvSpPr>
          <p:cNvPr id="599" name="Google Shape;599;g3f560cde4dd_1_593"/>
          <p:cNvSpPr/>
          <p:nvPr/>
        </p:nvSpPr>
        <p:spPr>
          <a:xfrm>
            <a:off x="658801" y="15364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0" name="Google Shape;600;g3f560cde4dd_1_593"/>
          <p:cNvSpPr/>
          <p:nvPr/>
        </p:nvSpPr>
        <p:spPr>
          <a:xfrm>
            <a:off x="1651788" y="2520858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Рассмотрели…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01" name="Google Shape;601;g3f560cde4dd_1_593"/>
          <p:cNvSpPr/>
          <p:nvPr/>
        </p:nvSpPr>
        <p:spPr>
          <a:xfrm>
            <a:off x="658801" y="2542013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2" name="Google Shape;602;g3f560cde4dd_1_593"/>
          <p:cNvSpPr/>
          <p:nvPr/>
        </p:nvSpPr>
        <p:spPr>
          <a:xfrm>
            <a:off x="1651788" y="35475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Поняли…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03" name="Google Shape;603;g3f560cde4dd_1_593"/>
          <p:cNvSpPr/>
          <p:nvPr/>
        </p:nvSpPr>
        <p:spPr>
          <a:xfrm>
            <a:off x="658801" y="35686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g3f560cde4dd_1_593"/>
          <p:cNvSpPr/>
          <p:nvPr/>
        </p:nvSpPr>
        <p:spPr>
          <a:xfrm>
            <a:off x="1651788" y="4574208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Разобрались…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05" name="Google Shape;605;g3f560cde4dd_1_593"/>
          <p:cNvSpPr/>
          <p:nvPr/>
        </p:nvSpPr>
        <p:spPr>
          <a:xfrm>
            <a:off x="658801" y="4595363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g3f560cde4dd_1_593"/>
          <p:cNvSpPr/>
          <p:nvPr/>
        </p:nvSpPr>
        <p:spPr>
          <a:xfrm>
            <a:off x="1651788" y="5579733"/>
            <a:ext cx="9881400" cy="909000"/>
          </a:xfrm>
          <a:prstGeom prst="roundRect">
            <a:avLst>
              <a:gd fmla="val 0" name="adj"/>
            </a:avLst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17938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0" i="0" lang="ru-RU" sz="1800" u="none" cap="none" strike="noStrike">
                <a:solidFill>
                  <a:schemeClr val="dk1"/>
                </a:solidFill>
                <a:latin typeface="Play"/>
                <a:ea typeface="Play"/>
                <a:cs typeface="Play"/>
                <a:sym typeface="Play"/>
              </a:rPr>
              <a:t>Попробовали…</a:t>
            </a:r>
            <a:endParaRPr b="0" i="0" sz="1800" u="none" cap="none" strike="noStrike">
              <a:solidFill>
                <a:schemeClr val="dk1"/>
              </a:solidFill>
              <a:latin typeface="Play"/>
              <a:ea typeface="Play"/>
              <a:cs typeface="Play"/>
              <a:sym typeface="Play"/>
            </a:endParaRPr>
          </a:p>
        </p:txBody>
      </p:sp>
      <p:sp>
        <p:nvSpPr>
          <p:cNvPr id="607" name="Google Shape;607;g3f560cde4dd_1_593"/>
          <p:cNvSpPr/>
          <p:nvPr/>
        </p:nvSpPr>
        <p:spPr>
          <a:xfrm>
            <a:off x="658801" y="5600888"/>
            <a:ext cx="866700" cy="866700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r>
              <a:rPr b="0" i="0" lang="ru-RU" sz="3200" u="none" cap="none" strike="noStrike">
                <a:solidFill>
                  <a:schemeClr val="lt2"/>
                </a:solidFill>
                <a:latin typeface="Play"/>
                <a:ea typeface="Play"/>
                <a:cs typeface="Play"/>
                <a:sym typeface="Play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2" name="Google Shape;612;g3f560cde4dd_1_607"/>
          <p:cNvSpPr txBox="1"/>
          <p:nvPr>
            <p:ph type="title"/>
          </p:nvPr>
        </p:nvSpPr>
        <p:spPr>
          <a:xfrm>
            <a:off x="603172" y="692150"/>
            <a:ext cx="4621500" cy="443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4800"/>
              <a:buFont typeface="Play"/>
              <a:buNone/>
            </a:pPr>
            <a:r>
              <a:rPr lang="ru-RU" sz="3600"/>
              <a:t>Рефлексия</a:t>
            </a:r>
            <a:endParaRPr sz="3600"/>
          </a:p>
        </p:txBody>
      </p:sp>
      <p:pic>
        <p:nvPicPr>
          <p:cNvPr id="613" name="Google Shape;613;g3f560cde4dd_1_60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29997" y="1712865"/>
            <a:ext cx="5147672" cy="4653837"/>
          </a:xfrm>
          <a:prstGeom prst="rect">
            <a:avLst/>
          </a:prstGeom>
          <a:noFill/>
          <a:ln>
            <a:noFill/>
          </a:ln>
        </p:spPr>
      </p:pic>
      <p:sp>
        <p:nvSpPr>
          <p:cNvPr id="614" name="Google Shape;614;g3f560cde4dd_1_607"/>
          <p:cNvSpPr txBox="1"/>
          <p:nvPr/>
        </p:nvSpPr>
        <p:spPr>
          <a:xfrm>
            <a:off x="658825" y="1746873"/>
            <a:ext cx="6150000" cy="1691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теперь смогу использовать в работе?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Что изменилось? Раньше я думал(а), что…, а теперь…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  <a:p>
            <a:pPr indent="-3683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200"/>
              <a:buFont typeface="Play"/>
              <a:buChar char="●"/>
            </a:pPr>
            <a:r>
              <a:rPr b="0" i="0" lang="ru-RU" sz="2200" u="none" cap="none" strike="noStrike">
                <a:solidFill>
                  <a:srgbClr val="000000"/>
                </a:solidFill>
                <a:latin typeface="Play"/>
                <a:ea typeface="Play"/>
                <a:cs typeface="Play"/>
                <a:sym typeface="Play"/>
              </a:rPr>
              <a:t>Какие вопросы у меня остались?</a:t>
            </a:r>
            <a:endParaRPr b="0" i="0" sz="2200" u="none" cap="none" strike="noStrike">
              <a:solidFill>
                <a:srgbClr val="000000"/>
              </a:solidFill>
              <a:latin typeface="Play"/>
              <a:ea typeface="Play"/>
              <a:cs typeface="Play"/>
              <a:sym typeface="Play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VK New Color">
  <a:themeElements>
    <a:clrScheme name="VK Education">
      <a:dk1>
        <a:srgbClr val="000000"/>
      </a:dk1>
      <a:lt1>
        <a:srgbClr val="EBF3F9"/>
      </a:lt1>
      <a:dk2>
        <a:srgbClr val="0077FF"/>
      </a:dk2>
      <a:lt2>
        <a:srgbClr val="FFFFFF"/>
      </a:lt2>
      <a:accent1>
        <a:srgbClr val="0077FF"/>
      </a:accent1>
      <a:accent2>
        <a:srgbClr val="FF3885"/>
      </a:accent2>
      <a:accent3>
        <a:srgbClr val="7CEDF8"/>
      </a:accent3>
      <a:accent4>
        <a:srgbClr val="EBF3F9"/>
      </a:accent4>
      <a:accent5>
        <a:srgbClr val="D8FAFD"/>
      </a:accent5>
      <a:accent6>
        <a:srgbClr val="FFEBF3"/>
      </a:accent6>
      <a:hlink>
        <a:srgbClr val="0077FF"/>
      </a:hlink>
      <a:folHlink>
        <a:srgbClr val="005E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2020-08-24T10:59:58Z</dcterms:created>
  <dc:creator>MIEM HSE course</dc:creator>
</cp:coreProperties>
</file>