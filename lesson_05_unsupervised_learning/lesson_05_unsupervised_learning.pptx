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fe459542bc4bc0" /><Relationship Type="http://schemas.openxmlformats.org/officeDocument/2006/relationships/extended-properties" Target="/docProps/app.xml" Id="R3945c031b7464166" /><Relationship Type="http://schemas.openxmlformats.org/officeDocument/2006/relationships/officeDocument" Target="/ppt/presentation.xml" Id="R9bb56dde9f7f436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3b65b233f50471a"/>
  </p:sldMasterIdLst>
  <p:notesMasterIdLst>
    <p:notesMasterId xmlns:r="http://schemas.openxmlformats.org/officeDocument/2006/relationships" r:id="R21570698d10d4c8b"/>
  </p:notesMasterIdLst>
  <p:sldIdLst>
    <p:sldId xmlns:r="http://schemas.openxmlformats.org/officeDocument/2006/relationships" id="256" r:id="Raa2ee39f039147d5"/>
    <p:sldId xmlns:r="http://schemas.openxmlformats.org/officeDocument/2006/relationships" id="257" r:id="R6c47996657314f68"/>
    <p:sldId xmlns:r="http://schemas.openxmlformats.org/officeDocument/2006/relationships" id="258" r:id="Rb340b396240641e4"/>
    <p:sldId xmlns:r="http://schemas.openxmlformats.org/officeDocument/2006/relationships" id="259" r:id="R7fae8939cc92493e"/>
    <p:sldId xmlns:r="http://schemas.openxmlformats.org/officeDocument/2006/relationships" id="260" r:id="Rdbed133ba0ec44ec"/>
    <p:sldId xmlns:r="http://schemas.openxmlformats.org/officeDocument/2006/relationships" id="261" r:id="Rd72e4f2593504f79"/>
    <p:sldId xmlns:r="http://schemas.openxmlformats.org/officeDocument/2006/relationships" id="262" r:id="Rd5b934be469b473a"/>
    <p:sldId xmlns:r="http://schemas.openxmlformats.org/officeDocument/2006/relationships" id="263" r:id="R37d9dbadd0f64958"/>
    <p:sldId xmlns:r="http://schemas.openxmlformats.org/officeDocument/2006/relationships" id="264" r:id="R81d860e7ea9c4e8a"/>
    <p:sldId xmlns:r="http://schemas.openxmlformats.org/officeDocument/2006/relationships" id="265" r:id="Rb22f3c4d83204290"/>
    <p:sldId xmlns:r="http://schemas.openxmlformats.org/officeDocument/2006/relationships" id="266" r:id="Ra6ebcdb973d243d3"/>
    <p:sldId xmlns:r="http://schemas.openxmlformats.org/officeDocument/2006/relationships" id="267" r:id="R5d5a42ec871e4143"/>
    <p:sldId xmlns:r="http://schemas.openxmlformats.org/officeDocument/2006/relationships" id="268" r:id="Re63235de95bd47dc"/>
    <p:sldId xmlns:r="http://schemas.openxmlformats.org/officeDocument/2006/relationships" id="269" r:id="Rd70abce90ebc406c"/>
    <p:sldId xmlns:r="http://schemas.openxmlformats.org/officeDocument/2006/relationships" id="270" r:id="Rd30e71ac0b244795"/>
    <p:sldId xmlns:r="http://schemas.openxmlformats.org/officeDocument/2006/relationships" id="271" r:id="R694a7e04365b4202"/>
    <p:sldId xmlns:r="http://schemas.openxmlformats.org/officeDocument/2006/relationships" id="272" r:id="R51451ba3e4bc4a5a"/>
    <p:sldId xmlns:r="http://schemas.openxmlformats.org/officeDocument/2006/relationships" id="273" r:id="Re56b9d25c5e44a5c"/>
    <p:sldId xmlns:r="http://schemas.openxmlformats.org/officeDocument/2006/relationships" id="274" r:id="Ra564655f3d274797"/>
    <p:sldId xmlns:r="http://schemas.openxmlformats.org/officeDocument/2006/relationships" id="275" r:id="Raded18b7d0db4866"/>
    <p:sldId xmlns:r="http://schemas.openxmlformats.org/officeDocument/2006/relationships" id="276" r:id="Rd20176b1d0e74508"/>
    <p:sldId xmlns:r="http://schemas.openxmlformats.org/officeDocument/2006/relationships" id="277" r:id="R26c83e8d0c7040ca"/>
    <p:sldId xmlns:r="http://schemas.openxmlformats.org/officeDocument/2006/relationships" id="278" r:id="Rd507176f3b624c56"/>
    <p:sldId xmlns:r="http://schemas.openxmlformats.org/officeDocument/2006/relationships" id="279" r:id="R97f076b5da34485b"/>
    <p:sldId xmlns:r="http://schemas.openxmlformats.org/officeDocument/2006/relationships" id="280" r:id="Rbce6127608b74019"/>
    <p:sldId xmlns:r="http://schemas.openxmlformats.org/officeDocument/2006/relationships" id="281" r:id="Rf635270a72f949f0"/>
    <p:sldId xmlns:r="http://schemas.openxmlformats.org/officeDocument/2006/relationships" id="282" r:id="R11565fd9a5c24a8d"/>
    <p:sldId xmlns:r="http://schemas.openxmlformats.org/officeDocument/2006/relationships" id="283" r:id="Rf3921289454c4dd4"/>
    <p:sldId xmlns:r="http://schemas.openxmlformats.org/officeDocument/2006/relationships" id="284" r:id="R4bd10dc9b9504b91"/>
  </p:sldIdLst>
  <p:sldSz cx="12192000" cy="6858000"/>
  <p:notesSz cx="6858000" cy="9144000"/>
  <p:embeddedFontLst>
    <p:embeddedFont>
      <p:font typeface="Play"/>
      <p:regular xmlns:r="http://schemas.openxmlformats.org/officeDocument/2006/relationships" r:id="Rd7d6f8ef03644d3a"/>
      <p:bold xmlns:r="http://schemas.openxmlformats.org/officeDocument/2006/relationships" r:id="Rbe51a72ef0be44b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42A0CCC7-7F15-49A9-B57E-EC746E9F5DE4}">
  <a:tblStyle styleId="{42A0CCC7-7F15-49A9-B57E-EC746E9F5D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c98b07314e4100" /><Relationship Type="http://schemas.openxmlformats.org/officeDocument/2006/relationships/slideMaster" Target="/ppt/slideMasters/slideMaster1.xml" Id="Rb3b65b233f50471a" /><Relationship Type="http://schemas.openxmlformats.org/officeDocument/2006/relationships/notesMaster" Target="/ppt/notesMasters/notesMaster1.xml" Id="R21570698d10d4c8b" /><Relationship Type="http://schemas.openxmlformats.org/officeDocument/2006/relationships/presProps" Target="/ppt/presProps.xml" Id="Rd62d0990506a4465" /><Relationship Type="http://schemas.openxmlformats.org/officeDocument/2006/relationships/tableStyles" Target="/ppt/tableStyles.xml" Id="R5707b091d27f4588" /><Relationship Type="http://schemas.openxmlformats.org/officeDocument/2006/relationships/font" Target="/ppt/fonts/font.dat" Id="Rd7d6f8ef03644d3a" /><Relationship Type="http://schemas.openxmlformats.org/officeDocument/2006/relationships/font" Target="/ppt/fonts/font2.dat" Id="Rbe51a72ef0be44b5" /><Relationship Type="http://schemas.openxmlformats.org/officeDocument/2006/relationships/slide" Target="/ppt/slides/slide1.xml" Id="Raa2ee39f039147d5" /><Relationship Type="http://schemas.openxmlformats.org/officeDocument/2006/relationships/slide" Target="/ppt/slides/slide2.xml" Id="R6c47996657314f68" /><Relationship Type="http://schemas.openxmlformats.org/officeDocument/2006/relationships/slide" Target="/ppt/slides/slide3.xml" Id="Rb340b396240641e4" /><Relationship Type="http://schemas.openxmlformats.org/officeDocument/2006/relationships/slide" Target="/ppt/slides/slide4.xml" Id="R7fae8939cc92493e" /><Relationship Type="http://schemas.openxmlformats.org/officeDocument/2006/relationships/slide" Target="/ppt/slides/slide5.xml" Id="Rdbed133ba0ec44ec" /><Relationship Type="http://schemas.openxmlformats.org/officeDocument/2006/relationships/slide" Target="/ppt/slides/slide6.xml" Id="Rd72e4f2593504f79" /><Relationship Type="http://schemas.openxmlformats.org/officeDocument/2006/relationships/slide" Target="/ppt/slides/slide7.xml" Id="Rd5b934be469b473a" /><Relationship Type="http://schemas.openxmlformats.org/officeDocument/2006/relationships/slide" Target="/ppt/slides/slide8.xml" Id="R37d9dbadd0f64958" /><Relationship Type="http://schemas.openxmlformats.org/officeDocument/2006/relationships/slide" Target="/ppt/slides/slide9.xml" Id="R81d860e7ea9c4e8a" /><Relationship Type="http://schemas.openxmlformats.org/officeDocument/2006/relationships/slide" Target="/ppt/slides/slide10.xml" Id="Rb22f3c4d83204290" /><Relationship Type="http://schemas.openxmlformats.org/officeDocument/2006/relationships/slide" Target="/ppt/slides/slide11.xml" Id="Ra6ebcdb973d243d3" /><Relationship Type="http://schemas.openxmlformats.org/officeDocument/2006/relationships/slide" Target="/ppt/slides/slide12.xml" Id="R5d5a42ec871e4143" /><Relationship Type="http://schemas.openxmlformats.org/officeDocument/2006/relationships/slide" Target="/ppt/slides/slide13.xml" Id="Re63235de95bd47dc" /><Relationship Type="http://schemas.openxmlformats.org/officeDocument/2006/relationships/slide" Target="/ppt/slides/slide14.xml" Id="Rd70abce90ebc406c" /><Relationship Type="http://schemas.openxmlformats.org/officeDocument/2006/relationships/slide" Target="/ppt/slides/slide15.xml" Id="Rd30e71ac0b244795" /><Relationship Type="http://schemas.openxmlformats.org/officeDocument/2006/relationships/slide" Target="/ppt/slides/slide16.xml" Id="R694a7e04365b4202" /><Relationship Type="http://schemas.openxmlformats.org/officeDocument/2006/relationships/slide" Target="/ppt/slides/slide17.xml" Id="R51451ba3e4bc4a5a" /><Relationship Type="http://schemas.openxmlformats.org/officeDocument/2006/relationships/slide" Target="/ppt/slides/slide18.xml" Id="Re56b9d25c5e44a5c" /><Relationship Type="http://schemas.openxmlformats.org/officeDocument/2006/relationships/slide" Target="/ppt/slides/slide19.xml" Id="Ra564655f3d274797" /><Relationship Type="http://schemas.openxmlformats.org/officeDocument/2006/relationships/slide" Target="/ppt/slides/slide20.xml" Id="Raded18b7d0db4866" /><Relationship Type="http://schemas.openxmlformats.org/officeDocument/2006/relationships/slide" Target="/ppt/slides/slide21.xml" Id="Rd20176b1d0e74508" /><Relationship Type="http://schemas.openxmlformats.org/officeDocument/2006/relationships/slide" Target="/ppt/slides/slide22.xml" Id="R26c83e8d0c7040ca" /><Relationship Type="http://schemas.openxmlformats.org/officeDocument/2006/relationships/slide" Target="/ppt/slides/slide23.xml" Id="Rd507176f3b624c56" /><Relationship Type="http://schemas.openxmlformats.org/officeDocument/2006/relationships/slide" Target="/ppt/slides/slide24.xml" Id="R97f076b5da34485b" /><Relationship Type="http://schemas.openxmlformats.org/officeDocument/2006/relationships/slide" Target="/ppt/slides/slide25.xml" Id="Rbce6127608b74019" /><Relationship Type="http://schemas.openxmlformats.org/officeDocument/2006/relationships/slide" Target="/ppt/slides/slide26.xml" Id="Rf635270a72f949f0" /><Relationship Type="http://schemas.openxmlformats.org/officeDocument/2006/relationships/slide" Target="/ppt/slides/slide27.xml" Id="R11565fd9a5c24a8d" /><Relationship Type="http://schemas.openxmlformats.org/officeDocument/2006/relationships/slide" Target="/ppt/slides/slide28.xml" Id="Rf3921289454c4dd4" /><Relationship Type="http://schemas.openxmlformats.org/officeDocument/2006/relationships/slide" Target="/ppt/slides/slide29.xml" Id="R4bd10dc9b9504b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b4534995d342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47a7db11e34885" /><Relationship Type="http://schemas.openxmlformats.org/officeDocument/2006/relationships/image" Target="/ppt/media/image.png" Id="Raf0190e127674e9d" /><Relationship Type="http://schemas.openxmlformats.org/officeDocument/2006/relationships/image" Target="/ppt/media/image2.png" Id="R2a632bc9961f470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a0e31c2a04446e" /><Relationship Type="http://schemas.openxmlformats.org/officeDocument/2006/relationships/image" Target="/ppt/media/image3.png" Id="Rc7f444f84289490d" /><Relationship Type="http://schemas.openxmlformats.org/officeDocument/2006/relationships/image" Target="/ppt/media/image4.png" Id="R936259b70e3246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11b348247646de" /><Relationship Type="http://schemas.openxmlformats.org/officeDocument/2006/relationships/image" Target="/ppt/media/image2.png" Id="R513d5e8cf0754401" /><Relationship Type="http://schemas.openxmlformats.org/officeDocument/2006/relationships/image" Target="/ppt/media/image5.png" Id="R989f8c672ddf4e1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a58797801b4a7d" /><Relationship Type="http://schemas.openxmlformats.org/officeDocument/2006/relationships/image" Target="/ppt/media/image4.png" Id="Rb37b63d74f944cf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1281b975394845" /><Relationship Type="http://schemas.openxmlformats.org/officeDocument/2006/relationships/image" Target="/ppt/media/image4.png" Id="R5839f330531b4846" /><Relationship Type="http://schemas.openxmlformats.org/officeDocument/2006/relationships/image" Target="/ppt/media/image6.png" Id="R24aa87d75d8543c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db5a1367a54afd" /><Relationship Type="http://schemas.openxmlformats.org/officeDocument/2006/relationships/image" Target="/ppt/media/image2.png" Id="R314ef43538214f2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c8816b915d42d3" /><Relationship Type="http://schemas.openxmlformats.org/officeDocument/2006/relationships/image" Target="/ppt/media/image4.png" Id="Rf819915358e04a30" /><Relationship Type="http://schemas.openxmlformats.org/officeDocument/2006/relationships/image" Target="/ppt/media/image7.png" Id="Ra40601c0e3324dd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28338f48774999" /><Relationship Type="http://schemas.openxmlformats.org/officeDocument/2006/relationships/image" Target="/ppt/media/image4.png" Id="R13e0fc8137c54cc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d8bbf6237d4c4a" /><Relationship Type="http://schemas.openxmlformats.org/officeDocument/2006/relationships/image" Target="/ppt/media/image4.png" Id="R15ee129aedd3474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542bb475ee43ba" /><Relationship Type="http://schemas.openxmlformats.org/officeDocument/2006/relationships/image" Target="/ppt/media/image8.png" Id="Rc3ee7f01e7a24abc" /><Relationship Type="http://schemas.openxmlformats.org/officeDocument/2006/relationships/image" Target="/ppt/media/image4.png" Id="Rd18a94c9e4b64a8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f437a6537c42fa" /><Relationship Type="http://schemas.openxmlformats.org/officeDocument/2006/relationships/image" Target="/ppt/media/image4.png" Id="R2c2ee2bfb0954a63" /><Relationship Type="http://schemas.openxmlformats.org/officeDocument/2006/relationships/image" Target="/ppt/media/image6.png" Id="Rc3aa6a428bc84b0a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6da4e9ab6e4bfa" /><Relationship Type="http://schemas.openxmlformats.org/officeDocument/2006/relationships/image" Target="/ppt/media/image4.png" Id="R0f5d21b0a0534cae" /><Relationship Type="http://schemas.openxmlformats.org/officeDocument/2006/relationships/image" Target="/ppt/media/image7.png" Id="Rc37847012afe4b13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c808471c9d492d" /><Relationship Type="http://schemas.openxmlformats.org/officeDocument/2006/relationships/image" Target="/ppt/media/image4.png" Id="Re269d74ce39e4060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9a975ca3474316" /><Relationship Type="http://schemas.openxmlformats.org/officeDocument/2006/relationships/image" Target="/ppt/media/image4.png" Id="Rf31cba34969c4f81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3ca93e70634ca1" /><Relationship Type="http://schemas.openxmlformats.org/officeDocument/2006/relationships/image" Target="/ppt/media/image4.png" Id="Rd89e51c4520f4599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d462a8b2e24473" /><Relationship Type="http://schemas.openxmlformats.org/officeDocument/2006/relationships/image" Target="/ppt/media/image4.png" Id="R63a9658253584620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1c603dd8fe4289" /><Relationship Type="http://schemas.openxmlformats.org/officeDocument/2006/relationships/image" Target="/ppt/media/image9.png" Id="R8941d359922d4c54" /><Relationship Type="http://schemas.openxmlformats.org/officeDocument/2006/relationships/image" Target="/ppt/media/image4.png" Id="Rb7ec2c1db3f54505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68f250076437f" /><Relationship Type="http://schemas.openxmlformats.org/officeDocument/2006/relationships/image" Target="/ppt/media/image4.png" Id="R31710698b27c4c06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441f580ff4666" /><Relationship Type="http://schemas.openxmlformats.org/officeDocument/2006/relationships/image" Target="/ppt/media/image10.png" Id="Rdd1c1faf609b4560" /><Relationship Type="http://schemas.openxmlformats.org/officeDocument/2006/relationships/image" Target="/ppt/media/image4.png" Id="Rcd563109d8294baf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e18adb9bef4489" /><Relationship Type="http://schemas.openxmlformats.org/officeDocument/2006/relationships/image" Target="/ppt/media/image11.png" Id="R7526201fd9124629" /><Relationship Type="http://schemas.openxmlformats.org/officeDocument/2006/relationships/image" Target="/ppt/media/image4.png" Id="R398badf473be4720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4d3d35191c4542" /><Relationship Type="http://schemas.openxmlformats.org/officeDocument/2006/relationships/image" Target="/ppt/media/image12.png" Id="R218829e494044ec7" /><Relationship Type="http://schemas.openxmlformats.org/officeDocument/2006/relationships/image" Target="/ppt/media/image2.png" Id="Rbacb047d90fe42cb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38f9519099484a" /><Relationship Type="http://schemas.openxmlformats.org/officeDocument/2006/relationships/image" Target="/ppt/media/image2.png" Id="R8cf3c838d8de48a0" /><Relationship Type="http://schemas.openxmlformats.org/officeDocument/2006/relationships/image" Target="/ppt/media/image13.png" Id="R21c3f531ea1f45bf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4888917dda42b5" /><Relationship Type="http://schemas.openxmlformats.org/officeDocument/2006/relationships/image" Target="/ppt/media/image2.png" Id="Rad876051010d4ec5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5ef56363ed4452" /><Relationship Type="http://schemas.openxmlformats.org/officeDocument/2006/relationships/image" Target="/ppt/media/image14.png" Id="Ra0ddc24d0190429c" /><Relationship Type="http://schemas.openxmlformats.org/officeDocument/2006/relationships/image" Target="/ppt/media/image2.png" Id="Re9d781d9f2284eaa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f3ee61247c49cf" /><Relationship Type="http://schemas.openxmlformats.org/officeDocument/2006/relationships/image" Target="/ppt/media/image15.png" Id="R232cdd6c80984c7a" /><Relationship Type="http://schemas.openxmlformats.org/officeDocument/2006/relationships/image" Target="/ppt/media/image2.png" Id="R5a2edb2445e14f54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4088bacd54406c" /><Relationship Type="http://schemas.openxmlformats.org/officeDocument/2006/relationships/image" Target="/ppt/media/image4.png" Id="Rc5e128aa59b74d6f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17f2d43cbd4c9e" /><Relationship Type="http://schemas.openxmlformats.org/officeDocument/2006/relationships/image" Target="/ppt/media/image4.png" Id="R5e1de170f2c14756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e66578cc884e20" /><Relationship Type="http://schemas.openxmlformats.org/officeDocument/2006/relationships/image" Target="/ppt/media/image4.png" Id="R4ff0d8bd95294d37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e72fcd9c024894" /></Relationships>
</file>

<file path=ppt/slideLayouts/_rels/slideLayout3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7b306ab74d4c15" /><Relationship Type="http://schemas.openxmlformats.org/officeDocument/2006/relationships/image" Target="/ppt/media/image4.png" Id="R2d856268ac7c4239" /></Relationships>
</file>

<file path=ppt/slideLayouts/slideLayout1.xml><?xml version="1.0" encoding="utf-8"?>
<p:sldLayout xmlns:p="http://schemas.openxmlformats.org/presentationml/2006/main" matchingName="1_Титульный слайд">
  <p:cSld name="1_Титульный слайд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Google Shape;53;p7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0190e127674e9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4" name="Google Shape;54;p78">
            <a:extLst xmlns:a="http://schemas.openxmlformats.org/drawingml/2006/main">
              <a:ext uri="{FF2B5EF4-FFF2-40B4-BE49-F238E27FC236}">
                <a16:creationId xmlns:a16="http://schemas.microsoft.com/office/drawing/2014/main" id="{03F97D2C-1494-478A-85D0-C67B83DB1F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866865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55" name="Google Shape;55;p78">
            <a:extLst xmlns:a="http://schemas.openxmlformats.org/drawingml/2006/main">
              <a:ext uri="{FF2B5EF4-FFF2-40B4-BE49-F238E27FC236}">
                <a16:creationId xmlns:a16="http://schemas.microsoft.com/office/drawing/2014/main" id="{7E9E86C5-7EAC-430F-9E1F-0A0EDA49D9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921912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78">
            <a:extLst xmlns:a="http://schemas.openxmlformats.org/drawingml/2006/main">
              <a:ext uri="{FF2B5EF4-FFF2-40B4-BE49-F238E27FC236}">
                <a16:creationId xmlns:a16="http://schemas.microsoft.com/office/drawing/2014/main" id="{415381A3-0E3C-4B39-8486-6BDF433C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3" name="Google Shape;57;p7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632bc9961f470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2_Титульный слайд раздела">
  <p:cSld name="2_Титульный слайд раздела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1">
            <a:extLst xmlns:a="http://schemas.openxmlformats.org/drawingml/2006/main">
              <a:ext uri="{FF2B5EF4-FFF2-40B4-BE49-F238E27FC236}">
                <a16:creationId xmlns:a16="http://schemas.microsoft.com/office/drawing/2014/main" id="{C89BB14C-C06E-412B-ACA4-BFD173E4C1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63" name="Google Shape;60;p9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f444f84289490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7980" y="0"/>
            <a:ext cx="3394294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4" name="Google Shape;61;p9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36259b70e3246c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3.xml><?xml version="1.0" encoding="utf-8"?>
<p:sldLayout xmlns:p="http://schemas.openxmlformats.org/presentationml/2006/main" matchingName="3_Титульный слайд">
  <p:cSld name="3_Титульный слайд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Google Shape;63;p79">
            <a:extLst xmlns:a="http://schemas.openxmlformats.org/drawingml/2006/main">
              <a:ext uri="{FF2B5EF4-FFF2-40B4-BE49-F238E27FC236}">
                <a16:creationId xmlns:a16="http://schemas.microsoft.com/office/drawing/2014/main" id="{2A0966AB-6FC4-4677-B6D0-C7BC1ABA4A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001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64" name="Google Shape;64;p79">
            <a:extLst xmlns:a="http://schemas.openxmlformats.org/drawingml/2006/main">
              <a:ext uri="{FF2B5EF4-FFF2-40B4-BE49-F238E27FC236}">
                <a16:creationId xmlns:a16="http://schemas.microsoft.com/office/drawing/2014/main" id="{D95E8069-D5C3-4BFA-B476-4FBD8B962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598003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5" name="Google Shape;65;p79">
            <a:extLst xmlns:a="http://schemas.openxmlformats.org/drawingml/2006/main">
              <a:ext uri="{FF2B5EF4-FFF2-40B4-BE49-F238E27FC236}">
                <a16:creationId xmlns:a16="http://schemas.microsoft.com/office/drawing/2014/main" id="{990BDD91-8461-4905-97B7-85526305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1" name="Google Shape;66;p7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3d5e8cf075440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2" name="Google Shape;67;p7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9f8c672ddf4e1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3845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1_Заголовок">
  <p:cSld name="1_Заголовок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90">
            <a:extLst xmlns:a="http://schemas.openxmlformats.org/drawingml/2006/main">
              <a:ext uri="{FF2B5EF4-FFF2-40B4-BE49-F238E27FC236}">
                <a16:creationId xmlns:a16="http://schemas.microsoft.com/office/drawing/2014/main" id="{30446307-DC68-4CCD-A9EF-5D79402360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72" name="Google Shape;70;p9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7b63d74f944cf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732580" y="692150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5.xml><?xml version="1.0" encoding="utf-8"?>
<p:sldLayout xmlns:p="http://schemas.openxmlformats.org/presentationml/2006/main" matchingName="2_Финальный с QR + подпись">
  <p:cSld name="2_Финальный с QR + подпись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87">
            <a:extLst xmlns:a="http://schemas.openxmlformats.org/drawingml/2006/main">
              <a:ext uri="{FF2B5EF4-FFF2-40B4-BE49-F238E27FC236}">
                <a16:creationId xmlns:a16="http://schemas.microsoft.com/office/drawing/2014/main" id="{46339B4E-D7F8-4329-AB1E-5A23C811A4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3" name="Google Shape;73;p87">
            <a:extLst xmlns:a="http://schemas.openxmlformats.org/drawingml/2006/main">
              <a:ext uri="{FF2B5EF4-FFF2-40B4-BE49-F238E27FC236}">
                <a16:creationId xmlns:a16="http://schemas.microsoft.com/office/drawing/2014/main" id="{ED5425E5-9ABC-462F-85CC-D14644AA4DEC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4" name="Google Shape;74;p87">
            <a:extLst xmlns:a="http://schemas.openxmlformats.org/drawingml/2006/main">
              <a:ext uri="{FF2B5EF4-FFF2-40B4-BE49-F238E27FC236}">
                <a16:creationId xmlns:a16="http://schemas.microsoft.com/office/drawing/2014/main" id="{384F20E4-C67B-4752-8E03-32B70C72F4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80" name="Google Shape;75;p8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39f330531b484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1" name="Google Shape;76;p8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4aa87d75d8543c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6.xml><?xml version="1.0" encoding="utf-8"?>
<p:sldLayout xmlns:p="http://schemas.openxmlformats.org/presentationml/2006/main" matchingName="Слайд со спикером">
  <p:cSld name="Слайд со спикером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Google Shape;78;p80">
            <a:extLst xmlns:a="http://schemas.openxmlformats.org/drawingml/2006/main">
              <a:ext uri="{FF2B5EF4-FFF2-40B4-BE49-F238E27FC236}">
                <a16:creationId xmlns:a16="http://schemas.microsoft.com/office/drawing/2014/main" id="{2FD8F650-7F13-4755-B2F5-9607EA6BF9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13" y="692150"/>
            <a:ext cx="6192838" cy="1380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9" name="Google Shape;79;p80">
            <a:extLst xmlns:a="http://schemas.openxmlformats.org/drawingml/2006/main">
              <a:ext uri="{FF2B5EF4-FFF2-40B4-BE49-F238E27FC236}">
                <a16:creationId xmlns:a16="http://schemas.microsoft.com/office/drawing/2014/main" id="{790FA60B-C474-4C58-9F0B-11EAC19EC3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2357767"/>
            <a:ext cx="5142954" cy="2142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sz="2000"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85" name="Google Shape;80;p8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4ef43538214f2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80">
            <a:extLst xmlns:a="http://schemas.openxmlformats.org/drawingml/2006/main">
              <a:ext uri="{FF2B5EF4-FFF2-40B4-BE49-F238E27FC236}">
                <a16:creationId xmlns:a16="http://schemas.microsoft.com/office/drawing/2014/main" id="{90833259-2AD9-4541-BC06-B6DD22ED0311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</p:sp>
    </p:spTree>
  </p:cSld>
</p:sldLayout>
</file>

<file path=ppt/slideLayouts/slideLayout7.xml><?xml version="1.0" encoding="utf-8"?>
<p:sldLayout xmlns:p="http://schemas.openxmlformats.org/presentationml/2006/main" matchingName="4_Финальный с QR + подпись">
  <p:cSld name="4_Финальный с QR + подпись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" name="Google Shape;83;p86">
            <a:extLst xmlns:a="http://schemas.openxmlformats.org/drawingml/2006/main">
              <a:ext uri="{FF2B5EF4-FFF2-40B4-BE49-F238E27FC236}">
                <a16:creationId xmlns:a16="http://schemas.microsoft.com/office/drawing/2014/main" id="{5303ED6E-EE2A-49B0-A0C8-2DFB232B44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84" name="Google Shape;84;p86">
            <a:extLst xmlns:a="http://schemas.openxmlformats.org/drawingml/2006/main">
              <a:ext uri="{FF2B5EF4-FFF2-40B4-BE49-F238E27FC236}">
                <a16:creationId xmlns:a16="http://schemas.microsoft.com/office/drawing/2014/main" id="{E04C9BC3-1DC6-4CE1-98E3-FB36CA3F0D8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5" name="Google Shape;85;p86">
            <a:extLst xmlns:a="http://schemas.openxmlformats.org/drawingml/2006/main">
              <a:ext uri="{FF2B5EF4-FFF2-40B4-BE49-F238E27FC236}">
                <a16:creationId xmlns:a16="http://schemas.microsoft.com/office/drawing/2014/main" id="{F86D45E3-3814-4446-A13A-A693DDA5DC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91" name="Google Shape;86;p8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19915358e04a3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2" name="Google Shape;87;p8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0601c0e3324dd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Заголовок + текст">
  <p:cSld name="Заголовок + текс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81">
            <a:extLst xmlns:a="http://schemas.openxmlformats.org/drawingml/2006/main">
              <a:ext uri="{FF2B5EF4-FFF2-40B4-BE49-F238E27FC236}">
                <a16:creationId xmlns:a16="http://schemas.microsoft.com/office/drawing/2014/main" id="{ECC515DE-B948-4908-8FD8-29ECB00ECC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1773238"/>
            <a:ext cx="10861675" cy="4464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90" name="Google Shape;90;p81">
            <a:extLst xmlns:a="http://schemas.openxmlformats.org/drawingml/2006/main">
              <a:ext uri="{FF2B5EF4-FFF2-40B4-BE49-F238E27FC236}">
                <a16:creationId xmlns:a16="http://schemas.microsoft.com/office/drawing/2014/main" id="{6FB36F9D-67BB-4E7F-8900-4B53A443BD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94" name="Google Shape;91;p8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e0fc8137c54cc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2 фактоида + текст">
  <p:cSld name="2 фактоида +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" name="Google Shape;93;p96">
            <a:extLst xmlns:a="http://schemas.openxmlformats.org/drawingml/2006/main">
              <a:ext uri="{FF2B5EF4-FFF2-40B4-BE49-F238E27FC236}">
                <a16:creationId xmlns:a16="http://schemas.microsoft.com/office/drawing/2014/main" id="{368F389B-DBAF-4DA9-BBB2-C216F3F49F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1773238"/>
            <a:ext cx="5135728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94" name="Google Shape;94;p96">
            <a:extLst xmlns:a="http://schemas.openxmlformats.org/drawingml/2006/main">
              <a:ext uri="{FF2B5EF4-FFF2-40B4-BE49-F238E27FC236}">
                <a16:creationId xmlns:a16="http://schemas.microsoft.com/office/drawing/2014/main" id="{6E16340A-0A24-4296-8F84-E2B70C6542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95" name="Google Shape;95;p96">
            <a:extLst xmlns:a="http://schemas.openxmlformats.org/drawingml/2006/main">
              <a:ext uri="{FF2B5EF4-FFF2-40B4-BE49-F238E27FC236}">
                <a16:creationId xmlns:a16="http://schemas.microsoft.com/office/drawing/2014/main" id="{59B841EE-2CAD-4703-960F-7ADA83B17F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96" name="Google Shape;96;p96">
            <a:extLst xmlns:a="http://schemas.openxmlformats.org/drawingml/2006/main">
              <a:ext uri="{FF2B5EF4-FFF2-40B4-BE49-F238E27FC236}">
                <a16:creationId xmlns:a16="http://schemas.microsoft.com/office/drawing/2014/main" id="{35ECC969-CA7B-4843-9E2F-1BF4043982A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7339" y="3864033"/>
            <a:ext cx="5417327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sz="8800" b="1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97" name="Google Shape;97;p96">
            <a:extLst xmlns:a="http://schemas.openxmlformats.org/drawingml/2006/main">
              <a:ext uri="{FF2B5EF4-FFF2-40B4-BE49-F238E27FC236}">
                <a16:creationId xmlns:a16="http://schemas.microsoft.com/office/drawing/2014/main" id="{E6C3F3A9-F3A9-4AD1-8150-146F2E1B1A2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7338" y="5058095"/>
            <a:ext cx="5417327" cy="35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98" name="Google Shape;98;p96">
            <a:extLst xmlns:a="http://schemas.openxmlformats.org/drawingml/2006/main">
              <a:ext uri="{FF2B5EF4-FFF2-40B4-BE49-F238E27FC236}">
                <a16:creationId xmlns:a16="http://schemas.microsoft.com/office/drawing/2014/main" id="{5FC285DB-0BE0-4F58-B264-50B556270AB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096000" y="1773238"/>
            <a:ext cx="5417327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sz="8800" b="1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99" name="Google Shape;99;p96">
            <a:extLst xmlns:a="http://schemas.openxmlformats.org/drawingml/2006/main">
              <a:ext uri="{FF2B5EF4-FFF2-40B4-BE49-F238E27FC236}">
                <a16:creationId xmlns:a16="http://schemas.microsoft.com/office/drawing/2014/main" id="{B1D7B067-99F7-43B7-B6D2-9A3793687305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96000" y="2967300"/>
            <a:ext cx="5417327" cy="35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108" name="Google Shape;100;p9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ee129aedd3474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0.xml><?xml version="1.0" encoding="utf-8"?>
<p:sldLayout xmlns:p="http://schemas.openxmlformats.org/presentationml/2006/main" matchingName="Титульный слайд раздела">
  <p:cSld name="Титульный слайд раздела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85">
            <a:extLst xmlns:a="http://schemas.openxmlformats.org/drawingml/2006/main">
              <a:ext uri="{FF2B5EF4-FFF2-40B4-BE49-F238E27FC236}">
                <a16:creationId xmlns:a16="http://schemas.microsoft.com/office/drawing/2014/main" id="{E74137CB-04F2-423F-81A6-886695F093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06" name="Google Shape;103;p8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ee7f01e7a24ab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225" y="691342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7" name="Google Shape;104;p8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18a94c9e4b64a8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2_Титульный слайд">
  <p:cSld name="2_Титульный слайд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88">
            <a:extLst xmlns:a="http://schemas.openxmlformats.org/drawingml/2006/main">
              <a:ext uri="{FF2B5EF4-FFF2-40B4-BE49-F238E27FC236}">
                <a16:creationId xmlns:a16="http://schemas.microsoft.com/office/drawing/2014/main" id="{B936ADC4-1D9A-4144-B6AB-D001162E15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128"/>
            <a:ext cx="10224000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07" name="Google Shape;107;p88">
            <a:extLst xmlns:a="http://schemas.openxmlformats.org/drawingml/2006/main">
              <a:ext uri="{FF2B5EF4-FFF2-40B4-BE49-F238E27FC236}">
                <a16:creationId xmlns:a16="http://schemas.microsoft.com/office/drawing/2014/main" id="{C9E29A14-21B9-4A69-95F3-C29C61B550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783175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08" name="Google Shape;108;p88">
            <a:extLst xmlns:a="http://schemas.openxmlformats.org/drawingml/2006/main">
              <a:ext uri="{FF2B5EF4-FFF2-40B4-BE49-F238E27FC236}">
                <a16:creationId xmlns:a16="http://schemas.microsoft.com/office/drawing/2014/main" id="{6D575746-2779-408B-B84F-FF9E808F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4" name="Google Shape;109;p8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c2ee2bfb0954a6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5" name="Google Shape;110;p8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aa6a428bc84b0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4_Титульный слайд">
  <p:cSld name="4_Титульный слайд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2" name="Google Shape;112;p89">
            <a:extLst xmlns:a="http://schemas.openxmlformats.org/drawingml/2006/main">
              <a:ext uri="{FF2B5EF4-FFF2-40B4-BE49-F238E27FC236}">
                <a16:creationId xmlns:a16="http://schemas.microsoft.com/office/drawing/2014/main" id="{9569BAC4-DC3D-4D3E-9D8F-CFA1E4A6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9" name="Google Shape;113;p8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5d21b0a0534ca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4" name="Google Shape;114;p89">
            <a:extLst xmlns:a="http://schemas.openxmlformats.org/drawingml/2006/main">
              <a:ext uri="{FF2B5EF4-FFF2-40B4-BE49-F238E27FC236}">
                <a16:creationId xmlns:a16="http://schemas.microsoft.com/office/drawing/2014/main" id="{9B6A5C4A-25E8-4333-87AB-94869689F8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001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15" name="Google Shape;115;p89">
            <a:extLst xmlns:a="http://schemas.openxmlformats.org/drawingml/2006/main">
              <a:ext uri="{FF2B5EF4-FFF2-40B4-BE49-F238E27FC236}">
                <a16:creationId xmlns:a16="http://schemas.microsoft.com/office/drawing/2014/main" id="{888E6117-761C-496F-8591-AB6E8A209C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598003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22" name="Google Shape;116;p8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7847012afe4b1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3.xml><?xml version="1.0" encoding="utf-8"?>
<p:sldLayout xmlns:p="http://schemas.openxmlformats.org/presentationml/2006/main" matchingName="Заголовок в 2 строки + объект">
  <p:cSld name="Заголовок в 2 строки + объек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94">
            <a:extLst xmlns:a="http://schemas.openxmlformats.org/drawingml/2006/main">
              <a:ext uri="{FF2B5EF4-FFF2-40B4-BE49-F238E27FC236}">
                <a16:creationId xmlns:a16="http://schemas.microsoft.com/office/drawing/2014/main" id="{8312E0FA-1FC7-427B-B1CD-42251086F9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2040889"/>
            <a:ext cx="5424487" cy="4159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19" name="Google Shape;119;p94">
            <a:extLst xmlns:a="http://schemas.openxmlformats.org/drawingml/2006/main">
              <a:ext uri="{FF2B5EF4-FFF2-40B4-BE49-F238E27FC236}">
                <a16:creationId xmlns:a16="http://schemas.microsoft.com/office/drawing/2014/main" id="{5C2E1B93-DA9D-4ACC-BE55-0F0467FE71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20" name="Google Shape;120;p94">
            <a:extLst xmlns:a="http://schemas.openxmlformats.org/drawingml/2006/main">
              <a:ext uri="{FF2B5EF4-FFF2-40B4-BE49-F238E27FC236}">
                <a16:creationId xmlns:a16="http://schemas.microsoft.com/office/drawing/2014/main" id="{BAA0940F-1207-48A7-9802-06470506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25" name="Google Shape;121;p9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69d74ce39e406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Заголовок">
  <p:cSld name="Заголовок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" name="Google Shape;123;p95">
            <a:extLst xmlns:a="http://schemas.openxmlformats.org/drawingml/2006/main">
              <a:ext uri="{FF2B5EF4-FFF2-40B4-BE49-F238E27FC236}">
                <a16:creationId xmlns:a16="http://schemas.microsoft.com/office/drawing/2014/main" id="{A8AD758F-6C59-4A5E-9136-07107B7A26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26" name="Google Shape;124;p9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1cba34969c4f8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5.xml><?xml version="1.0" encoding="utf-8"?>
<p:sldLayout xmlns:p="http://schemas.openxmlformats.org/presentationml/2006/main" matchingName="Цитата без фото">
  <p:cSld name="Цитата без фото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6" name="Google Shape;126;p97">
            <a:extLst xmlns:a="http://schemas.openxmlformats.org/drawingml/2006/main">
              <a:ext uri="{FF2B5EF4-FFF2-40B4-BE49-F238E27FC236}">
                <a16:creationId xmlns:a16="http://schemas.microsoft.com/office/drawing/2014/main" id="{DBF1EA95-4B12-4530-A008-E09122C882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359150" y="692151"/>
            <a:ext cx="8174038" cy="1609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27" name="Google Shape;127;p97">
            <a:extLst xmlns:a="http://schemas.openxmlformats.org/drawingml/2006/main">
              <a:ext uri="{FF2B5EF4-FFF2-40B4-BE49-F238E27FC236}">
                <a16:creationId xmlns:a16="http://schemas.microsoft.com/office/drawing/2014/main" id="{8EA24A5D-5C20-47CB-8BC5-6366B38CD6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59150" y="4646741"/>
            <a:ext cx="8200516" cy="3180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28" name="Google Shape;128;p97">
            <a:extLst xmlns:a="http://schemas.openxmlformats.org/drawingml/2006/main">
              <a:ext uri="{FF2B5EF4-FFF2-40B4-BE49-F238E27FC236}">
                <a16:creationId xmlns:a16="http://schemas.microsoft.com/office/drawing/2014/main" id="{6ECFE6DA-3658-42E9-81E5-B62CEE08D21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66814" y="2459421"/>
            <a:ext cx="8174038" cy="1609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Play"/>
                <a:ea typeface="Play"/>
                <a:cs typeface="Play"/>
              </a:defRPr>
            </a:lvl1pPr>
            <a:lvl2pPr marL="914400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</a:defRPr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29" name="Google Shape;129;p97">
            <a:extLst xmlns:a="http://schemas.openxmlformats.org/drawingml/2006/main">
              <a:ext uri="{FF2B5EF4-FFF2-40B4-BE49-F238E27FC236}">
                <a16:creationId xmlns:a16="http://schemas.microsoft.com/office/drawing/2014/main" id="{74E764C7-08D2-4FF3-A9BC-87FACC81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-1049150"/>
            <a:ext cx="2058988" cy="447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800"/>
              <a:buFont typeface="Arial"/>
              <a:buNone/>
            </a:pPr>
            <a:r>
              <a:rPr sz="28800" b="1" i="0" u="none" cap="none">
                <a:solidFill>
                  <a:schemeClr val="accent1"/>
                </a:solidFill>
                <a:latin typeface="Play"/>
                <a:ea typeface="Play"/>
                <a:cs typeface="Play"/>
              </a:rPr>
              <a:t>«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Google Shape;130;p97">
            <a:extLst xmlns:a="http://schemas.openxmlformats.org/drawingml/2006/main">
              <a:ext uri="{FF2B5EF4-FFF2-40B4-BE49-F238E27FC236}">
                <a16:creationId xmlns:a16="http://schemas.microsoft.com/office/drawing/2014/main" id="{B25A35D8-2823-4F0B-A17A-9BDDADBDDD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137" name="Google Shape;131;p9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9e51c4520f459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6.xml><?xml version="1.0" encoding="utf-8"?>
<p:sldLayout xmlns:p="http://schemas.openxmlformats.org/presentationml/2006/main" matchingName="2_Заголовок + текст в две колонки">
  <p:cSld name="2_Заголовок + текст в две колонки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Google Shape;133;p98">
            <a:extLst xmlns:a="http://schemas.openxmlformats.org/drawingml/2006/main">
              <a:ext uri="{FF2B5EF4-FFF2-40B4-BE49-F238E27FC236}">
                <a16:creationId xmlns:a16="http://schemas.microsoft.com/office/drawing/2014/main" id="{B5389A88-F3E7-4061-A848-2704C4D67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1773238"/>
            <a:ext cx="5304365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34" name="Google Shape;134;p98">
            <a:extLst xmlns:a="http://schemas.openxmlformats.org/drawingml/2006/main">
              <a:ext uri="{FF2B5EF4-FFF2-40B4-BE49-F238E27FC236}">
                <a16:creationId xmlns:a16="http://schemas.microsoft.com/office/drawing/2014/main" id="{4A22F71A-64F4-4B50-8A95-8A29F32FC11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28824" y="1773239"/>
            <a:ext cx="5304364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35" name="Google Shape;135;p98">
            <a:extLst xmlns:a="http://schemas.openxmlformats.org/drawingml/2006/main">
              <a:ext uri="{FF2B5EF4-FFF2-40B4-BE49-F238E27FC236}">
                <a16:creationId xmlns:a16="http://schemas.microsoft.com/office/drawing/2014/main" id="{C5D8F1B2-E702-4BA5-B276-0ADA8AB770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40" name="Google Shape;136;p9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a965825358462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7.xml><?xml version="1.0" encoding="utf-8"?>
<p:sldLayout xmlns:p="http://schemas.openxmlformats.org/presentationml/2006/main" matchingName="Мокап телефона ">
  <p:cSld name="Мокап телефона 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8" name="Google Shape;138;p99">
            <a:extLst xmlns:a="http://schemas.openxmlformats.org/drawingml/2006/main">
              <a:ext uri="{FF2B5EF4-FFF2-40B4-BE49-F238E27FC236}">
                <a16:creationId xmlns:a16="http://schemas.microsoft.com/office/drawing/2014/main" id="{36219009-BFE6-48DB-B24E-7FAEBDFDAE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39" name="Google Shape;139;p99">
            <a:extLst xmlns:a="http://schemas.openxmlformats.org/drawingml/2006/main">
              <a:ext uri="{FF2B5EF4-FFF2-40B4-BE49-F238E27FC236}">
                <a16:creationId xmlns:a16="http://schemas.microsoft.com/office/drawing/2014/main" id="{15CCC270-8AB0-4F5F-8944-87728A100A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055970"/>
            <a:ext cx="5418666" cy="41448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40" name="Google Shape;140;p99">
            <a:extLst xmlns:a="http://schemas.openxmlformats.org/drawingml/2006/main">
              <a:ext uri="{FF2B5EF4-FFF2-40B4-BE49-F238E27FC236}">
                <a16:creationId xmlns:a16="http://schemas.microsoft.com/office/drawing/2014/main" id="{AF5B6D07-D9E0-4BA5-93F6-4E680522DA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48" name="Google Shape;141;p9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41d359922d4c5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82421" y="452282"/>
            <a:ext cx="3174791" cy="599138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99">
            <a:extLst xmlns:a="http://schemas.openxmlformats.org/drawingml/2006/main">
              <a:ext uri="{FF2B5EF4-FFF2-40B4-BE49-F238E27FC236}">
                <a16:creationId xmlns:a16="http://schemas.microsoft.com/office/drawing/2014/main" id="{EFE59130-5890-4AE1-8432-676F2DD06D28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951157" y="814745"/>
            <a:ext cx="2430752" cy="526077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50" name="Google Shape;143;p9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ec2c1db3f5450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8.xml><?xml version="1.0" encoding="utf-8"?>
<p:sldLayout xmlns:p="http://schemas.openxmlformats.org/presentationml/2006/main" matchingName="Заголовок + скриншот (1)">
  <p:cSld name="Заголовок + скриншот (1)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100">
            <a:extLst xmlns:a="http://schemas.openxmlformats.org/drawingml/2006/main">
              <a:ext uri="{FF2B5EF4-FFF2-40B4-BE49-F238E27FC236}">
                <a16:creationId xmlns:a16="http://schemas.microsoft.com/office/drawing/2014/main" id="{DC77718A-FF6F-4503-8955-ED7EE4AC7B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0" y="692150"/>
            <a:ext cx="5437187" cy="550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46" name="Google Shape;146;p100">
            <a:extLst xmlns:a="http://schemas.openxmlformats.org/drawingml/2006/main">
              <a:ext uri="{FF2B5EF4-FFF2-40B4-BE49-F238E27FC236}">
                <a16:creationId xmlns:a16="http://schemas.microsoft.com/office/drawing/2014/main" id="{3ABDEAA6-5037-4C08-9515-825D4FC669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47" name="Google Shape;147;p100">
            <a:extLst xmlns:a="http://schemas.openxmlformats.org/drawingml/2006/main">
              <a:ext uri="{FF2B5EF4-FFF2-40B4-BE49-F238E27FC236}">
                <a16:creationId xmlns:a16="http://schemas.microsoft.com/office/drawing/2014/main" id="{7034DCAB-8983-4670-A295-6B04552ECA2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152" name="Google Shape;148;p10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710698b27c4c0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Паттерн + фото">
  <p:cSld name="Паттерн +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0" name="Google Shape;150;p101">
            <a:extLst xmlns:a="http://schemas.openxmlformats.org/drawingml/2006/main">
              <a:ext uri="{FF2B5EF4-FFF2-40B4-BE49-F238E27FC236}">
                <a16:creationId xmlns:a16="http://schemas.microsoft.com/office/drawing/2014/main" id="{F5BF9BA3-B628-41AD-8DED-E4F93EAF1B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558715"/>
            <a:ext cx="4165182" cy="36420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51" name="Google Shape;151;p101">
            <a:extLst xmlns:a="http://schemas.openxmlformats.org/drawingml/2006/main">
              <a:ext uri="{FF2B5EF4-FFF2-40B4-BE49-F238E27FC236}">
                <a16:creationId xmlns:a16="http://schemas.microsoft.com/office/drawing/2014/main" id="{027290A1-0105-408D-9B99-50A7E7F645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49"/>
            <a:ext cx="3180792" cy="134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56" name="Google Shape;152;p10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1c1faf609b4560">
            <a:alphaModFix/>
          </a:blip>
          <a:srcRect xmlns:a="http://schemas.openxmlformats.org/drawingml/2006/main" l="621" t="0" r="0" b="39"/>
          <a:stretch xmlns:a="http://schemas.openxmlformats.org/drawingml/2006/main"/>
        </p:blipFill>
        <p:spPr>
          <a:xfrm xmlns:a="http://schemas.openxmlformats.org/drawingml/2006/main">
            <a:off x="5335631" y="0"/>
            <a:ext cx="6872200" cy="6855356"/>
          </a:xfrm>
          <a:ln xmlns:a="http://schemas.openxmlformats.org/drawingml/2006/main">
            <a:noFill/>
          </a:ln>
        </p:spPr>
      </p:pic>
      <p:pic>
        <p:nvPicPr>
          <p:cNvPr id="157" name="Google Shape;153;p10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563109d8294ba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0.xml><?xml version="1.0" encoding="utf-8"?>
<p:sldLayout xmlns:p="http://schemas.openxmlformats.org/presentationml/2006/main" matchingName="1_Паттерн + фото">
  <p:cSld name="1_Паттерн +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102">
            <a:extLst xmlns:a="http://schemas.openxmlformats.org/drawingml/2006/main">
              <a:ext uri="{FF2B5EF4-FFF2-40B4-BE49-F238E27FC236}">
                <a16:creationId xmlns:a16="http://schemas.microsoft.com/office/drawing/2014/main" id="{B6EBC064-1076-4549-A263-E12FD0ECB6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558715"/>
            <a:ext cx="4165182" cy="36420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56" name="Google Shape;156;p102">
            <a:extLst xmlns:a="http://schemas.openxmlformats.org/drawingml/2006/main">
              <a:ext uri="{FF2B5EF4-FFF2-40B4-BE49-F238E27FC236}">
                <a16:creationId xmlns:a16="http://schemas.microsoft.com/office/drawing/2014/main" id="{ED66ACB3-9D06-414C-88A7-4BB61982FE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49"/>
            <a:ext cx="3180792" cy="134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61" name="Google Shape;157;p10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526201fd912462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33139" y="0"/>
            <a:ext cx="6858000" cy="6858000"/>
          </a:xfrm>
          <a:ln xmlns:a="http://schemas.openxmlformats.org/drawingml/2006/main">
            <a:noFill/>
          </a:ln>
        </p:spPr>
      </p:pic>
      <p:pic>
        <p:nvPicPr>
          <p:cNvPr id="162" name="Google Shape;158;p10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8badf473be472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1.xml><?xml version="1.0" encoding="utf-8"?>
<p:sldLayout xmlns:p="http://schemas.openxmlformats.org/presentationml/2006/main" matchingName="Финальный с QR + подпись">
  <p:cSld name="Финальный с QR + подпись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6" name="Google Shape;160;p10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8829e494044ec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23251" y="692149"/>
            <a:ext cx="6168749" cy="61687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1" name="Google Shape;161;p103">
            <a:extLst xmlns:a="http://schemas.openxmlformats.org/drawingml/2006/main">
              <a:ext uri="{FF2B5EF4-FFF2-40B4-BE49-F238E27FC236}">
                <a16:creationId xmlns:a16="http://schemas.microsoft.com/office/drawing/2014/main" id="{F97857C8-7819-4D7C-BAC5-1E6D1B3F1F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62" name="Google Shape;162;p103">
            <a:extLst xmlns:a="http://schemas.openxmlformats.org/drawingml/2006/main">
              <a:ext uri="{FF2B5EF4-FFF2-40B4-BE49-F238E27FC236}">
                <a16:creationId xmlns:a16="http://schemas.microsoft.com/office/drawing/2014/main" id="{25E0957C-E67C-4A7A-A491-B479FA2A750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63" name="Google Shape;163;p103">
            <a:extLst xmlns:a="http://schemas.openxmlformats.org/drawingml/2006/main">
              <a:ext uri="{FF2B5EF4-FFF2-40B4-BE49-F238E27FC236}">
                <a16:creationId xmlns:a16="http://schemas.microsoft.com/office/drawing/2014/main" id="{B17390A6-A811-4050-84B3-3519BC76E4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170" name="Google Shape;164;p10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cb047d90fe42c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3_Финальный с QR + подпись">
  <p:cSld name="3_Финальный с QR + подпись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6" name="Google Shape;166;p104">
            <a:extLst xmlns:a="http://schemas.openxmlformats.org/drawingml/2006/main">
              <a:ext uri="{FF2B5EF4-FFF2-40B4-BE49-F238E27FC236}">
                <a16:creationId xmlns:a16="http://schemas.microsoft.com/office/drawing/2014/main" id="{01E9481C-CCD4-455C-84F9-43505CC1A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67" name="Google Shape;167;p104">
            <a:extLst xmlns:a="http://schemas.openxmlformats.org/drawingml/2006/main">
              <a:ext uri="{FF2B5EF4-FFF2-40B4-BE49-F238E27FC236}">
                <a16:creationId xmlns:a16="http://schemas.microsoft.com/office/drawing/2014/main" id="{94D9A9D9-CAE5-4B6F-9036-7B3EA5EEC56D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68" name="Google Shape;168;p104">
            <a:extLst xmlns:a="http://schemas.openxmlformats.org/drawingml/2006/main">
              <a:ext uri="{FF2B5EF4-FFF2-40B4-BE49-F238E27FC236}">
                <a16:creationId xmlns:a16="http://schemas.microsoft.com/office/drawing/2014/main" id="{15E5CDBF-2140-4E38-940D-1E671CC42D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174" name="Google Shape;169;p10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f3c838d8de48a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5" name="Google Shape;170;p10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c3f531ea1f45b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3.xml><?xml version="1.0" encoding="utf-8"?>
<p:sldLayout xmlns:p="http://schemas.openxmlformats.org/presentationml/2006/main" matchingName="Пользовательский макет">
  <p:cSld name="Пользовательский макет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Google Shape;172;p105">
            <a:extLst xmlns:a="http://schemas.openxmlformats.org/drawingml/2006/main">
              <a:ext uri="{FF2B5EF4-FFF2-40B4-BE49-F238E27FC236}">
                <a16:creationId xmlns:a16="http://schemas.microsoft.com/office/drawing/2014/main" id="{9CD63F8A-5588-4B50-979F-A93424ED37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73" name="Google Shape;173;p105">
            <a:extLst xmlns:a="http://schemas.openxmlformats.org/drawingml/2006/main">
              <a:ext uri="{FF2B5EF4-FFF2-40B4-BE49-F238E27FC236}">
                <a16:creationId xmlns:a16="http://schemas.microsoft.com/office/drawing/2014/main" id="{88E3EDB9-0B48-46D3-A138-AAC626AFF7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1773238"/>
            <a:ext cx="10861675" cy="4464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200"/>
              <a:buChar char="−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177" name="Google Shape;174;p10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876051010d4ec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4.xml><?xml version="1.0" encoding="utf-8"?>
<p:sldLayout xmlns:p="http://schemas.openxmlformats.org/presentationml/2006/main" matchingName="1_Титульный слайд раздела">
  <p:cSld name="1_Титульный слайд раздела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92">
            <a:extLst xmlns:a="http://schemas.openxmlformats.org/drawingml/2006/main">
              <a:ext uri="{FF2B5EF4-FFF2-40B4-BE49-F238E27FC236}">
                <a16:creationId xmlns:a16="http://schemas.microsoft.com/office/drawing/2014/main" id="{0600C6B0-66B2-45F4-90D4-976092A966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80" name="Google Shape;177;p9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ddc24d0190429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225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1" name="Google Shape;178;p9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d781d9f2284ea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5.xml><?xml version="1.0" encoding="utf-8"?>
<p:sldLayout xmlns:p="http://schemas.openxmlformats.org/presentationml/2006/main" matchingName="3_Титульный слайд раздела">
  <p:cSld name="3_Титульный слайд раздела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0" name="Google Shape;180;p83">
            <a:extLst xmlns:a="http://schemas.openxmlformats.org/drawingml/2006/main">
              <a:ext uri="{FF2B5EF4-FFF2-40B4-BE49-F238E27FC236}">
                <a16:creationId xmlns:a16="http://schemas.microsoft.com/office/drawing/2014/main" id="{81570AEE-ABFB-4D33-B851-CF5C604C23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84" name="Google Shape;181;p8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2cdd6c80984c7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7980" y="0"/>
            <a:ext cx="3394294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5" name="Google Shape;182;p8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2edb2445e14f5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6.xml><?xml version="1.0" encoding="utf-8"?>
<p:sldLayout xmlns:p="http://schemas.openxmlformats.org/presentationml/2006/main" matchingName="Заголовок + объект">
  <p:cSld name="Заголовок + объек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4" name="Google Shape;184;p106">
            <a:extLst xmlns:a="http://schemas.openxmlformats.org/drawingml/2006/main">
              <a:ext uri="{FF2B5EF4-FFF2-40B4-BE49-F238E27FC236}">
                <a16:creationId xmlns:a16="http://schemas.microsoft.com/office/drawing/2014/main" id="{A6014D33-F43E-4806-8BA7-1A90E3A8DE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1773238"/>
            <a:ext cx="10874375" cy="44479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85" name="Google Shape;185;p106">
            <a:extLst xmlns:a="http://schemas.openxmlformats.org/drawingml/2006/main">
              <a:ext uri="{FF2B5EF4-FFF2-40B4-BE49-F238E27FC236}">
                <a16:creationId xmlns:a16="http://schemas.microsoft.com/office/drawing/2014/main" id="{89CFB8C3-6F9F-42F5-BC05-C2E50456B8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89" name="Google Shape;186;p10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e128aa59b74d6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7.xml><?xml version="1.0" encoding="utf-8"?>
<p:sldLayout xmlns:p="http://schemas.openxmlformats.org/presentationml/2006/main" matchingName="Заголовок + 2 объекта">
  <p:cSld name="Заголовок + 2 объекта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107">
            <a:extLst xmlns:a="http://schemas.openxmlformats.org/drawingml/2006/main">
              <a:ext uri="{FF2B5EF4-FFF2-40B4-BE49-F238E27FC236}">
                <a16:creationId xmlns:a16="http://schemas.microsoft.com/office/drawing/2014/main" id="{261282DD-F931-483F-BE0B-B7A04494FF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1773238"/>
            <a:ext cx="5317065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89" name="Google Shape;189;p107">
            <a:extLst xmlns:a="http://schemas.openxmlformats.org/drawingml/2006/main">
              <a:ext uri="{FF2B5EF4-FFF2-40B4-BE49-F238E27FC236}">
                <a16:creationId xmlns:a16="http://schemas.microsoft.com/office/drawing/2014/main" id="{197A25C7-F747-4347-9C27-C5BAB9126AD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97604" y="1773238"/>
            <a:ext cx="5317062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90" name="Google Shape;190;p107">
            <a:extLst xmlns:a="http://schemas.openxmlformats.org/drawingml/2006/main">
              <a:ext uri="{FF2B5EF4-FFF2-40B4-BE49-F238E27FC236}">
                <a16:creationId xmlns:a16="http://schemas.microsoft.com/office/drawing/2014/main" id="{7F9298D8-C6AF-4229-B1D3-6DF61AA110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95" name="Google Shape;191;p10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1de170f2c1475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8.xml><?xml version="1.0" encoding="utf-8"?>
<p:sldLayout xmlns:p="http://schemas.openxmlformats.org/presentationml/2006/main" matchingName="1 фото">
  <p:cSld name="1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3" name="Google Shape;193;p108">
            <a:extLst xmlns:a="http://schemas.openxmlformats.org/drawingml/2006/main">
              <a:ext uri="{FF2B5EF4-FFF2-40B4-BE49-F238E27FC236}">
                <a16:creationId xmlns:a16="http://schemas.microsoft.com/office/drawing/2014/main" id="{36C2F038-F8C5-44B0-B24F-05FBD9FDEFFE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194" name="Google Shape;194;p108">
            <a:extLst xmlns:a="http://schemas.openxmlformats.org/drawingml/2006/main">
              <a:ext uri="{FF2B5EF4-FFF2-40B4-BE49-F238E27FC236}">
                <a16:creationId xmlns:a16="http://schemas.microsoft.com/office/drawing/2014/main" id="{76A7150D-A7C5-49A2-B373-2BC708B068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95" name="Google Shape;195;p108">
            <a:extLst xmlns:a="http://schemas.openxmlformats.org/drawingml/2006/main">
              <a:ext uri="{FF2B5EF4-FFF2-40B4-BE49-F238E27FC236}">
                <a16:creationId xmlns:a16="http://schemas.microsoft.com/office/drawing/2014/main" id="{045B6497-5429-41E6-8FBF-57753E3A0F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200" name="Google Shape;196;p10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f0d8bd95294d3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9.xml><?xml version="1.0" encoding="utf-8"?>
<p:sldLayout xmlns:p="http://schemas.openxmlformats.org/presentationml/2006/main" matchingName="1_1 фото">
  <p:cSld name="1_1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8" name="Google Shape;198;p109">
            <a:extLst xmlns:a="http://schemas.openxmlformats.org/drawingml/2006/main">
              <a:ext uri="{FF2B5EF4-FFF2-40B4-BE49-F238E27FC236}">
                <a16:creationId xmlns:a16="http://schemas.microsoft.com/office/drawing/2014/main" id="{5CAF529D-31DC-4CFC-83A1-495EDE7F4BF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199" name="Google Shape;199;p109">
            <a:extLst xmlns:a="http://schemas.openxmlformats.org/drawingml/2006/main">
              <a:ext uri="{FF2B5EF4-FFF2-40B4-BE49-F238E27FC236}">
                <a16:creationId xmlns:a16="http://schemas.microsoft.com/office/drawing/2014/main" id="{64506BA3-B5E0-43F1-BC0B-36EEB6F16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70171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00" name="Google Shape;200;p109">
            <a:extLst xmlns:a="http://schemas.openxmlformats.org/drawingml/2006/main">
              <a:ext uri="{FF2B5EF4-FFF2-40B4-BE49-F238E27FC236}">
                <a16:creationId xmlns:a16="http://schemas.microsoft.com/office/drawing/2014/main" id="{0F3854F6-AA36-42B6-B941-EF56B639B3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64351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0.xml><?xml version="1.0" encoding="utf-8"?>
<p:sldLayout xmlns:p="http://schemas.openxmlformats.org/presentationml/2006/main" matchingName="1 фото + подпись">
  <p:cSld name="1 фото + подпись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110">
            <a:extLst xmlns:a="http://schemas.openxmlformats.org/drawingml/2006/main">
              <a:ext uri="{FF2B5EF4-FFF2-40B4-BE49-F238E27FC236}">
                <a16:creationId xmlns:a16="http://schemas.microsoft.com/office/drawing/2014/main" id="{0759762C-65F2-4C23-824E-B0F38D051C8B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692151"/>
            <a:ext cx="5437188" cy="418217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203" name="Google Shape;203;p110">
            <a:extLst xmlns:a="http://schemas.openxmlformats.org/drawingml/2006/main">
              <a:ext uri="{FF2B5EF4-FFF2-40B4-BE49-F238E27FC236}">
                <a16:creationId xmlns:a16="http://schemas.microsoft.com/office/drawing/2014/main" id="{8F0C691A-98D6-4E22-AB35-19EEB9C95D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0" y="5147214"/>
            <a:ext cx="5449888" cy="3528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04" name="Google Shape;204;p110">
            <a:extLst xmlns:a="http://schemas.openxmlformats.org/drawingml/2006/main">
              <a:ext uri="{FF2B5EF4-FFF2-40B4-BE49-F238E27FC236}">
                <a16:creationId xmlns:a16="http://schemas.microsoft.com/office/drawing/2014/main" id="{8012EF0A-5DB2-470A-AF5F-7CB05D7DB7C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0" y="5553075"/>
            <a:ext cx="5449888" cy="6842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05" name="Google Shape;205;p110">
            <a:extLst xmlns:a="http://schemas.openxmlformats.org/drawingml/2006/main">
              <a:ext uri="{FF2B5EF4-FFF2-40B4-BE49-F238E27FC236}">
                <a16:creationId xmlns:a16="http://schemas.microsoft.com/office/drawing/2014/main" id="{061C0786-13D5-44FA-AA64-30E5C30184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06" name="Google Shape;206;p110">
            <a:extLst xmlns:a="http://schemas.openxmlformats.org/drawingml/2006/main">
              <a:ext uri="{FF2B5EF4-FFF2-40B4-BE49-F238E27FC236}">
                <a16:creationId xmlns:a16="http://schemas.microsoft.com/office/drawing/2014/main" id="{78985AB4-50A8-4075-9CF9-51631102F34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213" name="Google Shape;207;p1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856268ac7c423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e2ea1debd24582" /><Relationship Type="http://schemas.openxmlformats.org/officeDocument/2006/relationships/slideLayout" Target="/ppt/slideLayouts/slideLayout1.xml" Id="Rf5da5cb8878c4fc9" /><Relationship Type="http://schemas.openxmlformats.org/officeDocument/2006/relationships/slideLayout" Target="/ppt/slideLayouts/slideLayout2.xml" Id="R8a1d260aba824492" /><Relationship Type="http://schemas.openxmlformats.org/officeDocument/2006/relationships/slideLayout" Target="/ppt/slideLayouts/slideLayout3.xml" Id="R770ca55a7fef4c0b" /><Relationship Type="http://schemas.openxmlformats.org/officeDocument/2006/relationships/slideLayout" Target="/ppt/slideLayouts/slideLayout4.xml" Id="R3fc9466c11b24b77" /><Relationship Type="http://schemas.openxmlformats.org/officeDocument/2006/relationships/slideLayout" Target="/ppt/slideLayouts/slideLayout5.xml" Id="Re6fc31f04dbb476d" /><Relationship Type="http://schemas.openxmlformats.org/officeDocument/2006/relationships/slideLayout" Target="/ppt/slideLayouts/slideLayout6.xml" Id="Rc218c9b766294a59" /><Relationship Type="http://schemas.openxmlformats.org/officeDocument/2006/relationships/slideLayout" Target="/ppt/slideLayouts/slideLayout7.xml" Id="Re5f9f58f7f8b425a" /><Relationship Type="http://schemas.openxmlformats.org/officeDocument/2006/relationships/slideLayout" Target="/ppt/slideLayouts/slideLayout8.xml" Id="R7c4ebc7cab0e4fe6" /><Relationship Type="http://schemas.openxmlformats.org/officeDocument/2006/relationships/slideLayout" Target="/ppt/slideLayouts/slideLayout9.xml" Id="R43de545619b14a14" /><Relationship Type="http://schemas.openxmlformats.org/officeDocument/2006/relationships/slideLayout" Target="/ppt/slideLayouts/slideLayout10.xml" Id="R5607adb072a4493a" /><Relationship Type="http://schemas.openxmlformats.org/officeDocument/2006/relationships/slideLayout" Target="/ppt/slideLayouts/slideLayout11.xml" Id="Rb7f4da51ea694cb3" /><Relationship Type="http://schemas.openxmlformats.org/officeDocument/2006/relationships/slideLayout" Target="/ppt/slideLayouts/slideLayout12.xml" Id="Ra5b5549794844e8d" /><Relationship Type="http://schemas.openxmlformats.org/officeDocument/2006/relationships/slideLayout" Target="/ppt/slideLayouts/slideLayout13.xml" Id="R07c8286a8f3a471c" /><Relationship Type="http://schemas.openxmlformats.org/officeDocument/2006/relationships/slideLayout" Target="/ppt/slideLayouts/slideLayout14.xml" Id="R76885f429a4b46dd" /><Relationship Type="http://schemas.openxmlformats.org/officeDocument/2006/relationships/slideLayout" Target="/ppt/slideLayouts/slideLayout15.xml" Id="Raf6b66eca23b4fd4" /><Relationship Type="http://schemas.openxmlformats.org/officeDocument/2006/relationships/slideLayout" Target="/ppt/slideLayouts/slideLayout16.xml" Id="Rea6db98e6f2d48b5" /><Relationship Type="http://schemas.openxmlformats.org/officeDocument/2006/relationships/slideLayout" Target="/ppt/slideLayouts/slideLayout17.xml" Id="R33ec085715a44075" /><Relationship Type="http://schemas.openxmlformats.org/officeDocument/2006/relationships/slideLayout" Target="/ppt/slideLayouts/slideLayout18.xml" Id="R1df3f30eca7f4917" /><Relationship Type="http://schemas.openxmlformats.org/officeDocument/2006/relationships/slideLayout" Target="/ppt/slideLayouts/slideLayout19.xml" Id="Rf6815fee02ae4231" /><Relationship Type="http://schemas.openxmlformats.org/officeDocument/2006/relationships/slideLayout" Target="/ppt/slideLayouts/slideLayout20.xml" Id="R3ec4be3539ba4257" /><Relationship Type="http://schemas.openxmlformats.org/officeDocument/2006/relationships/slideLayout" Target="/ppt/slideLayouts/slideLayout21.xml" Id="Ra9488a83263c42a1" /><Relationship Type="http://schemas.openxmlformats.org/officeDocument/2006/relationships/slideLayout" Target="/ppt/slideLayouts/slideLayout22.xml" Id="R439878faf1f9474d" /><Relationship Type="http://schemas.openxmlformats.org/officeDocument/2006/relationships/slideLayout" Target="/ppt/slideLayouts/slideLayout23.xml" Id="R73edaccf73e54b1e" /><Relationship Type="http://schemas.openxmlformats.org/officeDocument/2006/relationships/slideLayout" Target="/ppt/slideLayouts/slideLayout24.xml" Id="R5606c95ec7754b35" /><Relationship Type="http://schemas.openxmlformats.org/officeDocument/2006/relationships/slideLayout" Target="/ppt/slideLayouts/slideLayout25.xml" Id="R5cdc8e0efc004990" /><Relationship Type="http://schemas.openxmlformats.org/officeDocument/2006/relationships/slideLayout" Target="/ppt/slideLayouts/slideLayout26.xml" Id="R77477b578a4a422f" /><Relationship Type="http://schemas.openxmlformats.org/officeDocument/2006/relationships/slideLayout" Target="/ppt/slideLayouts/slideLayout27.xml" Id="Rc4c128b3b7804aff" /><Relationship Type="http://schemas.openxmlformats.org/officeDocument/2006/relationships/slideLayout" Target="/ppt/slideLayouts/slideLayout28.xml" Id="Rb5b7e63efd3c47a9" /><Relationship Type="http://schemas.openxmlformats.org/officeDocument/2006/relationships/slideLayout" Target="/ppt/slideLayouts/slideLayout29.xml" Id="R99bb8350ec8240cc" /><Relationship Type="http://schemas.openxmlformats.org/officeDocument/2006/relationships/slideLayout" Target="/ppt/slideLayouts/slideLayout30.xml" Id="Rb7b647ca5c9b428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77">
            <a:extLst xmlns:a="http://schemas.openxmlformats.org/drawingml/2006/main">
              <a:ext uri="{FF2B5EF4-FFF2-40B4-BE49-F238E27FC236}">
                <a16:creationId xmlns:a16="http://schemas.microsoft.com/office/drawing/2014/main" id="{A7E6D31F-71A0-44A0-B19E-AC05374CF9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sz="36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1" name="Google Shape;11;p77">
            <a:extLst xmlns:a="http://schemas.openxmlformats.org/drawingml/2006/main">
              <a:ext uri="{FF2B5EF4-FFF2-40B4-BE49-F238E27FC236}">
                <a16:creationId xmlns:a16="http://schemas.microsoft.com/office/drawing/2014/main" id="{55300BF6-FE12-4B08-AAE5-9EF57D5689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1773238"/>
            <a:ext cx="10855852" cy="367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marR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marR="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2pPr>
            <a:lvl3pPr marL="1371600" marR="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sz="1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cxnSp>
        <p:nvCxnSpPr>
          <p:cNvPr id="254" name="Google Shape;13;p77"/>
          <p:cNvCxnSpPr/>
          <p:nvPr/>
        </p:nvCxnSpPr>
        <p:spPr>
          <a:xfrm xmlns:a="http://schemas.openxmlformats.org/drawingml/2006/main" rot="0" flipH="0" flipV="0">
            <a:off x="0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5" name="Google Shape;14;p77"/>
          <p:cNvCxnSpPr/>
          <p:nvPr/>
        </p:nvCxnSpPr>
        <p:spPr>
          <a:xfrm xmlns:a="http://schemas.openxmlformats.org/drawingml/2006/main" rot="0" flipH="0" flipV="0">
            <a:off x="677119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6" name="Google Shape;15;p77"/>
          <p:cNvCxnSpPr/>
          <p:nvPr/>
        </p:nvCxnSpPr>
        <p:spPr>
          <a:xfrm xmlns:a="http://schemas.openxmlformats.org/drawingml/2006/main" rot="0" flipH="0" flipV="0">
            <a:off x="135423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7" name="Google Shape;16;p77"/>
          <p:cNvCxnSpPr/>
          <p:nvPr/>
        </p:nvCxnSpPr>
        <p:spPr>
          <a:xfrm xmlns:a="http://schemas.openxmlformats.org/drawingml/2006/main" rot="0" flipH="0" flipV="0">
            <a:off x="2031357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8" name="Google Shape;17;p77"/>
          <p:cNvCxnSpPr/>
          <p:nvPr/>
        </p:nvCxnSpPr>
        <p:spPr>
          <a:xfrm xmlns:a="http://schemas.openxmlformats.org/drawingml/2006/main" rot="0" flipH="0" flipV="0">
            <a:off x="2708476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9" name="Google Shape;18;p77"/>
          <p:cNvCxnSpPr/>
          <p:nvPr/>
        </p:nvCxnSpPr>
        <p:spPr>
          <a:xfrm xmlns:a="http://schemas.openxmlformats.org/drawingml/2006/main" rot="0" flipH="0" flipV="0">
            <a:off x="3385595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0" name="Google Shape;19;p77"/>
          <p:cNvCxnSpPr/>
          <p:nvPr/>
        </p:nvCxnSpPr>
        <p:spPr>
          <a:xfrm xmlns:a="http://schemas.openxmlformats.org/drawingml/2006/main" rot="0" flipH="0" flipV="0">
            <a:off x="4062714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1" name="Google Shape;20;p77"/>
          <p:cNvCxnSpPr/>
          <p:nvPr/>
        </p:nvCxnSpPr>
        <p:spPr>
          <a:xfrm xmlns:a="http://schemas.openxmlformats.org/drawingml/2006/main" rot="0" flipH="0" flipV="0">
            <a:off x="4739833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2" name="Google Shape;21;p77"/>
          <p:cNvCxnSpPr/>
          <p:nvPr/>
        </p:nvCxnSpPr>
        <p:spPr>
          <a:xfrm xmlns:a="http://schemas.openxmlformats.org/drawingml/2006/main" rot="0" flipH="0" flipV="0">
            <a:off x="5416952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3" name="Google Shape;22;p77"/>
          <p:cNvCxnSpPr/>
          <p:nvPr/>
        </p:nvCxnSpPr>
        <p:spPr>
          <a:xfrm xmlns:a="http://schemas.openxmlformats.org/drawingml/2006/main" rot="0" flipH="0" flipV="0">
            <a:off x="6094071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4" name="Google Shape;23;p77"/>
          <p:cNvCxnSpPr/>
          <p:nvPr/>
        </p:nvCxnSpPr>
        <p:spPr>
          <a:xfrm xmlns:a="http://schemas.openxmlformats.org/drawingml/2006/main" rot="0" flipH="0" flipV="0">
            <a:off x="6771190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5" name="Google Shape;24;p77"/>
          <p:cNvCxnSpPr/>
          <p:nvPr/>
        </p:nvCxnSpPr>
        <p:spPr>
          <a:xfrm xmlns:a="http://schemas.openxmlformats.org/drawingml/2006/main" rot="0" flipH="0" flipV="0">
            <a:off x="7448309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6" name="Google Shape;25;p77"/>
          <p:cNvCxnSpPr/>
          <p:nvPr/>
        </p:nvCxnSpPr>
        <p:spPr>
          <a:xfrm xmlns:a="http://schemas.openxmlformats.org/drawingml/2006/main" rot="0" flipH="0" flipV="0">
            <a:off x="812542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7" name="Google Shape;26;p77"/>
          <p:cNvCxnSpPr/>
          <p:nvPr/>
        </p:nvCxnSpPr>
        <p:spPr>
          <a:xfrm xmlns:a="http://schemas.openxmlformats.org/drawingml/2006/main" rot="0" flipH="0" flipV="0">
            <a:off x="8802547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8" name="Google Shape;27;p77"/>
          <p:cNvCxnSpPr/>
          <p:nvPr/>
        </p:nvCxnSpPr>
        <p:spPr>
          <a:xfrm xmlns:a="http://schemas.openxmlformats.org/drawingml/2006/main" rot="0" flipH="0" flipV="0">
            <a:off x="9479666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9" name="Google Shape;28;p77"/>
          <p:cNvCxnSpPr/>
          <p:nvPr/>
        </p:nvCxnSpPr>
        <p:spPr>
          <a:xfrm xmlns:a="http://schemas.openxmlformats.org/drawingml/2006/main" rot="0" flipH="0" flipV="0">
            <a:off x="10156785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0" name="Google Shape;29;p77"/>
          <p:cNvCxnSpPr/>
          <p:nvPr/>
        </p:nvCxnSpPr>
        <p:spPr>
          <a:xfrm xmlns:a="http://schemas.openxmlformats.org/drawingml/2006/main" rot="0" flipH="0" flipV="0">
            <a:off x="10833904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1" name="Google Shape;30;p77"/>
          <p:cNvCxnSpPr/>
          <p:nvPr/>
        </p:nvCxnSpPr>
        <p:spPr>
          <a:xfrm xmlns:a="http://schemas.openxmlformats.org/drawingml/2006/main" rot="0" flipH="0" flipV="0">
            <a:off x="11511023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2" name="Google Shape;31;p77"/>
          <p:cNvCxnSpPr/>
          <p:nvPr/>
        </p:nvCxnSpPr>
        <p:spPr>
          <a:xfrm xmlns:a="http://schemas.openxmlformats.org/drawingml/2006/main" rot="0" flipH="0" flipV="0">
            <a:off x="1218814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3" name="Google Shape;33;p77"/>
          <p:cNvCxnSpPr/>
          <p:nvPr/>
        </p:nvCxnSpPr>
        <p:spPr>
          <a:xfrm xmlns:a="http://schemas.openxmlformats.org/drawingml/2006/main" rot="0" flipH="0" flipV="0">
            <a:off x="-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4" name="Google Shape;34;p77"/>
          <p:cNvCxnSpPr/>
          <p:nvPr/>
        </p:nvCxnSpPr>
        <p:spPr>
          <a:xfrm xmlns:a="http://schemas.openxmlformats.org/drawingml/2006/main" rot="0" flipH="0" flipV="0">
            <a:off x="677116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5" name="Google Shape;35;p77"/>
          <p:cNvCxnSpPr/>
          <p:nvPr/>
        </p:nvCxnSpPr>
        <p:spPr>
          <a:xfrm xmlns:a="http://schemas.openxmlformats.org/drawingml/2006/main" rot="0" flipH="0" flipV="0">
            <a:off x="135423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6" name="Google Shape;36;p77"/>
          <p:cNvCxnSpPr/>
          <p:nvPr/>
        </p:nvCxnSpPr>
        <p:spPr>
          <a:xfrm xmlns:a="http://schemas.openxmlformats.org/drawingml/2006/main" rot="0" flipH="0" flipV="0">
            <a:off x="2031354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7" name="Google Shape;37;p77"/>
          <p:cNvCxnSpPr/>
          <p:nvPr/>
        </p:nvCxnSpPr>
        <p:spPr>
          <a:xfrm xmlns:a="http://schemas.openxmlformats.org/drawingml/2006/main" rot="0" flipH="0" flipV="0">
            <a:off x="270847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8" name="Google Shape;38;p77"/>
          <p:cNvCxnSpPr/>
          <p:nvPr/>
        </p:nvCxnSpPr>
        <p:spPr>
          <a:xfrm xmlns:a="http://schemas.openxmlformats.org/drawingml/2006/main" rot="0" flipH="0" flipV="0">
            <a:off x="3385592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9" name="Google Shape;39;p77"/>
          <p:cNvCxnSpPr/>
          <p:nvPr/>
        </p:nvCxnSpPr>
        <p:spPr>
          <a:xfrm xmlns:a="http://schemas.openxmlformats.org/drawingml/2006/main" rot="0" flipH="0" flipV="0">
            <a:off x="4062711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0" name="Google Shape;40;p77"/>
          <p:cNvCxnSpPr/>
          <p:nvPr/>
        </p:nvCxnSpPr>
        <p:spPr>
          <a:xfrm xmlns:a="http://schemas.openxmlformats.org/drawingml/2006/main" rot="0" flipH="0" flipV="0">
            <a:off x="4739830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1" name="Google Shape;41;p77"/>
          <p:cNvCxnSpPr/>
          <p:nvPr/>
        </p:nvCxnSpPr>
        <p:spPr>
          <a:xfrm xmlns:a="http://schemas.openxmlformats.org/drawingml/2006/main" rot="0" flipH="0" flipV="0">
            <a:off x="5416949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2" name="Google Shape;42;p77"/>
          <p:cNvCxnSpPr/>
          <p:nvPr/>
        </p:nvCxnSpPr>
        <p:spPr>
          <a:xfrm xmlns:a="http://schemas.openxmlformats.org/drawingml/2006/main" rot="0" flipH="0" flipV="0">
            <a:off x="6094068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3" name="Google Shape;43;p77"/>
          <p:cNvCxnSpPr/>
          <p:nvPr/>
        </p:nvCxnSpPr>
        <p:spPr>
          <a:xfrm xmlns:a="http://schemas.openxmlformats.org/drawingml/2006/main" rot="0" flipH="0" flipV="0">
            <a:off x="6771187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4" name="Google Shape;44;p77"/>
          <p:cNvCxnSpPr/>
          <p:nvPr/>
        </p:nvCxnSpPr>
        <p:spPr>
          <a:xfrm xmlns:a="http://schemas.openxmlformats.org/drawingml/2006/main" rot="0" flipH="0" flipV="0">
            <a:off x="7448306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5" name="Google Shape;45;p77"/>
          <p:cNvCxnSpPr/>
          <p:nvPr/>
        </p:nvCxnSpPr>
        <p:spPr>
          <a:xfrm xmlns:a="http://schemas.openxmlformats.org/drawingml/2006/main" rot="0" flipH="0" flipV="0">
            <a:off x="812542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6" name="Google Shape;46;p77"/>
          <p:cNvCxnSpPr/>
          <p:nvPr/>
        </p:nvCxnSpPr>
        <p:spPr>
          <a:xfrm xmlns:a="http://schemas.openxmlformats.org/drawingml/2006/main" rot="0" flipH="0" flipV="0">
            <a:off x="8802544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7" name="Google Shape;47;p77"/>
          <p:cNvCxnSpPr/>
          <p:nvPr/>
        </p:nvCxnSpPr>
        <p:spPr>
          <a:xfrm xmlns:a="http://schemas.openxmlformats.org/drawingml/2006/main" rot="0" flipH="0" flipV="0">
            <a:off x="947966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8" name="Google Shape;48;p77"/>
          <p:cNvCxnSpPr/>
          <p:nvPr/>
        </p:nvCxnSpPr>
        <p:spPr>
          <a:xfrm xmlns:a="http://schemas.openxmlformats.org/drawingml/2006/main" rot="0" flipH="0" flipV="0">
            <a:off x="10156782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9" name="Google Shape;49;p77"/>
          <p:cNvCxnSpPr/>
          <p:nvPr/>
        </p:nvCxnSpPr>
        <p:spPr>
          <a:xfrm xmlns:a="http://schemas.openxmlformats.org/drawingml/2006/main" rot="0" flipH="0" flipV="0">
            <a:off x="10833901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90" name="Google Shape;50;p77"/>
          <p:cNvCxnSpPr/>
          <p:nvPr/>
        </p:nvCxnSpPr>
        <p:spPr>
          <a:xfrm xmlns:a="http://schemas.openxmlformats.org/drawingml/2006/main" rot="0" flipH="0" flipV="0">
            <a:off x="11511020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91" name="Google Shape;51;p77"/>
          <p:cNvCxnSpPr/>
          <p:nvPr/>
        </p:nvCxnSpPr>
        <p:spPr>
          <a:xfrm xmlns:a="http://schemas.openxmlformats.org/drawingml/2006/main" rot="0" flipH="0" flipV="0">
            <a:off x="1218814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da5cb8878c4fc9"/>
    <p:sldLayoutId xmlns:r="http://schemas.openxmlformats.org/officeDocument/2006/relationships" id="2147483650" r:id="R8a1d260aba824492"/>
    <p:sldLayoutId xmlns:r="http://schemas.openxmlformats.org/officeDocument/2006/relationships" id="2147483651" r:id="R770ca55a7fef4c0b"/>
    <p:sldLayoutId xmlns:r="http://schemas.openxmlformats.org/officeDocument/2006/relationships" id="2147483652" r:id="R3fc9466c11b24b77"/>
    <p:sldLayoutId xmlns:r="http://schemas.openxmlformats.org/officeDocument/2006/relationships" id="2147483653" r:id="Re6fc31f04dbb476d"/>
    <p:sldLayoutId xmlns:r="http://schemas.openxmlformats.org/officeDocument/2006/relationships" id="2147483654" r:id="Rc218c9b766294a59"/>
    <p:sldLayoutId xmlns:r="http://schemas.openxmlformats.org/officeDocument/2006/relationships" id="2147483655" r:id="Re5f9f58f7f8b425a"/>
    <p:sldLayoutId xmlns:r="http://schemas.openxmlformats.org/officeDocument/2006/relationships" id="2147483656" r:id="R7c4ebc7cab0e4fe6"/>
    <p:sldLayoutId xmlns:r="http://schemas.openxmlformats.org/officeDocument/2006/relationships" id="2147483657" r:id="R43de545619b14a14"/>
    <p:sldLayoutId xmlns:r="http://schemas.openxmlformats.org/officeDocument/2006/relationships" id="2147483658" r:id="R5607adb072a4493a"/>
    <p:sldLayoutId xmlns:r="http://schemas.openxmlformats.org/officeDocument/2006/relationships" id="2147483659" r:id="Rb7f4da51ea694cb3"/>
    <p:sldLayoutId xmlns:r="http://schemas.openxmlformats.org/officeDocument/2006/relationships" id="2147483660" r:id="Ra5b5549794844e8d"/>
    <p:sldLayoutId xmlns:r="http://schemas.openxmlformats.org/officeDocument/2006/relationships" id="2147483661" r:id="R07c8286a8f3a471c"/>
    <p:sldLayoutId xmlns:r="http://schemas.openxmlformats.org/officeDocument/2006/relationships" id="2147483662" r:id="R76885f429a4b46dd"/>
    <p:sldLayoutId xmlns:r="http://schemas.openxmlformats.org/officeDocument/2006/relationships" id="2147483663" r:id="Raf6b66eca23b4fd4"/>
    <p:sldLayoutId xmlns:r="http://schemas.openxmlformats.org/officeDocument/2006/relationships" id="2147483664" r:id="Rea6db98e6f2d48b5"/>
    <p:sldLayoutId xmlns:r="http://schemas.openxmlformats.org/officeDocument/2006/relationships" id="2147483665" r:id="R33ec085715a44075"/>
    <p:sldLayoutId xmlns:r="http://schemas.openxmlformats.org/officeDocument/2006/relationships" id="2147483666" r:id="R1df3f30eca7f4917"/>
    <p:sldLayoutId xmlns:r="http://schemas.openxmlformats.org/officeDocument/2006/relationships" id="2147483667" r:id="Rf6815fee02ae4231"/>
    <p:sldLayoutId xmlns:r="http://schemas.openxmlformats.org/officeDocument/2006/relationships" id="2147483668" r:id="R3ec4be3539ba4257"/>
    <p:sldLayoutId xmlns:r="http://schemas.openxmlformats.org/officeDocument/2006/relationships" id="2147483669" r:id="Ra9488a83263c42a1"/>
    <p:sldLayoutId xmlns:r="http://schemas.openxmlformats.org/officeDocument/2006/relationships" id="2147483670" r:id="R439878faf1f9474d"/>
    <p:sldLayoutId xmlns:r="http://schemas.openxmlformats.org/officeDocument/2006/relationships" id="2147483671" r:id="R73edaccf73e54b1e"/>
    <p:sldLayoutId xmlns:r="http://schemas.openxmlformats.org/officeDocument/2006/relationships" id="2147483672" r:id="R5606c95ec7754b35"/>
    <p:sldLayoutId xmlns:r="http://schemas.openxmlformats.org/officeDocument/2006/relationships" id="2147483673" r:id="R5cdc8e0efc004990"/>
    <p:sldLayoutId xmlns:r="http://schemas.openxmlformats.org/officeDocument/2006/relationships" id="2147483674" r:id="R77477b578a4a422f"/>
    <p:sldLayoutId xmlns:r="http://schemas.openxmlformats.org/officeDocument/2006/relationships" id="2147483675" r:id="Rc4c128b3b7804aff"/>
    <p:sldLayoutId xmlns:r="http://schemas.openxmlformats.org/officeDocument/2006/relationships" id="2147483676" r:id="Rb5b7e63efd3c47a9"/>
    <p:sldLayoutId xmlns:r="http://schemas.openxmlformats.org/officeDocument/2006/relationships" id="2147483677" r:id="R99bb8350ec8240cc"/>
    <p:sldLayoutId xmlns:r="http://schemas.openxmlformats.org/officeDocument/2006/relationships" id="2147483678" r:id="Rb7b647ca5c9b4282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15">
          <p15:clr>
            <a:srgbClr xmlns:a="http://schemas.openxmlformats.org/drawingml/2006/main" val="FDE53C"/>
          </p15:clr>
        </p15:guide>
        <p15:guide id="2" pos="7265">
          <p15:clr>
            <a:srgbClr xmlns:a="http://schemas.openxmlformats.org/drawingml/2006/main" val="FDE53C"/>
          </p15:clr>
        </p15:guide>
        <p15:guide id="3" orient="horz" pos="3906">
          <p15:clr>
            <a:srgbClr xmlns:a="http://schemas.openxmlformats.org/drawingml/2006/main" val="FDE53C"/>
          </p15:clr>
        </p15:guide>
        <p15:guide id="4" pos="3840">
          <p15:clr>
            <a:srgbClr xmlns:a="http://schemas.openxmlformats.org/drawingml/2006/main" val="FDE53C"/>
          </p15:clr>
        </p15:guide>
        <p15:guide id="5" orient="horz" pos="436">
          <p15:clr>
            <a:srgbClr xmlns:a="http://schemas.openxmlformats.org/drawingml/2006/main" val="FDE53C"/>
          </p15:clr>
        </p15:guide>
        <p15:guide id="6" orient="horz" pos="1117">
          <p15:clr>
            <a:srgbClr xmlns:a="http://schemas.openxmlformats.org/drawingml/2006/main" val="FDE53C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0097319c9a54724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548f9b0b4bfa4eb7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042485a482434674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24c7c1195f9547e3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be172fb4ed634e4f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76a89acad05142ac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45070a465d59433c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a6de932600a84584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2028341e7c484709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6d0127547e254fbc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2ae8a9b3aa5d48c9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bcd170e862584821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2d6577ff97f34699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3b01d58761374014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7.xml" Id="R2fae6638e4f44271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390188349a9444c3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c7712bc7d23a444c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4087010203f54a9d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e0afd41023a241b7" 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2932de796fc1473d" 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16dd61030ce44d34" 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ee1504975ef74486" 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2077c23c01394f21" 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a734f16b5c034fa4" 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7.xml" Id="Re8599006adf44495" 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78d13c2978764951" /></Relationships>
</file>

<file path=ppt/slides/_rels/slide27.xml.rels><?xml version='1.0' encoding='utf-8'?>
<Relationships xmlns="http://schemas.openxmlformats.org/package/2006/relationships"><Relationship Type="http://schemas.openxmlformats.org/officeDocument/2006/relationships/slideLayout" Target="/ppt/slideLayouts/slideLayout10.xml" Id="R747bdc9c8c4a401f" /><Relationship Type="http://schemas.openxmlformats.org/officeDocument/2006/relationships/image" Target="/ppt/media/image16.png" Id="R5cbbc7a67fcc4077" /></Relationships>
</file>

<file path=ppt/slides/_rels/slide28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3c878d3d76dd43a2" /></Relationships>
</file>

<file path=ppt/slides/_rels/slide29.xml.rels><?xml version='1.0' encoding='utf-8'?>
<Relationships xmlns="http://schemas.openxmlformats.org/package/2006/relationships"><Relationship Type="http://schemas.openxmlformats.org/officeDocument/2006/relationships/slideLayout" Target="/ppt/slideLayouts/slideLayout5.xml" Id="R045f50c8a1bf4e1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1">
            <a:extLst xmlns:a="http://schemas.openxmlformats.org/drawingml/2006/main">
              <a:ext uri="{FF2B5EF4-FFF2-40B4-BE49-F238E27FC236}">
                <a16:creationId xmlns:a16="http://schemas.microsoft.com/office/drawing/2014/main" id="{0AADD9A7-B676-4B23-B8BC-1671285AD8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3096450"/>
            <a:ext cx="6835800" cy="1316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4800"/>
              <a:t>Неконтролируемое машинное обучение</a:t>
            </a:r>
            <a:endParaRPr sz="4800"/>
          </a:p>
        </p:txBody>
      </p:sp>
    </p:spTree>
    <p:extLst>
      <p:ext uri="{BB962C8B-B14F-4D97-AF65-F5344CB8AC3E}">
        <p14:creationId xmlns:p14="http://schemas.microsoft.com/office/powerpoint/2010/main" val="9366420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2" name="Google Shape;242;g3f560cde4dd_1_26">
            <a:extLst xmlns:a="http://schemas.openxmlformats.org/drawingml/2006/main">
              <a:ext uri="{FF2B5EF4-FFF2-40B4-BE49-F238E27FC236}">
                <a16:creationId xmlns:a16="http://schemas.microsoft.com/office/drawing/2014/main" id="{86BBA9E6-C9CD-4C05-B818-5D9003CDF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498"/>
            <a:ext cx="10806000" cy="24168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2400" b="1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Мини-квиз: silhouette растёт с k — значит, большее k всегда лучше?</a:t>
            </a:r>
            <a:endParaRPr sz="2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43" name="Google Shape;243;g3f560cde4dd_1_26">
            <a:extLst xmlns:a="http://schemas.openxmlformats.org/drawingml/2006/main">
              <a:ext uri="{FF2B5EF4-FFF2-40B4-BE49-F238E27FC236}">
                <a16:creationId xmlns:a16="http://schemas.microsoft.com/office/drawing/2014/main" id="{258721A2-0272-40C5-BE1A-802F2A088B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128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Связь с прошлым занятием</a:t>
            </a:r>
            <a:endParaRPr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11592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8" name="Google Shape;248;g3f560cde4dd_1_34">
            <a:extLst xmlns:a="http://schemas.openxmlformats.org/drawingml/2006/main">
              <a:ext uri="{FF2B5EF4-FFF2-40B4-BE49-F238E27FC236}">
                <a16:creationId xmlns:a16="http://schemas.microsoft.com/office/drawing/2014/main" id="{B3DDA09D-5000-46BD-9775-90FF504A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498"/>
            <a:ext cx="10806000" cy="24168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2400" b="1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Нет: silhouette оценивает геометрию, но не смысл кластеров.</a:t>
            </a:r>
            <a:endParaRPr sz="2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2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000" b="1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Нужны устойчивость, интерпретация и внешний критерий — в contest это ARI по скрытым labels.</a:t>
            </a:r>
            <a:endParaRPr sz="20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49" name="Google Shape;249;g3f560cde4dd_1_34">
            <a:extLst xmlns:a="http://schemas.openxmlformats.org/drawingml/2006/main">
              <a:ext uri="{FF2B5EF4-FFF2-40B4-BE49-F238E27FC236}">
                <a16:creationId xmlns:a16="http://schemas.microsoft.com/office/drawing/2014/main" id="{A1A4CAAE-2AD4-40F2-9215-2819479532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128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Связь с прошлым занятием</a:t>
            </a:r>
            <a:endParaRPr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22696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9" name="Google Shape;259;g3f560cde4dd_1_45">
            <a:extLst xmlns:a="http://schemas.openxmlformats.org/drawingml/2006/main">
              <a:ext uri="{FF2B5EF4-FFF2-40B4-BE49-F238E27FC236}">
                <a16:creationId xmlns:a16="http://schemas.microsoft.com/office/drawing/2014/main" id="{0290F79E-7410-488E-843C-54178B0E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1449390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Геометрия и задача без y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60" name="Google Shape;260;g3f560cde4dd_1_45">
            <a:extLst xmlns:a="http://schemas.openxmlformats.org/drawingml/2006/main">
              <a:ext uri="{FF2B5EF4-FFF2-40B4-BE49-F238E27FC236}">
                <a16:creationId xmlns:a16="http://schemas.microsoft.com/office/drawing/2014/main" id="{8515E485-F602-480A-B25A-14E2FF7F91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590475"/>
            <a:ext cx="8457900" cy="6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>
                <a:solidFill>
                  <a:schemeClr val="dk2"/>
                </a:solidFill>
              </a:rPr>
              <a:t>Сегодня на занятии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61" name="Google Shape;261;g3f560cde4dd_1_45">
            <a:extLst xmlns:a="http://schemas.openxmlformats.org/drawingml/2006/main">
              <a:ext uri="{FF2B5EF4-FFF2-40B4-BE49-F238E27FC236}">
                <a16:creationId xmlns:a16="http://schemas.microsoft.com/office/drawing/2014/main" id="{02E30DC3-8127-4D4D-ACDF-F6A44161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1470545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1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Google Shape;262;g3f560cde4dd_1_45">
            <a:extLst xmlns:a="http://schemas.openxmlformats.org/drawingml/2006/main">
              <a:ext uri="{FF2B5EF4-FFF2-40B4-BE49-F238E27FC236}">
                <a16:creationId xmlns:a16="http://schemas.microsoft.com/office/drawing/2014/main" id="{79478011-7476-47A6-BBDF-0D3B9D9B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2454915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Алгоритмы кластеризации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63" name="Google Shape;263;g3f560cde4dd_1_45">
            <a:extLst xmlns:a="http://schemas.openxmlformats.org/drawingml/2006/main">
              <a:ext uri="{FF2B5EF4-FFF2-40B4-BE49-F238E27FC236}">
                <a16:creationId xmlns:a16="http://schemas.microsoft.com/office/drawing/2014/main" id="{DD539A10-BE58-402A-AEAB-D48DE3AC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2476070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2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Google Shape;264;g3f560cde4dd_1_45">
            <a:extLst xmlns:a="http://schemas.openxmlformats.org/drawingml/2006/main">
              <a:ext uri="{FF2B5EF4-FFF2-40B4-BE49-F238E27FC236}">
                <a16:creationId xmlns:a16="http://schemas.microsoft.com/office/drawing/2014/main" id="{703AFCD5-3053-489B-8EA7-9533B988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3481590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Многомерное шкалирование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65" name="Google Shape;265;g3f560cde4dd_1_45">
            <a:extLst xmlns:a="http://schemas.openxmlformats.org/drawingml/2006/main">
              <a:ext uri="{FF2B5EF4-FFF2-40B4-BE49-F238E27FC236}">
                <a16:creationId xmlns:a16="http://schemas.microsoft.com/office/drawing/2014/main" id="{6027C7F9-A076-4AA2-9ADD-D6968148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3502745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3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6" name="Google Shape;266;g3f560cde4dd_1_45">
            <a:extLst xmlns:a="http://schemas.openxmlformats.org/drawingml/2006/main">
              <a:ext uri="{FF2B5EF4-FFF2-40B4-BE49-F238E27FC236}">
                <a16:creationId xmlns:a16="http://schemas.microsoft.com/office/drawing/2014/main" id="{CAF2694E-F3C0-4724-9FF7-F5E975BA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4508265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Ассоциативные правила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67" name="Google Shape;267;g3f560cde4dd_1_45">
            <a:extLst xmlns:a="http://schemas.openxmlformats.org/drawingml/2006/main">
              <a:ext uri="{FF2B5EF4-FFF2-40B4-BE49-F238E27FC236}">
                <a16:creationId xmlns:a16="http://schemas.microsoft.com/office/drawing/2014/main" id="{6E1AC215-A2CA-4CF2-976B-B340FB45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4529420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4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8" name="Google Shape;268;g3f560cde4dd_1_45">
            <a:extLst xmlns:a="http://schemas.openxmlformats.org/drawingml/2006/main">
              <a:ext uri="{FF2B5EF4-FFF2-40B4-BE49-F238E27FC236}">
                <a16:creationId xmlns:a16="http://schemas.microsoft.com/office/drawing/2014/main" id="{14A81918-ED56-4096-B506-AB93AD7B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5513790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All Cups baseline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69" name="Google Shape;269;g3f560cde4dd_1_45">
            <a:extLst xmlns:a="http://schemas.openxmlformats.org/drawingml/2006/main">
              <a:ext uri="{FF2B5EF4-FFF2-40B4-BE49-F238E27FC236}">
                <a16:creationId xmlns:a16="http://schemas.microsoft.com/office/drawing/2014/main" id="{56F10149-55C2-445E-9FF2-A573AEF4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5534945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5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818103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4" name="Google Shape;284;g3f560cde4dd_1_264">
            <a:extLst xmlns:a="http://schemas.openxmlformats.org/drawingml/2006/main">
              <a:ext uri="{FF2B5EF4-FFF2-40B4-BE49-F238E27FC236}">
                <a16:creationId xmlns:a16="http://schemas.microsoft.com/office/drawing/2014/main" id="{C442DA53-8321-45CA-9E9C-004472044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2764050"/>
            <a:ext cx="7139100" cy="132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4800"/>
              <a:t>Геометрия и задача без target</a:t>
            </a:r>
            <a:endParaRPr sz="4800"/>
          </a:p>
        </p:txBody>
      </p:sp>
      <p:sp>
        <p:nvSpPr>
          <p:cNvPr id="285" name="Google Shape;285;g3f560cde4dd_1_264">
            <a:extLst xmlns:a="http://schemas.openxmlformats.org/drawingml/2006/main">
              <a:ext uri="{FF2B5EF4-FFF2-40B4-BE49-F238E27FC236}">
                <a16:creationId xmlns:a16="http://schemas.microsoft.com/office/drawing/2014/main" id="{6EFD3750-0902-415F-AA76-26F8CF3C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25" y="4425325"/>
            <a:ext cx="1494600" cy="4617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2857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86" name="Google Shape;286;g3f560cde4dd_1_264">
            <a:extLst xmlns:a="http://schemas.openxmlformats.org/drawingml/2006/main">
              <a:ext uri="{FF2B5EF4-FFF2-40B4-BE49-F238E27FC236}">
                <a16:creationId xmlns:a16="http://schemas.microsoft.com/office/drawing/2014/main" id="{D876A5C8-A26D-42B9-B6AB-15FE08C5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17" y="4412137"/>
            <a:ext cx="1424400" cy="46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раздел</a:t>
            </a:r>
            <a:endParaRPr sz="1800" b="0" i="0" u="none" cap="none">
              <a:solidFill>
                <a:srgbClr val="FFFFFF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87" name="Google Shape;287;g3f560cde4dd_1_264">
            <a:extLst xmlns:a="http://schemas.openxmlformats.org/drawingml/2006/main">
              <a:ext uri="{FF2B5EF4-FFF2-40B4-BE49-F238E27FC236}">
                <a16:creationId xmlns:a16="http://schemas.microsoft.com/office/drawing/2014/main" id="{07F0FC47-9009-4B87-9CD7-911AA23D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600" y="4425325"/>
            <a:ext cx="461700" cy="461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lt2"/>
          </a:solidFill>
          <a:ln xmlns:a="http://schemas.openxmlformats.org/drawingml/2006/main" w="9525" cmpd="sng">
            <a:solidFill>
              <a:schemeClr val="lt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1</a:t>
            </a:r>
            <a:endParaRPr sz="1800" b="0" i="0" u="none" cap="none">
              <a:solidFill>
                <a:schemeClr val="dk2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19307807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284100A8-0E62-4757-A21C-FB1C049F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Без target алгоритм оптимизирует выбранную нами структуру: расстояние, плотность, граф или совместное появление.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/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Поэтому representation и критерий проверки входят в постановку задачи.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E41A4F3B-7E8D-4782-B558-B2906F6BB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Критерий успеха проектирует человек</a:t>
            </a:r>
            <a:endParaRPr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9296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8" name="Google Shape;298;g3f560cde4dd_1_277">
            <a:extLst xmlns:a="http://schemas.openxmlformats.org/drawingml/2006/main">
              <a:ext uri="{FF2B5EF4-FFF2-40B4-BE49-F238E27FC236}">
                <a16:creationId xmlns:a16="http://schemas.microsoft.com/office/drawing/2014/main" id="{8BB4E725-95FE-4789-8D1F-AB3236E4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2153478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Кластеризация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Разбить объекты на группы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Google Shape;299;g3f560cde4dd_1_277">
            <a:extLst xmlns:a="http://schemas.openxmlformats.org/drawingml/2006/main">
              <a:ext uri="{FF2B5EF4-FFF2-40B4-BE49-F238E27FC236}">
                <a16:creationId xmlns:a16="http://schemas.microsoft.com/office/drawing/2014/main" id="{BFEAD64F-FE0A-4B92-88A6-157DEE83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2155793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MDS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Сохранить pairwise distances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0" name="Google Shape;300;g3f560cde4dd_1_277">
            <a:extLst xmlns:a="http://schemas.openxmlformats.org/drawingml/2006/main">
              <a:ext uri="{FF2B5EF4-FFF2-40B4-BE49-F238E27FC236}">
                <a16:creationId xmlns:a16="http://schemas.microsoft.com/office/drawing/2014/main" id="{9622D6C9-8210-4E7C-8B82-849B562D5A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624100" cy="10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Unsupervised-методы отвечают на разные вопросы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01" name="Google Shape;301;g3f560cde4dd_1_277">
            <a:extLst xmlns:a="http://schemas.openxmlformats.org/drawingml/2006/main">
              <a:ext uri="{FF2B5EF4-FFF2-40B4-BE49-F238E27FC236}">
                <a16:creationId xmlns:a16="http://schemas.microsoft.com/office/drawing/2014/main" id="{8DCA11B7-A04B-472F-B793-D96F258F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4239004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Ассоциативные правила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Найти частые совместные события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2" name="Google Shape;302;g3f560cde4dd_1_277">
            <a:extLst xmlns:a="http://schemas.openxmlformats.org/drawingml/2006/main">
              <a:ext uri="{FF2B5EF4-FFF2-40B4-BE49-F238E27FC236}">
                <a16:creationId xmlns:a16="http://schemas.microsoft.com/office/drawing/2014/main" id="{44350F31-5B2D-4322-928F-A11C861B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4239004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Представление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Определить, что значит «похожи»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12628469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5" name="Google Shape;325;g3f560cde4dd_1_312">
            <a:extLst xmlns:a="http://schemas.openxmlformats.org/drawingml/2006/main">
              <a:ext uri="{FF2B5EF4-FFF2-40B4-BE49-F238E27FC236}">
                <a16:creationId xmlns:a16="http://schemas.microsoft.com/office/drawing/2014/main" id="{605CA8EB-55E6-460D-9E94-4EC1E83F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1805479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Определить объект и доступные признаки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26" name="Google Shape;326;g3f560cde4dd_1_312">
            <a:extLst xmlns:a="http://schemas.openxmlformats.org/drawingml/2006/main">
              <a:ext uri="{FF2B5EF4-FFF2-40B4-BE49-F238E27FC236}">
                <a16:creationId xmlns:a16="http://schemas.microsoft.com/office/drawing/2014/main" id="{DFCBB56A-E1DA-440F-BCBD-31A3ADB5FB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590475"/>
            <a:ext cx="8457900" cy="6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>
                <a:solidFill>
                  <a:schemeClr val="dk2"/>
                </a:solidFill>
              </a:rPr>
              <a:t>Как поставить задачу без y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27" name="Google Shape;327;g3f560cde4dd_1_312">
            <a:extLst xmlns:a="http://schemas.openxmlformats.org/drawingml/2006/main">
              <a:ext uri="{FF2B5EF4-FFF2-40B4-BE49-F238E27FC236}">
                <a16:creationId xmlns:a16="http://schemas.microsoft.com/office/drawing/2014/main" id="{04304221-F476-46F7-BEAC-2A2FA840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1826634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1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8" name="Google Shape;328;g3f560cde4dd_1_312">
            <a:extLst xmlns:a="http://schemas.openxmlformats.org/drawingml/2006/main">
              <a:ext uri="{FF2B5EF4-FFF2-40B4-BE49-F238E27FC236}">
                <a16:creationId xmlns:a16="http://schemas.microsoft.com/office/drawing/2014/main" id="{B54A8E1F-646F-4395-87BE-C2213BE4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2811004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Выбрать representation и similarity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29" name="Google Shape;329;g3f560cde4dd_1_312">
            <a:extLst xmlns:a="http://schemas.openxmlformats.org/drawingml/2006/main">
              <a:ext uri="{FF2B5EF4-FFF2-40B4-BE49-F238E27FC236}">
                <a16:creationId xmlns:a16="http://schemas.microsoft.com/office/drawing/2014/main" id="{B866D081-6580-4561-BF3F-4F1063DB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2832159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2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0" name="Google Shape;330;g3f560cde4dd_1_312">
            <a:extLst xmlns:a="http://schemas.openxmlformats.org/drawingml/2006/main">
              <a:ext uri="{FF2B5EF4-FFF2-40B4-BE49-F238E27FC236}">
                <a16:creationId xmlns:a16="http://schemas.microsoft.com/office/drawing/2014/main" id="{586B5BD6-2F6A-4A97-B35C-7A459D2C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3837679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Назначить проверку устойчивости и пользы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31" name="Google Shape;331;g3f560cde4dd_1_312">
            <a:extLst xmlns:a="http://schemas.openxmlformats.org/drawingml/2006/main">
              <a:ext uri="{FF2B5EF4-FFF2-40B4-BE49-F238E27FC236}">
                <a16:creationId xmlns:a16="http://schemas.microsoft.com/office/drawing/2014/main" id="{C75FDD1B-70D0-4275-B5E6-0419511F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3858834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3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2" name="Google Shape;332;g3f560cde4dd_1_312">
            <a:extLst xmlns:a="http://schemas.openxmlformats.org/drawingml/2006/main">
              <a:ext uri="{FF2B5EF4-FFF2-40B4-BE49-F238E27FC236}">
                <a16:creationId xmlns:a16="http://schemas.microsoft.com/office/drawing/2014/main" id="{34097094-CE2F-451B-8343-AB93D8C3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1805479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что сравниваем?</a:t>
            </a:r>
            <a:endParaRPr sz="2000" b="0" i="0" u="none" cap="none">
              <a:solidFill>
                <a:schemeClr val="dk2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33" name="Google Shape;333;g3f560cde4dd_1_312">
            <a:extLst xmlns:a="http://schemas.openxmlformats.org/drawingml/2006/main">
              <a:ext uri="{FF2B5EF4-FFF2-40B4-BE49-F238E27FC236}">
                <a16:creationId xmlns:a16="http://schemas.microsoft.com/office/drawing/2014/main" id="{7EC16201-E584-41C3-BD35-61824A41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2811004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что значит близко?</a:t>
            </a:r>
            <a:endParaRPr sz="2000" b="0" i="0" u="none" cap="none">
              <a:solidFill>
                <a:schemeClr val="dk2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34" name="Google Shape;334;g3f560cde4dd_1_312">
            <a:extLst xmlns:a="http://schemas.openxmlformats.org/drawingml/2006/main">
              <a:ext uri="{FF2B5EF4-FFF2-40B4-BE49-F238E27FC236}">
                <a16:creationId xmlns:a16="http://schemas.microsoft.com/office/drawing/2014/main" id="{0DE7D31C-6D42-4BF2-A836-688FFD3A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3837679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зачем результат?</a:t>
            </a:r>
            <a:endParaRPr sz="2000" b="0" i="0" u="none" cap="none">
              <a:solidFill>
                <a:schemeClr val="dk2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20747286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284100A8-0E62-4757-A21C-FB1C049F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Масштаб, пропуски и выбросы меняют расстояния; в sparse data важен выбор Euclidean или cosine geometry.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/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Preprocessing — часть модели, поэтому его фиксируют и проверяют вместе с алгоритмом.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E41A4F3B-7E8D-4782-B558-B2906F6BB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Геометрия данных — часть решения</a:t>
            </a:r>
            <a:endParaRPr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92968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7" name="Google Shape;367;g3f560cde4dd_1_384">
            <a:extLst xmlns:a="http://schemas.openxmlformats.org/drawingml/2006/main">
              <a:ext uri="{FF2B5EF4-FFF2-40B4-BE49-F238E27FC236}">
                <a16:creationId xmlns:a16="http://schemas.microsoft.com/office/drawing/2014/main" id="{7A82A2AB-B4E2-4113-8AF9-01FCE8BB56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2597850"/>
            <a:ext cx="7231500" cy="132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4800"/>
              <a:t>Кластеризация: разные предположения</a:t>
            </a:r>
            <a:endParaRPr sz="4800"/>
          </a:p>
        </p:txBody>
      </p:sp>
      <p:sp>
        <p:nvSpPr>
          <p:cNvPr id="368" name="Google Shape;368;g3f560cde4dd_1_384">
            <a:extLst xmlns:a="http://schemas.openxmlformats.org/drawingml/2006/main">
              <a:ext uri="{FF2B5EF4-FFF2-40B4-BE49-F238E27FC236}">
                <a16:creationId xmlns:a16="http://schemas.microsoft.com/office/drawing/2014/main" id="{F871A74D-7E5B-453D-BFD8-31C0F739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25" y="4253883"/>
            <a:ext cx="1494600" cy="4617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2857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69" name="Google Shape;369;g3f560cde4dd_1_384">
            <a:extLst xmlns:a="http://schemas.openxmlformats.org/drawingml/2006/main">
              <a:ext uri="{FF2B5EF4-FFF2-40B4-BE49-F238E27FC236}">
                <a16:creationId xmlns:a16="http://schemas.microsoft.com/office/drawing/2014/main" id="{1EB2111F-9F06-4F9F-9584-C7194EBC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17" y="4240694"/>
            <a:ext cx="1424400" cy="46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раздел</a:t>
            </a:r>
            <a:endParaRPr sz="1800" b="0" i="0" u="none" cap="none">
              <a:solidFill>
                <a:srgbClr val="FFFFFF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70" name="Google Shape;370;g3f560cde4dd_1_384">
            <a:extLst xmlns:a="http://schemas.openxmlformats.org/drawingml/2006/main">
              <a:ext uri="{FF2B5EF4-FFF2-40B4-BE49-F238E27FC236}">
                <a16:creationId xmlns:a16="http://schemas.microsoft.com/office/drawing/2014/main" id="{2D201F09-51A0-444F-A0B4-5D5F3DCA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600" y="4253883"/>
            <a:ext cx="461700" cy="461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lt2"/>
          </a:solidFill>
          <a:ln xmlns:a="http://schemas.openxmlformats.org/drawingml/2006/main" w="9525" cmpd="sng">
            <a:solidFill>
              <a:schemeClr val="lt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2</a:t>
            </a:r>
            <a:endParaRPr sz="1800" b="0" i="0" u="none" cap="none">
              <a:solidFill>
                <a:schemeClr val="dk2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30050038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284100A8-0E62-4757-A21C-FB1C049F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K-means минимизирует inertia: сумму квадратов расстояний до ближайших центров.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/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Он ожидает компактные кластеры похожего масштаба, чувствителен к scale и требует заранее выбрать k.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E41A4F3B-7E8D-4782-B558-B2906F6BB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K-means — сильный baseline, если подходят предположения</a:t>
            </a:r>
            <a:endParaRPr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92968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47" name="Google Shape;339;g3f560cde4dd_1_345"/>
          <p:cNvCxnSpPr/>
          <p:nvPr/>
        </p:nvCxnSpPr>
        <p:spPr>
          <a:xfrm xmlns:a="http://schemas.openxmlformats.org/drawingml/2006/main" rot="10800000">
            <a:off x="658800" y="2199500"/>
            <a:ext cx="11533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4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340" name="Google Shape;340;g3f560cde4dd_1_345">
            <a:extLst xmlns:a="http://schemas.openxmlformats.org/drawingml/2006/main">
              <a:ext uri="{FF2B5EF4-FFF2-40B4-BE49-F238E27FC236}">
                <a16:creationId xmlns:a16="http://schemas.microsoft.com/office/drawing/2014/main" id="{42CE26B0-E725-4259-864B-DFB50E42AA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5845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t>K-means повторяет два шага</a:t>
            </a:r>
            <a:endParaRPr/>
          </a:p>
        </p:txBody>
      </p:sp>
      <p:sp>
        <p:nvSpPr>
          <p:cNvPr id="341" name="Google Shape;341;g3f560cde4dd_1_345">
            <a:extLst xmlns:a="http://schemas.openxmlformats.org/drawingml/2006/main">
              <a:ext uri="{FF2B5EF4-FFF2-40B4-BE49-F238E27FC236}">
                <a16:creationId xmlns:a16="http://schemas.microsoft.com/office/drawing/2014/main" id="{9725EE31-2084-438D-BCC2-100341AF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2150" y="2386744"/>
            <a:ext cx="2743200" cy="49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2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Инициализация</a:t>
            </a:r>
            <a:endParaRPr sz="2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42" name="Google Shape;342;g3f560cde4dd_1_345">
            <a:extLst xmlns:a="http://schemas.openxmlformats.org/drawingml/2006/main">
              <a:ext uri="{FF2B5EF4-FFF2-40B4-BE49-F238E27FC236}">
                <a16:creationId xmlns:a16="http://schemas.microsoft.com/office/drawing/2014/main" id="{12D066A8-029B-4DA7-916E-4C18A3AB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4107" y="2103103"/>
            <a:ext cx="219300" cy="219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5700" tIns="35700" rIns="35700" bIns="3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t/>
            </a:r>
            <a:endParaRPr sz="25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3" name="Google Shape;343;g3f560cde4dd_1_345">
            <a:extLst xmlns:a="http://schemas.openxmlformats.org/drawingml/2006/main">
              <a:ext uri="{FF2B5EF4-FFF2-40B4-BE49-F238E27FC236}">
                <a16:creationId xmlns:a16="http://schemas.microsoft.com/office/drawing/2014/main" id="{ED232CC1-B38E-4504-A987-93C28C79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265" y="2103103"/>
            <a:ext cx="219300" cy="219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5700" tIns="35700" rIns="35700" bIns="3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t/>
            </a:r>
            <a:endParaRPr sz="25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4" name="Google Shape;344;g3f560cde4dd_1_345">
            <a:extLst xmlns:a="http://schemas.openxmlformats.org/drawingml/2006/main">
              <a:ext uri="{FF2B5EF4-FFF2-40B4-BE49-F238E27FC236}">
                <a16:creationId xmlns:a16="http://schemas.microsoft.com/office/drawing/2014/main" id="{E1AE3891-C7B3-4D6E-B9B3-63D5F97C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400" y="342299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45" name="Google Shape;345;g3f560cde4dd_1_345">
            <a:extLst xmlns:a="http://schemas.openxmlformats.org/drawingml/2006/main">
              <a:ext uri="{FF2B5EF4-FFF2-40B4-BE49-F238E27FC236}">
                <a16:creationId xmlns:a16="http://schemas.microsoft.com/office/drawing/2014/main" id="{89044DBB-2003-4A27-B2F3-BC4F0C5A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49" y="352919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Выбираем k центров: лучше k-means++</a:t>
            </a:r>
            <a:endParaRPr sz="18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54" name="Google Shape;346;g3f560cde4dd_1_345"/>
          <p:cNvCxnSpPr>
            <a:stCxn xmlns:a="http://schemas.openxmlformats.org/drawingml/2006/main" id="341" idx="2"/>
            <a:endCxn xmlns:a="http://schemas.openxmlformats.org/drawingml/2006/main" id="344" idx="0"/>
          </p:cNvCxnSpPr>
          <p:nvPr/>
        </p:nvCxnSpPr>
        <p:spPr>
          <a:xfrm xmlns:a="http://schemas.openxmlformats.org/drawingml/2006/main">
            <a:off x="4163750" y="28484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47" name="Google Shape;347;g3f560cde4dd_1_345">
            <a:extLst xmlns:a="http://schemas.openxmlformats.org/drawingml/2006/main">
              <a:ext uri="{FF2B5EF4-FFF2-40B4-BE49-F238E27FC236}">
                <a16:creationId xmlns:a16="http://schemas.microsoft.com/office/drawing/2014/main" id="{9DA6217C-5C9F-4BEF-960F-69C94369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400" y="477574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48" name="Google Shape;348;g3f560cde4dd_1_345">
            <a:extLst xmlns:a="http://schemas.openxmlformats.org/drawingml/2006/main">
              <a:ext uri="{FF2B5EF4-FFF2-40B4-BE49-F238E27FC236}">
                <a16:creationId xmlns:a16="http://schemas.microsoft.com/office/drawing/2014/main" id="{C8D5E2EC-3E3E-4157-A2C6-09F0BF6D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49" y="488194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assign: ближайший центр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57" name="Google Shape;349;g3f560cde4dd_1_345"/>
          <p:cNvCxnSpPr>
            <a:endCxn xmlns:a="http://schemas.openxmlformats.org/drawingml/2006/main" id="347" idx="0"/>
          </p:cNvCxnSpPr>
          <p:nvPr/>
        </p:nvCxnSpPr>
        <p:spPr>
          <a:xfrm xmlns:a="http://schemas.openxmlformats.org/drawingml/2006/main">
            <a:off x="4163750" y="42012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50" name="Google Shape;350;g3f560cde4dd_1_345">
            <a:extLst xmlns:a="http://schemas.openxmlformats.org/drawingml/2006/main">
              <a:ext uri="{FF2B5EF4-FFF2-40B4-BE49-F238E27FC236}">
                <a16:creationId xmlns:a16="http://schemas.microsoft.com/office/drawing/2014/main" id="{43BA6100-DFF4-48DC-9FB7-CFAF8737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0317" y="2386744"/>
            <a:ext cx="2743200" cy="49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2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Итерации</a:t>
            </a:r>
            <a:endParaRPr sz="2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51" name="Google Shape;351;g3f560cde4dd_1_345">
            <a:extLst xmlns:a="http://schemas.openxmlformats.org/drawingml/2006/main">
              <a:ext uri="{FF2B5EF4-FFF2-40B4-BE49-F238E27FC236}">
                <a16:creationId xmlns:a16="http://schemas.microsoft.com/office/drawing/2014/main" id="{23EB213C-62B7-4803-A55D-9EB1C67E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2567" y="342299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52" name="Google Shape;352;g3f560cde4dd_1_345">
            <a:extLst xmlns:a="http://schemas.openxmlformats.org/drawingml/2006/main">
              <a:ext uri="{FF2B5EF4-FFF2-40B4-BE49-F238E27FC236}">
                <a16:creationId xmlns:a16="http://schemas.microsoft.com/office/drawing/2014/main" id="{0EE6FE12-CC94-43DA-B592-4FBDBDEE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616" y="352919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update: среднее внутри кластера</a:t>
            </a:r>
            <a:endParaRPr sz="18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61" name="Google Shape;353;g3f560cde4dd_1_345"/>
          <p:cNvCxnSpPr>
            <a:stCxn xmlns:a="http://schemas.openxmlformats.org/drawingml/2006/main" id="350" idx="2"/>
            <a:endCxn xmlns:a="http://schemas.openxmlformats.org/drawingml/2006/main" id="351" idx="0"/>
          </p:cNvCxnSpPr>
          <p:nvPr/>
        </p:nvCxnSpPr>
        <p:spPr>
          <a:xfrm xmlns:a="http://schemas.openxmlformats.org/drawingml/2006/main">
            <a:off x="7501917" y="28484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54" name="Google Shape;354;g3f560cde4dd_1_345">
            <a:extLst xmlns:a="http://schemas.openxmlformats.org/drawingml/2006/main">
              <a:ext uri="{FF2B5EF4-FFF2-40B4-BE49-F238E27FC236}">
                <a16:creationId xmlns:a16="http://schemas.microsoft.com/office/drawing/2014/main" id="{73E689A5-A4AA-43F5-B7D6-44A1FB5E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2567" y="477574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55" name="Google Shape;355;g3f560cde4dd_1_345">
            <a:extLst xmlns:a="http://schemas.openxmlformats.org/drawingml/2006/main">
              <a:ext uri="{FF2B5EF4-FFF2-40B4-BE49-F238E27FC236}">
                <a16:creationId xmlns:a16="http://schemas.microsoft.com/office/drawing/2014/main" id="{AA7B049C-0054-4A04-AECD-05A6CFDA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616" y="488194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до стабилизации inertia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64" name="Google Shape;356;g3f560cde4dd_1_345"/>
          <p:cNvCxnSpPr>
            <a:endCxn xmlns:a="http://schemas.openxmlformats.org/drawingml/2006/main" id="354" idx="0"/>
          </p:cNvCxnSpPr>
          <p:nvPr/>
        </p:nvCxnSpPr>
        <p:spPr>
          <a:xfrm xmlns:a="http://schemas.openxmlformats.org/drawingml/2006/main">
            <a:off x="7501917" y="42012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</p:spTree>
    <p:extLst>
      <p:ext uri="{BB962C8B-B14F-4D97-AF65-F5344CB8AC3E}">
        <p14:creationId xmlns:p14="http://schemas.microsoft.com/office/powerpoint/2010/main" val="15317106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8" name="Google Shape;298;g3f560cde4dd_1_277">
            <a:extLst xmlns:a="http://schemas.openxmlformats.org/drawingml/2006/main">
              <a:ext uri="{FF2B5EF4-FFF2-40B4-BE49-F238E27FC236}">
                <a16:creationId xmlns:a16="http://schemas.microsoft.com/office/drawing/2014/main" id="{8BB4E725-95FE-4789-8D1F-AB3236E4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2153478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Иерархическая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Дендрограмма и уровни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Google Shape;299;g3f560cde4dd_1_277">
            <a:extLst xmlns:a="http://schemas.openxmlformats.org/drawingml/2006/main">
              <a:ext uri="{FF2B5EF4-FFF2-40B4-BE49-F238E27FC236}">
                <a16:creationId xmlns:a16="http://schemas.microsoft.com/office/drawing/2014/main" id="{BFEAD64F-FE0A-4B92-88A6-157DEE83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2155793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Спектральная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Граф близости и нелинейные формы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0" name="Google Shape;300;g3f560cde4dd_1_277">
            <a:extLst xmlns:a="http://schemas.openxmlformats.org/drawingml/2006/main">
              <a:ext uri="{FF2B5EF4-FFF2-40B4-BE49-F238E27FC236}">
                <a16:creationId xmlns:a16="http://schemas.microsoft.com/office/drawing/2014/main" id="{9622D6C9-8210-4E7C-8B82-849B562D5A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624100" cy="10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Алгоритм выбирают под форму структуры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01" name="Google Shape;301;g3f560cde4dd_1_277">
            <a:extLst xmlns:a="http://schemas.openxmlformats.org/drawingml/2006/main">
              <a:ext uri="{FF2B5EF4-FFF2-40B4-BE49-F238E27FC236}">
                <a16:creationId xmlns:a16="http://schemas.microsoft.com/office/drawing/2014/main" id="{8DCA11B7-A04B-472F-B793-D96F258F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4239004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DBSCAN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Плотность, шум, один масштаб ε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2" name="Google Shape;302;g3f560cde4dd_1_277">
            <a:extLst xmlns:a="http://schemas.openxmlformats.org/drawingml/2006/main">
              <a:ext uri="{FF2B5EF4-FFF2-40B4-BE49-F238E27FC236}">
                <a16:creationId xmlns:a16="http://schemas.microsoft.com/office/drawing/2014/main" id="{44350F31-5B2D-4322-928F-A11C861B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4239004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HDBSCAN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Иерархия плотностей, variable density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12628469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284100A8-0E62-4757-A21C-FB1C049F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Silhouette сравнивает близость объекта к своему кластеру и соседнему: диапазон от −1 до 1.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/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Высокое значение полезно, но не доказывает смысл, устойчивость или совпадение со скрытыми labels.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E41A4F3B-7E8D-4782-B558-B2906F6BB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Silhouette — внутренний диагностический сигнал</a:t>
            </a:r>
            <a:endParaRPr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92968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1" name="Google Shape;361;p4">
            <a:extLst xmlns:a="http://schemas.openxmlformats.org/drawingml/2006/main">
              <a:ext uri="{FF2B5EF4-FFF2-40B4-BE49-F238E27FC236}">
                <a16:creationId xmlns:a16="http://schemas.microsoft.com/office/drawing/2014/main" id="{624C04A7-D529-4C39-B8D5-60EB16A58D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25" y="1773301"/>
            <a:ext cx="5437200" cy="200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79477"/>
          </a:bodyPr>
          <a:lstStyle xmlns:a="http://schemas.openxmlformats.org/drawingml/2006/main"/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1. Internal: silhouette, Davies–Bouldin, inertia</a:t>
            </a:r>
            <a:endParaRPr sz="2400"/>
          </a:p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2. External: ARI / NMI, если есть reference labels</a:t>
            </a:r>
            <a:endParaRPr sz="2400"/>
          </a:p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3. Stability: seeds, подвыборки, bootstrap</a:t>
            </a:r>
            <a:endParaRPr sz="2400"/>
          </a:p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4. Profiling: размеры и отличительные признаки</a:t>
            </a:r>
            <a:endParaRPr sz="2400"/>
          </a:p>
        </p:txBody>
      </p:sp>
      <p:sp>
        <p:nvSpPr>
          <p:cNvPr id="362" name="Google Shape;362;p4">
            <a:extLst xmlns:a="http://schemas.openxmlformats.org/drawingml/2006/main">
              <a:ext uri="{FF2B5EF4-FFF2-40B4-BE49-F238E27FC236}">
                <a16:creationId xmlns:a16="http://schemas.microsoft.com/office/drawing/2014/main" id="{672D7112-003F-452D-8103-2DB70726C2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9775" y="692156"/>
            <a:ext cx="5475300" cy="72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3600">
                <a:solidFill>
                  <a:schemeClr val="dk2"/>
                </a:solidFill>
              </a:rPr>
              <a:t>Как оценивать кластеры</a:t>
            </a:r>
            <a:endParaRPr sz="360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225851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4" name="Google Shape;284;g3f560cde4dd_1_264">
            <a:extLst xmlns:a="http://schemas.openxmlformats.org/drawingml/2006/main">
              <a:ext uri="{FF2B5EF4-FFF2-40B4-BE49-F238E27FC236}">
                <a16:creationId xmlns:a16="http://schemas.microsoft.com/office/drawing/2014/main" id="{C442DA53-8321-45CA-9E9C-004472044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2764050"/>
            <a:ext cx="7139100" cy="132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4800"/>
              <a:t>MDS и ассоциативные правила</a:t>
            </a:r>
            <a:endParaRPr sz="4800"/>
          </a:p>
        </p:txBody>
      </p:sp>
      <p:sp>
        <p:nvSpPr>
          <p:cNvPr id="285" name="Google Shape;285;g3f560cde4dd_1_264">
            <a:extLst xmlns:a="http://schemas.openxmlformats.org/drawingml/2006/main">
              <a:ext uri="{FF2B5EF4-FFF2-40B4-BE49-F238E27FC236}">
                <a16:creationId xmlns:a16="http://schemas.microsoft.com/office/drawing/2014/main" id="{6EFD3750-0902-415F-AA76-26F8CF3C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25" y="4425325"/>
            <a:ext cx="1494600" cy="4617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2857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86" name="Google Shape;286;g3f560cde4dd_1_264">
            <a:extLst xmlns:a="http://schemas.openxmlformats.org/drawingml/2006/main">
              <a:ext uri="{FF2B5EF4-FFF2-40B4-BE49-F238E27FC236}">
                <a16:creationId xmlns:a16="http://schemas.microsoft.com/office/drawing/2014/main" id="{D876A5C8-A26D-42B9-B6AB-15FE08C5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17" y="4412137"/>
            <a:ext cx="1424400" cy="46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раздел</a:t>
            </a:r>
            <a:endParaRPr sz="1800" b="0" i="0" u="none" cap="none">
              <a:solidFill>
                <a:srgbClr val="FFFFFF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87" name="Google Shape;287;g3f560cde4dd_1_264">
            <a:extLst xmlns:a="http://schemas.openxmlformats.org/drawingml/2006/main">
              <a:ext uri="{FF2B5EF4-FFF2-40B4-BE49-F238E27FC236}">
                <a16:creationId xmlns:a16="http://schemas.microsoft.com/office/drawing/2014/main" id="{07F0FC47-9009-4B87-9CD7-911AA23D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600" y="4425325"/>
            <a:ext cx="461700" cy="461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lt2"/>
          </a:solidFill>
          <a:ln xmlns:a="http://schemas.openxmlformats.org/drawingml/2006/main" w="9525" cmpd="sng">
            <a:solidFill>
              <a:schemeClr val="lt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3</a:t>
            </a:r>
            <a:endParaRPr sz="1800" b="0" i="0" u="none" cap="none">
              <a:solidFill>
                <a:schemeClr val="dk2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193078075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284100A8-0E62-4757-A21C-FB1C049F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MDS строит координаты так, чтобы расстояния между точками были близки исходным dissimilarities.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/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В отличие от PCA, цель — сохранить расстояния; качество описывает stress.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E41A4F3B-7E8D-4782-B558-B2906F6BB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Многомерное шкалирование сохраняет геометрию</a:t>
            </a:r>
            <a:endParaRPr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92968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5" name="Google Shape;325;g3f560cde4dd_1_312">
            <a:extLst xmlns:a="http://schemas.openxmlformats.org/drawingml/2006/main">
              <a:ext uri="{FF2B5EF4-FFF2-40B4-BE49-F238E27FC236}">
                <a16:creationId xmlns:a16="http://schemas.microsoft.com/office/drawing/2014/main" id="{605CA8EB-55E6-460D-9E94-4EC1E83F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1805479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Построить матрицу dissimilarities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26" name="Google Shape;326;g3f560cde4dd_1_312">
            <a:extLst xmlns:a="http://schemas.openxmlformats.org/drawingml/2006/main">
              <a:ext uri="{FF2B5EF4-FFF2-40B4-BE49-F238E27FC236}">
                <a16:creationId xmlns:a16="http://schemas.microsoft.com/office/drawing/2014/main" id="{DFCBB56A-E1DA-440F-BCBD-31A3ADB5FB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590475"/>
            <a:ext cx="8457900" cy="6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>
                <a:solidFill>
                  <a:schemeClr val="dk2"/>
                </a:solidFill>
              </a:rPr>
              <a:t>MDS за три шага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27" name="Google Shape;327;g3f560cde4dd_1_312">
            <a:extLst xmlns:a="http://schemas.openxmlformats.org/drawingml/2006/main">
              <a:ext uri="{FF2B5EF4-FFF2-40B4-BE49-F238E27FC236}">
                <a16:creationId xmlns:a16="http://schemas.microsoft.com/office/drawing/2014/main" id="{04304221-F476-46F7-BEAC-2A2FA840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1826634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1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8" name="Google Shape;328;g3f560cde4dd_1_312">
            <a:extLst xmlns:a="http://schemas.openxmlformats.org/drawingml/2006/main">
              <a:ext uri="{FF2B5EF4-FFF2-40B4-BE49-F238E27FC236}">
                <a16:creationId xmlns:a16="http://schemas.microsoft.com/office/drawing/2014/main" id="{B54A8E1F-646F-4395-87BE-C2213BE4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2811004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Выбрать 2–3 измерения и минимизировать stress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29" name="Google Shape;329;g3f560cde4dd_1_312">
            <a:extLst xmlns:a="http://schemas.openxmlformats.org/drawingml/2006/main">
              <a:ext uri="{FF2B5EF4-FFF2-40B4-BE49-F238E27FC236}">
                <a16:creationId xmlns:a16="http://schemas.microsoft.com/office/drawing/2014/main" id="{B866D081-6580-4561-BF3F-4F1063DB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2832159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2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0" name="Google Shape;330;g3f560cde4dd_1_312">
            <a:extLst xmlns:a="http://schemas.openxmlformats.org/drawingml/2006/main">
              <a:ext uri="{FF2B5EF4-FFF2-40B4-BE49-F238E27FC236}">
                <a16:creationId xmlns:a16="http://schemas.microsoft.com/office/drawing/2014/main" id="{586B5BD6-2F6A-4A97-B35C-7A459D2C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3837679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Проверить stress и интерпретировать карту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31" name="Google Shape;331;g3f560cde4dd_1_312">
            <a:extLst xmlns:a="http://schemas.openxmlformats.org/drawingml/2006/main">
              <a:ext uri="{FF2B5EF4-FFF2-40B4-BE49-F238E27FC236}">
                <a16:creationId xmlns:a16="http://schemas.microsoft.com/office/drawing/2014/main" id="{C75FDD1B-70D0-4275-B5E6-0419511F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3858834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3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2" name="Google Shape;332;g3f560cde4dd_1_312">
            <a:extLst xmlns:a="http://schemas.openxmlformats.org/drawingml/2006/main">
              <a:ext uri="{FF2B5EF4-FFF2-40B4-BE49-F238E27FC236}">
                <a16:creationId xmlns:a16="http://schemas.microsoft.com/office/drawing/2014/main" id="{34097094-CE2F-451B-8343-AB93D8C3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1805479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метрика близости</a:t>
            </a:r>
            <a:endParaRPr sz="2000" b="0" i="0" u="none" cap="none">
              <a:solidFill>
                <a:schemeClr val="dk2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33" name="Google Shape;333;g3f560cde4dd_1_312">
            <a:extLst xmlns:a="http://schemas.openxmlformats.org/drawingml/2006/main">
              <a:ext uri="{FF2B5EF4-FFF2-40B4-BE49-F238E27FC236}">
                <a16:creationId xmlns:a16="http://schemas.microsoft.com/office/drawing/2014/main" id="{7EC16201-E584-41C3-BD35-61824A41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2811004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координаты</a:t>
            </a:r>
            <a:endParaRPr sz="2000" b="0" i="0" u="none" cap="none">
              <a:solidFill>
                <a:schemeClr val="dk2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34" name="Google Shape;334;g3f560cde4dd_1_312">
            <a:extLst xmlns:a="http://schemas.openxmlformats.org/drawingml/2006/main">
              <a:ext uri="{FF2B5EF4-FFF2-40B4-BE49-F238E27FC236}">
                <a16:creationId xmlns:a16="http://schemas.microsoft.com/office/drawing/2014/main" id="{0DE7D31C-6D42-4BF2-A836-688FFD3A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3837679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не причинная карта</a:t>
            </a:r>
            <a:endParaRPr sz="2000" b="0" i="0" u="none" cap="none">
              <a:solidFill>
                <a:schemeClr val="dk2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207472869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284100A8-0E62-4757-A21C-FB1C049F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Транзакция — множество items; правило X→Y говорит, что Y часто встречается вместе с X.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/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Правило описывает совместность, а не причинность; X и Y должны быть непересекающимися.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E41A4F3B-7E8D-4782-B558-B2906F6BB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Ассоциативные правила ищут совместные события</a:t>
            </a:r>
            <a:endParaRPr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92968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8" name="Google Shape;298;g3f560cde4dd_1_277">
            <a:extLst xmlns:a="http://schemas.openxmlformats.org/drawingml/2006/main">
              <a:ext uri="{FF2B5EF4-FFF2-40B4-BE49-F238E27FC236}">
                <a16:creationId xmlns:a16="http://schemas.microsoft.com/office/drawing/2014/main" id="{8BB4E725-95FE-4789-8D1F-AB3236E4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2153478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Support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P(X∪Y): насколько правило часто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Google Shape;299;g3f560cde4dd_1_277">
            <a:extLst xmlns:a="http://schemas.openxmlformats.org/drawingml/2006/main">
              <a:ext uri="{FF2B5EF4-FFF2-40B4-BE49-F238E27FC236}">
                <a16:creationId xmlns:a16="http://schemas.microsoft.com/office/drawing/2014/main" id="{BFEAD64F-FE0A-4B92-88A6-157DEE83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2155793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Confidence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P(Y|X): как часто срабатывает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0" name="Google Shape;300;g3f560cde4dd_1_277">
            <a:extLst xmlns:a="http://schemas.openxmlformats.org/drawingml/2006/main">
              <a:ext uri="{FF2B5EF4-FFF2-40B4-BE49-F238E27FC236}">
                <a16:creationId xmlns:a16="http://schemas.microsoft.com/office/drawing/2014/main" id="{9622D6C9-8210-4E7C-8B82-849B562D5A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624100" cy="10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Три метрики отсекают случайные правила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01" name="Google Shape;301;g3f560cde4dd_1_277">
            <a:extLst xmlns:a="http://schemas.openxmlformats.org/drawingml/2006/main">
              <a:ext uri="{FF2B5EF4-FFF2-40B4-BE49-F238E27FC236}">
                <a16:creationId xmlns:a16="http://schemas.microsoft.com/office/drawing/2014/main" id="{8DCA11B7-A04B-472F-B793-D96F258F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4239004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Lift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confidence / P(Y): выше 1 — связь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2" name="Google Shape;302;g3f560cde4dd_1_277">
            <a:extLst xmlns:a="http://schemas.openxmlformats.org/drawingml/2006/main">
              <a:ext uri="{FF2B5EF4-FFF2-40B4-BE49-F238E27FC236}">
                <a16:creationId xmlns:a16="http://schemas.microsoft.com/office/drawing/2014/main" id="{44350F31-5B2D-4322-928F-A11C861B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4239004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Фильтры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min support, длина, доменная польза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126284699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284100A8-0E62-4757-A21C-FB1C049F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Сначала ищем frequent itemsets, затем строим правила и фильтруем по support / confidence / lift.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/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Без pruning число правил взрывается; последнее слово остаётся за предметной проверкой и экспериментом.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E41A4F3B-7E8D-4782-B558-B2906F6BB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Apriori-пайплайн: искать → фильтровать → проверять</a:t>
            </a:r>
            <a:endParaRPr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92968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7" name="Google Shape;367;g3f560cde4dd_1_384">
            <a:extLst xmlns:a="http://schemas.openxmlformats.org/drawingml/2006/main">
              <a:ext uri="{FF2B5EF4-FFF2-40B4-BE49-F238E27FC236}">
                <a16:creationId xmlns:a16="http://schemas.microsoft.com/office/drawing/2014/main" id="{7A82A2AB-B4E2-4113-8AF9-01FCE8BB56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2597850"/>
            <a:ext cx="7231500" cy="132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4800"/>
              <a:t>All Cups: baseline кластеризации</a:t>
            </a:r>
            <a:endParaRPr sz="4800"/>
          </a:p>
        </p:txBody>
      </p:sp>
      <p:sp>
        <p:nvSpPr>
          <p:cNvPr id="368" name="Google Shape;368;g3f560cde4dd_1_384">
            <a:extLst xmlns:a="http://schemas.openxmlformats.org/drawingml/2006/main">
              <a:ext uri="{FF2B5EF4-FFF2-40B4-BE49-F238E27FC236}">
                <a16:creationId xmlns:a16="http://schemas.microsoft.com/office/drawing/2014/main" id="{F871A74D-7E5B-453D-BFD8-31C0F739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25" y="4253883"/>
            <a:ext cx="1494600" cy="4617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2857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69" name="Google Shape;369;g3f560cde4dd_1_384">
            <a:extLst xmlns:a="http://schemas.openxmlformats.org/drawingml/2006/main">
              <a:ext uri="{FF2B5EF4-FFF2-40B4-BE49-F238E27FC236}">
                <a16:creationId xmlns:a16="http://schemas.microsoft.com/office/drawing/2014/main" id="{1EB2111F-9F06-4F9F-9584-C7194EBC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17" y="4240694"/>
            <a:ext cx="1424400" cy="46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раздел</a:t>
            </a:r>
            <a:endParaRPr sz="1800" b="0" i="0" u="none" cap="none">
              <a:solidFill>
                <a:srgbClr val="FFFFFF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70" name="Google Shape;370;g3f560cde4dd_1_384">
            <a:extLst xmlns:a="http://schemas.openxmlformats.org/drawingml/2006/main">
              <a:ext uri="{FF2B5EF4-FFF2-40B4-BE49-F238E27FC236}">
                <a16:creationId xmlns:a16="http://schemas.microsoft.com/office/drawing/2014/main" id="{2D201F09-51A0-444F-A0B4-5D5F3DCA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600" y="4253883"/>
            <a:ext cx="461700" cy="461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lt2"/>
          </a:solidFill>
          <a:ln xmlns:a="http://schemas.openxmlformats.org/drawingml/2006/main" w="9525" cmpd="sng">
            <a:solidFill>
              <a:schemeClr val="lt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4</a:t>
            </a:r>
            <a:endParaRPr sz="1800" b="0" i="0" u="none" cap="none">
              <a:solidFill>
                <a:schemeClr val="dk2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30050038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8" name="Google Shape;298;g3f560cde4dd_1_277">
            <a:extLst xmlns:a="http://schemas.openxmlformats.org/drawingml/2006/main">
              <a:ext uri="{FF2B5EF4-FFF2-40B4-BE49-F238E27FC236}">
                <a16:creationId xmlns:a16="http://schemas.microsoft.com/office/drawing/2014/main" id="{8BB4E725-95FE-4789-8D1F-AB3236E4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2153478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14 590 объектов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Строки sparse-матрицы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Google Shape;299;g3f560cde4dd_1_277">
            <a:extLst xmlns:a="http://schemas.openxmlformats.org/drawingml/2006/main">
              <a:ext uri="{FF2B5EF4-FFF2-40B4-BE49-F238E27FC236}">
                <a16:creationId xmlns:a16="http://schemas.microsoft.com/office/drawing/2014/main" id="{BFEAD64F-FE0A-4B92-88A6-157DEE83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2155793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77 888 признаков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CSR, density 0,178%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0" name="Google Shape;300;g3f560cde4dd_1_277">
            <a:extLst xmlns:a="http://schemas.openxmlformats.org/drawingml/2006/main">
              <a:ext uri="{FF2B5EF4-FFF2-40B4-BE49-F238E27FC236}">
                <a16:creationId xmlns:a16="http://schemas.microsoft.com/office/drawing/2014/main" id="{9622D6C9-8210-4E7C-8B82-849B562D5A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624100" cy="10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All Cups: кластеризация разреженных данных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01" name="Google Shape;301;g3f560cde4dd_1_277">
            <a:extLst xmlns:a="http://schemas.openxmlformats.org/drawingml/2006/main">
              <a:ext uri="{FF2B5EF4-FFF2-40B4-BE49-F238E27FC236}">
                <a16:creationId xmlns:a16="http://schemas.microsoft.com/office/drawing/2014/main" id="{8DCA11B7-A04B-472F-B793-D96F258F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4239004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L2-нормированы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Cosine geometry через dot product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2" name="Google Shape;302;g3f560cde4dd_1_277">
            <a:extLst xmlns:a="http://schemas.openxmlformats.org/drawingml/2006/main">
              <a:ext uri="{FF2B5EF4-FFF2-40B4-BE49-F238E27FC236}">
                <a16:creationId xmlns:a16="http://schemas.microsoft.com/office/drawing/2014/main" id="{44350F31-5B2D-4322-928F-A11C861B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4239004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Метрика ARI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CSV: ID,TARGET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126284699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47" name="Google Shape;339;g3f560cde4dd_1_345"/>
          <p:cNvCxnSpPr/>
          <p:nvPr/>
        </p:nvCxnSpPr>
        <p:spPr>
          <a:xfrm xmlns:a="http://schemas.openxmlformats.org/drawingml/2006/main" rot="10800000">
            <a:off x="658800" y="2199500"/>
            <a:ext cx="11533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4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340" name="Google Shape;340;g3f560cde4dd_1_345">
            <a:extLst xmlns:a="http://schemas.openxmlformats.org/drawingml/2006/main">
              <a:ext uri="{FF2B5EF4-FFF2-40B4-BE49-F238E27FC236}">
                <a16:creationId xmlns:a16="http://schemas.microsoft.com/office/drawing/2014/main" id="{42CE26B0-E725-4259-864B-DFB50E42AA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5845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t>Baseline runbook: CSR → submission</a:t>
            </a:r>
            <a:endParaRPr/>
          </a:p>
        </p:txBody>
      </p:sp>
      <p:sp>
        <p:nvSpPr>
          <p:cNvPr id="341" name="Google Shape;341;g3f560cde4dd_1_345">
            <a:extLst xmlns:a="http://schemas.openxmlformats.org/drawingml/2006/main">
              <a:ext uri="{FF2B5EF4-FFF2-40B4-BE49-F238E27FC236}">
                <a16:creationId xmlns:a16="http://schemas.microsoft.com/office/drawing/2014/main" id="{9725EE31-2084-438D-BCC2-100341AF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2150" y="2386744"/>
            <a:ext cx="2743200" cy="49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2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train.npz</a:t>
            </a:r>
            <a:endParaRPr sz="2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42" name="Google Shape;342;g3f560cde4dd_1_345">
            <a:extLst xmlns:a="http://schemas.openxmlformats.org/drawingml/2006/main">
              <a:ext uri="{FF2B5EF4-FFF2-40B4-BE49-F238E27FC236}">
                <a16:creationId xmlns:a16="http://schemas.microsoft.com/office/drawing/2014/main" id="{12D066A8-029B-4DA7-916E-4C18A3AB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4107" y="2103103"/>
            <a:ext cx="219300" cy="219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5700" tIns="35700" rIns="35700" bIns="3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t/>
            </a:r>
            <a:endParaRPr sz="25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3" name="Google Shape;343;g3f560cde4dd_1_345">
            <a:extLst xmlns:a="http://schemas.openxmlformats.org/drawingml/2006/main">
              <a:ext uri="{FF2B5EF4-FFF2-40B4-BE49-F238E27FC236}">
                <a16:creationId xmlns:a16="http://schemas.microsoft.com/office/drawing/2014/main" id="{ED232CC1-B38E-4504-A987-93C28C79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265" y="2103103"/>
            <a:ext cx="219300" cy="219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5700" tIns="35700" rIns="35700" bIns="3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t/>
            </a:r>
            <a:endParaRPr sz="25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4" name="Google Shape;344;g3f560cde4dd_1_345">
            <a:extLst xmlns:a="http://schemas.openxmlformats.org/drawingml/2006/main">
              <a:ext uri="{FF2B5EF4-FFF2-40B4-BE49-F238E27FC236}">
                <a16:creationId xmlns:a16="http://schemas.microsoft.com/office/drawing/2014/main" id="{E1AE3891-C7B3-4D6E-B9B3-63D5F97C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400" y="342299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45" name="Google Shape;345;g3f560cde4dd_1_345">
            <a:extLst xmlns:a="http://schemas.openxmlformats.org/drawingml/2006/main">
              <a:ext uri="{FF2B5EF4-FFF2-40B4-BE49-F238E27FC236}">
                <a16:creationId xmlns:a16="http://schemas.microsoft.com/office/drawing/2014/main" id="{89044DBB-2003-4A27-B2F3-BC4F0C5A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49" y="352919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SVD(64) → L2</a:t>
            </a:r>
            <a:endParaRPr sz="18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54" name="Google Shape;346;g3f560cde4dd_1_345"/>
          <p:cNvCxnSpPr>
            <a:stCxn xmlns:a="http://schemas.openxmlformats.org/drawingml/2006/main" id="341" idx="2"/>
            <a:endCxn xmlns:a="http://schemas.openxmlformats.org/drawingml/2006/main" id="344" idx="0"/>
          </p:cNvCxnSpPr>
          <p:nvPr/>
        </p:nvCxnSpPr>
        <p:spPr>
          <a:xfrm xmlns:a="http://schemas.openxmlformats.org/drawingml/2006/main">
            <a:off x="4163750" y="28484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47" name="Google Shape;347;g3f560cde4dd_1_345">
            <a:extLst xmlns:a="http://schemas.openxmlformats.org/drawingml/2006/main">
              <a:ext uri="{FF2B5EF4-FFF2-40B4-BE49-F238E27FC236}">
                <a16:creationId xmlns:a16="http://schemas.microsoft.com/office/drawing/2014/main" id="{9DA6217C-5C9F-4BEF-960F-69C94369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400" y="477574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48" name="Google Shape;348;g3f560cde4dd_1_345">
            <a:extLst xmlns:a="http://schemas.openxmlformats.org/drawingml/2006/main">
              <a:ext uri="{FF2B5EF4-FFF2-40B4-BE49-F238E27FC236}">
                <a16:creationId xmlns:a16="http://schemas.microsoft.com/office/drawing/2014/main" id="{C8D5E2EC-3E3E-4157-A2C6-09F0BF6D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49" y="488194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KMeans, k=20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57" name="Google Shape;349;g3f560cde4dd_1_345"/>
          <p:cNvCxnSpPr>
            <a:endCxn xmlns:a="http://schemas.openxmlformats.org/drawingml/2006/main" id="347" idx="0"/>
          </p:cNvCxnSpPr>
          <p:nvPr/>
        </p:nvCxnSpPr>
        <p:spPr>
          <a:xfrm xmlns:a="http://schemas.openxmlformats.org/drawingml/2006/main">
            <a:off x="4163750" y="42012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50" name="Google Shape;350;g3f560cde4dd_1_345">
            <a:extLst xmlns:a="http://schemas.openxmlformats.org/drawingml/2006/main">
              <a:ext uri="{FF2B5EF4-FFF2-40B4-BE49-F238E27FC236}">
                <a16:creationId xmlns:a16="http://schemas.microsoft.com/office/drawing/2014/main" id="{43BA6100-DFF4-48DC-9FB7-CFAF8737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0317" y="2386744"/>
            <a:ext cx="2743200" cy="49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2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Diagnostics</a:t>
            </a:r>
            <a:endParaRPr sz="2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51" name="Google Shape;351;g3f560cde4dd_1_345">
            <a:extLst xmlns:a="http://schemas.openxmlformats.org/drawingml/2006/main">
              <a:ext uri="{FF2B5EF4-FFF2-40B4-BE49-F238E27FC236}">
                <a16:creationId xmlns:a16="http://schemas.microsoft.com/office/drawing/2014/main" id="{23EB213C-62B7-4803-A55D-9EB1C67E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2567" y="342299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52" name="Google Shape;352;g3f560cde4dd_1_345">
            <a:extLst xmlns:a="http://schemas.openxmlformats.org/drawingml/2006/main">
              <a:ext uri="{FF2B5EF4-FFF2-40B4-BE49-F238E27FC236}">
                <a16:creationId xmlns:a16="http://schemas.microsoft.com/office/drawing/2014/main" id="{0EE6FE12-CC94-43DA-B592-4FBDBDEE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616" y="352919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silhouette + seed ARI</a:t>
            </a:r>
            <a:endParaRPr sz="18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61" name="Google Shape;353;g3f560cde4dd_1_345"/>
          <p:cNvCxnSpPr>
            <a:stCxn xmlns:a="http://schemas.openxmlformats.org/drawingml/2006/main" id="350" idx="2"/>
            <a:endCxn xmlns:a="http://schemas.openxmlformats.org/drawingml/2006/main" id="351" idx="0"/>
          </p:cNvCxnSpPr>
          <p:nvPr/>
        </p:nvCxnSpPr>
        <p:spPr>
          <a:xfrm xmlns:a="http://schemas.openxmlformats.org/drawingml/2006/main">
            <a:off x="7501917" y="28484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54" name="Google Shape;354;g3f560cde4dd_1_345">
            <a:extLst xmlns:a="http://schemas.openxmlformats.org/drawingml/2006/main">
              <a:ext uri="{FF2B5EF4-FFF2-40B4-BE49-F238E27FC236}">
                <a16:creationId xmlns:a16="http://schemas.microsoft.com/office/drawing/2014/main" id="{73E689A5-A4AA-43F5-B7D6-44A1FB5E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2567" y="477574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55" name="Google Shape;355;g3f560cde4dd_1_345">
            <a:extLst xmlns:a="http://schemas.openxmlformats.org/drawingml/2006/main">
              <a:ext uri="{FF2B5EF4-FFF2-40B4-BE49-F238E27FC236}">
                <a16:creationId xmlns:a16="http://schemas.microsoft.com/office/drawing/2014/main" id="{AA7B049C-0054-4A04-AECD-05A6CFDA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616" y="488194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submission.csv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64" name="Google Shape;356;g3f560cde4dd_1_345"/>
          <p:cNvCxnSpPr>
            <a:endCxn xmlns:a="http://schemas.openxmlformats.org/drawingml/2006/main" id="354" idx="0"/>
          </p:cNvCxnSpPr>
          <p:nvPr/>
        </p:nvCxnSpPr>
        <p:spPr>
          <a:xfrm xmlns:a="http://schemas.openxmlformats.org/drawingml/2006/main">
            <a:off x="7501917" y="42012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</p:spTree>
    <p:extLst>
      <p:ext uri="{BB962C8B-B14F-4D97-AF65-F5344CB8AC3E}">
        <p14:creationId xmlns:p14="http://schemas.microsoft.com/office/powerpoint/2010/main" val="153171068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1" name="Google Shape;361;p4">
            <a:extLst xmlns:a="http://schemas.openxmlformats.org/drawingml/2006/main">
              <a:ext uri="{FF2B5EF4-FFF2-40B4-BE49-F238E27FC236}">
                <a16:creationId xmlns:a16="http://schemas.microsoft.com/office/drawing/2014/main" id="{624C04A7-D529-4C39-B8D5-60EB16A58D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25" y="1773301"/>
            <a:ext cx="5437200" cy="200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79477"/>
          </a:bodyPr>
          <a:lstStyle xmlns:a="http://schemas.openxmlformats.org/drawingml/2006/main"/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1. 64 SVD-компоненты объясняют 4,8% variance</a:t>
            </a:r>
            <a:endParaRPr sz="2400"/>
          </a:p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2. k=20: cosine silhouette = 0,077</a:t>
            </a:r>
            <a:endParaRPr sz="2400"/>
          </a:p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3. Seed stability ARI = 0,393</a:t>
            </a:r>
            <a:endParaRPr sz="2400"/>
          </a:p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4. Leaderboard ARI может не совпасть: hidden labels задают другой критерий</a:t>
            </a:r>
            <a:endParaRPr sz="2400"/>
          </a:p>
        </p:txBody>
      </p:sp>
      <p:sp>
        <p:nvSpPr>
          <p:cNvPr id="362" name="Google Shape;362;p4">
            <a:extLst xmlns:a="http://schemas.openxmlformats.org/drawingml/2006/main">
              <a:ext uri="{FF2B5EF4-FFF2-40B4-BE49-F238E27FC236}">
                <a16:creationId xmlns:a16="http://schemas.microsoft.com/office/drawing/2014/main" id="{672D7112-003F-452D-8103-2DB70726C2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9775" y="692156"/>
            <a:ext cx="5475300" cy="72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3600">
                <a:solidFill>
                  <a:schemeClr val="dk2"/>
                </a:solidFill>
              </a:rPr>
              <a:t>Baseline — стартовая гипотеза, не ответ</a:t>
            </a:r>
            <a:endParaRPr sz="360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225851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0" name="Google Shape;520;g3f560cde4dd_1_593">
            <a:extLst xmlns:a="http://schemas.openxmlformats.org/drawingml/2006/main">
              <a:ext uri="{FF2B5EF4-FFF2-40B4-BE49-F238E27FC236}">
                <a16:creationId xmlns:a16="http://schemas.microsoft.com/office/drawing/2014/main" id="{1A0F9D2B-0BB2-4715-A891-B91CB17E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1515333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Сформулировали задачу без target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521" name="Google Shape;521;g3f560cde4dd_1_593">
            <a:extLst xmlns:a="http://schemas.openxmlformats.org/drawingml/2006/main">
              <a:ext uri="{FF2B5EF4-FFF2-40B4-BE49-F238E27FC236}">
                <a16:creationId xmlns:a16="http://schemas.microsoft.com/office/drawing/2014/main" id="{0BE775FF-CC2E-4F7E-91FB-F2E983C581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590475"/>
            <a:ext cx="8457900" cy="55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>
                <a:solidFill>
                  <a:schemeClr val="dk2"/>
                </a:solidFill>
              </a:rPr>
              <a:t>Итоги занятия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522" name="Google Shape;522;g3f560cde4dd_1_593">
            <a:extLst xmlns:a="http://schemas.openxmlformats.org/drawingml/2006/main">
              <a:ext uri="{FF2B5EF4-FFF2-40B4-BE49-F238E27FC236}">
                <a16:creationId xmlns:a16="http://schemas.microsoft.com/office/drawing/2014/main" id="{F35ECBA8-FF25-46A6-821F-51D3128F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1536488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1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3" name="Google Shape;523;g3f560cde4dd_1_593">
            <a:extLst xmlns:a="http://schemas.openxmlformats.org/drawingml/2006/main">
              <a:ext uri="{FF2B5EF4-FFF2-40B4-BE49-F238E27FC236}">
                <a16:creationId xmlns:a16="http://schemas.microsoft.com/office/drawing/2014/main" id="{EE372B9F-BCC4-42EA-86BC-EECC2F29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2520858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Сравнили K-means, hierarchy, spectral и density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524" name="Google Shape;524;g3f560cde4dd_1_593">
            <a:extLst xmlns:a="http://schemas.openxmlformats.org/drawingml/2006/main">
              <a:ext uri="{FF2B5EF4-FFF2-40B4-BE49-F238E27FC236}">
                <a16:creationId xmlns:a16="http://schemas.microsoft.com/office/drawing/2014/main" id="{09A0CD6E-8656-4DDE-BB28-6F6EEFBB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2542013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2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5" name="Google Shape;525;g3f560cde4dd_1_593">
            <a:extLst xmlns:a="http://schemas.openxmlformats.org/drawingml/2006/main">
              <a:ext uri="{FF2B5EF4-FFF2-40B4-BE49-F238E27FC236}">
                <a16:creationId xmlns:a16="http://schemas.microsoft.com/office/drawing/2014/main" id="{2D048AD4-4CE3-4840-BB9E-13A1A30A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3547533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Разобрали MDS через distances и stress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526" name="Google Shape;526;g3f560cde4dd_1_593">
            <a:extLst xmlns:a="http://schemas.openxmlformats.org/drawingml/2006/main">
              <a:ext uri="{FF2B5EF4-FFF2-40B4-BE49-F238E27FC236}">
                <a16:creationId xmlns:a16="http://schemas.microsoft.com/office/drawing/2014/main" id="{16CF6E6B-800C-4E5A-AE9E-3D57FA6A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3568688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3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7" name="Google Shape;527;g3f560cde4dd_1_593">
            <a:extLst xmlns:a="http://schemas.openxmlformats.org/drawingml/2006/main">
              <a:ext uri="{FF2B5EF4-FFF2-40B4-BE49-F238E27FC236}">
                <a16:creationId xmlns:a16="http://schemas.microsoft.com/office/drawing/2014/main" id="{7DF9CA9B-6B85-441E-9BDB-249B1DF6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4574208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Посчитали support, confidence и lift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528" name="Google Shape;528;g3f560cde4dd_1_593">
            <a:extLst xmlns:a="http://schemas.openxmlformats.org/drawingml/2006/main">
              <a:ext uri="{FF2B5EF4-FFF2-40B4-BE49-F238E27FC236}">
                <a16:creationId xmlns:a16="http://schemas.microsoft.com/office/drawing/2014/main" id="{43920058-9F15-4F00-8982-1CC51FA4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4595363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4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9" name="Google Shape;529;g3f560cde4dd_1_593">
            <a:extLst xmlns:a="http://schemas.openxmlformats.org/drawingml/2006/main">
              <a:ext uri="{FF2B5EF4-FFF2-40B4-BE49-F238E27FC236}">
                <a16:creationId xmlns:a16="http://schemas.microsoft.com/office/drawing/2014/main" id="{4340C481-649F-41E7-90B6-BEC6F480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5579733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Собрали воспроизводимый All Cups submission</a:t>
            </a:r>
            <a:endParaRPr sz="18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530" name="Google Shape;530;g3f560cde4dd_1_593">
            <a:extLst xmlns:a="http://schemas.openxmlformats.org/drawingml/2006/main">
              <a:ext uri="{FF2B5EF4-FFF2-40B4-BE49-F238E27FC236}">
                <a16:creationId xmlns:a16="http://schemas.microsoft.com/office/drawing/2014/main" id="{2B7A8E71-52B0-4842-8978-3ECB4225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5600888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5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79596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5" name="Google Shape;535;g3f560cde4dd_1_607">
            <a:extLst xmlns:a="http://schemas.openxmlformats.org/drawingml/2006/main">
              <a:ext uri="{FF2B5EF4-FFF2-40B4-BE49-F238E27FC236}">
                <a16:creationId xmlns:a16="http://schemas.microsoft.com/office/drawing/2014/main" id="{D79A8579-9CC5-488F-BC1E-99F6DF089F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500" cy="44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</a:pPr>
            <a:r>
              <a:rPr sz="3600"/>
              <a:t>Рефлексия</a:t>
            </a:r>
            <a:endParaRPr sz="3600"/>
          </a:p>
        </p:txBody>
      </p:sp>
      <p:pic>
        <p:nvPicPr>
          <p:cNvPr id="540" name="Google Shape;536;g3f560cde4dd_1_60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bbc7a67fcc407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29997" y="1712865"/>
            <a:ext cx="5147672" cy="465383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37" name="Google Shape;537;g3f560cde4dd_1_607">
            <a:extLst xmlns:a="http://schemas.openxmlformats.org/drawingml/2006/main">
              <a:ext uri="{FF2B5EF4-FFF2-40B4-BE49-F238E27FC236}">
                <a16:creationId xmlns:a16="http://schemas.microsoft.com/office/drawing/2014/main" id="{DFE1548D-4FB1-402A-880D-3030E0F3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25" y="1746873"/>
            <a:ext cx="6150000" cy="21107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sz="2200" b="0" i="0" u="none" cap="none">
                <a:solidFill>
                  <a:srgbClr val="000000"/>
                </a:solidFill>
                <a:latin typeface="Play"/>
                <a:ea typeface="Play"/>
                <a:cs typeface="Play"/>
              </a:rPr>
              <a:t>Как representation изменил кластеры?</a:t>
            </a:r>
            <a:endParaRPr sz="22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sz="2200" b="0" i="0" u="none" cap="none">
                <a:solidFill>
                  <a:srgbClr val="000000"/>
                </a:solidFill>
                <a:latin typeface="Play"/>
                <a:ea typeface="Play"/>
                <a:cs typeface="Play"/>
              </a:rPr>
              <a:t>Почему silhouette ≠ leaderboard ARI?</a:t>
            </a:r>
            <a:endParaRPr sz="22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sz="2200" b="0" i="0" u="none" cap="none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проверите после baseline?</a:t>
            </a:r>
            <a:endParaRPr sz="22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166738222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284100A8-0E62-4757-A21C-FB1C049F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All Cups: присвоить TARGET каждому ID; метрика Adjusted Rand Index.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Минимум: запустить baseline_clustering.ipynb и сдать CSV строго ID,TARGET.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Объяснить: representation, k, internal metric и stability.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Проверить: instructor/validate_submission.py.</a:t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E41A4F3B-7E8D-4782-B558-B2906F6BB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ДЗ 5: контест по кластеризации</a:t>
            </a:r>
            <a:endParaRPr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92968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2" name="Google Shape;542;g3f560cde4dd_1_614">
            <a:extLst xmlns:a="http://schemas.openxmlformats.org/drawingml/2006/main">
              <a:ext uri="{FF2B5EF4-FFF2-40B4-BE49-F238E27FC236}">
                <a16:creationId xmlns:a16="http://schemas.microsoft.com/office/drawing/2014/main" id="{20707D0C-8572-4044-A931-A58FD300DF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2837990"/>
            <a:ext cx="5475300" cy="23408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sz="4800">
                <a:solidFill>
                  <a:schemeClr val="dk2"/>
                </a:solidFill>
              </a:rPr>
              <a:t>Домашнее задание</a:t>
            </a:r>
            <a:endParaRPr sz="4800">
              <a:solidFill>
                <a:schemeClr val="dk2"/>
              </a:solidFill>
            </a:endParaRPr>
          </a:p>
          <a:p xmlns:a="http://schemas.openxmlformats.org/drawingml/2006/main"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sz="4800">
                <a:solidFill>
                  <a:schemeClr val="dk2"/>
                </a:solidFill>
              </a:rPr>
              <a:t>Кластеризация:</a:t>
            </a:r>
            <a:endParaRPr sz="4800">
              <a:solidFill>
                <a:schemeClr val="dk2"/>
              </a:solidFill>
            </a:endParaRPr>
          </a:p>
          <a:p xmlns:a="http://schemas.openxmlformats.org/drawingml/2006/main"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sz="4800">
                <a:solidFill>
                  <a:schemeClr val="dk2"/>
                </a:solidFill>
              </a:rPr>
              <a:t>All Cups</a:t>
            </a:r>
            <a:endParaRPr sz="480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7387136"/>
      </p:ext>
    </p:extLst>
  </p:cSld>
</p:sld>
</file>

<file path=ppt/theme/theme1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MIEM HSE course</dc:creator>
  <cp:lastModifiedBy>MIEM HSE course</cp:lastModifiedBy>
  <dc:title>Presentation</dc:title>
  <dcterms:created xsi:type="dcterms:W3CDTF">2026-09-02T08:16:53.0200000Z</dcterms:created>
  <dcterms:modified xsi:type="dcterms:W3CDTF">2026-09-02T08:16:53.0200000Z</dcterms:modified>
</cp:coreProperties>
</file>