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dat" ContentType="application/x-fontdata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11a9f57440043da" /><Relationship Type="http://schemas.openxmlformats.org/officeDocument/2006/relationships/extended-properties" Target="/docProps/app.xml" Id="R28f1137c9d0a4606" /><Relationship Type="http://schemas.openxmlformats.org/officeDocument/2006/relationships/officeDocument" Target="/ppt/presentation.xml" Id="R9ae2a46b17264b38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1ca28cb26b384ae1"/>
  </p:sldMasterIdLst>
  <p:notesMasterIdLst>
    <p:notesMasterId xmlns:r="http://schemas.openxmlformats.org/officeDocument/2006/relationships" r:id="R95c66f73f3d34fa2"/>
  </p:notesMasterIdLst>
  <p:sldIdLst>
    <p:sldId xmlns:r="http://schemas.openxmlformats.org/officeDocument/2006/relationships" id="256" r:id="Ra672e896048b4949"/>
    <p:sldId xmlns:r="http://schemas.openxmlformats.org/officeDocument/2006/relationships" id="257" r:id="R479e932bc2f14cda"/>
    <p:sldId xmlns:r="http://schemas.openxmlformats.org/officeDocument/2006/relationships" id="258" r:id="R0b2b2fee0730420f"/>
    <p:sldId xmlns:r="http://schemas.openxmlformats.org/officeDocument/2006/relationships" id="259" r:id="Rad72e65981a44280"/>
    <p:sldId xmlns:r="http://schemas.openxmlformats.org/officeDocument/2006/relationships" id="260" r:id="R4981684b273d4c36"/>
    <p:sldId xmlns:r="http://schemas.openxmlformats.org/officeDocument/2006/relationships" id="261" r:id="Re9fa63fa07164712"/>
    <p:sldId xmlns:r="http://schemas.openxmlformats.org/officeDocument/2006/relationships" id="262" r:id="R907cfc8057084bbb"/>
    <p:sldId xmlns:r="http://schemas.openxmlformats.org/officeDocument/2006/relationships" id="263" r:id="R1222c452fb0f4c09"/>
    <p:sldId xmlns:r="http://schemas.openxmlformats.org/officeDocument/2006/relationships" id="264" r:id="Rcc235ed9cec941bf"/>
    <p:sldId xmlns:r="http://schemas.openxmlformats.org/officeDocument/2006/relationships" id="265" r:id="R324ddd29ba344c2b"/>
    <p:sldId xmlns:r="http://schemas.openxmlformats.org/officeDocument/2006/relationships" id="266" r:id="R6d59c019392a4b62"/>
    <p:sldId xmlns:r="http://schemas.openxmlformats.org/officeDocument/2006/relationships" id="267" r:id="Rf2b215b5cbc14165"/>
    <p:sldId xmlns:r="http://schemas.openxmlformats.org/officeDocument/2006/relationships" id="268" r:id="Rfb9d0cef0f3b438e"/>
    <p:sldId xmlns:r="http://schemas.openxmlformats.org/officeDocument/2006/relationships" id="269" r:id="Rda789c1a4cb84b48"/>
    <p:sldId xmlns:r="http://schemas.openxmlformats.org/officeDocument/2006/relationships" id="270" r:id="R9c083a40e7dd4af6"/>
    <p:sldId xmlns:r="http://schemas.openxmlformats.org/officeDocument/2006/relationships" id="271" r:id="Rf3b407c3e4024902"/>
    <p:sldId xmlns:r="http://schemas.openxmlformats.org/officeDocument/2006/relationships" id="272" r:id="Rd0ac5ecdaf2a464f"/>
    <p:sldId xmlns:r="http://schemas.openxmlformats.org/officeDocument/2006/relationships" id="273" r:id="Rafaa55f9d14e498f"/>
    <p:sldId xmlns:r="http://schemas.openxmlformats.org/officeDocument/2006/relationships" id="274" r:id="Rb44cbbc8d57649c8"/>
  </p:sldIdLst>
  <p:sldSz cx="12192000" cy="6858000"/>
  <p:notesSz cx="6858000" cy="9144000"/>
  <p:embeddedFontLst>
    <p:embeddedFont>
      <p:font typeface="Play"/>
      <p:regular xmlns:r="http://schemas.openxmlformats.org/officeDocument/2006/relationships" r:id="R51288ef71a5b453a"/>
      <p:bold xmlns:r="http://schemas.openxmlformats.org/officeDocument/2006/relationships" r:id="Rde6cb602426a4171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xmlns:r="http://schemas.openxmlformats.org/officeDocument/2006/relationships" def="{42A0CCC7-7F15-49A9-B57E-EC746E9F5DE4}">
  <a:tblStyle styleId="{42A0CCC7-7F15-49A9-B57E-EC746E9F5DE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5cd7c2032364901" /><Relationship Type="http://schemas.openxmlformats.org/officeDocument/2006/relationships/slideMaster" Target="/ppt/slideMasters/slideMaster1.xml" Id="R1ca28cb26b384ae1" /><Relationship Type="http://schemas.openxmlformats.org/officeDocument/2006/relationships/notesMaster" Target="/ppt/notesMasters/notesMaster1.xml" Id="R95c66f73f3d34fa2" /><Relationship Type="http://schemas.openxmlformats.org/officeDocument/2006/relationships/presProps" Target="/ppt/presProps.xml" Id="Rb3f98df01e0c4e13" /><Relationship Type="http://schemas.openxmlformats.org/officeDocument/2006/relationships/tableStyles" Target="/ppt/tableStyles.xml" Id="Red7a1ddf075f46b6" /><Relationship Type="http://schemas.openxmlformats.org/officeDocument/2006/relationships/font" Target="/ppt/fonts/font.dat" Id="R51288ef71a5b453a" /><Relationship Type="http://schemas.openxmlformats.org/officeDocument/2006/relationships/font" Target="/ppt/fonts/font2.dat" Id="Rde6cb602426a4171" /><Relationship Type="http://schemas.openxmlformats.org/officeDocument/2006/relationships/slide" Target="/ppt/slides/slide1.xml" Id="Ra672e896048b4949" /><Relationship Type="http://schemas.openxmlformats.org/officeDocument/2006/relationships/slide" Target="/ppt/slides/slide2.xml" Id="R479e932bc2f14cda" /><Relationship Type="http://schemas.openxmlformats.org/officeDocument/2006/relationships/slide" Target="/ppt/slides/slide3.xml" Id="R0b2b2fee0730420f" /><Relationship Type="http://schemas.openxmlformats.org/officeDocument/2006/relationships/slide" Target="/ppt/slides/slide4.xml" Id="Rad72e65981a44280" /><Relationship Type="http://schemas.openxmlformats.org/officeDocument/2006/relationships/slide" Target="/ppt/slides/slide5.xml" Id="R4981684b273d4c36" /><Relationship Type="http://schemas.openxmlformats.org/officeDocument/2006/relationships/slide" Target="/ppt/slides/slide6.xml" Id="Re9fa63fa07164712" /><Relationship Type="http://schemas.openxmlformats.org/officeDocument/2006/relationships/slide" Target="/ppt/slides/slide7.xml" Id="R907cfc8057084bbb" /><Relationship Type="http://schemas.openxmlformats.org/officeDocument/2006/relationships/slide" Target="/ppt/slides/slide8.xml" Id="R1222c452fb0f4c09" /><Relationship Type="http://schemas.openxmlformats.org/officeDocument/2006/relationships/slide" Target="/ppt/slides/slide9.xml" Id="Rcc235ed9cec941bf" /><Relationship Type="http://schemas.openxmlformats.org/officeDocument/2006/relationships/slide" Target="/ppt/slides/slide10.xml" Id="R324ddd29ba344c2b" /><Relationship Type="http://schemas.openxmlformats.org/officeDocument/2006/relationships/slide" Target="/ppt/slides/slide11.xml" Id="R6d59c019392a4b62" /><Relationship Type="http://schemas.openxmlformats.org/officeDocument/2006/relationships/slide" Target="/ppt/slides/slide12.xml" Id="Rf2b215b5cbc14165" /><Relationship Type="http://schemas.openxmlformats.org/officeDocument/2006/relationships/slide" Target="/ppt/slides/slide13.xml" Id="Rfb9d0cef0f3b438e" /><Relationship Type="http://schemas.openxmlformats.org/officeDocument/2006/relationships/slide" Target="/ppt/slides/slide14.xml" Id="Rda789c1a4cb84b48" /><Relationship Type="http://schemas.openxmlformats.org/officeDocument/2006/relationships/slide" Target="/ppt/slides/slide15.xml" Id="R9c083a40e7dd4af6" /><Relationship Type="http://schemas.openxmlformats.org/officeDocument/2006/relationships/slide" Target="/ppt/slides/slide16.xml" Id="Rf3b407c3e4024902" /><Relationship Type="http://schemas.openxmlformats.org/officeDocument/2006/relationships/slide" Target="/ppt/slides/slide17.xml" Id="Rd0ac5ecdaf2a464f" /><Relationship Type="http://schemas.openxmlformats.org/officeDocument/2006/relationships/slide" Target="/ppt/slides/slide18.xml" Id="Rafaa55f9d14e498f" /><Relationship Type="http://schemas.openxmlformats.org/officeDocument/2006/relationships/slide" Target="/ppt/slides/slide19.xml" Id="Rb44cbbc8d57649c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5661840ca3b43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K Educ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caadfa8cbd845d5" /><Relationship Type="http://schemas.openxmlformats.org/officeDocument/2006/relationships/image" Target="/ppt/media/image.png" Id="Ree874e620791406d" /><Relationship Type="http://schemas.openxmlformats.org/officeDocument/2006/relationships/image" Target="/ppt/media/image2.png" Id="Rc1e21903d16b4a3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9a49af95b240ab" /><Relationship Type="http://schemas.openxmlformats.org/officeDocument/2006/relationships/image" Target="/ppt/media/image3.png" Id="Rf2fe032cee0e4fb0" /><Relationship Type="http://schemas.openxmlformats.org/officeDocument/2006/relationships/image" Target="/ppt/media/image4.png" Id="Rf3d199ab83fa443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724b2ad677c49f4" /><Relationship Type="http://schemas.openxmlformats.org/officeDocument/2006/relationships/image" Target="/ppt/media/image2.png" Id="Rc2010a26902848aa" /><Relationship Type="http://schemas.openxmlformats.org/officeDocument/2006/relationships/image" Target="/ppt/media/image5.png" Id="R1bd5e3a81b1a483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297c0d36b644e8" /><Relationship Type="http://schemas.openxmlformats.org/officeDocument/2006/relationships/image" Target="/ppt/media/image4.png" Id="Rf3f2f216f6be4e5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6bf7cb3cb74ed0" /><Relationship Type="http://schemas.openxmlformats.org/officeDocument/2006/relationships/image" Target="/ppt/media/image4.png" Id="Rf2591584d5084666" /><Relationship Type="http://schemas.openxmlformats.org/officeDocument/2006/relationships/image" Target="/ppt/media/image6.png" Id="R161e0d4c23d64c7d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5ce5b26f34f4491" /><Relationship Type="http://schemas.openxmlformats.org/officeDocument/2006/relationships/image" Target="/ppt/media/image2.png" Id="R10b873388c534960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7fb45f3c99349b0" /><Relationship Type="http://schemas.openxmlformats.org/officeDocument/2006/relationships/image" Target="/ppt/media/image4.png" Id="R4f6bb84e9b354f26" /><Relationship Type="http://schemas.openxmlformats.org/officeDocument/2006/relationships/image" Target="/ppt/media/image7.png" Id="Rf61c3fe7385d48d8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b378a919954c44" /><Relationship Type="http://schemas.openxmlformats.org/officeDocument/2006/relationships/image" Target="/ppt/media/image4.png" Id="R51dfc8280f584f49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8d228538c746da" /><Relationship Type="http://schemas.openxmlformats.org/officeDocument/2006/relationships/image" Target="/ppt/media/image4.png" Id="R7e20830c6e9d434c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0df80a9b5424d02" /><Relationship Type="http://schemas.openxmlformats.org/officeDocument/2006/relationships/image" Target="/ppt/media/image8.png" Id="Rd5d55db49ec3409e" /><Relationship Type="http://schemas.openxmlformats.org/officeDocument/2006/relationships/image" Target="/ppt/media/image4.png" Id="R94955ac98ca94f08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2175849073b4d94" /><Relationship Type="http://schemas.openxmlformats.org/officeDocument/2006/relationships/image" Target="/ppt/media/image4.png" Id="R3b23946b292b4aed" /><Relationship Type="http://schemas.openxmlformats.org/officeDocument/2006/relationships/image" Target="/ppt/media/image6.png" Id="Rc335d06614d44813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ee9de017a74b5b" /><Relationship Type="http://schemas.openxmlformats.org/officeDocument/2006/relationships/image" Target="/ppt/media/image4.png" Id="R96791354d31f40ab" /><Relationship Type="http://schemas.openxmlformats.org/officeDocument/2006/relationships/image" Target="/ppt/media/image7.png" Id="Rf2978db0222e4390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312a263b5d4668" /><Relationship Type="http://schemas.openxmlformats.org/officeDocument/2006/relationships/image" Target="/ppt/media/image4.png" Id="R5680231ec1af4772" /></Relationships>
</file>

<file path=ppt/slideLayouts/_rels/slideLayout1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00d747998b44400" /><Relationship Type="http://schemas.openxmlformats.org/officeDocument/2006/relationships/image" Target="/ppt/media/image4.png" Id="Radade5cfffc24d02" /></Relationships>
</file>

<file path=ppt/slideLayouts/_rels/slideLayout1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8a8f0be064d4a63" /><Relationship Type="http://schemas.openxmlformats.org/officeDocument/2006/relationships/image" Target="/ppt/media/image4.png" Id="R447d146858a24e9b" /></Relationships>
</file>

<file path=ppt/slideLayouts/_rels/slideLayout1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14cfea3d6446b4" /><Relationship Type="http://schemas.openxmlformats.org/officeDocument/2006/relationships/image" Target="/ppt/media/image4.png" Id="Rb2dce980b56a4f3f" /></Relationships>
</file>

<file path=ppt/slideLayouts/_rels/slideLayout1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03643994ad34244" /><Relationship Type="http://schemas.openxmlformats.org/officeDocument/2006/relationships/image" Target="/ppt/media/image9.png" Id="R24d949d11570489a" /><Relationship Type="http://schemas.openxmlformats.org/officeDocument/2006/relationships/image" Target="/ppt/media/image4.png" Id="Rd8f22b87305c4197" /></Relationships>
</file>

<file path=ppt/slideLayouts/_rels/slideLayout1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4113d8e9ce3465f" /><Relationship Type="http://schemas.openxmlformats.org/officeDocument/2006/relationships/image" Target="/ppt/media/image4.png" Id="R1c7d8a0e630f41a7" /></Relationships>
</file>

<file path=ppt/slideLayouts/_rels/slideLayout1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49170fcce4f49e0" /><Relationship Type="http://schemas.openxmlformats.org/officeDocument/2006/relationships/image" Target="/ppt/media/image10.png" Id="Re99bf181d35b4091" /><Relationship Type="http://schemas.openxmlformats.org/officeDocument/2006/relationships/image" Target="/ppt/media/image4.png" Id="R3d99a5b6b8894075" /></Relationships>
</file>

<file path=ppt/slideLayouts/_rels/slideLayout2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ba8ecf359854fde" /><Relationship Type="http://schemas.openxmlformats.org/officeDocument/2006/relationships/image" Target="/ppt/media/image11.png" Id="Re0711129c191492d" /><Relationship Type="http://schemas.openxmlformats.org/officeDocument/2006/relationships/image" Target="/ppt/media/image4.png" Id="Raee39f4da57541cc" /></Relationships>
</file>

<file path=ppt/slideLayouts/_rels/slideLayout2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775fb6d19440a3" /><Relationship Type="http://schemas.openxmlformats.org/officeDocument/2006/relationships/image" Target="/ppt/media/image12.png" Id="Re1f454561bc54ae1" /><Relationship Type="http://schemas.openxmlformats.org/officeDocument/2006/relationships/image" Target="/ppt/media/image2.png" Id="R1394d25e648b438b" /></Relationships>
</file>

<file path=ppt/slideLayouts/_rels/slideLayout2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f0eb2506484ea1" /><Relationship Type="http://schemas.openxmlformats.org/officeDocument/2006/relationships/image" Target="/ppt/media/image2.png" Id="R3eee495dc32c4b22" /><Relationship Type="http://schemas.openxmlformats.org/officeDocument/2006/relationships/image" Target="/ppt/media/image13.png" Id="R26167cb065624fb5" /></Relationships>
</file>

<file path=ppt/slideLayouts/_rels/slideLayout2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6837ff0bd04408" /><Relationship Type="http://schemas.openxmlformats.org/officeDocument/2006/relationships/image" Target="/ppt/media/image2.png" Id="Rdad6db6fa6fd49e0" /></Relationships>
</file>

<file path=ppt/slideLayouts/_rels/slideLayout2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3235c26b1d47f4" /><Relationship Type="http://schemas.openxmlformats.org/officeDocument/2006/relationships/image" Target="/ppt/media/image14.png" Id="R8505196bd72c42d8" /><Relationship Type="http://schemas.openxmlformats.org/officeDocument/2006/relationships/image" Target="/ppt/media/image2.png" Id="R612fc1a8bbe34b41" /></Relationships>
</file>

<file path=ppt/slideLayouts/_rels/slideLayout2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64e09a1449b47ed" /><Relationship Type="http://schemas.openxmlformats.org/officeDocument/2006/relationships/image" Target="/ppt/media/image15.png" Id="R69709302e452402f" /><Relationship Type="http://schemas.openxmlformats.org/officeDocument/2006/relationships/image" Target="/ppt/media/image2.png" Id="R79b3050e7f1942dd" /></Relationships>
</file>

<file path=ppt/slideLayouts/_rels/slideLayout2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17e6274df04198" /><Relationship Type="http://schemas.openxmlformats.org/officeDocument/2006/relationships/image" Target="/ppt/media/image4.png" Id="R64cf92004466414c" /></Relationships>
</file>

<file path=ppt/slideLayouts/_rels/slideLayout2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7b2b4dacdf94c35" /><Relationship Type="http://schemas.openxmlformats.org/officeDocument/2006/relationships/image" Target="/ppt/media/image4.png" Id="R345b40dbfd694f6c" /></Relationships>
</file>

<file path=ppt/slideLayouts/_rels/slideLayout2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b0f729c2c347e8" /><Relationship Type="http://schemas.openxmlformats.org/officeDocument/2006/relationships/image" Target="/ppt/media/image4.png" Id="Rdf39dc096841439b" /></Relationships>
</file>

<file path=ppt/slideLayouts/_rels/slideLayout2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92a640934e4fb6" /></Relationships>
</file>

<file path=ppt/slideLayouts/_rels/slideLayout3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8ab8eea6dfc4e1e" /><Relationship Type="http://schemas.openxmlformats.org/officeDocument/2006/relationships/image" Target="/ppt/media/image4.png" Id="R5defdc1649414209" /></Relationships>
</file>

<file path=ppt/slideLayouts/slideLayout1.xml><?xml version="1.0" encoding="utf-8"?>
<p:sldLayout xmlns:p="http://schemas.openxmlformats.org/presentationml/2006/main" matchingName="1_Титульный слайд">
  <p:cSld name="1_Титульный слайд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9" name="Google Shape;53;p78">
            <a:extLst xmlns:a="http://schemas.openxmlformats.org/drawingml/2006/main">
              <a:ext uri="{FF2B5EF4-FFF2-40B4-BE49-F238E27FC236}">
                <a16:creationId xmlns:a16="http://schemas.microsoft.com/office/drawing/2014/main" id="{B461D769-64B3-4598-9E94-8C442317BE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e874e620791406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157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54" name="Google Shape;54;p78">
            <a:extLst xmlns:a="http://schemas.openxmlformats.org/drawingml/2006/main">
              <a:ext uri="{FF2B5EF4-FFF2-40B4-BE49-F238E27FC236}">
                <a16:creationId xmlns:a16="http://schemas.microsoft.com/office/drawing/2014/main" id="{03F97D2C-1494-478A-85D0-C67B83DB1F8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866865"/>
            <a:ext cx="5012644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55" name="Google Shape;55;p78">
            <a:extLst xmlns:a="http://schemas.openxmlformats.org/drawingml/2006/main">
              <a:ext uri="{FF2B5EF4-FFF2-40B4-BE49-F238E27FC236}">
                <a16:creationId xmlns:a16="http://schemas.microsoft.com/office/drawing/2014/main" id="{7E9E86C5-7EAC-430F-9E1F-0A0EDA49D92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921912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56" name="Google Shape;56;p78">
            <a:extLst xmlns:a="http://schemas.openxmlformats.org/drawingml/2006/main">
              <a:ext uri="{FF2B5EF4-FFF2-40B4-BE49-F238E27FC236}">
                <a16:creationId xmlns:a16="http://schemas.microsoft.com/office/drawing/2014/main" id="{415381A3-0E3C-4B39-8486-6BDF433C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63" name="Google Shape;57;p78">
            <a:extLst xmlns:a="http://schemas.openxmlformats.org/drawingml/2006/main">
              <a:ext uri="{FF2B5EF4-FFF2-40B4-BE49-F238E27FC236}">
                <a16:creationId xmlns:a16="http://schemas.microsoft.com/office/drawing/2014/main" id="{519E4E27-8D66-4F52-A632-5B13032217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1e21903d16b4a3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.xml><?xml version="1.0" encoding="utf-8"?>
<p:sldLayout xmlns:p="http://schemas.openxmlformats.org/presentationml/2006/main" matchingName="2_Титульный слайд раздела">
  <p:cSld name="2_Титульный слайд раздела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9" name="Google Shape;59;p91">
            <a:extLst xmlns:a="http://schemas.openxmlformats.org/drawingml/2006/main">
              <a:ext uri="{FF2B5EF4-FFF2-40B4-BE49-F238E27FC236}">
                <a16:creationId xmlns:a16="http://schemas.microsoft.com/office/drawing/2014/main" id="{C89BB14C-C06E-412B-ACA4-BFD173E4C1C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63" name="Google Shape;60;p91">
            <a:extLst xmlns:a="http://schemas.openxmlformats.org/drawingml/2006/main">
              <a:ext uri="{FF2B5EF4-FFF2-40B4-BE49-F238E27FC236}">
                <a16:creationId xmlns:a16="http://schemas.microsoft.com/office/drawing/2014/main" id="{A52FA5B1-19B4-4597-B674-AB362E733B6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fe032cee0e4fb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07980" y="0"/>
            <a:ext cx="3394294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64" name="Google Shape;61;p91">
            <a:extLst xmlns:a="http://schemas.openxmlformats.org/drawingml/2006/main">
              <a:ext uri="{FF2B5EF4-FFF2-40B4-BE49-F238E27FC236}">
                <a16:creationId xmlns:a16="http://schemas.microsoft.com/office/drawing/2014/main" id="{B062D3C6-6256-464E-822D-E222B129DAE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d199ab83fa4434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3.xml><?xml version="1.0" encoding="utf-8"?>
<p:sldLayout xmlns:p="http://schemas.openxmlformats.org/presentationml/2006/main" matchingName="3_Титульный слайд">
  <p:cSld name="3_Титульный слайд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3" name="Google Shape;63;p79">
            <a:extLst xmlns:a="http://schemas.openxmlformats.org/drawingml/2006/main">
              <a:ext uri="{FF2B5EF4-FFF2-40B4-BE49-F238E27FC236}">
                <a16:creationId xmlns:a16="http://schemas.microsoft.com/office/drawing/2014/main" id="{2A0966AB-6FC4-4677-B6D0-C7BC1ABA4AC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728001"/>
            <a:ext cx="5012644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64" name="Google Shape;64;p79">
            <a:extLst xmlns:a="http://schemas.openxmlformats.org/drawingml/2006/main">
              <a:ext uri="{FF2B5EF4-FFF2-40B4-BE49-F238E27FC236}">
                <a16:creationId xmlns:a16="http://schemas.microsoft.com/office/drawing/2014/main" id="{D95E8069-D5C3-4BFA-B476-4FBD8B96202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598003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65" name="Google Shape;65;p79">
            <a:extLst xmlns:a="http://schemas.openxmlformats.org/drawingml/2006/main">
              <a:ext uri="{FF2B5EF4-FFF2-40B4-BE49-F238E27FC236}">
                <a16:creationId xmlns:a16="http://schemas.microsoft.com/office/drawing/2014/main" id="{990BDD91-8461-4905-97B7-85526305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1" name="Google Shape;66;p79">
            <a:extLst xmlns:a="http://schemas.openxmlformats.org/drawingml/2006/main">
              <a:ext uri="{FF2B5EF4-FFF2-40B4-BE49-F238E27FC236}">
                <a16:creationId xmlns:a16="http://schemas.microsoft.com/office/drawing/2014/main" id="{3C09B292-3637-444A-8D52-CF262F51C5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2010a26902848a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72" name="Google Shape;67;p79">
            <a:extLst xmlns:a="http://schemas.openxmlformats.org/drawingml/2006/main">
              <a:ext uri="{FF2B5EF4-FFF2-40B4-BE49-F238E27FC236}">
                <a16:creationId xmlns:a16="http://schemas.microsoft.com/office/drawing/2014/main" id="{7FB92EDB-880D-4FF3-9BAC-25E59635EA6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bd5e3a81b1a483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03845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4.xml><?xml version="1.0" encoding="utf-8"?>
<p:sldLayout xmlns:p="http://schemas.openxmlformats.org/presentationml/2006/main" matchingName="1_Заголовок">
  <p:cSld name="1_Заголовок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9" name="Google Shape;69;p90">
            <a:extLst xmlns:a="http://schemas.openxmlformats.org/drawingml/2006/main">
              <a:ext uri="{FF2B5EF4-FFF2-40B4-BE49-F238E27FC236}">
                <a16:creationId xmlns:a16="http://schemas.microsoft.com/office/drawing/2014/main" id="{30446307-DC68-4CCD-A9EF-5D79402360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5418666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72" name="Google Shape;70;p90">
            <a:extLst xmlns:a="http://schemas.openxmlformats.org/drawingml/2006/main">
              <a:ext uri="{FF2B5EF4-FFF2-40B4-BE49-F238E27FC236}">
                <a16:creationId xmlns:a16="http://schemas.microsoft.com/office/drawing/2014/main" id="{44DFD7C7-20CE-4545-A561-626C6AC20E4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3f2f216f6be4e5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9732580" y="692150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5.xml><?xml version="1.0" encoding="utf-8"?>
<p:sldLayout xmlns:p="http://schemas.openxmlformats.org/presentationml/2006/main" matchingName="2_Финальный с QR + подпись">
  <p:cSld name="2_Финальный с QR + подпись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2" name="Google Shape;72;p87">
            <a:extLst xmlns:a="http://schemas.openxmlformats.org/drawingml/2006/main">
              <a:ext uri="{FF2B5EF4-FFF2-40B4-BE49-F238E27FC236}">
                <a16:creationId xmlns:a16="http://schemas.microsoft.com/office/drawing/2014/main" id="{46339B4E-D7F8-4329-AB1E-5A23C811A4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3" name="Google Shape;73;p87">
            <a:extLst xmlns:a="http://schemas.openxmlformats.org/drawingml/2006/main">
              <a:ext uri="{FF2B5EF4-FFF2-40B4-BE49-F238E27FC236}">
                <a16:creationId xmlns:a16="http://schemas.microsoft.com/office/drawing/2014/main" id="{ED5425E5-9ABC-462F-85CC-D14644AA4DEC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74" name="Google Shape;74;p87">
            <a:extLst xmlns:a="http://schemas.openxmlformats.org/drawingml/2006/main">
              <a:ext uri="{FF2B5EF4-FFF2-40B4-BE49-F238E27FC236}">
                <a16:creationId xmlns:a16="http://schemas.microsoft.com/office/drawing/2014/main" id="{384F20E4-C67B-4752-8E03-32B70C72F4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80" name="Google Shape;75;p87">
            <a:extLst xmlns:a="http://schemas.openxmlformats.org/drawingml/2006/main">
              <a:ext uri="{FF2B5EF4-FFF2-40B4-BE49-F238E27FC236}">
                <a16:creationId xmlns:a16="http://schemas.microsoft.com/office/drawing/2014/main" id="{BA94148B-48EB-4756-8475-C38AE16CE1F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591584d508466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81" name="Google Shape;76;p87">
            <a:extLst xmlns:a="http://schemas.openxmlformats.org/drawingml/2006/main">
              <a:ext uri="{FF2B5EF4-FFF2-40B4-BE49-F238E27FC236}">
                <a16:creationId xmlns:a16="http://schemas.microsoft.com/office/drawing/2014/main" id="{E0AEB44A-EA81-453E-8E68-427E0E2A6D6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61e0d4c23d64c7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157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6.xml><?xml version="1.0" encoding="utf-8"?>
<p:sldLayout xmlns:p="http://schemas.openxmlformats.org/presentationml/2006/main" matchingName="Слайд со спикером">
  <p:cSld name="Слайд со спикером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8" name="Google Shape;78;p80">
            <a:extLst xmlns:a="http://schemas.openxmlformats.org/drawingml/2006/main">
              <a:ext uri="{FF2B5EF4-FFF2-40B4-BE49-F238E27FC236}">
                <a16:creationId xmlns:a16="http://schemas.microsoft.com/office/drawing/2014/main" id="{2FD8F650-7F13-4755-B2F5-9607EA6BF94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58813" y="692150"/>
            <a:ext cx="6192838" cy="13802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79" name="Google Shape;79;p80">
            <a:extLst xmlns:a="http://schemas.openxmlformats.org/drawingml/2006/main">
              <a:ext uri="{FF2B5EF4-FFF2-40B4-BE49-F238E27FC236}">
                <a16:creationId xmlns:a16="http://schemas.microsoft.com/office/drawing/2014/main" id="{790FA60B-C474-4C58-9F0B-11EAC19EC3D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2357767"/>
            <a:ext cx="5142954" cy="21424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sz="2000"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228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85" name="Google Shape;80;p80">
            <a:extLst xmlns:a="http://schemas.openxmlformats.org/drawingml/2006/main">
              <a:ext uri="{FF2B5EF4-FFF2-40B4-BE49-F238E27FC236}">
                <a16:creationId xmlns:a16="http://schemas.microsoft.com/office/drawing/2014/main" id="{215BE55B-B5E9-4220-A093-359C21E385D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0b873388c53496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81" name="Google Shape;81;p80">
            <a:extLst xmlns:a="http://schemas.openxmlformats.org/drawingml/2006/main">
              <a:ext uri="{FF2B5EF4-FFF2-40B4-BE49-F238E27FC236}">
                <a16:creationId xmlns:a16="http://schemas.microsoft.com/office/drawing/2014/main" id="{90833259-2AD9-4541-BC06-B6DD22ED0311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lt2"/>
          </a:solidFill>
          <a:ln xmlns:a="http://schemas.openxmlformats.org/drawingml/2006/main">
            <a:noFill/>
          </a:ln>
        </p:spPr>
      </p:sp>
    </p:spTree>
  </p:cSld>
</p:sldLayout>
</file>

<file path=ppt/slideLayouts/slideLayout7.xml><?xml version="1.0" encoding="utf-8"?>
<p:sldLayout xmlns:p="http://schemas.openxmlformats.org/presentationml/2006/main" matchingName="4_Финальный с QR + подпись">
  <p:cSld name="4_Финальный с QR + подпись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3" name="Google Shape;83;p86">
            <a:extLst xmlns:a="http://schemas.openxmlformats.org/drawingml/2006/main">
              <a:ext uri="{FF2B5EF4-FFF2-40B4-BE49-F238E27FC236}">
                <a16:creationId xmlns:a16="http://schemas.microsoft.com/office/drawing/2014/main" id="{5303ED6E-EE2A-49B0-A0C8-2DFB232B44A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84" name="Google Shape;84;p86">
            <a:extLst xmlns:a="http://schemas.openxmlformats.org/drawingml/2006/main">
              <a:ext uri="{FF2B5EF4-FFF2-40B4-BE49-F238E27FC236}">
                <a16:creationId xmlns:a16="http://schemas.microsoft.com/office/drawing/2014/main" id="{E04C9BC3-1DC6-4CE1-98E3-FB36CA3F0D84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85" name="Google Shape;85;p86">
            <a:extLst xmlns:a="http://schemas.openxmlformats.org/drawingml/2006/main">
              <a:ext uri="{FF2B5EF4-FFF2-40B4-BE49-F238E27FC236}">
                <a16:creationId xmlns:a16="http://schemas.microsoft.com/office/drawing/2014/main" id="{F86D45E3-3814-4446-A13A-A693DDA5DC6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91" name="Google Shape;86;p86">
            <a:extLst xmlns:a="http://schemas.openxmlformats.org/drawingml/2006/main">
              <a:ext uri="{FF2B5EF4-FFF2-40B4-BE49-F238E27FC236}">
                <a16:creationId xmlns:a16="http://schemas.microsoft.com/office/drawing/2014/main" id="{749D85A6-A0B5-4952-8F48-5904627606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f6bb84e9b354f26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92" name="Google Shape;87;p86">
            <a:extLst xmlns:a="http://schemas.openxmlformats.org/drawingml/2006/main">
              <a:ext uri="{FF2B5EF4-FFF2-40B4-BE49-F238E27FC236}">
                <a16:creationId xmlns:a16="http://schemas.microsoft.com/office/drawing/2014/main" id="{D12E491C-5B11-4FB5-B197-0F113EAE0E6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61c3fe7385d48d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794220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8.xml><?xml version="1.0" encoding="utf-8"?>
<p:sldLayout xmlns:p="http://schemas.openxmlformats.org/presentationml/2006/main" matchingName="Заголовок + текст">
  <p:cSld name="Заголовок + текст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9" name="Google Shape;89;p81">
            <a:extLst xmlns:a="http://schemas.openxmlformats.org/drawingml/2006/main">
              <a:ext uri="{FF2B5EF4-FFF2-40B4-BE49-F238E27FC236}">
                <a16:creationId xmlns:a16="http://schemas.microsoft.com/office/drawing/2014/main" id="{ECC515DE-B948-4908-8FD8-29ECB00ECC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3" y="1773238"/>
            <a:ext cx="10861675" cy="4464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90" name="Google Shape;90;p81">
            <a:extLst xmlns:a="http://schemas.openxmlformats.org/drawingml/2006/main">
              <a:ext uri="{FF2B5EF4-FFF2-40B4-BE49-F238E27FC236}">
                <a16:creationId xmlns:a16="http://schemas.microsoft.com/office/drawing/2014/main" id="{6FB36F9D-67BB-4E7F-8900-4B53A443BD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94" name="Google Shape;91;p81">
            <a:extLst xmlns:a="http://schemas.openxmlformats.org/drawingml/2006/main">
              <a:ext uri="{FF2B5EF4-FFF2-40B4-BE49-F238E27FC236}">
                <a16:creationId xmlns:a16="http://schemas.microsoft.com/office/drawing/2014/main" id="{97B01FA2-81B3-4805-9B28-A82F90AF4A2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1dfc8280f584f4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9.xml><?xml version="1.0" encoding="utf-8"?>
<p:sldLayout xmlns:p="http://schemas.openxmlformats.org/presentationml/2006/main" matchingName="2 фактоида + текст">
  <p:cSld name="2 фактоида + текст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3" name="Google Shape;93;p96">
            <a:extLst xmlns:a="http://schemas.openxmlformats.org/drawingml/2006/main">
              <a:ext uri="{FF2B5EF4-FFF2-40B4-BE49-F238E27FC236}">
                <a16:creationId xmlns:a16="http://schemas.microsoft.com/office/drawing/2014/main" id="{368F389B-DBAF-4DA9-BBB2-C216F3F49F2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1773238"/>
            <a:ext cx="5135728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94" name="Google Shape;94;p96">
            <a:extLst xmlns:a="http://schemas.openxmlformats.org/drawingml/2006/main">
              <a:ext uri="{FF2B5EF4-FFF2-40B4-BE49-F238E27FC236}">
                <a16:creationId xmlns:a16="http://schemas.microsoft.com/office/drawing/2014/main" id="{6E16340A-0A24-4296-8F84-E2B70C65429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95" name="Google Shape;95;p96">
            <a:extLst xmlns:a="http://schemas.openxmlformats.org/drawingml/2006/main">
              <a:ext uri="{FF2B5EF4-FFF2-40B4-BE49-F238E27FC236}">
                <a16:creationId xmlns:a16="http://schemas.microsoft.com/office/drawing/2014/main" id="{59B841EE-2CAD-4703-960F-7ADA83B17FA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71513" y="167981"/>
            <a:ext cx="10874375" cy="24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91425" bIns="4570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96" name="Google Shape;96;p96">
            <a:extLst xmlns:a="http://schemas.openxmlformats.org/drawingml/2006/main">
              <a:ext uri="{FF2B5EF4-FFF2-40B4-BE49-F238E27FC236}">
                <a16:creationId xmlns:a16="http://schemas.microsoft.com/office/drawing/2014/main" id="{35ECC969-CA7B-4843-9E2F-1BF4043982AA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097339" y="3864033"/>
            <a:ext cx="5417327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sz="8800" b="1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97" name="Google Shape;97;p96">
            <a:extLst xmlns:a="http://schemas.openxmlformats.org/drawingml/2006/main">
              <a:ext uri="{FF2B5EF4-FFF2-40B4-BE49-F238E27FC236}">
                <a16:creationId xmlns:a16="http://schemas.microsoft.com/office/drawing/2014/main" id="{E6C3F3A9-F3A9-4AD1-8150-146F2E1B1A2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7338" y="5058095"/>
            <a:ext cx="5417327" cy="35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98" name="Google Shape;98;p96">
            <a:extLst xmlns:a="http://schemas.openxmlformats.org/drawingml/2006/main">
              <a:ext uri="{FF2B5EF4-FFF2-40B4-BE49-F238E27FC236}">
                <a16:creationId xmlns:a16="http://schemas.microsoft.com/office/drawing/2014/main" id="{5FC285DB-0BE0-4F58-B264-50B556270ABE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096000" y="1773238"/>
            <a:ext cx="5417327" cy="108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sz="8800" b="1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99" name="Google Shape;99;p96">
            <a:extLst xmlns:a="http://schemas.openxmlformats.org/drawingml/2006/main">
              <a:ext uri="{FF2B5EF4-FFF2-40B4-BE49-F238E27FC236}">
                <a16:creationId xmlns:a16="http://schemas.microsoft.com/office/drawing/2014/main" id="{B1D7B067-99F7-43B7-B6D2-9A3793687305}"/>
              </a:ext>
            </a:extLst>
          </p:cNvPr>
          <p:cNvSpPr>
            <a:spLocks xmlns:a="http://schemas.openxmlformats.org/drawingml/2006/main" noGrp="1"/>
          </p:cNvSpPr>
          <p:nvPr>
            <p:ph type="body" idx="5"/>
          </p:nvPr>
        </p:nvSpPr>
        <p:spPr>
          <a:xfrm xmlns:a="http://schemas.openxmlformats.org/drawingml/2006/main">
            <a:off x="6096000" y="2967300"/>
            <a:ext cx="5417327" cy="356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108" name="Google Shape;100;p96">
            <a:extLst xmlns:a="http://schemas.openxmlformats.org/drawingml/2006/main">
              <a:ext uri="{FF2B5EF4-FFF2-40B4-BE49-F238E27FC236}">
                <a16:creationId xmlns:a16="http://schemas.microsoft.com/office/drawing/2014/main" id="{36468F50-2769-428F-AFA5-2BEDFA5364A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e20830c6e9d434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0.xml><?xml version="1.0" encoding="utf-8"?>
<p:sldLayout xmlns:p="http://schemas.openxmlformats.org/presentationml/2006/main" matchingName="Титульный слайд раздела">
  <p:cSld name="Титульный слайд раздела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2" name="Google Shape;102;p85">
            <a:extLst xmlns:a="http://schemas.openxmlformats.org/drawingml/2006/main">
              <a:ext uri="{FF2B5EF4-FFF2-40B4-BE49-F238E27FC236}">
                <a16:creationId xmlns:a16="http://schemas.microsoft.com/office/drawing/2014/main" id="{E74137CB-04F2-423F-81A6-886695F093D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06" name="Google Shape;103;p85">
            <a:extLst xmlns:a="http://schemas.openxmlformats.org/drawingml/2006/main">
              <a:ext uri="{FF2B5EF4-FFF2-40B4-BE49-F238E27FC236}">
                <a16:creationId xmlns:a16="http://schemas.microsoft.com/office/drawing/2014/main" id="{89D61027-244A-4BC7-8903-D42E30AE0F6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5d55db49ec3409e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225" y="691342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07" name="Google Shape;104;p85">
            <a:extLst xmlns:a="http://schemas.openxmlformats.org/drawingml/2006/main">
              <a:ext uri="{FF2B5EF4-FFF2-40B4-BE49-F238E27FC236}">
                <a16:creationId xmlns:a16="http://schemas.microsoft.com/office/drawing/2014/main" id="{B088E9DD-AAB9-4A61-9D09-B0C3C0895EA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4955ac98ca94f0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1.xml><?xml version="1.0" encoding="utf-8"?>
<p:sldLayout xmlns:p="http://schemas.openxmlformats.org/presentationml/2006/main" matchingName="2_Титульный слайд">
  <p:cSld name="2_Титульный слайд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6" name="Google Shape;106;p88">
            <a:extLst xmlns:a="http://schemas.openxmlformats.org/drawingml/2006/main">
              <a:ext uri="{FF2B5EF4-FFF2-40B4-BE49-F238E27FC236}">
                <a16:creationId xmlns:a16="http://schemas.microsoft.com/office/drawing/2014/main" id="{B936ADC4-1D9A-4144-B6AB-D001162E15D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728128"/>
            <a:ext cx="10224000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 b="0" i="0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07" name="Google Shape;107;p88">
            <a:extLst xmlns:a="http://schemas.openxmlformats.org/drawingml/2006/main">
              <a:ext uri="{FF2B5EF4-FFF2-40B4-BE49-F238E27FC236}">
                <a16:creationId xmlns:a16="http://schemas.microsoft.com/office/drawing/2014/main" id="{C9E29A14-21B9-4A69-95F3-C29C61B5503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783175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08" name="Google Shape;108;p88">
            <a:extLst xmlns:a="http://schemas.openxmlformats.org/drawingml/2006/main">
              <a:ext uri="{FF2B5EF4-FFF2-40B4-BE49-F238E27FC236}">
                <a16:creationId xmlns:a16="http://schemas.microsoft.com/office/drawing/2014/main" id="{6D575746-2779-408B-B84F-FF9E808F8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4" name="Google Shape;109;p88">
            <a:extLst xmlns:a="http://schemas.openxmlformats.org/drawingml/2006/main">
              <a:ext uri="{FF2B5EF4-FFF2-40B4-BE49-F238E27FC236}">
                <a16:creationId xmlns:a16="http://schemas.microsoft.com/office/drawing/2014/main" id="{F4C4CE75-1D6A-4AD0-A946-D00EE64518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b23946b292b4ae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15" name="Google Shape;110;p88">
            <a:extLst xmlns:a="http://schemas.openxmlformats.org/drawingml/2006/main">
              <a:ext uri="{FF2B5EF4-FFF2-40B4-BE49-F238E27FC236}">
                <a16:creationId xmlns:a16="http://schemas.microsoft.com/office/drawing/2014/main" id="{66D558C1-0D53-4CE5-8496-060D420E213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c335d06614d44813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157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2.xml><?xml version="1.0" encoding="utf-8"?>
<p:sldLayout xmlns:p="http://schemas.openxmlformats.org/presentationml/2006/main" matchingName="4_Титульный слайд">
  <p:cSld name="4_Титульный слайд">
    <p:bg>
      <p:bgPr>
        <a:solidFill xmlns:a="http://schemas.openxmlformats.org/drawingml/2006/main">
          <a:schemeClr val="l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2" name="Google Shape;112;p89">
            <a:extLst xmlns:a="http://schemas.openxmlformats.org/drawingml/2006/main">
              <a:ext uri="{FF2B5EF4-FFF2-40B4-BE49-F238E27FC236}">
                <a16:creationId xmlns:a16="http://schemas.microsoft.com/office/drawing/2014/main" id="{9569BAC4-DC3D-4D3E-9D8F-CFA1E4A6C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8342" y="482138"/>
            <a:ext cx="72768" cy="3621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36000" tIns="36000" rIns="36000" bIns="360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cap="none">
              <a:solidFill>
                <a:schemeClr val="dk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19" name="Google Shape;113;p89">
            <a:extLst xmlns:a="http://schemas.openxmlformats.org/drawingml/2006/main">
              <a:ext uri="{FF2B5EF4-FFF2-40B4-BE49-F238E27FC236}">
                <a16:creationId xmlns:a16="http://schemas.microsoft.com/office/drawing/2014/main" id="{1B0FE432-91A0-45C6-8964-3E3F21FC06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96791354d31f40a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692150"/>
            <a:ext cx="2772300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14" name="Google Shape;114;p89">
            <a:extLst xmlns:a="http://schemas.openxmlformats.org/drawingml/2006/main">
              <a:ext uri="{FF2B5EF4-FFF2-40B4-BE49-F238E27FC236}">
                <a16:creationId xmlns:a16="http://schemas.microsoft.com/office/drawing/2014/main" id="{9B6A5C4A-25E8-4333-87AB-94869689F8C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728001"/>
            <a:ext cx="5012644" cy="55399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marL="457200" marR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15" name="Google Shape;115;p89">
            <a:extLst xmlns:a="http://schemas.openxmlformats.org/drawingml/2006/main">
              <a:ext uri="{FF2B5EF4-FFF2-40B4-BE49-F238E27FC236}">
                <a16:creationId xmlns:a16="http://schemas.microsoft.com/office/drawing/2014/main" id="{888E6117-761C-496F-8591-AB6E8A209C0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2261" y="2598003"/>
            <a:ext cx="10220325" cy="16619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22" name="Google Shape;116;p89">
            <a:extLst xmlns:a="http://schemas.openxmlformats.org/drawingml/2006/main">
              <a:ext uri="{FF2B5EF4-FFF2-40B4-BE49-F238E27FC236}">
                <a16:creationId xmlns:a16="http://schemas.microsoft.com/office/drawing/2014/main" id="{7FD21D57-3320-4C65-9A9B-2ABC1C16CF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f2978db0222e439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794220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3.xml><?xml version="1.0" encoding="utf-8"?>
<p:sldLayout xmlns:p="http://schemas.openxmlformats.org/presentationml/2006/main" matchingName="Заголовок в 2 строки + объект">
  <p:cSld name="Заголовок в 2 строки + объект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8" name="Google Shape;118;p94">
            <a:extLst xmlns:a="http://schemas.openxmlformats.org/drawingml/2006/main">
              <a:ext uri="{FF2B5EF4-FFF2-40B4-BE49-F238E27FC236}">
                <a16:creationId xmlns:a16="http://schemas.microsoft.com/office/drawing/2014/main" id="{8312E0FA-1FC7-427B-B1CD-42251086F94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3" y="2040889"/>
            <a:ext cx="5424487" cy="41598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19" name="Google Shape;119;p94">
            <a:extLst xmlns:a="http://schemas.openxmlformats.org/drawingml/2006/main">
              <a:ext uri="{FF2B5EF4-FFF2-40B4-BE49-F238E27FC236}">
                <a16:creationId xmlns:a16="http://schemas.microsoft.com/office/drawing/2014/main" id="{5C2E1B93-DA9D-4ACC-BE55-0F0467FE71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5418666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20" name="Google Shape;120;p94">
            <a:extLst xmlns:a="http://schemas.openxmlformats.org/drawingml/2006/main">
              <a:ext uri="{FF2B5EF4-FFF2-40B4-BE49-F238E27FC236}">
                <a16:creationId xmlns:a16="http://schemas.microsoft.com/office/drawing/2014/main" id="{BAA0940F-1207-48A7-9802-064705062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2626"/>
          </a:solidFill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45700" rIns="91425" bIns="45700" anchor="ctr">
            <a:noAutofit/>
          </a:bodyPr>
          <a:lstStyle xmlns:a="http://schemas.openxmlformats.org/drawingml/2006/main"/>
          <a:p xmlns:a="http://schemas.openxmlformats.org/drawingml/2006/main"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sz="1800" b="0" i="0" u="none" cap="none">
              <a:solidFill>
                <a:schemeClr val="lt1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125" name="Google Shape;121;p94">
            <a:extLst xmlns:a="http://schemas.openxmlformats.org/drawingml/2006/main">
              <a:ext uri="{FF2B5EF4-FFF2-40B4-BE49-F238E27FC236}">
                <a16:creationId xmlns:a16="http://schemas.microsoft.com/office/drawing/2014/main" id="{CEE52BCF-AE03-487F-B9D2-9B89AE69F5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680231ec1af477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4.xml><?xml version="1.0" encoding="utf-8"?>
<p:sldLayout xmlns:p="http://schemas.openxmlformats.org/presentationml/2006/main" matchingName="Заголовок">
  <p:cSld name="Заголовок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3" name="Google Shape;123;p95">
            <a:extLst xmlns:a="http://schemas.openxmlformats.org/drawingml/2006/main">
              <a:ext uri="{FF2B5EF4-FFF2-40B4-BE49-F238E27FC236}">
                <a16:creationId xmlns:a16="http://schemas.microsoft.com/office/drawing/2014/main" id="{A8AD758F-6C59-4A5E-9136-07107B7A262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26" name="Google Shape;124;p95">
            <a:extLst xmlns:a="http://schemas.openxmlformats.org/drawingml/2006/main">
              <a:ext uri="{FF2B5EF4-FFF2-40B4-BE49-F238E27FC236}">
                <a16:creationId xmlns:a16="http://schemas.microsoft.com/office/drawing/2014/main" id="{F569FBFE-DE90-4D9C-9EEA-F468A13EB50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dade5cfffc24d0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5.xml><?xml version="1.0" encoding="utf-8"?>
<p:sldLayout xmlns:p="http://schemas.openxmlformats.org/presentationml/2006/main" matchingName="Цитата без фото">
  <p:cSld name="Цитата без фото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6" name="Google Shape;126;p97">
            <a:extLst xmlns:a="http://schemas.openxmlformats.org/drawingml/2006/main">
              <a:ext uri="{FF2B5EF4-FFF2-40B4-BE49-F238E27FC236}">
                <a16:creationId xmlns:a16="http://schemas.microsoft.com/office/drawing/2014/main" id="{DBF1EA95-4B12-4530-A008-E09122C8820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3359150" y="692151"/>
            <a:ext cx="8174038" cy="16096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27" name="Google Shape;127;p97">
            <a:extLst xmlns:a="http://schemas.openxmlformats.org/drawingml/2006/main">
              <a:ext uri="{FF2B5EF4-FFF2-40B4-BE49-F238E27FC236}">
                <a16:creationId xmlns:a16="http://schemas.microsoft.com/office/drawing/2014/main" id="{8EA24A5D-5C20-47CB-8BC5-6366B38CD68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3359150" y="4646741"/>
            <a:ext cx="8200516" cy="31801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28" name="Google Shape;128;p97">
            <a:extLst xmlns:a="http://schemas.openxmlformats.org/drawingml/2006/main">
              <a:ext uri="{FF2B5EF4-FFF2-40B4-BE49-F238E27FC236}">
                <a16:creationId xmlns:a16="http://schemas.microsoft.com/office/drawing/2014/main" id="{6ECFE6DA-3658-42E9-81E5-B62CEE08D21E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3366814" y="2459421"/>
            <a:ext cx="8174038" cy="1609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0" i="0">
                <a:latin typeface="Play"/>
                <a:ea typeface="Play"/>
                <a:cs typeface="Play"/>
              </a:defRPr>
            </a:lvl1pPr>
            <a:lvl2pPr marL="914400" indent="-355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</a:defRPr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29" name="Google Shape;129;p97">
            <a:extLst xmlns:a="http://schemas.openxmlformats.org/drawingml/2006/main">
              <a:ext uri="{FF2B5EF4-FFF2-40B4-BE49-F238E27FC236}">
                <a16:creationId xmlns:a16="http://schemas.microsoft.com/office/drawing/2014/main" id="{74E764C7-08D2-4FF3-A9BC-87FACC81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12" y="-1049150"/>
            <a:ext cx="2058988" cy="44781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91425" tIns="0" rIns="91425" bIns="45700" anchor="t">
            <a:spAutoFit/>
          </a:bodyPr>
          <a:lstStyle xmlns:a="http://schemas.openxmlformats.org/drawingml/2006/main"/>
          <a:p xmlns:a="http://schemas.openxmlformats.org/drawingml/2006/main"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800"/>
              <a:buFont typeface="Arial"/>
              <a:buNone/>
            </a:pPr>
            <a:r>
              <a:rPr sz="28800" b="1" i="0" u="none" cap="none">
                <a:solidFill>
                  <a:schemeClr val="accent1"/>
                </a:solidFill>
                <a:latin typeface="Play"/>
                <a:ea typeface="Play"/>
                <a:cs typeface="Play"/>
              </a:rPr>
              <a:t>«</a:t>
            </a:r>
            <a:endParaRPr sz="1400" b="0" i="0" u="none" cap="none">
              <a:solidFill>
                <a:srgbClr val="000000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0" name="Google Shape;130;p97">
            <a:extLst xmlns:a="http://schemas.openxmlformats.org/drawingml/2006/main">
              <a:ext uri="{FF2B5EF4-FFF2-40B4-BE49-F238E27FC236}">
                <a16:creationId xmlns:a16="http://schemas.microsoft.com/office/drawing/2014/main" id="{B25A35D8-2823-4F0B-A17A-9BDDADBDDD2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71513" y="167981"/>
            <a:ext cx="10874375" cy="24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91425" bIns="4570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pic>
        <p:nvPicPr>
          <p:cNvPr id="137" name="Google Shape;131;p97">
            <a:extLst xmlns:a="http://schemas.openxmlformats.org/drawingml/2006/main">
              <a:ext uri="{FF2B5EF4-FFF2-40B4-BE49-F238E27FC236}">
                <a16:creationId xmlns:a16="http://schemas.microsoft.com/office/drawing/2014/main" id="{87CB76EB-DB9A-46E6-B102-421B22CB95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447d146858a24e9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6.xml><?xml version="1.0" encoding="utf-8"?>
<p:sldLayout xmlns:p="http://schemas.openxmlformats.org/presentationml/2006/main" matchingName="2_Заголовок + текст в две колонки">
  <p:cSld name="2_Заголовок + текст в две колонки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3" name="Google Shape;133;p98">
            <a:extLst xmlns:a="http://schemas.openxmlformats.org/drawingml/2006/main">
              <a:ext uri="{FF2B5EF4-FFF2-40B4-BE49-F238E27FC236}">
                <a16:creationId xmlns:a16="http://schemas.microsoft.com/office/drawing/2014/main" id="{B5389A88-F3E7-4061-A848-2704C4D67A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4" y="1773238"/>
            <a:ext cx="5304365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34" name="Google Shape;134;p98">
            <a:extLst xmlns:a="http://schemas.openxmlformats.org/drawingml/2006/main">
              <a:ext uri="{FF2B5EF4-FFF2-40B4-BE49-F238E27FC236}">
                <a16:creationId xmlns:a16="http://schemas.microsoft.com/office/drawing/2014/main" id="{4A22F71A-64F4-4B50-8A95-8A29F32FC114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228824" y="1773239"/>
            <a:ext cx="5304364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35" name="Google Shape;135;p98">
            <a:extLst xmlns:a="http://schemas.openxmlformats.org/drawingml/2006/main">
              <a:ext uri="{FF2B5EF4-FFF2-40B4-BE49-F238E27FC236}">
                <a16:creationId xmlns:a16="http://schemas.microsoft.com/office/drawing/2014/main" id="{C5D8F1B2-E702-4BA5-B276-0ADA8AB770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40" name="Google Shape;136;p98">
            <a:extLst xmlns:a="http://schemas.openxmlformats.org/drawingml/2006/main">
              <a:ext uri="{FF2B5EF4-FFF2-40B4-BE49-F238E27FC236}">
                <a16:creationId xmlns:a16="http://schemas.microsoft.com/office/drawing/2014/main" id="{B58399EC-306F-426B-99E2-99B7A9385A5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2dce980b56a4f3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7.xml><?xml version="1.0" encoding="utf-8"?>
<p:sldLayout xmlns:p="http://schemas.openxmlformats.org/presentationml/2006/main" matchingName="Мокап телефона ">
  <p:cSld name="Мокап телефона 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8" name="Google Shape;138;p99">
            <a:extLst xmlns:a="http://schemas.openxmlformats.org/drawingml/2006/main">
              <a:ext uri="{FF2B5EF4-FFF2-40B4-BE49-F238E27FC236}">
                <a16:creationId xmlns:a16="http://schemas.microsoft.com/office/drawing/2014/main" id="{36219009-BFE6-48DB-B24E-7FAEBDFDAE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671513" y="167981"/>
            <a:ext cx="10874375" cy="2414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45700" rIns="91425" bIns="45700" anchor="t">
            <a:noAutofit/>
          </a:bodyPr>
          <a:lstStyle xmlns:a="http://schemas.openxmlformats.org/drawingml/2006/main">
            <a:lvl1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39" name="Google Shape;139;p99">
            <a:extLst xmlns:a="http://schemas.openxmlformats.org/drawingml/2006/main">
              <a:ext uri="{FF2B5EF4-FFF2-40B4-BE49-F238E27FC236}">
                <a16:creationId xmlns:a16="http://schemas.microsoft.com/office/drawing/2014/main" id="{15CCC270-8AB0-4F5F-8944-87728A100A6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055970"/>
            <a:ext cx="5418666" cy="41448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40" name="Google Shape;140;p99">
            <a:extLst xmlns:a="http://schemas.openxmlformats.org/drawingml/2006/main">
              <a:ext uri="{FF2B5EF4-FFF2-40B4-BE49-F238E27FC236}">
                <a16:creationId xmlns:a16="http://schemas.microsoft.com/office/drawing/2014/main" id="{AF5B6D07-D9E0-4BA5-93F6-4E680522DA5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5418666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48" name="Google Shape;141;p99">
            <a:extLst xmlns:a="http://schemas.openxmlformats.org/drawingml/2006/main">
              <a:ext uri="{FF2B5EF4-FFF2-40B4-BE49-F238E27FC236}">
                <a16:creationId xmlns:a16="http://schemas.microsoft.com/office/drawing/2014/main" id="{33520EF0-B577-4105-BB02-50B894B647F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4d949d11570489a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7582421" y="452282"/>
            <a:ext cx="3174791" cy="5991381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42" name="Google Shape;142;p99">
            <a:extLst xmlns:a="http://schemas.openxmlformats.org/drawingml/2006/main">
              <a:ext uri="{FF2B5EF4-FFF2-40B4-BE49-F238E27FC236}">
                <a16:creationId xmlns:a16="http://schemas.microsoft.com/office/drawing/2014/main" id="{EFE59130-5890-4AE1-8432-676F2DD06D28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7951157" y="814745"/>
            <a:ext cx="2430752" cy="526077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2700" cmpd="sng">
            <a:solidFill>
              <a:schemeClr val="dk1"/>
            </a:solidFill>
            <a:prstDash val="solid"/>
            <a:headEnd type="none" w="sm" len="sm"/>
            <a:tailEnd type="none" w="sm" len="sm"/>
          </a:ln>
        </p:spPr>
      </p:sp>
      <p:pic>
        <p:nvPicPr>
          <p:cNvPr id="150" name="Google Shape;143;p99">
            <a:extLst xmlns:a="http://schemas.openxmlformats.org/drawingml/2006/main">
              <a:ext uri="{FF2B5EF4-FFF2-40B4-BE49-F238E27FC236}">
                <a16:creationId xmlns:a16="http://schemas.microsoft.com/office/drawing/2014/main" id="{406AACCD-8126-47C9-9E3F-A030B0D62DA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8f22b87305c419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8.xml><?xml version="1.0" encoding="utf-8"?>
<p:sldLayout xmlns:p="http://schemas.openxmlformats.org/presentationml/2006/main" matchingName="Заголовок + скриншот (1)">
  <p:cSld name="Заголовок + скриншот (1)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5" name="Google Shape;145;p100">
            <a:extLst xmlns:a="http://schemas.openxmlformats.org/drawingml/2006/main">
              <a:ext uri="{FF2B5EF4-FFF2-40B4-BE49-F238E27FC236}">
                <a16:creationId xmlns:a16="http://schemas.microsoft.com/office/drawing/2014/main" id="{DC77718A-FF6F-4503-8955-ED7EE4AC7B4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0" y="692150"/>
            <a:ext cx="5437187" cy="550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46" name="Google Shape;146;p100">
            <a:extLst xmlns:a="http://schemas.openxmlformats.org/drawingml/2006/main">
              <a:ext uri="{FF2B5EF4-FFF2-40B4-BE49-F238E27FC236}">
                <a16:creationId xmlns:a16="http://schemas.microsoft.com/office/drawing/2014/main" id="{3ABDEAA6-5037-4C08-9515-825D4FC669F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47" name="Google Shape;147;p100">
            <a:extLst xmlns:a="http://schemas.openxmlformats.org/drawingml/2006/main">
              <a:ext uri="{FF2B5EF4-FFF2-40B4-BE49-F238E27FC236}">
                <a16:creationId xmlns:a16="http://schemas.microsoft.com/office/drawing/2014/main" id="{7034DCAB-8983-4670-A295-6B04552ECA2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71514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152" name="Google Shape;148;p100">
            <a:extLst xmlns:a="http://schemas.openxmlformats.org/drawingml/2006/main">
              <a:ext uri="{FF2B5EF4-FFF2-40B4-BE49-F238E27FC236}">
                <a16:creationId xmlns:a16="http://schemas.microsoft.com/office/drawing/2014/main" id="{587A9A74-5DBF-4ECA-B78F-C00A93A4E2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c7d8a0e630f41a7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19.xml><?xml version="1.0" encoding="utf-8"?>
<p:sldLayout xmlns:p="http://schemas.openxmlformats.org/presentationml/2006/main" matchingName="Паттерн + фото">
  <p:cSld name="Паттерн +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0" name="Google Shape;150;p101">
            <a:extLst xmlns:a="http://schemas.openxmlformats.org/drawingml/2006/main">
              <a:ext uri="{FF2B5EF4-FFF2-40B4-BE49-F238E27FC236}">
                <a16:creationId xmlns:a16="http://schemas.microsoft.com/office/drawing/2014/main" id="{F5BF9BA3-B628-41AD-8DED-E4F93EAF1B3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558715"/>
            <a:ext cx="4165182" cy="36420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51" name="Google Shape;151;p101">
            <a:extLst xmlns:a="http://schemas.openxmlformats.org/drawingml/2006/main">
              <a:ext uri="{FF2B5EF4-FFF2-40B4-BE49-F238E27FC236}">
                <a16:creationId xmlns:a16="http://schemas.microsoft.com/office/drawing/2014/main" id="{027290A1-0105-408D-9B99-50A7E7F6459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49"/>
            <a:ext cx="3180792" cy="1348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56" name="Google Shape;152;p101">
            <a:extLst xmlns:a="http://schemas.openxmlformats.org/drawingml/2006/main">
              <a:ext uri="{FF2B5EF4-FFF2-40B4-BE49-F238E27FC236}">
                <a16:creationId xmlns:a16="http://schemas.microsoft.com/office/drawing/2014/main" id="{25257382-CD89-4B4E-86D1-3C82D21E406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99bf181d35b4091">
            <a:alphaModFix/>
          </a:blip>
          <a:srcRect xmlns:a="http://schemas.openxmlformats.org/drawingml/2006/main" l="621" t="0" r="0" b="39"/>
          <a:stretch xmlns:a="http://schemas.openxmlformats.org/drawingml/2006/main"/>
        </p:blipFill>
        <p:spPr>
          <a:xfrm xmlns:a="http://schemas.openxmlformats.org/drawingml/2006/main">
            <a:off x="5335631" y="0"/>
            <a:ext cx="6872200" cy="6855356"/>
          </a:xfrm>
          <a:ln xmlns:a="http://schemas.openxmlformats.org/drawingml/2006/main">
            <a:noFill/>
          </a:ln>
        </p:spPr>
      </p:pic>
      <p:pic>
        <p:nvPicPr>
          <p:cNvPr id="157" name="Google Shape;153;p101">
            <a:extLst xmlns:a="http://schemas.openxmlformats.org/drawingml/2006/main">
              <a:ext uri="{FF2B5EF4-FFF2-40B4-BE49-F238E27FC236}">
                <a16:creationId xmlns:a16="http://schemas.microsoft.com/office/drawing/2014/main" id="{64EA27C7-7F2B-46D5-98E5-D83E4FC9915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d99a5b6b889407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0.xml><?xml version="1.0" encoding="utf-8"?>
<p:sldLayout xmlns:p="http://schemas.openxmlformats.org/presentationml/2006/main" matchingName="1_Паттерн + фото">
  <p:cSld name="1_Паттерн +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5" name="Google Shape;155;p102">
            <a:extLst xmlns:a="http://schemas.openxmlformats.org/drawingml/2006/main">
              <a:ext uri="{FF2B5EF4-FFF2-40B4-BE49-F238E27FC236}">
                <a16:creationId xmlns:a16="http://schemas.microsoft.com/office/drawing/2014/main" id="{B6EBC064-1076-4549-A263-E12FD0ECB6C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558715"/>
            <a:ext cx="4165182" cy="36420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56" name="Google Shape;156;p102">
            <a:extLst xmlns:a="http://schemas.openxmlformats.org/drawingml/2006/main">
              <a:ext uri="{FF2B5EF4-FFF2-40B4-BE49-F238E27FC236}">
                <a16:creationId xmlns:a16="http://schemas.microsoft.com/office/drawing/2014/main" id="{ED66ACB3-9D06-414C-88A7-4BB61982FE5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49"/>
            <a:ext cx="3180792" cy="134873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61" name="Google Shape;157;p102">
            <a:extLst xmlns:a="http://schemas.openxmlformats.org/drawingml/2006/main">
              <a:ext uri="{FF2B5EF4-FFF2-40B4-BE49-F238E27FC236}">
                <a16:creationId xmlns:a16="http://schemas.microsoft.com/office/drawing/2014/main" id="{9B55EC51-DE0D-4247-9289-A3AE346B6B8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0711129c191492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5333139" y="0"/>
            <a:ext cx="6858000" cy="6858000"/>
          </a:xfrm>
          <a:ln xmlns:a="http://schemas.openxmlformats.org/drawingml/2006/main">
            <a:noFill/>
          </a:ln>
        </p:spPr>
      </p:pic>
      <p:pic>
        <p:nvPicPr>
          <p:cNvPr id="162" name="Google Shape;158;p102">
            <a:extLst xmlns:a="http://schemas.openxmlformats.org/drawingml/2006/main">
              <a:ext uri="{FF2B5EF4-FFF2-40B4-BE49-F238E27FC236}">
                <a16:creationId xmlns:a16="http://schemas.microsoft.com/office/drawing/2014/main" id="{AA935074-02AD-45A4-A6ED-474FAFE9FAC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aee39f4da57541c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1.xml><?xml version="1.0" encoding="utf-8"?>
<p:sldLayout xmlns:p="http://schemas.openxmlformats.org/presentationml/2006/main" matchingName="Финальный с QR + подпись">
  <p:cSld name="Финальный с QR + подпись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6" name="Google Shape;160;p103">
            <a:extLst xmlns:a="http://schemas.openxmlformats.org/drawingml/2006/main">
              <a:ext uri="{FF2B5EF4-FFF2-40B4-BE49-F238E27FC236}">
                <a16:creationId xmlns:a16="http://schemas.microsoft.com/office/drawing/2014/main" id="{7CEDA3A2-8B18-479F-A51C-F47202024BD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e1f454561bc54ae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23251" y="692149"/>
            <a:ext cx="6168749" cy="6168749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sp>
        <p:nvSpPr>
          <p:cNvPr id="161" name="Google Shape;161;p103">
            <a:extLst xmlns:a="http://schemas.openxmlformats.org/drawingml/2006/main">
              <a:ext uri="{FF2B5EF4-FFF2-40B4-BE49-F238E27FC236}">
                <a16:creationId xmlns:a16="http://schemas.microsoft.com/office/drawing/2014/main" id="{F97857C8-7819-4D7C-BAC5-1E6D1B3F1F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62" name="Google Shape;162;p103">
            <a:extLst xmlns:a="http://schemas.openxmlformats.org/drawingml/2006/main">
              <a:ext uri="{FF2B5EF4-FFF2-40B4-BE49-F238E27FC236}">
                <a16:creationId xmlns:a16="http://schemas.microsoft.com/office/drawing/2014/main" id="{25E0957C-E67C-4A7A-A491-B479FA2A750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63" name="Google Shape;163;p103">
            <a:extLst xmlns:a="http://schemas.openxmlformats.org/drawingml/2006/main">
              <a:ext uri="{FF2B5EF4-FFF2-40B4-BE49-F238E27FC236}">
                <a16:creationId xmlns:a16="http://schemas.microsoft.com/office/drawing/2014/main" id="{B17390A6-A811-4050-84B3-3519BC76E4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170" name="Google Shape;164;p103">
            <a:extLst xmlns:a="http://schemas.openxmlformats.org/drawingml/2006/main">
              <a:ext uri="{FF2B5EF4-FFF2-40B4-BE49-F238E27FC236}">
                <a16:creationId xmlns:a16="http://schemas.microsoft.com/office/drawing/2014/main" id="{23626919-0AC7-4375-9986-C3873D9B2DB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394d25e648b438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2.xml><?xml version="1.0" encoding="utf-8"?>
<p:sldLayout xmlns:p="http://schemas.openxmlformats.org/presentationml/2006/main" matchingName="3_Финальный с QR + подпись">
  <p:cSld name="3_Финальный с QR + подпись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6" name="Google Shape;166;p104">
            <a:extLst xmlns:a="http://schemas.openxmlformats.org/drawingml/2006/main">
              <a:ext uri="{FF2B5EF4-FFF2-40B4-BE49-F238E27FC236}">
                <a16:creationId xmlns:a16="http://schemas.microsoft.com/office/drawing/2014/main" id="{01E9481C-CCD4-455C-84F9-43505CC1AB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20713" y="2483712"/>
            <a:ext cx="5475287" cy="147732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b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67" name="Google Shape;167;p104">
            <a:extLst xmlns:a="http://schemas.openxmlformats.org/drawingml/2006/main">
              <a:ext uri="{FF2B5EF4-FFF2-40B4-BE49-F238E27FC236}">
                <a16:creationId xmlns:a16="http://schemas.microsoft.com/office/drawing/2014/main" id="{94D9A9D9-CAE5-4B6F-9036-7B3EA5EEC56D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58813" y="692150"/>
            <a:ext cx="1081088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</p:sp>
      <p:sp>
        <p:nvSpPr>
          <p:cNvPr id="168" name="Google Shape;168;p104">
            <a:extLst xmlns:a="http://schemas.openxmlformats.org/drawingml/2006/main">
              <a:ext uri="{FF2B5EF4-FFF2-40B4-BE49-F238E27FC236}">
                <a16:creationId xmlns:a16="http://schemas.microsoft.com/office/drawing/2014/main" id="{15E5CDBF-2140-4E38-940D-1E671CC42D0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4161565"/>
            <a:ext cx="5437187" cy="355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174" name="Google Shape;169;p104">
            <a:extLst xmlns:a="http://schemas.openxmlformats.org/drawingml/2006/main">
              <a:ext uri="{FF2B5EF4-FFF2-40B4-BE49-F238E27FC236}">
                <a16:creationId xmlns:a16="http://schemas.microsoft.com/office/drawing/2014/main" id="{B2008A47-389D-43A2-AB55-EBE6687B0F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eee495dc32c4b22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711140"/>
            <a:ext cx="2772297" cy="489635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75" name="Google Shape;170;p104">
            <a:extLst xmlns:a="http://schemas.openxmlformats.org/drawingml/2006/main">
              <a:ext uri="{FF2B5EF4-FFF2-40B4-BE49-F238E27FC236}">
                <a16:creationId xmlns:a16="http://schemas.microsoft.com/office/drawing/2014/main" id="{092CFF50-DDAA-43C7-926F-BC8BFA72972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26167cb065624fb5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794220" y="0"/>
            <a:ext cx="3397780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3.xml><?xml version="1.0" encoding="utf-8"?>
<p:sldLayout xmlns:p="http://schemas.openxmlformats.org/presentationml/2006/main" matchingName="Пользовательский макет">
  <p:cSld name="Пользовательский макет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2" name="Google Shape;172;p105">
            <a:extLst xmlns:a="http://schemas.openxmlformats.org/drawingml/2006/main">
              <a:ext uri="{FF2B5EF4-FFF2-40B4-BE49-F238E27FC236}">
                <a16:creationId xmlns:a16="http://schemas.microsoft.com/office/drawing/2014/main" id="{9CD63F8A-5588-4B50-979F-A93424ED376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73" name="Google Shape;173;p105">
            <a:extLst xmlns:a="http://schemas.openxmlformats.org/drawingml/2006/main">
              <a:ext uri="{FF2B5EF4-FFF2-40B4-BE49-F238E27FC236}">
                <a16:creationId xmlns:a16="http://schemas.microsoft.com/office/drawing/2014/main" id="{88E3EDB9-0B48-46D3-A138-AAC626AFF7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3" y="1773238"/>
            <a:ext cx="10861675" cy="44640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200"/>
              <a:buChar char="−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177" name="Google Shape;174;p105">
            <a:extLst xmlns:a="http://schemas.openxmlformats.org/drawingml/2006/main">
              <a:ext uri="{FF2B5EF4-FFF2-40B4-BE49-F238E27FC236}">
                <a16:creationId xmlns:a16="http://schemas.microsoft.com/office/drawing/2014/main" id="{FC7E73E2-B65A-4EAA-B5F7-DA1D351695C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ad6db6fa6fd49e0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4.xml><?xml version="1.0" encoding="utf-8"?>
<p:sldLayout xmlns:p="http://schemas.openxmlformats.org/presentationml/2006/main" matchingName="1_Титульный слайд раздела">
  <p:cSld name="1_Титульный слайд раздела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6" name="Google Shape;176;p92">
            <a:extLst xmlns:a="http://schemas.openxmlformats.org/drawingml/2006/main">
              <a:ext uri="{FF2B5EF4-FFF2-40B4-BE49-F238E27FC236}">
                <a16:creationId xmlns:a16="http://schemas.microsoft.com/office/drawing/2014/main" id="{0600C6B0-66B2-45F4-90D4-976092A966A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80" name="Google Shape;177;p92">
            <a:extLst xmlns:a="http://schemas.openxmlformats.org/drawingml/2006/main">
              <a:ext uri="{FF2B5EF4-FFF2-40B4-BE49-F238E27FC236}">
                <a16:creationId xmlns:a16="http://schemas.microsoft.com/office/drawing/2014/main" id="{5F7B48E8-E961-4C8D-85CC-442DF018AD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8505196bd72c42d8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033225" y="699157"/>
            <a:ext cx="6166658" cy="616665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1" name="Google Shape;178;p92">
            <a:extLst xmlns:a="http://schemas.openxmlformats.org/drawingml/2006/main">
              <a:ext uri="{FF2B5EF4-FFF2-40B4-BE49-F238E27FC236}">
                <a16:creationId xmlns:a16="http://schemas.microsoft.com/office/drawing/2014/main" id="{D6DD67BD-3078-45FC-B977-135E9F7699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12fc1a8bbe34b41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5.xml><?xml version="1.0" encoding="utf-8"?>
<p:sldLayout xmlns:p="http://schemas.openxmlformats.org/presentationml/2006/main" matchingName="3_Титульный слайд раздела">
  <p:cSld name="3_Титульный слайд раздела">
    <p:bg>
      <p:bgPr>
        <a:solidFill xmlns:a="http://schemas.openxmlformats.org/drawingml/2006/main">
          <a:schemeClr val="dk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0" name="Google Shape;180;p83">
            <a:extLst xmlns:a="http://schemas.openxmlformats.org/drawingml/2006/main">
              <a:ext uri="{FF2B5EF4-FFF2-40B4-BE49-F238E27FC236}">
                <a16:creationId xmlns:a16="http://schemas.microsoft.com/office/drawing/2014/main" id="{81570AEE-ABFB-4D33-B851-CF5C604C23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03172" y="692150"/>
            <a:ext cx="4621372" cy="118186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spAutoFit/>
          </a:bodyPr>
          <a:lstStyle xmlns:a="http://schemas.openxmlformats.org/drawingml/2006/main">
            <a:lvl1pPr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84" name="Google Shape;181;p83">
            <a:extLst xmlns:a="http://schemas.openxmlformats.org/drawingml/2006/main">
              <a:ext uri="{FF2B5EF4-FFF2-40B4-BE49-F238E27FC236}">
                <a16:creationId xmlns:a16="http://schemas.microsoft.com/office/drawing/2014/main" id="{281D4C96-94F1-4B0F-967C-8B72DF2FB9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709302e452402f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8807980" y="0"/>
            <a:ext cx="3394294" cy="6858000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  <p:pic>
        <p:nvPicPr>
          <p:cNvPr id="185" name="Google Shape;182;p83">
            <a:extLst xmlns:a="http://schemas.openxmlformats.org/drawingml/2006/main">
              <a:ext uri="{FF2B5EF4-FFF2-40B4-BE49-F238E27FC236}">
                <a16:creationId xmlns:a16="http://schemas.microsoft.com/office/drawing/2014/main" id="{DE6550BA-463E-4D32-B30E-B91E0ACBE73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79b3050e7f1942dd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4" y="5882757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6.xml><?xml version="1.0" encoding="utf-8"?>
<p:sldLayout xmlns:p="http://schemas.openxmlformats.org/presentationml/2006/main" matchingName="Заголовок + объект">
  <p:cSld name="Заголовок + объект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4" name="Google Shape;184;p106">
            <a:extLst xmlns:a="http://schemas.openxmlformats.org/drawingml/2006/main">
              <a:ext uri="{FF2B5EF4-FFF2-40B4-BE49-F238E27FC236}">
                <a16:creationId xmlns:a16="http://schemas.microsoft.com/office/drawing/2014/main" id="{A6014D33-F43E-4806-8BA7-1A90E3A8DE2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1773238"/>
            <a:ext cx="10874375" cy="44479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85" name="Google Shape;185;p106">
            <a:extLst xmlns:a="http://schemas.openxmlformats.org/drawingml/2006/main">
              <a:ext uri="{FF2B5EF4-FFF2-40B4-BE49-F238E27FC236}">
                <a16:creationId xmlns:a16="http://schemas.microsoft.com/office/drawing/2014/main" id="{89CFB8C3-6F9F-42F5-BC05-C2E50456B86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89" name="Google Shape;186;p106">
            <a:extLst xmlns:a="http://schemas.openxmlformats.org/drawingml/2006/main">
              <a:ext uri="{FF2B5EF4-FFF2-40B4-BE49-F238E27FC236}">
                <a16:creationId xmlns:a16="http://schemas.microsoft.com/office/drawing/2014/main" id="{2EB37C1F-21AC-41C2-8C1E-4EE3E229D0D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4cf92004466414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7.xml><?xml version="1.0" encoding="utf-8"?>
<p:sldLayout xmlns:p="http://schemas.openxmlformats.org/presentationml/2006/main" matchingName="Заголовок + 2 объекта">
  <p:cSld name="Заголовок + 2 объекта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Google Shape;188;p107">
            <a:extLst xmlns:a="http://schemas.openxmlformats.org/drawingml/2006/main">
              <a:ext uri="{FF2B5EF4-FFF2-40B4-BE49-F238E27FC236}">
                <a16:creationId xmlns:a16="http://schemas.microsoft.com/office/drawing/2014/main" id="{261282DD-F931-483F-BE0B-B7A04494FF9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7334" y="1773238"/>
            <a:ext cx="5317065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89" name="Google Shape;189;p107">
            <a:extLst xmlns:a="http://schemas.openxmlformats.org/drawingml/2006/main">
              <a:ext uri="{FF2B5EF4-FFF2-40B4-BE49-F238E27FC236}">
                <a16:creationId xmlns:a16="http://schemas.microsoft.com/office/drawing/2014/main" id="{197A25C7-F747-4347-9C27-C5BAB9126ADB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197604" y="1773238"/>
            <a:ext cx="5317062" cy="44275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190" name="Google Shape;190;p107">
            <a:extLst xmlns:a="http://schemas.openxmlformats.org/drawingml/2006/main">
              <a:ext uri="{FF2B5EF4-FFF2-40B4-BE49-F238E27FC236}">
                <a16:creationId xmlns:a16="http://schemas.microsoft.com/office/drawing/2014/main" id="{7F9298D8-C6AF-4229-B1D3-6DF61AA110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pic>
        <p:nvPicPr>
          <p:cNvPr id="195" name="Google Shape;191;p107">
            <a:extLst xmlns:a="http://schemas.openxmlformats.org/drawingml/2006/main">
              <a:ext uri="{FF2B5EF4-FFF2-40B4-BE49-F238E27FC236}">
                <a16:creationId xmlns:a16="http://schemas.microsoft.com/office/drawing/2014/main" id="{ED8E2751-CE9E-4191-9D53-3B144560291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345b40dbfd694f6c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8.xml><?xml version="1.0" encoding="utf-8"?>
<p:sldLayout xmlns:p="http://schemas.openxmlformats.org/presentationml/2006/main" matchingName="1 фото">
  <p:cSld name="1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3" name="Google Shape;193;p108">
            <a:extLst xmlns:a="http://schemas.openxmlformats.org/drawingml/2006/main">
              <a:ext uri="{FF2B5EF4-FFF2-40B4-BE49-F238E27FC236}">
                <a16:creationId xmlns:a16="http://schemas.microsoft.com/office/drawing/2014/main" id="{36C2F038-F8C5-44B0-B24F-05FBD9FDEFFE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9600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194" name="Google Shape;194;p108">
            <a:extLst xmlns:a="http://schemas.openxmlformats.org/drawingml/2006/main">
              <a:ext uri="{FF2B5EF4-FFF2-40B4-BE49-F238E27FC236}">
                <a16:creationId xmlns:a16="http://schemas.microsoft.com/office/drawing/2014/main" id="{76A7150D-A7C5-49A2-B373-2BC708B068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195" name="Google Shape;195;p108">
            <a:extLst xmlns:a="http://schemas.openxmlformats.org/drawingml/2006/main">
              <a:ext uri="{FF2B5EF4-FFF2-40B4-BE49-F238E27FC236}">
                <a16:creationId xmlns:a16="http://schemas.microsoft.com/office/drawing/2014/main" id="{045B6497-5429-41E6-8FBF-57753E3A0F4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71514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200" name="Google Shape;196;p108">
            <a:extLst xmlns:a="http://schemas.openxmlformats.org/drawingml/2006/main">
              <a:ext uri="{FF2B5EF4-FFF2-40B4-BE49-F238E27FC236}">
                <a16:creationId xmlns:a16="http://schemas.microsoft.com/office/drawing/2014/main" id="{CFA5F944-C493-4482-8486-DDD6AD8F6F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df39dc096841439b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Layouts/slideLayout29.xml><?xml version="1.0" encoding="utf-8"?>
<p:sldLayout xmlns:p="http://schemas.openxmlformats.org/presentationml/2006/main" matchingName="1_1 фото">
  <p:cSld name="1_1 фото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8" name="Google Shape;198;p109">
            <a:extLst xmlns:a="http://schemas.openxmlformats.org/drawingml/2006/main">
              <a:ext uri="{FF2B5EF4-FFF2-40B4-BE49-F238E27FC236}">
                <a16:creationId xmlns:a16="http://schemas.microsoft.com/office/drawing/2014/main" id="{5CAF529D-31DC-4CFC-83A1-495EDE7F4BF9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0" y="0"/>
            <a:ext cx="6096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199" name="Google Shape;199;p109">
            <a:extLst xmlns:a="http://schemas.openxmlformats.org/drawingml/2006/main">
              <a:ext uri="{FF2B5EF4-FFF2-40B4-BE49-F238E27FC236}">
                <a16:creationId xmlns:a16="http://schemas.microsoft.com/office/drawing/2014/main" id="{64506BA3-B5E0-43F1-BC0B-36EEB6F167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70171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00" name="Google Shape;200;p109">
            <a:extLst xmlns:a="http://schemas.openxmlformats.org/drawingml/2006/main">
              <a:ext uri="{FF2B5EF4-FFF2-40B4-BE49-F238E27FC236}">
                <a16:creationId xmlns:a16="http://schemas.microsoft.com/office/drawing/2014/main" id="{0F3854F6-AA36-42B6-B941-EF56B639B36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64351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</p:spTree>
  </p:cSld>
</p:sldLayout>
</file>

<file path=ppt/slideLayouts/slideLayout30.xml><?xml version="1.0" encoding="utf-8"?>
<p:sldLayout xmlns:p="http://schemas.openxmlformats.org/presentationml/2006/main" matchingName="1 фото + подпись">
  <p:cSld name="1 фото + подпись"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2" name="Google Shape;202;p110">
            <a:extLst xmlns:a="http://schemas.openxmlformats.org/drawingml/2006/main">
              <a:ext uri="{FF2B5EF4-FFF2-40B4-BE49-F238E27FC236}">
                <a16:creationId xmlns:a16="http://schemas.microsoft.com/office/drawing/2014/main" id="{0759762C-65F2-4C23-824E-B0F38D051C8B}"/>
              </a:ext>
            </a:extLst>
          </p:cNvPr>
          <p:cNvSpPr>
            <a:spLocks xmlns:a="http://schemas.openxmlformats.org/drawingml/2006/main" noGrp="1"/>
          </p:cNvSpPr>
          <p:nvPr>
            <p:ph type="pic" idx="2"/>
          </p:nvPr>
        </p:nvSpPr>
        <p:spPr>
          <a:xfrm xmlns:a="http://schemas.openxmlformats.org/drawingml/2006/main">
            <a:off x="6096000" y="692151"/>
            <a:ext cx="5437188" cy="4182176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</p:sp>
      <p:sp>
        <p:nvSpPr>
          <p:cNvPr id="203" name="Google Shape;203;p110">
            <a:extLst xmlns:a="http://schemas.openxmlformats.org/drawingml/2006/main">
              <a:ext uri="{FF2B5EF4-FFF2-40B4-BE49-F238E27FC236}">
                <a16:creationId xmlns:a16="http://schemas.microsoft.com/office/drawing/2014/main" id="{8F0C691A-98D6-4E22-AB35-19EEB9C95D8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096000" y="5147214"/>
            <a:ext cx="5449888" cy="35281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04" name="Google Shape;204;p110">
            <a:extLst xmlns:a="http://schemas.openxmlformats.org/drawingml/2006/main">
              <a:ext uri="{FF2B5EF4-FFF2-40B4-BE49-F238E27FC236}">
                <a16:creationId xmlns:a16="http://schemas.microsoft.com/office/drawing/2014/main" id="{8012EF0A-5DB2-470A-AF5F-7CB05D7DB7C6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096000" y="5553075"/>
            <a:ext cx="5449888" cy="6842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indent="-3429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sp>
        <p:nvSpPr>
          <p:cNvPr id="205" name="Google Shape;205;p110">
            <a:extLst xmlns:a="http://schemas.openxmlformats.org/drawingml/2006/main">
              <a:ext uri="{FF2B5EF4-FFF2-40B4-BE49-F238E27FC236}">
                <a16:creationId xmlns:a16="http://schemas.microsoft.com/office/drawing/2014/main" id="{061C0786-13D5-44FA-AA64-30E5C30184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4663017" cy="10810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 xmlns:a="http://schemas.openxmlformats.org/drawingml/2006/main"/>
        </p:txBody>
      </p:sp>
      <p:sp>
        <p:nvSpPr>
          <p:cNvPr id="206" name="Google Shape;206;p110">
            <a:extLst xmlns:a="http://schemas.openxmlformats.org/drawingml/2006/main">
              <a:ext uri="{FF2B5EF4-FFF2-40B4-BE49-F238E27FC236}">
                <a16:creationId xmlns:a16="http://schemas.microsoft.com/office/drawing/2014/main" id="{78985AB4-50A8-4075-9CF9-51631102F34D}"/>
              </a:ext>
            </a:extLst>
          </p:cNvPr>
          <p:cNvSpPr>
            <a:spLocks xmlns:a="http://schemas.openxmlformats.org/drawingml/2006/main" noGrp="1"/>
          </p:cNvSpPr>
          <p:nvPr>
            <p:ph type="body" idx="4"/>
          </p:nvPr>
        </p:nvSpPr>
        <p:spPr>
          <a:xfrm xmlns:a="http://schemas.openxmlformats.org/drawingml/2006/main">
            <a:off x="671514" y="2018599"/>
            <a:ext cx="4649786" cy="418217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</a:defRPr>
            </a:lvl1pPr>
            <a:lvl2pPr marL="91440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</a:defRPr>
            </a:lvl2pPr>
            <a:lvl3pPr marL="137160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</a:defRPr>
            </a:lvl3pPr>
            <a:lvl4pPr marL="1828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 xmlns:a="http://schemas.openxmlformats.org/drawingml/2006/main"/>
        </p:txBody>
      </p:sp>
      <p:pic>
        <p:nvPicPr>
          <p:cNvPr id="213" name="Google Shape;207;p110">
            <a:extLst xmlns:a="http://schemas.openxmlformats.org/drawingml/2006/main">
              <a:ext uri="{FF2B5EF4-FFF2-40B4-BE49-F238E27FC236}">
                <a16:creationId xmlns:a16="http://schemas.microsoft.com/office/drawing/2014/main" id="{D9E79BE1-1FDD-46B6-B300-20131DC9B6C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5defdc1649414209">
            <a:alphaModFix/>
          </a:blip>
          <a:srcRect xmlns:a="http://schemas.openxmlformats.org/drawingml/2006/main" l="0" t="0" r="0" b="0"/>
          <a:stretch xmlns:a="http://schemas.openxmlformats.org/drawingml/2006/main"/>
        </p:blipFill>
        <p:spPr>
          <a:xfrm xmlns:a="http://schemas.openxmlformats.org/drawingml/2006/main">
            <a:off x="658813" y="5882758"/>
            <a:ext cx="1800608" cy="318018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7dba24986cd434a" /><Relationship Type="http://schemas.openxmlformats.org/officeDocument/2006/relationships/slideLayout" Target="/ppt/slideLayouts/slideLayout1.xml" Id="R9776fdd2ee4e4e18" /><Relationship Type="http://schemas.openxmlformats.org/officeDocument/2006/relationships/slideLayout" Target="/ppt/slideLayouts/slideLayout2.xml" Id="Racf731c5aa8743ca" /><Relationship Type="http://schemas.openxmlformats.org/officeDocument/2006/relationships/slideLayout" Target="/ppt/slideLayouts/slideLayout3.xml" Id="R386d1a1cd89d48a4" /><Relationship Type="http://schemas.openxmlformats.org/officeDocument/2006/relationships/slideLayout" Target="/ppt/slideLayouts/slideLayout4.xml" Id="R4ded3effb0254799" /><Relationship Type="http://schemas.openxmlformats.org/officeDocument/2006/relationships/slideLayout" Target="/ppt/slideLayouts/slideLayout5.xml" Id="Rdd5b277cbe534552" /><Relationship Type="http://schemas.openxmlformats.org/officeDocument/2006/relationships/slideLayout" Target="/ppt/slideLayouts/slideLayout6.xml" Id="Re5701b61dc4f4d62" /><Relationship Type="http://schemas.openxmlformats.org/officeDocument/2006/relationships/slideLayout" Target="/ppt/slideLayouts/slideLayout7.xml" Id="R69aa9e3e409145e1" /><Relationship Type="http://schemas.openxmlformats.org/officeDocument/2006/relationships/slideLayout" Target="/ppt/slideLayouts/slideLayout8.xml" Id="R3077814269ac40c7" /><Relationship Type="http://schemas.openxmlformats.org/officeDocument/2006/relationships/slideLayout" Target="/ppt/slideLayouts/slideLayout9.xml" Id="Rda6162f4d22d4e7b" /><Relationship Type="http://schemas.openxmlformats.org/officeDocument/2006/relationships/slideLayout" Target="/ppt/slideLayouts/slideLayout10.xml" Id="Rf23eba139729438b" /><Relationship Type="http://schemas.openxmlformats.org/officeDocument/2006/relationships/slideLayout" Target="/ppt/slideLayouts/slideLayout11.xml" Id="Rdf03334d0e5b4962" /><Relationship Type="http://schemas.openxmlformats.org/officeDocument/2006/relationships/slideLayout" Target="/ppt/slideLayouts/slideLayout12.xml" Id="Rec0781adc8204025" /><Relationship Type="http://schemas.openxmlformats.org/officeDocument/2006/relationships/slideLayout" Target="/ppt/slideLayouts/slideLayout13.xml" Id="Rd8f9647996544dba" /><Relationship Type="http://schemas.openxmlformats.org/officeDocument/2006/relationships/slideLayout" Target="/ppt/slideLayouts/slideLayout14.xml" Id="R9a023039740c4578" /><Relationship Type="http://schemas.openxmlformats.org/officeDocument/2006/relationships/slideLayout" Target="/ppt/slideLayouts/slideLayout15.xml" Id="R6361c944c0534e81" /><Relationship Type="http://schemas.openxmlformats.org/officeDocument/2006/relationships/slideLayout" Target="/ppt/slideLayouts/slideLayout16.xml" Id="R1101731828ea4eb2" /><Relationship Type="http://schemas.openxmlformats.org/officeDocument/2006/relationships/slideLayout" Target="/ppt/slideLayouts/slideLayout17.xml" Id="Rea8a0ed3998e4c17" /><Relationship Type="http://schemas.openxmlformats.org/officeDocument/2006/relationships/slideLayout" Target="/ppt/slideLayouts/slideLayout18.xml" Id="R004ff4b81163401b" /><Relationship Type="http://schemas.openxmlformats.org/officeDocument/2006/relationships/slideLayout" Target="/ppt/slideLayouts/slideLayout19.xml" Id="Rffa8e5d2c69f4baa" /><Relationship Type="http://schemas.openxmlformats.org/officeDocument/2006/relationships/slideLayout" Target="/ppt/slideLayouts/slideLayout20.xml" Id="R63b56eda5c1b44d4" /><Relationship Type="http://schemas.openxmlformats.org/officeDocument/2006/relationships/slideLayout" Target="/ppt/slideLayouts/slideLayout21.xml" Id="R61aed2b21bb643cc" /><Relationship Type="http://schemas.openxmlformats.org/officeDocument/2006/relationships/slideLayout" Target="/ppt/slideLayouts/slideLayout22.xml" Id="R342302ecaf9243b7" /><Relationship Type="http://schemas.openxmlformats.org/officeDocument/2006/relationships/slideLayout" Target="/ppt/slideLayouts/slideLayout23.xml" Id="R56b670dd87ce41e4" /><Relationship Type="http://schemas.openxmlformats.org/officeDocument/2006/relationships/slideLayout" Target="/ppt/slideLayouts/slideLayout24.xml" Id="R0d152c2d8b154331" /><Relationship Type="http://schemas.openxmlformats.org/officeDocument/2006/relationships/slideLayout" Target="/ppt/slideLayouts/slideLayout25.xml" Id="R380b127d42f7461e" /><Relationship Type="http://schemas.openxmlformats.org/officeDocument/2006/relationships/slideLayout" Target="/ppt/slideLayouts/slideLayout26.xml" Id="R435eb3bf68134370" /><Relationship Type="http://schemas.openxmlformats.org/officeDocument/2006/relationships/slideLayout" Target="/ppt/slideLayouts/slideLayout27.xml" Id="R0ef5cee8e0ae4ee2" /><Relationship Type="http://schemas.openxmlformats.org/officeDocument/2006/relationships/slideLayout" Target="/ppt/slideLayouts/slideLayout28.xml" Id="R2241f3526ce54794" /><Relationship Type="http://schemas.openxmlformats.org/officeDocument/2006/relationships/slideLayout" Target="/ppt/slideLayouts/slideLayout29.xml" Id="R51caafe121884589" /><Relationship Type="http://schemas.openxmlformats.org/officeDocument/2006/relationships/slideLayout" Target="/ppt/slideLayouts/slideLayout30.xml" Id="R3c84e1eb929c4515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lt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Google Shape;10;p77">
            <a:extLst xmlns:a="http://schemas.openxmlformats.org/drawingml/2006/main">
              <a:ext uri="{FF2B5EF4-FFF2-40B4-BE49-F238E27FC236}">
                <a16:creationId xmlns:a16="http://schemas.microsoft.com/office/drawing/2014/main" id="{A7E6D31F-71A0-44A0-B19E-AC05374CF9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77334" y="692150"/>
            <a:ext cx="10855854" cy="6442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Autofit/>
          </a:bodyPr>
          <a:lstStyle xmlns:a="http://schemas.openxmlformats.org/drawingml/2006/main">
            <a:lvl1pPr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sz="3600" b="0" i="0" u="none" cap="none">
                <a:solidFill>
                  <a:schemeClr val="dk2"/>
                </a:solidFill>
                <a:latin typeface="Play"/>
                <a:ea typeface="Play"/>
                <a:cs typeface="Play"/>
              </a:defRPr>
            </a:lvl1pPr>
            <a:lvl2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2pPr>
            <a:lvl3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3pPr>
            <a:lvl4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4pPr>
            <a:lvl5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5pPr>
            <a:lvl6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6pPr>
            <a:lvl7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7pPr>
            <a:lvl8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8pPr>
            <a:lvl9pPr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cap="none">
                <a:solidFill>
                  <a:srgbClr val="00000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sp>
        <p:nvSpPr>
          <p:cNvPr id="11" name="Google Shape;11;p77">
            <a:extLst xmlns:a="http://schemas.openxmlformats.org/drawingml/2006/main">
              <a:ext uri="{FF2B5EF4-FFF2-40B4-BE49-F238E27FC236}">
                <a16:creationId xmlns:a16="http://schemas.microsoft.com/office/drawing/2014/main" id="{55300BF6-FE12-4B08-AAE5-9EF57D56897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58813" y="1773238"/>
            <a:ext cx="10855852" cy="3675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</a:ln>
        </p:spPr>
        <p:txBody>
          <a:bodyPr xmlns:a="http://schemas.openxmlformats.org/drawingml/2006/main" spcFirstLastPara="1" wrap="square" lIns="0" tIns="0" rIns="0" bIns="0" anchor="t">
            <a:normAutofit/>
          </a:bodyPr>
          <a:lstStyle xmlns:a="http://schemas.openxmlformats.org/drawingml/2006/main">
            <a:lvl1pPr marL="457200" marR="0" indent="-2286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sz="16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1pPr>
            <a:lvl2pPr marL="914400" marR="0" indent="-3175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sz="14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2pPr>
            <a:lvl3pPr marL="1371600" marR="0" indent="-3048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sz="1200" b="0" i="0" u="none" cap="none">
                <a:solidFill>
                  <a:schemeClr val="dk1"/>
                </a:solidFill>
                <a:latin typeface="Play"/>
                <a:ea typeface="Play"/>
                <a:cs typeface="Play"/>
              </a:defRPr>
            </a:lvl3pPr>
            <a:lvl4pPr marL="1828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4pPr>
            <a:lvl5pPr marL="22860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5pPr>
            <a:lvl6pPr marL="27432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6pPr>
            <a:lvl7pPr marL="32004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7pPr>
            <a:lvl8pPr marL="36576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8pPr>
            <a:lvl9pPr marL="4114800" marR="0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cap="none">
                <a:solidFill>
                  <a:schemeClr val="dk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/>
        </p:txBody>
      </p:sp>
      <p:cxnSp>
        <p:nvCxnSpPr>
          <p:cNvPr id="254" name="Google Shape;13;p77">
            <a:extLst xmlns:a="http://schemas.openxmlformats.org/drawingml/2006/main">
              <a:ext uri="{FF2B5EF4-FFF2-40B4-BE49-F238E27FC236}">
                <a16:creationId xmlns:a16="http://schemas.microsoft.com/office/drawing/2014/main" id="{266EAE3B-EF3E-4B1F-BC34-0A93AEFEEE21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0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5" name="Google Shape;14;p77">
            <a:extLst xmlns:a="http://schemas.openxmlformats.org/drawingml/2006/main">
              <a:ext uri="{FF2B5EF4-FFF2-40B4-BE49-F238E27FC236}">
                <a16:creationId xmlns:a16="http://schemas.microsoft.com/office/drawing/2014/main" id="{DE693043-EE4E-491F-AA56-2E3B19273517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677119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6" name="Google Shape;15;p77">
            <a:extLst xmlns:a="http://schemas.openxmlformats.org/drawingml/2006/main">
              <a:ext uri="{FF2B5EF4-FFF2-40B4-BE49-F238E27FC236}">
                <a16:creationId xmlns:a16="http://schemas.microsoft.com/office/drawing/2014/main" id="{2EFD5878-681E-460E-8C58-D55DF13238AD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1354238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7" name="Google Shape;16;p77">
            <a:extLst xmlns:a="http://schemas.openxmlformats.org/drawingml/2006/main">
              <a:ext uri="{FF2B5EF4-FFF2-40B4-BE49-F238E27FC236}">
                <a16:creationId xmlns:a16="http://schemas.microsoft.com/office/drawing/2014/main" id="{38D11F43-6C01-44E5-AC49-D52482D6A5FE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2031357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8" name="Google Shape;17;p77">
            <a:extLst xmlns:a="http://schemas.openxmlformats.org/drawingml/2006/main">
              <a:ext uri="{FF2B5EF4-FFF2-40B4-BE49-F238E27FC236}">
                <a16:creationId xmlns:a16="http://schemas.microsoft.com/office/drawing/2014/main" id="{4AB0FBC2-E4DA-4239-806F-248C873F9CA0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2708476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59" name="Google Shape;18;p77">
            <a:extLst xmlns:a="http://schemas.openxmlformats.org/drawingml/2006/main">
              <a:ext uri="{FF2B5EF4-FFF2-40B4-BE49-F238E27FC236}">
                <a16:creationId xmlns:a16="http://schemas.microsoft.com/office/drawing/2014/main" id="{4ABE0781-7E42-4E00-91A8-3AD1DA9AA396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3385595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0" name="Google Shape;19;p77">
            <a:extLst xmlns:a="http://schemas.openxmlformats.org/drawingml/2006/main">
              <a:ext uri="{FF2B5EF4-FFF2-40B4-BE49-F238E27FC236}">
                <a16:creationId xmlns:a16="http://schemas.microsoft.com/office/drawing/2014/main" id="{F4E6D86F-D745-4141-B686-4B1C2C3AFB82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4062714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1" name="Google Shape;20;p77">
            <a:extLst xmlns:a="http://schemas.openxmlformats.org/drawingml/2006/main">
              <a:ext uri="{FF2B5EF4-FFF2-40B4-BE49-F238E27FC236}">
                <a16:creationId xmlns:a16="http://schemas.microsoft.com/office/drawing/2014/main" id="{5D79A6E5-357A-4792-AB5F-C55A141C1A2E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4739833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2" name="Google Shape;21;p77">
            <a:extLst xmlns:a="http://schemas.openxmlformats.org/drawingml/2006/main">
              <a:ext uri="{FF2B5EF4-FFF2-40B4-BE49-F238E27FC236}">
                <a16:creationId xmlns:a16="http://schemas.microsoft.com/office/drawing/2014/main" id="{1B838CF3-FB83-4F17-9ED7-CA401DC77076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5416952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3" name="Google Shape;22;p77">
            <a:extLst xmlns:a="http://schemas.openxmlformats.org/drawingml/2006/main">
              <a:ext uri="{FF2B5EF4-FFF2-40B4-BE49-F238E27FC236}">
                <a16:creationId xmlns:a16="http://schemas.microsoft.com/office/drawing/2014/main" id="{F1F0756A-01C0-4731-BE21-DC339CAC391C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6094071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4" name="Google Shape;23;p77">
            <a:extLst xmlns:a="http://schemas.openxmlformats.org/drawingml/2006/main">
              <a:ext uri="{FF2B5EF4-FFF2-40B4-BE49-F238E27FC236}">
                <a16:creationId xmlns:a16="http://schemas.microsoft.com/office/drawing/2014/main" id="{4BBE09D4-194E-498B-9524-36DEA1EAC201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6771190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5" name="Google Shape;24;p77">
            <a:extLst xmlns:a="http://schemas.openxmlformats.org/drawingml/2006/main">
              <a:ext uri="{FF2B5EF4-FFF2-40B4-BE49-F238E27FC236}">
                <a16:creationId xmlns:a16="http://schemas.microsoft.com/office/drawing/2014/main" id="{AE9E1F66-3744-4A17-BB4A-DB3DE491CF83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7448309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6" name="Google Shape;25;p77">
            <a:extLst xmlns:a="http://schemas.openxmlformats.org/drawingml/2006/main">
              <a:ext uri="{FF2B5EF4-FFF2-40B4-BE49-F238E27FC236}">
                <a16:creationId xmlns:a16="http://schemas.microsoft.com/office/drawing/2014/main" id="{5D8F2D01-0074-4838-8C49-02290CB2F7F9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8125428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7" name="Google Shape;26;p77">
            <a:extLst xmlns:a="http://schemas.openxmlformats.org/drawingml/2006/main">
              <a:ext uri="{FF2B5EF4-FFF2-40B4-BE49-F238E27FC236}">
                <a16:creationId xmlns:a16="http://schemas.microsoft.com/office/drawing/2014/main" id="{9E82A364-07B5-46B8-884F-660D2A5963E0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8802547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8" name="Google Shape;27;p77">
            <a:extLst xmlns:a="http://schemas.openxmlformats.org/drawingml/2006/main">
              <a:ext uri="{FF2B5EF4-FFF2-40B4-BE49-F238E27FC236}">
                <a16:creationId xmlns:a16="http://schemas.microsoft.com/office/drawing/2014/main" id="{1C610B96-C67C-4DA8-AB46-47C8270CE520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9479666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69" name="Google Shape;28;p77">
            <a:extLst xmlns:a="http://schemas.openxmlformats.org/drawingml/2006/main">
              <a:ext uri="{FF2B5EF4-FFF2-40B4-BE49-F238E27FC236}">
                <a16:creationId xmlns:a16="http://schemas.microsoft.com/office/drawing/2014/main" id="{4808A4AB-124C-42CE-9803-BAEAA02E454B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10156785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0" name="Google Shape;29;p77">
            <a:extLst xmlns:a="http://schemas.openxmlformats.org/drawingml/2006/main">
              <a:ext uri="{FF2B5EF4-FFF2-40B4-BE49-F238E27FC236}">
                <a16:creationId xmlns:a16="http://schemas.microsoft.com/office/drawing/2014/main" id="{FC2A7FEC-A193-410D-8E84-E2AC8A538612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10833904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1" name="Google Shape;30;p77">
            <a:extLst xmlns:a="http://schemas.openxmlformats.org/drawingml/2006/main">
              <a:ext uri="{FF2B5EF4-FFF2-40B4-BE49-F238E27FC236}">
                <a16:creationId xmlns:a16="http://schemas.microsoft.com/office/drawing/2014/main" id="{EAB7A2FB-4344-4C43-B184-C876C205D75E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11511023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2" name="Google Shape;31;p77">
            <a:extLst xmlns:a="http://schemas.openxmlformats.org/drawingml/2006/main">
              <a:ext uri="{FF2B5EF4-FFF2-40B4-BE49-F238E27FC236}">
                <a16:creationId xmlns:a16="http://schemas.microsoft.com/office/drawing/2014/main" id="{FBE82287-42AD-4488-AC9F-8BE30E437914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12188148" y="-114752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3" name="Google Shape;33;p77">
            <a:extLst xmlns:a="http://schemas.openxmlformats.org/drawingml/2006/main">
              <a:ext uri="{FF2B5EF4-FFF2-40B4-BE49-F238E27FC236}">
                <a16:creationId xmlns:a16="http://schemas.microsoft.com/office/drawing/2014/main" id="{342033E1-117F-4D62-9AF5-52551A206A85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-3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4" name="Google Shape;34;p77">
            <a:extLst xmlns:a="http://schemas.openxmlformats.org/drawingml/2006/main">
              <a:ext uri="{FF2B5EF4-FFF2-40B4-BE49-F238E27FC236}">
                <a16:creationId xmlns:a16="http://schemas.microsoft.com/office/drawing/2014/main" id="{6FBEE08E-1B0F-44CF-B302-FFDA6C1536A6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677116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5" name="Google Shape;35;p77">
            <a:extLst xmlns:a="http://schemas.openxmlformats.org/drawingml/2006/main">
              <a:ext uri="{FF2B5EF4-FFF2-40B4-BE49-F238E27FC236}">
                <a16:creationId xmlns:a16="http://schemas.microsoft.com/office/drawing/2014/main" id="{AA594F34-C8D6-4328-9415-B87B62FEC257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1354235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6" name="Google Shape;36;p77">
            <a:extLst xmlns:a="http://schemas.openxmlformats.org/drawingml/2006/main">
              <a:ext uri="{FF2B5EF4-FFF2-40B4-BE49-F238E27FC236}">
                <a16:creationId xmlns:a16="http://schemas.microsoft.com/office/drawing/2014/main" id="{3BF09B86-6F5D-4891-A68F-FAD2B2E8C970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2031354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7" name="Google Shape;37;p77">
            <a:extLst xmlns:a="http://schemas.openxmlformats.org/drawingml/2006/main">
              <a:ext uri="{FF2B5EF4-FFF2-40B4-BE49-F238E27FC236}">
                <a16:creationId xmlns:a16="http://schemas.microsoft.com/office/drawing/2014/main" id="{A2889191-5CC4-442B-A60F-E8BA0BD3ACFD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2708473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8" name="Google Shape;38;p77">
            <a:extLst xmlns:a="http://schemas.openxmlformats.org/drawingml/2006/main">
              <a:ext uri="{FF2B5EF4-FFF2-40B4-BE49-F238E27FC236}">
                <a16:creationId xmlns:a16="http://schemas.microsoft.com/office/drawing/2014/main" id="{984CB9CE-DB41-46DA-A20E-F825C67AF58D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3385592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79" name="Google Shape;39;p77">
            <a:extLst xmlns:a="http://schemas.openxmlformats.org/drawingml/2006/main">
              <a:ext uri="{FF2B5EF4-FFF2-40B4-BE49-F238E27FC236}">
                <a16:creationId xmlns:a16="http://schemas.microsoft.com/office/drawing/2014/main" id="{AC2C0F84-6898-49F2-BFF4-7A9653AD5B50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4062711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0" name="Google Shape;40;p77">
            <a:extLst xmlns:a="http://schemas.openxmlformats.org/drawingml/2006/main">
              <a:ext uri="{FF2B5EF4-FFF2-40B4-BE49-F238E27FC236}">
                <a16:creationId xmlns:a16="http://schemas.microsoft.com/office/drawing/2014/main" id="{89653F95-634E-42B2-B7D5-FD790F36AC7F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4739830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1" name="Google Shape;41;p77">
            <a:extLst xmlns:a="http://schemas.openxmlformats.org/drawingml/2006/main">
              <a:ext uri="{FF2B5EF4-FFF2-40B4-BE49-F238E27FC236}">
                <a16:creationId xmlns:a16="http://schemas.microsoft.com/office/drawing/2014/main" id="{92EB24F4-2B2D-4FC0-A978-4845A35FBCB0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5416949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2" name="Google Shape;42;p77">
            <a:extLst xmlns:a="http://schemas.openxmlformats.org/drawingml/2006/main">
              <a:ext uri="{FF2B5EF4-FFF2-40B4-BE49-F238E27FC236}">
                <a16:creationId xmlns:a16="http://schemas.microsoft.com/office/drawing/2014/main" id="{34EDDC2A-7D1E-4759-8BAF-19B96D06B362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6094068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3" name="Google Shape;43;p77">
            <a:extLst xmlns:a="http://schemas.openxmlformats.org/drawingml/2006/main">
              <a:ext uri="{FF2B5EF4-FFF2-40B4-BE49-F238E27FC236}">
                <a16:creationId xmlns:a16="http://schemas.microsoft.com/office/drawing/2014/main" id="{83DE4078-9295-4F2D-9C6A-BFC21EE7A45E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6771187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4" name="Google Shape;44;p77">
            <a:extLst xmlns:a="http://schemas.openxmlformats.org/drawingml/2006/main">
              <a:ext uri="{FF2B5EF4-FFF2-40B4-BE49-F238E27FC236}">
                <a16:creationId xmlns:a16="http://schemas.microsoft.com/office/drawing/2014/main" id="{0E3F5DF0-740E-48AB-8918-212D7D2B929B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7448306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5" name="Google Shape;45;p77">
            <a:extLst xmlns:a="http://schemas.openxmlformats.org/drawingml/2006/main">
              <a:ext uri="{FF2B5EF4-FFF2-40B4-BE49-F238E27FC236}">
                <a16:creationId xmlns:a16="http://schemas.microsoft.com/office/drawing/2014/main" id="{8567DC82-87DC-448E-A88D-B36A8BCF7EB5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8125425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6" name="Google Shape;46;p77">
            <a:extLst xmlns:a="http://schemas.openxmlformats.org/drawingml/2006/main">
              <a:ext uri="{FF2B5EF4-FFF2-40B4-BE49-F238E27FC236}">
                <a16:creationId xmlns:a16="http://schemas.microsoft.com/office/drawing/2014/main" id="{A4994083-92EE-4301-969B-19F51057D2C8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8802544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7" name="Google Shape;47;p77">
            <a:extLst xmlns:a="http://schemas.openxmlformats.org/drawingml/2006/main">
              <a:ext uri="{FF2B5EF4-FFF2-40B4-BE49-F238E27FC236}">
                <a16:creationId xmlns:a16="http://schemas.microsoft.com/office/drawing/2014/main" id="{83CD7730-E2CE-4D04-9D54-FA09050D734C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9479663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8" name="Google Shape;48;p77">
            <a:extLst xmlns:a="http://schemas.openxmlformats.org/drawingml/2006/main">
              <a:ext uri="{FF2B5EF4-FFF2-40B4-BE49-F238E27FC236}">
                <a16:creationId xmlns:a16="http://schemas.microsoft.com/office/drawing/2014/main" id="{894B3E0A-A867-4BC4-9530-249D4431C7AE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10156782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89" name="Google Shape;49;p77">
            <a:extLst xmlns:a="http://schemas.openxmlformats.org/drawingml/2006/main">
              <a:ext uri="{FF2B5EF4-FFF2-40B4-BE49-F238E27FC236}">
                <a16:creationId xmlns:a16="http://schemas.microsoft.com/office/drawing/2014/main" id="{642D7B69-6E99-4E48-BDD5-DF9F6CFFBB0C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10833901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90" name="Google Shape;50;p77">
            <a:extLst xmlns:a="http://schemas.openxmlformats.org/drawingml/2006/main">
              <a:ext uri="{FF2B5EF4-FFF2-40B4-BE49-F238E27FC236}">
                <a16:creationId xmlns:a16="http://schemas.microsoft.com/office/drawing/2014/main" id="{77608332-F949-46F3-83C4-E51377C87E5A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11511020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  <p:cxnSp>
        <p:nvCxnSpPr>
          <p:cNvPr id="291" name="Google Shape;51;p77">
            <a:extLst xmlns:a="http://schemas.openxmlformats.org/drawingml/2006/main">
              <a:ext uri="{FF2B5EF4-FFF2-40B4-BE49-F238E27FC236}">
                <a16:creationId xmlns:a16="http://schemas.microsoft.com/office/drawing/2014/main" id="{01FBCC5B-D944-4519-BE7E-D95BD2C85695}"/>
              </a:ext>
            </a:extLst>
          </p:cNvPr>
          <p:cNvCxnSpPr/>
          <p:nvPr/>
        </p:nvCxnSpPr>
        <p:spPr>
          <a:xfrm xmlns:a="http://schemas.openxmlformats.org/drawingml/2006/main" rot="0" flipH="0" flipV="0">
            <a:off x="12188145" y="6987088"/>
            <a:ext cx="0" cy="64309"/>
          </a:xfrm>
          <a:prstGeom xmlns:a="http://schemas.openxmlformats.org/drawingml/2006/main" prst="straightConnector1">
            <a:avLst/>
          </a:prstGeom>
          <a:ln xmlns:a="http://schemas.openxmlformats.org/drawingml/2006/main" w="9525" cap="flat">
            <a:solidFill>
              <a:srgbClr val="3782BA"/>
            </a:solidFill>
            <a:prstDash val="solid"/>
            <a:miter/>
            <a:headEnd type="none" w="sm" len="sm"/>
            <a:tailEnd type="none" w="sm" len="sm"/>
          </a:ln>
        </p:spPr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776fdd2ee4e4e18"/>
    <p:sldLayoutId xmlns:r="http://schemas.openxmlformats.org/officeDocument/2006/relationships" id="2147483650" r:id="Racf731c5aa8743ca"/>
    <p:sldLayoutId xmlns:r="http://schemas.openxmlformats.org/officeDocument/2006/relationships" id="2147483651" r:id="R386d1a1cd89d48a4"/>
    <p:sldLayoutId xmlns:r="http://schemas.openxmlformats.org/officeDocument/2006/relationships" id="2147483652" r:id="R4ded3effb0254799"/>
    <p:sldLayoutId xmlns:r="http://schemas.openxmlformats.org/officeDocument/2006/relationships" id="2147483653" r:id="Rdd5b277cbe534552"/>
    <p:sldLayoutId xmlns:r="http://schemas.openxmlformats.org/officeDocument/2006/relationships" id="2147483654" r:id="Re5701b61dc4f4d62"/>
    <p:sldLayoutId xmlns:r="http://schemas.openxmlformats.org/officeDocument/2006/relationships" id="2147483655" r:id="R69aa9e3e409145e1"/>
    <p:sldLayoutId xmlns:r="http://schemas.openxmlformats.org/officeDocument/2006/relationships" id="2147483656" r:id="R3077814269ac40c7"/>
    <p:sldLayoutId xmlns:r="http://schemas.openxmlformats.org/officeDocument/2006/relationships" id="2147483657" r:id="Rda6162f4d22d4e7b"/>
    <p:sldLayoutId xmlns:r="http://schemas.openxmlformats.org/officeDocument/2006/relationships" id="2147483658" r:id="Rf23eba139729438b"/>
    <p:sldLayoutId xmlns:r="http://schemas.openxmlformats.org/officeDocument/2006/relationships" id="2147483659" r:id="Rdf03334d0e5b4962"/>
    <p:sldLayoutId xmlns:r="http://schemas.openxmlformats.org/officeDocument/2006/relationships" id="2147483660" r:id="Rec0781adc8204025"/>
    <p:sldLayoutId xmlns:r="http://schemas.openxmlformats.org/officeDocument/2006/relationships" id="2147483661" r:id="Rd8f9647996544dba"/>
    <p:sldLayoutId xmlns:r="http://schemas.openxmlformats.org/officeDocument/2006/relationships" id="2147483662" r:id="R9a023039740c4578"/>
    <p:sldLayoutId xmlns:r="http://schemas.openxmlformats.org/officeDocument/2006/relationships" id="2147483663" r:id="R6361c944c0534e81"/>
    <p:sldLayoutId xmlns:r="http://schemas.openxmlformats.org/officeDocument/2006/relationships" id="2147483664" r:id="R1101731828ea4eb2"/>
    <p:sldLayoutId xmlns:r="http://schemas.openxmlformats.org/officeDocument/2006/relationships" id="2147483665" r:id="Rea8a0ed3998e4c17"/>
    <p:sldLayoutId xmlns:r="http://schemas.openxmlformats.org/officeDocument/2006/relationships" id="2147483666" r:id="R004ff4b81163401b"/>
    <p:sldLayoutId xmlns:r="http://schemas.openxmlformats.org/officeDocument/2006/relationships" id="2147483667" r:id="Rffa8e5d2c69f4baa"/>
    <p:sldLayoutId xmlns:r="http://schemas.openxmlformats.org/officeDocument/2006/relationships" id="2147483668" r:id="R63b56eda5c1b44d4"/>
    <p:sldLayoutId xmlns:r="http://schemas.openxmlformats.org/officeDocument/2006/relationships" id="2147483669" r:id="R61aed2b21bb643cc"/>
    <p:sldLayoutId xmlns:r="http://schemas.openxmlformats.org/officeDocument/2006/relationships" id="2147483670" r:id="R342302ecaf9243b7"/>
    <p:sldLayoutId xmlns:r="http://schemas.openxmlformats.org/officeDocument/2006/relationships" id="2147483671" r:id="R56b670dd87ce41e4"/>
    <p:sldLayoutId xmlns:r="http://schemas.openxmlformats.org/officeDocument/2006/relationships" id="2147483672" r:id="R0d152c2d8b154331"/>
    <p:sldLayoutId xmlns:r="http://schemas.openxmlformats.org/officeDocument/2006/relationships" id="2147483673" r:id="R380b127d42f7461e"/>
    <p:sldLayoutId xmlns:r="http://schemas.openxmlformats.org/officeDocument/2006/relationships" id="2147483674" r:id="R435eb3bf68134370"/>
    <p:sldLayoutId xmlns:r="http://schemas.openxmlformats.org/officeDocument/2006/relationships" id="2147483675" r:id="R0ef5cee8e0ae4ee2"/>
    <p:sldLayoutId xmlns:r="http://schemas.openxmlformats.org/officeDocument/2006/relationships" id="2147483676" r:id="R2241f3526ce54794"/>
    <p:sldLayoutId xmlns:r="http://schemas.openxmlformats.org/officeDocument/2006/relationships" id="2147483677" r:id="R51caafe121884589"/>
    <p:sldLayoutId xmlns:r="http://schemas.openxmlformats.org/officeDocument/2006/relationships" id="2147483678" r:id="R3c84e1eb929c4515"/>
  </p:sldLayoutIdLst>
  <p:hf sldNum="0" hdr="0" ftr="0" dt="0"/>
  <p:txStyles>
    <p:title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xmlns:a="http://schemas.openxmlformats.org/drawingml/2006/main"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400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15">
          <p15:clr>
            <a:srgbClr xmlns:a="http://schemas.openxmlformats.org/drawingml/2006/main" val="FDE53C"/>
          </p15:clr>
        </p15:guide>
        <p15:guide id="2" pos="7265">
          <p15:clr>
            <a:srgbClr xmlns:a="http://schemas.openxmlformats.org/drawingml/2006/main" val="FDE53C"/>
          </p15:clr>
        </p15:guide>
        <p15:guide id="3" orient="horz" pos="3906">
          <p15:clr>
            <a:srgbClr xmlns:a="http://schemas.openxmlformats.org/drawingml/2006/main" val="FDE53C"/>
          </p15:clr>
        </p15:guide>
        <p15:guide id="4" pos="3840">
          <p15:clr>
            <a:srgbClr xmlns:a="http://schemas.openxmlformats.org/drawingml/2006/main" val="FDE53C"/>
          </p15:clr>
        </p15:guide>
        <p15:guide id="5" orient="horz" pos="436">
          <p15:clr>
            <a:srgbClr xmlns:a="http://schemas.openxmlformats.org/drawingml/2006/main" val="FDE53C"/>
          </p15:clr>
        </p15:guide>
        <p15:guide id="6" orient="horz" pos="1117">
          <p15:clr>
            <a:srgbClr xmlns:a="http://schemas.openxmlformats.org/drawingml/2006/main" val="FDE53C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K Educ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355fa926b36845f0" 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768cb16e96dd43b0" /><Relationship Type="http://schemas.openxmlformats.org/officeDocument/2006/relationships/chart" Target="/ppt/slides/charts/chart1.xml" Id="Rea4d4fa455e64f2f" /><Relationship Type="http://schemas.openxmlformats.org/officeDocument/2006/relationships/chart" Target="/ppt/slides/charts/chart2.xml" Id="R636a7695c83746b2" 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5af9ebafc8bf45df" /><Relationship Type="http://schemas.openxmlformats.org/officeDocument/2006/relationships/image" Target="/ppt/media/image16.png" Id="Rb5c0170c17894536" /><Relationship Type="http://schemas.openxmlformats.org/officeDocument/2006/relationships/image" Target="/ppt/media/image.svg" Id="R2d0e8b1d3beb4589" 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1898c7f0cd5545f6" /><Relationship Type="http://schemas.openxmlformats.org/officeDocument/2006/relationships/image" Target="/ppt/media/image17.png" Id="R3c32a6eb034e4282" /><Relationship Type="http://schemas.openxmlformats.org/officeDocument/2006/relationships/image" Target="/ppt/media/image2.svg" Id="Rebe1b7da429b43ff" /><Relationship Type="http://schemas.openxmlformats.org/officeDocument/2006/relationships/image" Target="/ppt/media/image18.png" Id="Rb6a78ec892584f58" /><Relationship Type="http://schemas.openxmlformats.org/officeDocument/2006/relationships/image" Target="/ppt/media/image3.svg" Id="R3e9d50087adb42db" 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90d5992aa5d24c81" /></Relationships>
</file>

<file path=ppt/slides/_rels/slide6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d74059b7dc90483d" 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b8a5e736a8ca4002" 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7fa2194b32414df0" /><Relationship Type="http://schemas.openxmlformats.org/officeDocument/2006/relationships/image" Target="/ppt/media/image19.png" Id="R41838e87505c4556" /><Relationship Type="http://schemas.openxmlformats.org/officeDocument/2006/relationships/image" Target="/ppt/media/image4.svg" Id="R5fed8f648164425a" /><Relationship Type="http://schemas.openxmlformats.org/officeDocument/2006/relationships/image" Target="/ppt/media/image20.png" Id="Rcc20058e23b34033" /><Relationship Type="http://schemas.openxmlformats.org/officeDocument/2006/relationships/image" Target="/ppt/media/image5.svg" Id="R03a60da6a8fa415c" 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79f4423b89d24004" 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b050e4ba03ab4269" /><Relationship Type="http://schemas.openxmlformats.org/officeDocument/2006/relationships/chart" Target="/ppt/slides/charts/chart3.xml" Id="R540fc40adf464892" /><Relationship Type="http://schemas.openxmlformats.org/officeDocument/2006/relationships/chart" Target="/ppt/slides/charts/chart4.xml" Id="R2e81011bbed245ef" 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4e2ac78dcff14766" 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aeec710f83fc46dd" /><Relationship Type="http://schemas.openxmlformats.org/officeDocument/2006/relationships/image" Target="/ppt/media/image21.png" Id="R851ae7014dd945fe" /><Relationship Type="http://schemas.openxmlformats.org/officeDocument/2006/relationships/image" Target="/ppt/media/image6.svg" Id="R1a570d65c0e84bf0" /><Relationship Type="http://schemas.openxmlformats.org/officeDocument/2006/relationships/image" Target="/ppt/media/image22.png" Id="Rc00fc19404004b87" /><Relationship Type="http://schemas.openxmlformats.org/officeDocument/2006/relationships/image" Target="/ppt/media/image7.svg" Id="Rf297b247446240cc" /><Relationship Type="http://schemas.openxmlformats.org/officeDocument/2006/relationships/image" Target="/ppt/media/image23.png" Id="R9556a8b0bfc54977" /><Relationship Type="http://schemas.openxmlformats.org/officeDocument/2006/relationships/image" Target="/ppt/media/image8.svg" Id="Reeaffc4305e94d30" 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2249a9ac02764faf" 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84728527697641b7" 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967a2bf51a2141b3" /></Relationships>
</file>

<file path=ppt/slides/_rels/slide16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8ab227555d9d4b8f" /><Relationship Type="http://schemas.openxmlformats.org/officeDocument/2006/relationships/image" Target="/ppt/media/image24.png" Id="R4cb9f92557ff4d4c" /><Relationship Type="http://schemas.openxmlformats.org/officeDocument/2006/relationships/image" Target="/ppt/media/image9.svg" Id="R9d28c3a66d30401e" /><Relationship Type="http://schemas.openxmlformats.org/officeDocument/2006/relationships/image" Target="/ppt/media/image25.png" Id="R4a7f7d15a8d748b6" /><Relationship Type="http://schemas.openxmlformats.org/officeDocument/2006/relationships/image" Target="/ppt/media/image10.svg" Id="R4a6216e63adb4e7a" /><Relationship Type="http://schemas.openxmlformats.org/officeDocument/2006/relationships/image" Target="/ppt/media/image26.png" Id="R6e1c09febe7c434f" /><Relationship Type="http://schemas.openxmlformats.org/officeDocument/2006/relationships/image" Target="/ppt/media/image11.svg" Id="R1079d9fe29e04d0d" 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8aa72c3413b34558" /><Relationship Type="http://schemas.openxmlformats.org/officeDocument/2006/relationships/image" Target="/ppt/media/image27.png" Id="Ra06b99c973bf4ec8" /><Relationship Type="http://schemas.openxmlformats.org/officeDocument/2006/relationships/image" Target="/ppt/media/image12.svg" Id="Rdb6f43a3570c4ae6" 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9979ebda686949e8" /></Relationships>
</file>

<file path=ppt/slides/_rels/slide19.xml.rels><?xml version='1.0' encoding='utf-8'?>
<Relationships xmlns="http://schemas.openxmlformats.org/package/2006/relationships"><Relationship Type="http://schemas.openxmlformats.org/officeDocument/2006/relationships/slideLayout" Target="/ppt/slideLayouts/slideLayout4.xml" Id="R3723292d9afd4ec9" /><Relationship Type="http://schemas.openxmlformats.org/officeDocument/2006/relationships/image" Target="/ppt/media/image28.png" Id="R4335fc81295442bd" /><Relationship Type="http://schemas.openxmlformats.org/officeDocument/2006/relationships/image" Target="/ppt/media/image13.svg" Id="R62953828179e4e45" /><Relationship Type="http://schemas.openxmlformats.org/officeDocument/2006/relationships/image" Target="/ppt/media/image29.png" Id="R9c52f6e6c39e4e7f" /><Relationship Type="http://schemas.openxmlformats.org/officeDocument/2006/relationships/image" Target="/ppt/media/image14.svg" Id="Rbeebb080ef9945dd" /><Relationship Type="http://schemas.openxmlformats.org/officeDocument/2006/relationships/image" Target="/ppt/media/image30.png" Id="R7dccf3f280484900" /><Relationship Type="http://schemas.openxmlformats.org/officeDocument/2006/relationships/image" Target="/ppt/media/image15.svg" Id="R6ab585a1c8bf4974" /></Relationships>
</file>

<file path=ppt/slides/charts/_rels/chart1.xml.rels><?xml version='1.0' encoding='utf-8'?>
<Relationships xmlns="http://schemas.openxmlformats.org/package/2006/relationships" />
</file>

<file path=ppt/slides/charts/_rels/chart2.xml.rels><?xml version='1.0' encoding='utf-8'?>
<Relationships xmlns="http://schemas.openxmlformats.org/package/2006/relationships" />
</file>

<file path=ppt/slides/charts/_rels/chart3.xml.rels><?xml version='1.0' encoding='utf-8'?>
<Relationships xmlns="http://schemas.openxmlformats.org/package/2006/relationships" />
</file>

<file path=ppt/slides/charts/_rels/chart4.xml.rels><?xml version='1.0' encoding='utf-8'?>
<Relationships xmlns="http://schemas.openxmlformats.org/package/2006/relationships" /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Расстояние</c:v>
          </c:tx>
          <c:spPr>
            <a:solidFill xmlns:a="http://schemas.openxmlformats.org/drawingml/2006/main">
              <a:srgbClr val="0077FF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A–B</c:v>
                </c:pt>
                <c:pt idx="1">
                  <c:v>A–C</c:v>
                </c:pt>
              </c:strCache>
            </c:strRef>
          </c:cat>
          <c:val>
            <c:numRef>
              <c:f>'Chart Data'!$B$2:$B$3</c:f>
              <c:numCache>
                <c:formatCode>0.##</c:formatCode>
                <c:ptCount val="2"/>
                <c:pt idx="0">
                  <c:v>100.00499987</c:v>
                </c:pt>
                <c:pt idx="1">
                  <c:v>1000</c:v>
                </c:pt>
              </c:numCache>
            </c:numRef>
          </c:val>
        </c:ser>
        <c:dLbls>
          <c:numFmt formatCode="0.##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E293B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93B"/>
                </a:solidFill>
                <a:latin typeface="Play"/>
                <a:ea typeface="Play"/>
                <a:cs typeface="Play"/>
              </a:defRPr>
            </a:pPr>
          </a:p>
        </c:txPr>
        <c:crossAx val="48672768"/>
      </c:catAx>
      <c:valAx>
        <c:axId val="48672768"/>
        <c:scaling>
          <c:orientation val="minMax"/>
          <c:max val="1250"/>
          <c:min val="0"/>
        </c:scaling>
        <c:delete val="0"/>
        <c:axPos val="l"/>
        <c:numFmt formatCode="0.##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Расстояние</c:v>
          </c:tx>
          <c:spPr>
            <a:solidFill xmlns:a="http://schemas.openxmlformats.org/drawingml/2006/main">
              <a:srgbClr val="FF2F8A"/>
            </a:solidFill>
          </c:spPr>
          <c:invertIfNegative val="0"/>
          <c:cat>
            <c:strRef>
              <c:f>'Chart Data'!$A$2:$A$3</c:f>
              <c:strCache>
                <c:ptCount val="2"/>
                <c:pt idx="0">
                  <c:v>A–B</c:v>
                </c:pt>
                <c:pt idx="1">
                  <c:v>A–C</c:v>
                </c:pt>
              </c:strCache>
            </c:strRef>
          </c:cat>
          <c:val>
            <c:numRef>
              <c:f>'Chart Data'!$B$2:$B$3</c:f>
              <c:numCache>
                <c:formatCode>0.##</c:formatCode>
                <c:ptCount val="2"/>
                <c:pt idx="0">
                  <c:v>2.13085442</c:v>
                </c:pt>
                <c:pt idx="1">
                  <c:v>2.01346817</c:v>
                </c:pt>
              </c:numCache>
            </c:numRef>
          </c:val>
        </c:ser>
        <c:dLbls>
          <c:numFmt formatCode="0.##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1E293B"/>
                  </a:solidFill>
                  <a:latin typeface="Play"/>
                  <a:ea typeface="Play"/>
                  <a:cs typeface="Play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3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575">
                <a:solidFill>
                  <a:srgbClr val="1E293B"/>
                </a:solidFill>
                <a:latin typeface="Play"/>
                <a:ea typeface="Play"/>
                <a:cs typeface="Play"/>
              </a:defRPr>
            </a:pPr>
          </a:p>
        </c:txPr>
        <c:crossAx val="48672768"/>
      </c:catAx>
      <c:valAx>
        <c:axId val="48672768"/>
        <c:scaling>
          <c:orientation val="minMax"/>
          <c:max val="2.8"/>
          <c:min val="0"/>
        </c:scaling>
        <c:delete val="0"/>
        <c:axPos val="l"/>
        <c:numFmt formatCode="0.##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varyColors val="0"/>
        <c:ser>
          <c:idx val="0"/>
          <c:order val="0"/>
          <c:tx>
            <c:v>Объекты</c:v>
          </c:tx>
          <c:spPr>
            <a:solidFill xmlns:a="http://schemas.openxmlformats.org/drawingml/2006/main">
              <a:srgbClr val="0077FF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0077FF"/>
              </a:solidFill>
            </c:spPr>
          </c:marker>
          <c:xVal>
            <c:numRef>
              <c:f>'Chart Data'!$A$2:$A$7</c:f>
              <c:numCache>
                <c:formatCode>General</c:formatCode>
                <c:ptCount val="6"/>
                <c:pt idx="0">
                  <c:v>0.53614227</c:v>
                </c:pt>
                <c:pt idx="1">
                  <c:v>1.09051105</c:v>
                </c:pt>
                <c:pt idx="2">
                  <c:v>-1.65990759</c:v>
                </c:pt>
                <c:pt idx="3">
                  <c:v>0.10995491</c:v>
                </c:pt>
                <c:pt idx="4">
                  <c:v>-1.48529076</c:v>
                </c:pt>
                <c:pt idx="5">
                  <c:v>1.40859011</c:v>
                </c:pt>
              </c:numCache>
            </c:numRef>
          </c:xVal>
          <c:yVal>
            <c:numRef>
              <c:f>'Chart Data'!$B$2:$B$7</c:f>
              <c:numCache>
                <c:formatCode>General</c:formatCode>
                <c:ptCount val="6"/>
                <c:pt idx="0">
                  <c:v>-2.09023123</c:v>
                </c:pt>
                <c:pt idx="1">
                  <c:v>-0.25413478</c:v>
                </c:pt>
                <c:pt idx="2">
                  <c:v>-0.80528255</c:v>
                </c:pt>
                <c:pt idx="3">
                  <c:v>1.74880655</c:v>
                </c:pt>
                <c:pt idx="4">
                  <c:v>0.35547934</c:v>
                </c:pt>
                <c:pt idx="5">
                  <c:v>1.04536268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lay"/>
                  <a:ea typeface="Play"/>
                  <a:cs typeface="Play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Координата 2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50112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Координата 1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Marker"/>
        <c:varyColors val="0"/>
        <c:ser>
          <c:idx val="0"/>
          <c:order val="0"/>
          <c:tx>
            <c:v>Пары объектов</c:v>
          </c:tx>
          <c:spPr>
            <a:solidFill xmlns:a="http://schemas.openxmlformats.org/drawingml/2006/main">
              <a:srgbClr val="FF2F8A"/>
            </a:solidFill>
            <a:ln xmlns:a="http://schemas.openxmlformats.org/drawingml/2006/main" w="0">
              <a:noFill/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FF2F8A"/>
              </a:solidFill>
            </c:spPr>
          </c:marker>
          <c:xVal>
            <c:numRef>
              <c:f>'Chart Data'!$A$2:$A$16</c:f>
              <c:numCache>
                <c:formatCode>General</c:formatCode>
                <c:ptCount val="15"/>
                <c:pt idx="0">
                  <c:v>2.23606798</c:v>
                </c:pt>
                <c:pt idx="1">
                  <c:v>2.82842713</c:v>
                </c:pt>
                <c:pt idx="2">
                  <c:v>2.82842713</c:v>
                </c:pt>
                <c:pt idx="3">
                  <c:v>3.31662479</c:v>
                </c:pt>
                <c:pt idx="4">
                  <c:v>3.74165739</c:v>
                </c:pt>
                <c:pt idx="5">
                  <c:v>3</c:v>
                </c:pt>
                <c:pt idx="6">
                  <c:v>2.23606798</c:v>
                </c:pt>
                <c:pt idx="7">
                  <c:v>2.44948974</c:v>
                </c:pt>
                <c:pt idx="8">
                  <c:v>1.73205081</c:v>
                </c:pt>
                <c:pt idx="9">
                  <c:v>2.82842713</c:v>
                </c:pt>
                <c:pt idx="10">
                  <c:v>1.73205081</c:v>
                </c:pt>
                <c:pt idx="11">
                  <c:v>3.16227766</c:v>
                </c:pt>
                <c:pt idx="12">
                  <c:v>3.31662479</c:v>
                </c:pt>
                <c:pt idx="13">
                  <c:v>2.44948974</c:v>
                </c:pt>
                <c:pt idx="14">
                  <c:v>2.23606798</c:v>
                </c:pt>
              </c:numCache>
            </c:numRef>
          </c:xVal>
          <c:yVal>
            <c:numRef>
              <c:f>'Chart Data'!$B$2:$B$16</c:f>
              <c:numCache>
                <c:formatCode>General</c:formatCode>
                <c:ptCount val="15"/>
                <c:pt idx="0">
                  <c:v>1.91796114</c:v>
                </c:pt>
                <c:pt idx="1">
                  <c:v>2.54435219</c:v>
                </c:pt>
                <c:pt idx="2">
                  <c:v>3.86262175</c:v>
                </c:pt>
                <c:pt idx="3">
                  <c:v>3.1729626</c:v>
                </c:pt>
                <c:pt idx="4">
                  <c:v>3.2547065</c:v>
                </c:pt>
                <c:pt idx="5">
                  <c:v>2.80509653</c:v>
                </c:pt>
                <c:pt idx="6">
                  <c:v>2.23008169</c:v>
                </c:pt>
                <c:pt idx="7">
                  <c:v>2.64695757</c:v>
                </c:pt>
                <c:pt idx="8">
                  <c:v>1.33785946</c:v>
                </c:pt>
                <c:pt idx="9">
                  <c:v>3.10737581</c:v>
                </c:pt>
                <c:pt idx="10">
                  <c:v>1.17382248</c:v>
                </c:pt>
                <c:pt idx="11">
                  <c:v>3.58337353</c:v>
                </c:pt>
                <c:pt idx="12">
                  <c:v>2.11805795</c:v>
                </c:pt>
                <c:pt idx="13">
                  <c:v>1.47691796</c:v>
                </c:pt>
                <c:pt idx="14">
                  <c:v>2.97497655</c:v>
                </c:pt>
              </c:numCache>
            </c:numRef>
          </c:yVal>
        </c:ser>
        <c:ser>
          <c:idx val="1"/>
          <c:order val="1"/>
          <c:tx>
            <c:v>Точное сохранение</c:v>
          </c:tx>
          <c:spPr>
            <a:solidFill xmlns:a="http://schemas.openxmlformats.org/drawingml/2006/main">
              <a:srgbClr val="BCC8D5"/>
            </a:solidFill>
            <a:ln xmlns:a="http://schemas.openxmlformats.org/drawingml/2006/main" w="23813">
              <a:solidFill>
                <a:srgbClr val="BCC8D5"/>
              </a:solidFill>
              <a:prstDash val="solid"/>
            </a:ln>
          </c:spPr>
          <c:marker>
            <c:symbol val="none"/>
            <c:size val="6"/>
            <c:spPr>
              <a:solidFill xmlns:a="http://schemas.openxmlformats.org/drawingml/2006/main">
                <a:srgbClr val="BCC8D5"/>
              </a:solidFill>
            </c:spPr>
          </c:marker>
          <c:xVal>
            <c:numRef>
              <c:f>'Chart Data'!$C$2:$C$3</c:f>
              <c:numCache>
                <c:formatCode>General</c:formatCode>
                <c:ptCount val="2"/>
                <c:pt idx="0">
                  <c:v>0</c:v>
                </c:pt>
                <c:pt idx="1">
                  <c:v>5</c:v>
                </c:pt>
              </c:numCache>
            </c:numRef>
          </c:xVal>
          <c:yVal>
            <c:numRef>
              <c:f>'Chart Data'!$D$2:$D$3</c:f>
              <c:numCache>
                <c:formatCode>General</c:formatCode>
                <c:ptCount val="2"/>
                <c:pt idx="0">
                  <c:v>0</c:v>
                </c:pt>
                <c:pt idx="1">
                  <c:v>5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Play"/>
                  <a:ea typeface="Play"/>
                  <a:cs typeface="Play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5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На карте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50112"/>
      </c:valAx>
      <c:valAx>
        <c:axId val="48650112"/>
        <c:scaling>
          <c:orientation val="minMax"/>
          <c:max val="5"/>
          <c:min val="0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500">
                    <a:solidFill>
                      <a:srgbClr val="55657B"/>
                    </a:solidFill>
                    <a:latin typeface="Play"/>
                    <a:ea typeface="Play"/>
                    <a:cs typeface="Play"/>
                  </a:rPr>
                  <a:t>Исходное расстояние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500">
                  <a:solidFill>
                    <a:srgbClr val="55657B"/>
                  </a:solidFill>
                  <a:latin typeface="Play"/>
                  <a:ea typeface="Play"/>
                  <a:cs typeface="Play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CC8D5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5657B"/>
                </a:solidFill>
                <a:latin typeface="Play"/>
                <a:ea typeface="Play"/>
                <a:cs typeface="Play"/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Неконтролируемое обучение">
            <a:extLst xmlns:a="http://schemas.openxmlformats.org/drawingml/2006/main">
              <a:ext uri="{FF2B5EF4-FFF2-40B4-BE49-F238E27FC236}">
                <a16:creationId xmlns:a16="http://schemas.microsoft.com/office/drawing/2014/main" id="{A5CB5F65-A5BE-47AD-8734-4BC7998B6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Неконтролируемое обучение</a:t>
            </a:r>
          </a:p>
        </p:txBody>
      </p:sp>
      <p:sp>
        <p:nvSpPr>
          <p:cNvPr id="2" name="1">
            <a:extLst xmlns:a="http://schemas.openxmlformats.org/drawingml/2006/main">
              <a:ext uri="{FF2B5EF4-FFF2-40B4-BE49-F238E27FC236}">
                <a16:creationId xmlns:a16="http://schemas.microsoft.com/office/drawing/2014/main" id="{DA4444CC-46D6-497C-823A-266750A3E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3" name="Есть признаки. Какие группы полезны?">
            <a:extLst xmlns:a="http://schemas.openxmlformats.org/drawingml/2006/main">
              <a:ext uri="{FF2B5EF4-FFF2-40B4-BE49-F238E27FC236}">
                <a16:creationId xmlns:a16="http://schemas.microsoft.com/office/drawing/2014/main" id="{5846F6D9-36E9-49AB-A2BE-9BCFE5F54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286000"/>
            <a:ext cx="10572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1E293B"/>
                </a:solidFill>
              </a:defRPr>
            </a:defPPr>
            <a:lvl1pPr algn="l">
              <a:defRPr sz="3300" b="0">
                <a:solidFill>
                  <a:srgbClr val="1E293B"/>
                </a:solidFill>
              </a:defRPr>
            </a:lvl1pPr>
            <a:lvl2pPr algn="l">
              <a:defRPr sz="3300" b="0">
                <a:solidFill>
                  <a:srgbClr val="1E293B"/>
                </a:solidFill>
              </a:defRPr>
            </a:lvl2pPr>
            <a:lvl3pPr algn="l">
              <a:defRPr sz="3300" b="0">
                <a:solidFill>
                  <a:srgbClr val="1E293B"/>
                </a:solidFill>
              </a:defRPr>
            </a:lvl3pPr>
            <a:lvl4pPr algn="l">
              <a:defRPr sz="3300" b="0">
                <a:solidFill>
                  <a:srgbClr val="1E293B"/>
                </a:solidFill>
              </a:defRPr>
            </a:lvl4pPr>
            <a:lvl5pPr algn="l">
              <a:defRPr sz="3300" b="0">
                <a:solidFill>
                  <a:srgbClr val="1E293B"/>
                </a:solidFill>
              </a:defRPr>
            </a:lvl5pPr>
            <a:lvl6pPr algn="l">
              <a:defRPr sz="3300" b="0">
                <a:solidFill>
                  <a:srgbClr val="1E293B"/>
                </a:solidFill>
              </a:defRPr>
            </a:lvl6pPr>
            <a:lvl7pPr algn="l">
              <a:defRPr sz="3300" b="0">
                <a:solidFill>
                  <a:srgbClr val="1E293B"/>
                </a:solidFill>
              </a:defRPr>
            </a:lvl7pPr>
            <a:lvl8pPr algn="l">
              <a:defRPr sz="3300" b="0">
                <a:solidFill>
                  <a:srgbClr val="1E293B"/>
                </a:solidFill>
              </a:defRPr>
            </a:lvl8pPr>
            <a:lvl9pPr algn="l">
              <a:defRPr sz="33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1E293B"/>
                </a:solidFill>
              </a:defRPr>
            </a:pPr>
            <a:r>
              <a:rPr sz="33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Есть признаки. Какие группы полезны?</a:t>
            </a:r>
          </a:p>
        </p:txBody>
      </p:sp>
      <p:sp>
        <p:nvSpPr>
          <p:cNvPr id="4" name="Представление → близость → группы → проверка">
            <a:extLst xmlns:a="http://schemas.openxmlformats.org/drawingml/2006/main">
              <a:ext uri="{FF2B5EF4-FFF2-40B4-BE49-F238E27FC236}">
                <a16:creationId xmlns:a16="http://schemas.microsoft.com/office/drawing/2014/main" id="{B9C40BF1-2E13-4C7F-A74E-4EDAFCA89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62375"/>
            <a:ext cx="105727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0">
                <a:solidFill>
                  <a:srgbClr val="1E293B"/>
                </a:solidFill>
              </a:defRPr>
            </a:defPPr>
            <a:lvl1pPr algn="l">
              <a:defRPr sz="2550" b="0">
                <a:solidFill>
                  <a:srgbClr val="1E293B"/>
                </a:solidFill>
              </a:defRPr>
            </a:lvl1pPr>
            <a:lvl2pPr algn="l">
              <a:defRPr sz="2550" b="0">
                <a:solidFill>
                  <a:srgbClr val="1E293B"/>
                </a:solidFill>
              </a:defRPr>
            </a:lvl2pPr>
            <a:lvl3pPr algn="l">
              <a:defRPr sz="2550" b="0">
                <a:solidFill>
                  <a:srgbClr val="1E293B"/>
                </a:solidFill>
              </a:defRPr>
            </a:lvl3pPr>
            <a:lvl4pPr algn="l">
              <a:defRPr sz="2550" b="0">
                <a:solidFill>
                  <a:srgbClr val="1E293B"/>
                </a:solidFill>
              </a:defRPr>
            </a:lvl4pPr>
            <a:lvl5pPr algn="l">
              <a:defRPr sz="2550" b="0">
                <a:solidFill>
                  <a:srgbClr val="1E293B"/>
                </a:solidFill>
              </a:defRPr>
            </a:lvl5pPr>
            <a:lvl6pPr algn="l">
              <a:defRPr sz="2550" b="0">
                <a:solidFill>
                  <a:srgbClr val="1E293B"/>
                </a:solidFill>
              </a:defRPr>
            </a:lvl6pPr>
            <a:lvl7pPr algn="l">
              <a:defRPr sz="2550" b="0">
                <a:solidFill>
                  <a:srgbClr val="1E293B"/>
                </a:solidFill>
              </a:defRPr>
            </a:lvl7pPr>
            <a:lvl8pPr algn="l">
              <a:defRPr sz="2550" b="0">
                <a:solidFill>
                  <a:srgbClr val="1E293B"/>
                </a:solidFill>
              </a:defRPr>
            </a:lvl8pPr>
            <a:lvl9pPr algn="l">
              <a:defRPr sz="25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550" b="0">
                <a:solidFill>
                  <a:srgbClr val="1E293B"/>
                </a:solidFill>
              </a:defRPr>
            </a:pPr>
            <a:r>
              <a:rPr sz="25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Представление → близость → группы → проверка</a:t>
            </a:r>
          </a:p>
        </p:txBody>
      </p:sp>
      <p:sp>
        <p:nvSpPr>
          <p:cNvPr id="5" name="Группа становится полезной только вместе с понят">
            <a:extLst xmlns:a="http://schemas.openxmlformats.org/drawingml/2006/main">
              <a:ext uri="{FF2B5EF4-FFF2-40B4-BE49-F238E27FC236}">
                <a16:creationId xmlns:a16="http://schemas.microsoft.com/office/drawing/2014/main" id="{126A7AA8-B52E-43BB-AE82-371775188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Группа становится полезной только вместе с понятной интерпретацией и проверкой.</a:t>
            </a:r>
          </a:p>
        </p:txBody>
      </p:sp>
    </p:spTree>
    <p:extLst>
      <p:ext uri="{BB962C8B-B14F-4D97-AF65-F5344CB8AC3E}">
        <p14:creationId xmlns:p14="http://schemas.microsoft.com/office/powerpoint/2010/main" val="83177820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Представление меняет близость">
            <a:extLst xmlns:a="http://schemas.openxmlformats.org/drawingml/2006/main">
              <a:ext uri="{FF2B5EF4-FFF2-40B4-BE49-F238E27FC236}">
                <a16:creationId xmlns:a16="http://schemas.microsoft.com/office/drawing/2014/main" id="{28D09955-6251-41DF-9EFB-C3D6F13B4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Представление меняет близость</a:t>
            </a:r>
          </a:p>
        </p:txBody>
      </p:sp>
      <p:sp>
        <p:nvSpPr>
          <p:cNvPr id="2" name="2">
            <a:extLst xmlns:a="http://schemas.openxmlformats.org/drawingml/2006/main">
              <a:ext uri="{FF2B5EF4-FFF2-40B4-BE49-F238E27FC236}">
                <a16:creationId xmlns:a16="http://schemas.microsoft.com/office/drawing/2014/main" id="{7AC61E96-3033-489A-9CB2-FC88F64CD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2</a:t>
            </a:r>
          </a:p>
        </p:txBody>
      </p:sp>
      <p:sp>
        <p:nvSpPr>
          <p:cNvPr id="3" name="A: 10 часов, 1000 км">
            <a:extLst xmlns:a="http://schemas.openxmlformats.org/drawingml/2006/main">
              <a:ext uri="{FF2B5EF4-FFF2-40B4-BE49-F238E27FC236}">
                <a16:creationId xmlns:a16="http://schemas.microsoft.com/office/drawing/2014/main" id="{EBD03F5D-9A1A-4EDC-B315-9868A1B54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666875"/>
            <a:ext cx="1066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1">
                <a:solidFill>
                  <a:srgbClr val="0077FF"/>
                </a:solidFill>
              </a:defRPr>
            </a:defPPr>
            <a:lvl1pPr algn="l">
              <a:defRPr sz="1875" b="1">
                <a:solidFill>
                  <a:srgbClr val="0077FF"/>
                </a:solidFill>
              </a:defRPr>
            </a:lvl1pPr>
            <a:lvl2pPr algn="l">
              <a:defRPr sz="1875" b="1">
                <a:solidFill>
                  <a:srgbClr val="0077FF"/>
                </a:solidFill>
              </a:defRPr>
            </a:lvl2pPr>
            <a:lvl3pPr algn="l">
              <a:defRPr sz="1875" b="1">
                <a:solidFill>
                  <a:srgbClr val="0077FF"/>
                </a:solidFill>
              </a:defRPr>
            </a:lvl3pPr>
            <a:lvl4pPr algn="l">
              <a:defRPr sz="1875" b="1">
                <a:solidFill>
                  <a:srgbClr val="0077FF"/>
                </a:solidFill>
              </a:defRPr>
            </a:lvl4pPr>
            <a:lvl5pPr algn="l">
              <a:defRPr sz="1875" b="1">
                <a:solidFill>
                  <a:srgbClr val="0077FF"/>
                </a:solidFill>
              </a:defRPr>
            </a:lvl5pPr>
            <a:lvl6pPr algn="l">
              <a:defRPr sz="1875" b="1">
                <a:solidFill>
                  <a:srgbClr val="0077FF"/>
                </a:solidFill>
              </a:defRPr>
            </a:lvl6pPr>
            <a:lvl7pPr algn="l">
              <a:defRPr sz="1875" b="1">
                <a:solidFill>
                  <a:srgbClr val="0077FF"/>
                </a:solidFill>
              </a:defRPr>
            </a:lvl7pPr>
            <a:lvl8pPr algn="l">
              <a:defRPr sz="1875" b="1">
                <a:solidFill>
                  <a:srgbClr val="0077FF"/>
                </a:solidFill>
              </a:defRPr>
            </a:lvl8pPr>
            <a:lvl9pPr algn="l">
              <a:defRPr sz="187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75" b="1">
                <a:solidFill>
                  <a:srgbClr val="0077FF"/>
                </a:solidFill>
              </a:defRPr>
            </a:pPr>
            <a:r>
              <a:rPr sz="187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A: 10 часов, 1000 км</a:t>
            </a:r>
          </a:p>
        </p:txBody>
      </p:sp>
      <p:sp>
        <p:nvSpPr>
          <p:cNvPr id="4" name="B: 11 часов, 900 км       C: 10 часов, 2000 км">
            <a:extLst xmlns:a="http://schemas.openxmlformats.org/drawingml/2006/main">
              <a:ext uri="{FF2B5EF4-FFF2-40B4-BE49-F238E27FC236}">
                <a16:creationId xmlns:a16="http://schemas.microsoft.com/office/drawing/2014/main" id="{C1CFB505-A187-40F6-BE85-AA8325D4D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4312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0">
                <a:solidFill>
                  <a:srgbClr val="1E293B"/>
                </a:solidFill>
              </a:defRPr>
            </a:defPPr>
            <a:lvl1pPr algn="l">
              <a:defRPr sz="2025" b="0">
                <a:solidFill>
                  <a:srgbClr val="1E293B"/>
                </a:solidFill>
              </a:defRPr>
            </a:lvl1pPr>
            <a:lvl2pPr algn="l">
              <a:defRPr sz="2025" b="0">
                <a:solidFill>
                  <a:srgbClr val="1E293B"/>
                </a:solidFill>
              </a:defRPr>
            </a:lvl2pPr>
            <a:lvl3pPr algn="l">
              <a:defRPr sz="2025" b="0">
                <a:solidFill>
                  <a:srgbClr val="1E293B"/>
                </a:solidFill>
              </a:defRPr>
            </a:lvl3pPr>
            <a:lvl4pPr algn="l">
              <a:defRPr sz="2025" b="0">
                <a:solidFill>
                  <a:srgbClr val="1E293B"/>
                </a:solidFill>
              </a:defRPr>
            </a:lvl4pPr>
            <a:lvl5pPr algn="l">
              <a:defRPr sz="2025" b="0">
                <a:solidFill>
                  <a:srgbClr val="1E293B"/>
                </a:solidFill>
              </a:defRPr>
            </a:lvl5pPr>
            <a:lvl6pPr algn="l">
              <a:defRPr sz="2025" b="0">
                <a:solidFill>
                  <a:srgbClr val="1E293B"/>
                </a:solidFill>
              </a:defRPr>
            </a:lvl6pPr>
            <a:lvl7pPr algn="l">
              <a:defRPr sz="2025" b="0">
                <a:solidFill>
                  <a:srgbClr val="1E293B"/>
                </a:solidFill>
              </a:defRPr>
            </a:lvl7pPr>
            <a:lvl8pPr algn="l">
              <a:defRPr sz="2025" b="0">
                <a:solidFill>
                  <a:srgbClr val="1E293B"/>
                </a:solidFill>
              </a:defRPr>
            </a:lvl8pPr>
            <a:lvl9pPr algn="l">
              <a:defRPr sz="20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93B"/>
                </a:solidFill>
              </a:defRPr>
            </a:pPr>
            <a:r>
              <a:rPr sz="20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B: 11 часов, 900 км       C: 10 часов, 2000 км</a:t>
            </a:r>
          </a:p>
        </p:txBody>
      </p:sp>
      <p:sp>
        <p:nvSpPr>
          <p:cNvPr id="5" name="Исходные координаты">
            <a:extLst xmlns:a="http://schemas.openxmlformats.org/drawingml/2006/main">
              <a:ext uri="{FF2B5EF4-FFF2-40B4-BE49-F238E27FC236}">
                <a16:creationId xmlns:a16="http://schemas.microsoft.com/office/drawing/2014/main" id="{E809A478-9AA5-4B9A-BFFA-CCCDBE88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09875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Исходные координаты</a:t>
            </a:r>
          </a:p>
        </p:txBody>
      </p:sp>
      <p:sp>
        <p:nvSpPr>
          <p:cNvPr id="6" name="После StandardScaler">
            <a:extLst xmlns:a="http://schemas.openxmlformats.org/drawingml/2006/main">
              <a:ext uri="{FF2B5EF4-FFF2-40B4-BE49-F238E27FC236}">
                <a16:creationId xmlns:a16="http://schemas.microsoft.com/office/drawing/2014/main" id="{7F9CA588-6308-408C-A8BE-8F26C420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809875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После StandardScaler</a:t>
            </a:r>
          </a:p>
        </p:txBody>
      </p:sp>
      <p:graphicFrame>
        <p:nvGraphicFramePr>
          <p:cNvPr id="7" name="Chart">
            <a:extLst xmlns:a="http://schemas.openxmlformats.org/drawingml/2006/main">
              <a:ext uri="{FF2B5EF4-FFF2-40B4-BE49-F238E27FC236}">
                <a16:creationId xmlns:a16="http://schemas.microsoft.com/office/drawing/2014/main" id="{9C7C0721-06B2-4E0E-BBAC-2B045F7D790F}"/>
              </a:ext>
            </a:extLst>
          </p:cNvPr>
          <p:cNvGraphicFramePr/>
          <p:nvPr/>
        </p:nvGraphicFramePr>
        <p:xfrm>
          <a:off xmlns:a="http://schemas.openxmlformats.org/drawingml/2006/main" x="619125" y="3190875"/>
          <a:ext xmlns:a="http://schemas.openxmlformats.org/drawingml/2006/main" cx="5095875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a4d4fa455e64f2f"/>
          </a:graphicData>
        </a:graphic>
      </p:graphicFrame>
      <p:graphicFrame>
        <p:nvGraphicFramePr>
          <p:cNvPr id="8" name="Chart">
            <a:extLst xmlns:a="http://schemas.openxmlformats.org/drawingml/2006/main">
              <a:ext uri="{FF2B5EF4-FFF2-40B4-BE49-F238E27FC236}">
                <a16:creationId xmlns:a16="http://schemas.microsoft.com/office/drawing/2014/main" id="{6B315814-34C4-4478-BD35-0D93FCAE9171}"/>
              </a:ext>
            </a:extLst>
          </p:cNvPr>
          <p:cNvGraphicFramePr/>
          <p:nvPr/>
        </p:nvGraphicFramePr>
        <p:xfrm>
          <a:off xmlns:a="http://schemas.openxmlformats.org/drawingml/2006/main" x="6429375" y="3190875"/>
          <a:ext xmlns:a="http://schemas.openxmlformats.org/drawingml/2006/main" cx="5095875" cy="2381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36a7695c83746b2"/>
          </a:graphicData>
        </a:graphic>
      </p:graphicFrame>
      <p:sp>
        <p:nvSpPr>
          <p:cNvPr id="9" name="Ближе B">
            <a:extLst xmlns:a="http://schemas.openxmlformats.org/drawingml/2006/main">
              <a:ext uri="{FF2B5EF4-FFF2-40B4-BE49-F238E27FC236}">
                <a16:creationId xmlns:a16="http://schemas.microsoft.com/office/drawing/2014/main" id="{E537BE28-BF8C-470B-B149-9F6D757B6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56197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Ближе B</a:t>
            </a:r>
          </a:p>
        </p:txBody>
      </p:sp>
      <p:sp>
        <p:nvSpPr>
          <p:cNvPr id="10" name="Ближе C">
            <a:extLst xmlns:a="http://schemas.openxmlformats.org/drawingml/2006/main">
              <a:ext uri="{FF2B5EF4-FFF2-40B4-BE49-F238E27FC236}">
                <a16:creationId xmlns:a16="http://schemas.microsoft.com/office/drawing/2014/main" id="{5BB0A555-86B0-4B4D-8CA5-E59EF0C02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9875" y="5619750"/>
            <a:ext cx="476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FF2F8A"/>
                </a:solidFill>
              </a:defRPr>
            </a:defPPr>
            <a:lvl1pPr algn="l">
              <a:defRPr sz="1800" b="1">
                <a:solidFill>
                  <a:srgbClr val="FF2F8A"/>
                </a:solidFill>
              </a:defRPr>
            </a:lvl1pPr>
            <a:lvl2pPr algn="l">
              <a:defRPr sz="1800" b="1">
                <a:solidFill>
                  <a:srgbClr val="FF2F8A"/>
                </a:solidFill>
              </a:defRPr>
            </a:lvl2pPr>
            <a:lvl3pPr algn="l">
              <a:defRPr sz="1800" b="1">
                <a:solidFill>
                  <a:srgbClr val="FF2F8A"/>
                </a:solidFill>
              </a:defRPr>
            </a:lvl3pPr>
            <a:lvl4pPr algn="l">
              <a:defRPr sz="1800" b="1">
                <a:solidFill>
                  <a:srgbClr val="FF2F8A"/>
                </a:solidFill>
              </a:defRPr>
            </a:lvl4pPr>
            <a:lvl5pPr algn="l">
              <a:defRPr sz="1800" b="1">
                <a:solidFill>
                  <a:srgbClr val="FF2F8A"/>
                </a:solidFill>
              </a:defRPr>
            </a:lvl5pPr>
            <a:lvl6pPr algn="l">
              <a:defRPr sz="1800" b="1">
                <a:solidFill>
                  <a:srgbClr val="FF2F8A"/>
                </a:solidFill>
              </a:defRPr>
            </a:lvl6pPr>
            <a:lvl7pPr algn="l">
              <a:defRPr sz="1800" b="1">
                <a:solidFill>
                  <a:srgbClr val="FF2F8A"/>
                </a:solidFill>
              </a:defRPr>
            </a:lvl7pPr>
            <a:lvl8pPr algn="l">
              <a:defRPr sz="1800" b="1">
                <a:solidFill>
                  <a:srgbClr val="FF2F8A"/>
                </a:solidFill>
              </a:defRPr>
            </a:lvl8pPr>
            <a:lvl9pPr algn="l">
              <a:defRPr sz="1800" b="1">
                <a:solidFill>
                  <a:srgbClr val="FF2F8A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FF2F8A"/>
                </a:solidFill>
              </a:defRPr>
            </a:pPr>
            <a:r>
              <a:rPr sz="1800" b="1">
                <a:solidFill>
                  <a:srgbClr val="FF2F8A"/>
                </a:solidFill>
                <a:latin typeface="Play"/>
                <a:ea typeface="Play"/>
                <a:cs typeface="Play"/>
              </a:rPr>
              <a:t>Ближе C</a:t>
            </a:r>
          </a:p>
        </p:txBody>
      </p:sp>
      <p:sp>
        <p:nvSpPr>
          <p:cNvPr id="11" name="Близость задаём признаками, масштабом и расстоян">
            <a:extLst xmlns:a="http://schemas.openxmlformats.org/drawingml/2006/main">
              <a:ext uri="{FF2B5EF4-FFF2-40B4-BE49-F238E27FC236}">
                <a16:creationId xmlns:a16="http://schemas.microsoft.com/office/drawing/2014/main" id="{7088F5A5-8BF0-4E91-A7FA-6077167E6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Близость задаём признаками, масштабом и расстоянием. Cosine сравнивает направления.</a:t>
            </a:r>
          </a:p>
        </p:txBody>
      </p:sp>
    </p:spTree>
    <p:extLst>
      <p:ext uri="{BB962C8B-B14F-4D97-AF65-F5344CB8AC3E}">
        <p14:creationId xmlns:p14="http://schemas.microsoft.com/office/powerpoint/2010/main" val="17948409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Что оптимизирует K-means">
            <a:extLst xmlns:a="http://schemas.openxmlformats.org/drawingml/2006/main">
              <a:ext uri="{FF2B5EF4-FFF2-40B4-BE49-F238E27FC236}">
                <a16:creationId xmlns:a16="http://schemas.microsoft.com/office/drawing/2014/main" id="{5700869E-2BF6-4A10-B07A-54061849A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Что оптимизирует K-means</a:t>
            </a:r>
          </a:p>
        </p:txBody>
      </p:sp>
      <p:sp>
        <p:nvSpPr>
          <p:cNvPr id="2" name="3">
            <a:extLst xmlns:a="http://schemas.openxmlformats.org/drawingml/2006/main">
              <a:ext uri="{FF2B5EF4-FFF2-40B4-BE49-F238E27FC236}">
                <a16:creationId xmlns:a16="http://schemas.microsoft.com/office/drawing/2014/main" id="{334FA3BB-1240-4FE4-9332-C94DE173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D60F5C-D9CE-4226-BD12-A4404040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47775" y="5048250"/>
            <a:ext cx="52292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7FCEBF-DA34-4B8C-948A-9E3DE665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47775" y="2333625"/>
            <a:ext cx="95" cy="2714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83D074-31D9-4B57-8B8F-AE579975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47775" y="504825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6" name="-4">
            <a:extLst xmlns:a="http://schemas.openxmlformats.org/drawingml/2006/main">
              <a:ext uri="{FF2B5EF4-FFF2-40B4-BE49-F238E27FC236}">
                <a16:creationId xmlns:a16="http://schemas.microsoft.com/office/drawing/2014/main" id="{3740FF92-C61C-4128-94DF-77DEB22F8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516255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E83C13-64F4-465E-A9D7-2C6889269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55081" y="504825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8" name="-2">
            <a:extLst xmlns:a="http://schemas.openxmlformats.org/drawingml/2006/main">
              <a:ext uri="{FF2B5EF4-FFF2-40B4-BE49-F238E27FC236}">
                <a16:creationId xmlns:a16="http://schemas.microsoft.com/office/drawing/2014/main" id="{D8369B57-67D3-4363-B1DB-522CDCBFA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64581" y="516255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812324-B475-449B-8A27-0D06A3CB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862388" y="504825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0" name="0">
            <a:extLst xmlns:a="http://schemas.openxmlformats.org/drawingml/2006/main">
              <a:ext uri="{FF2B5EF4-FFF2-40B4-BE49-F238E27FC236}">
                <a16:creationId xmlns:a16="http://schemas.microsoft.com/office/drawing/2014/main" id="{84D6B057-3D5C-493B-9F4D-34C2F55C1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1888" y="516255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171BD1-EF68-4D6B-A017-22D3DC912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169694" y="504825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2" name="2">
            <a:extLst xmlns:a="http://schemas.openxmlformats.org/drawingml/2006/main">
              <a:ext uri="{FF2B5EF4-FFF2-40B4-BE49-F238E27FC236}">
                <a16:creationId xmlns:a16="http://schemas.microsoft.com/office/drawing/2014/main" id="{0806A942-7E9A-4712-87EF-E8EB7D77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9194" y="516255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258F42-21AD-4893-8256-B9871C45F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477000" y="504825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5F2DF0CF-1679-4866-81C5-2B1EAB600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6255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0929E7-95A1-4D06-A97E-725583662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5048250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6" name="-3">
            <a:extLst xmlns:a="http://schemas.openxmlformats.org/drawingml/2006/main">
              <a:ext uri="{FF2B5EF4-FFF2-40B4-BE49-F238E27FC236}">
                <a16:creationId xmlns:a16="http://schemas.microsoft.com/office/drawing/2014/main" id="{7FBF24A7-B9E7-4F3A-8FAB-8A3868F75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933950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65F10B-E368-4410-A412-B8878F9EE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4143375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8" name="-1">
            <a:extLst xmlns:a="http://schemas.openxmlformats.org/drawingml/2006/main">
              <a:ext uri="{FF2B5EF4-FFF2-40B4-BE49-F238E27FC236}">
                <a16:creationId xmlns:a16="http://schemas.microsoft.com/office/drawing/2014/main" id="{47F65547-505E-40D6-BFA8-FF9A26CBC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029075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B5EF763-C555-46FF-9CAD-0263A916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3238500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0" name="1">
            <a:extLst xmlns:a="http://schemas.openxmlformats.org/drawingml/2006/main">
              <a:ext uri="{FF2B5EF4-FFF2-40B4-BE49-F238E27FC236}">
                <a16:creationId xmlns:a16="http://schemas.microsoft.com/office/drawing/2014/main" id="{37CAD13E-E58F-44E6-8A68-7237A0C8E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124200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51A2281-589B-462A-9DE7-42C6252E0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2333625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2" name="3">
            <a:extLst xmlns:a="http://schemas.openxmlformats.org/drawingml/2006/main">
              <a:ext uri="{FF2B5EF4-FFF2-40B4-BE49-F238E27FC236}">
                <a16:creationId xmlns:a16="http://schemas.microsoft.com/office/drawing/2014/main" id="{E8FA0BB4-A089-4431-AAFE-3AC8EE7F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219325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3</a:t>
            </a:r>
          </a:p>
        </p:txBody>
      </p:sp>
      <p:sp>
        <p:nvSpPr>
          <p:cNvPr id="23" name="Признак 2">
            <a:extLst xmlns:a="http://schemas.openxmlformats.org/drawingml/2006/main">
              <a:ext uri="{FF2B5EF4-FFF2-40B4-BE49-F238E27FC236}">
                <a16:creationId xmlns:a16="http://schemas.microsoft.com/office/drawing/2014/main" id="{FAB8EEE7-7DAF-4480-861E-73CD647D2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2000250"/>
            <a:ext cx="52292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75" b="0">
                <a:solidFill>
                  <a:srgbClr val="55657B"/>
                </a:solidFill>
              </a:defRPr>
            </a:defPPr>
            <a:lvl1pPr algn="l">
              <a:defRPr sz="1575" b="0">
                <a:solidFill>
                  <a:srgbClr val="55657B"/>
                </a:solidFill>
              </a:defRPr>
            </a:lvl1pPr>
            <a:lvl2pPr algn="l">
              <a:defRPr sz="1575" b="0">
                <a:solidFill>
                  <a:srgbClr val="55657B"/>
                </a:solidFill>
              </a:defRPr>
            </a:lvl2pPr>
            <a:lvl3pPr algn="l">
              <a:defRPr sz="1575" b="0">
                <a:solidFill>
                  <a:srgbClr val="55657B"/>
                </a:solidFill>
              </a:defRPr>
            </a:lvl3pPr>
            <a:lvl4pPr algn="l">
              <a:defRPr sz="1575" b="0">
                <a:solidFill>
                  <a:srgbClr val="55657B"/>
                </a:solidFill>
              </a:defRPr>
            </a:lvl4pPr>
            <a:lvl5pPr algn="l">
              <a:defRPr sz="1575" b="0">
                <a:solidFill>
                  <a:srgbClr val="55657B"/>
                </a:solidFill>
              </a:defRPr>
            </a:lvl5pPr>
            <a:lvl6pPr algn="l">
              <a:defRPr sz="1575" b="0">
                <a:solidFill>
                  <a:srgbClr val="55657B"/>
                </a:solidFill>
              </a:defRPr>
            </a:lvl6pPr>
            <a:lvl7pPr algn="l">
              <a:defRPr sz="1575" b="0">
                <a:solidFill>
                  <a:srgbClr val="55657B"/>
                </a:solidFill>
              </a:defRPr>
            </a:lvl7pPr>
            <a:lvl8pPr algn="l">
              <a:defRPr sz="1575" b="0">
                <a:solidFill>
                  <a:srgbClr val="55657B"/>
                </a:solidFill>
              </a:defRPr>
            </a:lvl8pPr>
            <a:lvl9pPr algn="l">
              <a:defRPr sz="157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575" b="0">
                <a:solidFill>
                  <a:srgbClr val="55657B"/>
                </a:solidFill>
              </a:defRPr>
            </a:pPr>
            <a:r>
              <a:rPr sz="157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Признак 2</a:t>
            </a:r>
          </a:p>
        </p:txBody>
      </p:sp>
      <p:sp>
        <p:nvSpPr>
          <p:cNvPr id="24" name="Признак 1">
            <a:extLst xmlns:a="http://schemas.openxmlformats.org/drawingml/2006/main">
              <a:ext uri="{FF2B5EF4-FFF2-40B4-BE49-F238E27FC236}">
                <a16:creationId xmlns:a16="http://schemas.microsoft.com/office/drawing/2014/main" id="{E75E0F2F-6915-47E3-9EA4-C889BCCF0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" y="5410200"/>
            <a:ext cx="52292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0">
                <a:solidFill>
                  <a:srgbClr val="55657B"/>
                </a:solidFill>
              </a:defRPr>
            </a:defPPr>
            <a:lvl1pPr algn="ctr">
              <a:defRPr sz="1575" b="0">
                <a:solidFill>
                  <a:srgbClr val="55657B"/>
                </a:solidFill>
              </a:defRPr>
            </a:lvl1pPr>
            <a:lvl2pPr algn="ctr">
              <a:defRPr sz="1575" b="0">
                <a:solidFill>
                  <a:srgbClr val="55657B"/>
                </a:solidFill>
              </a:defRPr>
            </a:lvl2pPr>
            <a:lvl3pPr algn="ctr">
              <a:defRPr sz="1575" b="0">
                <a:solidFill>
                  <a:srgbClr val="55657B"/>
                </a:solidFill>
              </a:defRPr>
            </a:lvl3pPr>
            <a:lvl4pPr algn="ctr">
              <a:defRPr sz="1575" b="0">
                <a:solidFill>
                  <a:srgbClr val="55657B"/>
                </a:solidFill>
              </a:defRPr>
            </a:lvl4pPr>
            <a:lvl5pPr algn="ctr">
              <a:defRPr sz="1575" b="0">
                <a:solidFill>
                  <a:srgbClr val="55657B"/>
                </a:solidFill>
              </a:defRPr>
            </a:lvl5pPr>
            <a:lvl6pPr algn="ctr">
              <a:defRPr sz="1575" b="0">
                <a:solidFill>
                  <a:srgbClr val="55657B"/>
                </a:solidFill>
              </a:defRPr>
            </a:lvl6pPr>
            <a:lvl7pPr algn="ctr">
              <a:defRPr sz="1575" b="0">
                <a:solidFill>
                  <a:srgbClr val="55657B"/>
                </a:solidFill>
              </a:defRPr>
            </a:lvl7pPr>
            <a:lvl8pPr algn="ctr">
              <a:defRPr sz="1575" b="0">
                <a:solidFill>
                  <a:srgbClr val="55657B"/>
                </a:solidFill>
              </a:defRPr>
            </a:lvl8pPr>
            <a:lvl9pPr algn="ctr">
              <a:defRPr sz="157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75" b="0">
                <a:solidFill>
                  <a:srgbClr val="55657B"/>
                </a:solidFill>
              </a:defRPr>
            </a:pPr>
            <a:r>
              <a:rPr sz="157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Признак 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E4A6F98-543A-4CDA-A07C-4976E1FA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803" y="4095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5A19A3-F1EE-4EC3-A41B-F6A6FDD8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7456" y="454818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530493-FBDF-452D-95F1-26E134BB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7456" y="364331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CA70A71-AEC5-4389-A49A-6E16ED289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1109" y="4095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18FAC34-90C1-4541-B7F7-9E7E6CC24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7936" y="3190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A656703-BCA9-4525-A0A3-0B0FE9B3C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4763" y="364331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4A1795-03EE-4BE3-8907-EE32D2122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8416" y="3190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BDD8E83-E095-4D64-88A6-BAE0307BC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069" y="364331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24C54C-6AAF-4B5D-91D7-226B0F81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2069" y="27384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E4A5C6-94CA-4378-A5F5-C13FE5CE3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5722" y="319087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2667507-2A4E-48AD-8A27-3AD7E877077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5c0170c17894536">
            <a:extLst>
              <a:ext uri="{96DAC541-7B7A-43D3-8B79-37D633B846F1}">
                <asvg:svgBlip xmlns:asvg="http://schemas.microsoft.com/office/drawing/2016/SVG/main" r:embed="R2d0e8b1d3beb4589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191375" y="2476500"/>
            <a:ext cx="3173411" cy="892526"/>
          </a:xfrm>
          <a:prstGeom xmlns:a="http://schemas.openxmlformats.org/drawingml/2006/main" prst="rect">
            <a:avLst/>
          </a:prstGeom>
        </p:spPr>
      </p:pic>
      <p:sp>
        <p:nvSpPr>
          <p:cNvPr id="36" name="Компактные группы&#10;Центр — среднее&#10;k выбираем зар">
            <a:extLst xmlns:a="http://schemas.openxmlformats.org/drawingml/2006/main">
              <a:ext uri="{FF2B5EF4-FFF2-40B4-BE49-F238E27FC236}">
                <a16:creationId xmlns:a16="http://schemas.microsoft.com/office/drawing/2014/main" id="{E168CB3F-039F-4045-820E-98E2B6CDD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857625"/>
            <a:ext cx="4238625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0">
                <a:solidFill>
                  <a:srgbClr val="1E293B"/>
                </a:solidFill>
              </a:defRPr>
            </a:defPPr>
            <a:lvl1pPr algn="l">
              <a:defRPr sz="2250" b="0">
                <a:solidFill>
                  <a:srgbClr val="1E293B"/>
                </a:solidFill>
              </a:defRPr>
            </a:lvl1pPr>
            <a:lvl2pPr algn="l">
              <a:defRPr sz="2250" b="0">
                <a:solidFill>
                  <a:srgbClr val="1E293B"/>
                </a:solidFill>
              </a:defRPr>
            </a:lvl2pPr>
            <a:lvl3pPr algn="l">
              <a:defRPr sz="2250" b="0">
                <a:solidFill>
                  <a:srgbClr val="1E293B"/>
                </a:solidFill>
              </a:defRPr>
            </a:lvl3pPr>
            <a:lvl4pPr algn="l">
              <a:defRPr sz="2250" b="0">
                <a:solidFill>
                  <a:srgbClr val="1E293B"/>
                </a:solidFill>
              </a:defRPr>
            </a:lvl4pPr>
            <a:lvl5pPr algn="l">
              <a:defRPr sz="2250" b="0">
                <a:solidFill>
                  <a:srgbClr val="1E293B"/>
                </a:solidFill>
              </a:defRPr>
            </a:lvl5pPr>
            <a:lvl6pPr algn="l">
              <a:defRPr sz="2250" b="0">
                <a:solidFill>
                  <a:srgbClr val="1E293B"/>
                </a:solidFill>
              </a:defRPr>
            </a:lvl6pPr>
            <a:lvl7pPr algn="l">
              <a:defRPr sz="2250" b="0">
                <a:solidFill>
                  <a:srgbClr val="1E293B"/>
                </a:solidFill>
              </a:defRPr>
            </a:lvl7pPr>
            <a:lvl8pPr algn="l">
              <a:defRPr sz="2250" b="0">
                <a:solidFill>
                  <a:srgbClr val="1E293B"/>
                </a:solidFill>
              </a:defRPr>
            </a:lvl8pPr>
            <a:lvl9pPr algn="l">
              <a:defRPr sz="22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250" b="0">
                <a:solidFill>
                  <a:srgbClr val="1E293B"/>
                </a:solidFill>
              </a:defRPr>
            </a:pPr>
            <a:r>
              <a:rPr sz="22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Компактные группы</a:t>
            </a:r>
            <a:br>
              <a:rPr sz="2250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2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Центр — среднее</a:t>
            </a:r>
            <a:br>
              <a:rPr sz="2250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2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k выбираем заранее</a:t>
            </a:r>
          </a:p>
        </p:txBody>
      </p:sp>
      <p:sp>
        <p:nvSpPr>
          <p:cNvPr id="37" name="Минимум ошибки K-means — геометрический критерий">
            <a:extLst xmlns:a="http://schemas.openxmlformats.org/drawingml/2006/main">
              <a:ext uri="{FF2B5EF4-FFF2-40B4-BE49-F238E27FC236}">
                <a16:creationId xmlns:a16="http://schemas.microsoft.com/office/drawing/2014/main" id="{D7A1E839-FFD3-4E7B-88DA-5C0596540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Минимум ошибки K-means — геометрический критерий, а не знание правильных классов.</a:t>
            </a:r>
          </a:p>
        </p:txBody>
      </p:sp>
    </p:spTree>
    <p:extLst>
      <p:ext uri="{BB962C8B-B14F-4D97-AF65-F5344CB8AC3E}">
        <p14:creationId xmlns:p14="http://schemas.microsoft.com/office/powerpoint/2010/main" val="2979316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Одна итерация K-means">
            <a:extLst xmlns:a="http://schemas.openxmlformats.org/drawingml/2006/main">
              <a:ext uri="{FF2B5EF4-FFF2-40B4-BE49-F238E27FC236}">
                <a16:creationId xmlns:a16="http://schemas.microsoft.com/office/drawing/2014/main" id="{A9103E63-45C7-48A6-8AE9-87D0A06B8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Одна итерация K-means</a:t>
            </a:r>
          </a:p>
        </p:txBody>
      </p:sp>
      <p:sp>
        <p:nvSpPr>
          <p:cNvPr id="2" name="4">
            <a:extLst xmlns:a="http://schemas.openxmlformats.org/drawingml/2006/main">
              <a:ext uri="{FF2B5EF4-FFF2-40B4-BE49-F238E27FC236}">
                <a16:creationId xmlns:a16="http://schemas.microsoft.com/office/drawing/2014/main" id="{6ABF14BA-3F66-42C6-B75D-DFE59F463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4</a:t>
            </a:r>
          </a:p>
        </p:txBody>
      </p:sp>
      <p:sp>
        <p:nvSpPr>
          <p:cNvPr id="3" name="Начальные центры">
            <a:extLst xmlns:a="http://schemas.openxmlformats.org/drawingml/2006/main">
              <a:ext uri="{FF2B5EF4-FFF2-40B4-BE49-F238E27FC236}">
                <a16:creationId xmlns:a16="http://schemas.microsoft.com/office/drawing/2014/main" id="{30DD5675-BC51-4B74-95A4-5AF31F04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097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077FF"/>
                </a:solidFill>
              </a:defRPr>
            </a:defPPr>
            <a:lvl1pPr algn="l">
              <a:defRPr sz="1725" b="1">
                <a:solidFill>
                  <a:srgbClr val="0077FF"/>
                </a:solidFill>
              </a:defRPr>
            </a:lvl1pPr>
            <a:lvl2pPr algn="l">
              <a:defRPr sz="1725" b="1">
                <a:solidFill>
                  <a:srgbClr val="0077FF"/>
                </a:solidFill>
              </a:defRPr>
            </a:lvl2pPr>
            <a:lvl3pPr algn="l">
              <a:defRPr sz="1725" b="1">
                <a:solidFill>
                  <a:srgbClr val="0077FF"/>
                </a:solidFill>
              </a:defRPr>
            </a:lvl3pPr>
            <a:lvl4pPr algn="l">
              <a:defRPr sz="1725" b="1">
                <a:solidFill>
                  <a:srgbClr val="0077FF"/>
                </a:solidFill>
              </a:defRPr>
            </a:lvl4pPr>
            <a:lvl5pPr algn="l">
              <a:defRPr sz="1725" b="1">
                <a:solidFill>
                  <a:srgbClr val="0077FF"/>
                </a:solidFill>
              </a:defRPr>
            </a:lvl5pPr>
            <a:lvl6pPr algn="l">
              <a:defRPr sz="1725" b="1">
                <a:solidFill>
                  <a:srgbClr val="0077FF"/>
                </a:solidFill>
              </a:defRPr>
            </a:lvl6pPr>
            <a:lvl7pPr algn="l">
              <a:defRPr sz="1725" b="1">
                <a:solidFill>
                  <a:srgbClr val="0077FF"/>
                </a:solidFill>
              </a:defRPr>
            </a:lvl7pPr>
            <a:lvl8pPr algn="l">
              <a:defRPr sz="1725" b="1">
                <a:solidFill>
                  <a:srgbClr val="0077FF"/>
                </a:solidFill>
              </a:defRPr>
            </a:lvl8pPr>
            <a:lvl9pPr algn="l">
              <a:defRPr sz="172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77FF"/>
                </a:solidFill>
              </a:defRPr>
            </a:pPr>
            <a:r>
              <a:rPr sz="172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Начальные центры</a:t>
            </a:r>
          </a:p>
        </p:txBody>
      </p:sp>
      <p:sp>
        <p:nvSpPr>
          <p:cNvPr id="4" name="Назначить ближайший">
            <a:extLst xmlns:a="http://schemas.openxmlformats.org/drawingml/2006/main">
              <a:ext uri="{FF2B5EF4-FFF2-40B4-BE49-F238E27FC236}">
                <a16:creationId xmlns:a16="http://schemas.microsoft.com/office/drawing/2014/main" id="{A295D232-F731-4BD1-9E6D-95485AAE4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8097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077FF"/>
                </a:solidFill>
              </a:defRPr>
            </a:defPPr>
            <a:lvl1pPr algn="l">
              <a:defRPr sz="1725" b="1">
                <a:solidFill>
                  <a:srgbClr val="0077FF"/>
                </a:solidFill>
              </a:defRPr>
            </a:lvl1pPr>
            <a:lvl2pPr algn="l">
              <a:defRPr sz="1725" b="1">
                <a:solidFill>
                  <a:srgbClr val="0077FF"/>
                </a:solidFill>
              </a:defRPr>
            </a:lvl2pPr>
            <a:lvl3pPr algn="l">
              <a:defRPr sz="1725" b="1">
                <a:solidFill>
                  <a:srgbClr val="0077FF"/>
                </a:solidFill>
              </a:defRPr>
            </a:lvl3pPr>
            <a:lvl4pPr algn="l">
              <a:defRPr sz="1725" b="1">
                <a:solidFill>
                  <a:srgbClr val="0077FF"/>
                </a:solidFill>
              </a:defRPr>
            </a:lvl4pPr>
            <a:lvl5pPr algn="l">
              <a:defRPr sz="1725" b="1">
                <a:solidFill>
                  <a:srgbClr val="0077FF"/>
                </a:solidFill>
              </a:defRPr>
            </a:lvl5pPr>
            <a:lvl6pPr algn="l">
              <a:defRPr sz="1725" b="1">
                <a:solidFill>
                  <a:srgbClr val="0077FF"/>
                </a:solidFill>
              </a:defRPr>
            </a:lvl6pPr>
            <a:lvl7pPr algn="l">
              <a:defRPr sz="1725" b="1">
                <a:solidFill>
                  <a:srgbClr val="0077FF"/>
                </a:solidFill>
              </a:defRPr>
            </a:lvl7pPr>
            <a:lvl8pPr algn="l">
              <a:defRPr sz="1725" b="1">
                <a:solidFill>
                  <a:srgbClr val="0077FF"/>
                </a:solidFill>
              </a:defRPr>
            </a:lvl8pPr>
            <a:lvl9pPr algn="l">
              <a:defRPr sz="172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77FF"/>
                </a:solidFill>
              </a:defRPr>
            </a:pPr>
            <a:r>
              <a:rPr sz="172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Назначить ближайший</a:t>
            </a:r>
          </a:p>
        </p:txBody>
      </p:sp>
      <p:sp>
        <p:nvSpPr>
          <p:cNvPr id="5" name="Пересчитать средние">
            <a:extLst xmlns:a="http://schemas.openxmlformats.org/drawingml/2006/main">
              <a:ext uri="{FF2B5EF4-FFF2-40B4-BE49-F238E27FC236}">
                <a16:creationId xmlns:a16="http://schemas.microsoft.com/office/drawing/2014/main" id="{C72C2409-4A24-41C8-99DE-8CE1179A4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809750"/>
            <a:ext cx="3333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077FF"/>
                </a:solidFill>
              </a:defRPr>
            </a:defPPr>
            <a:lvl1pPr algn="l">
              <a:defRPr sz="1725" b="1">
                <a:solidFill>
                  <a:srgbClr val="0077FF"/>
                </a:solidFill>
              </a:defRPr>
            </a:lvl1pPr>
            <a:lvl2pPr algn="l">
              <a:defRPr sz="1725" b="1">
                <a:solidFill>
                  <a:srgbClr val="0077FF"/>
                </a:solidFill>
              </a:defRPr>
            </a:lvl2pPr>
            <a:lvl3pPr algn="l">
              <a:defRPr sz="1725" b="1">
                <a:solidFill>
                  <a:srgbClr val="0077FF"/>
                </a:solidFill>
              </a:defRPr>
            </a:lvl3pPr>
            <a:lvl4pPr algn="l">
              <a:defRPr sz="1725" b="1">
                <a:solidFill>
                  <a:srgbClr val="0077FF"/>
                </a:solidFill>
              </a:defRPr>
            </a:lvl4pPr>
            <a:lvl5pPr algn="l">
              <a:defRPr sz="1725" b="1">
                <a:solidFill>
                  <a:srgbClr val="0077FF"/>
                </a:solidFill>
              </a:defRPr>
            </a:lvl5pPr>
            <a:lvl6pPr algn="l">
              <a:defRPr sz="1725" b="1">
                <a:solidFill>
                  <a:srgbClr val="0077FF"/>
                </a:solidFill>
              </a:defRPr>
            </a:lvl6pPr>
            <a:lvl7pPr algn="l">
              <a:defRPr sz="1725" b="1">
                <a:solidFill>
                  <a:srgbClr val="0077FF"/>
                </a:solidFill>
              </a:defRPr>
            </a:lvl7pPr>
            <a:lvl8pPr algn="l">
              <a:defRPr sz="1725" b="1">
                <a:solidFill>
                  <a:srgbClr val="0077FF"/>
                </a:solidFill>
              </a:defRPr>
            </a:lvl8pPr>
            <a:lvl9pPr algn="l">
              <a:defRPr sz="172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77FF"/>
                </a:solidFill>
              </a:defRPr>
            </a:pPr>
            <a:r>
              <a:rPr sz="172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Пересчитать средние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CBAAF0-0FDB-415F-B2EC-FF1C963E8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9434" y="413027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4D18D5-EC61-4FD1-97F1-EA0E34F8B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481" y="442198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21E356-33F0-48EB-924D-D3D4A59B6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4481" y="3838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9E0E0F-3B8E-468F-93EA-E544C3BB0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39528" y="413027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EC9C47-147C-4939-B6A0-D7224BCED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27052" y="35468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941377-4DEF-4C17-B78A-9769A3AF3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4575" y="3838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DEB8D5-42ED-472F-A3B2-490A2EB2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622" y="35468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8A8809-9CF5-427A-9A29-E8E6AF0AF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4669" y="3838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CAD37B-7F0A-4454-BCFD-A8D5084BB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4669" y="325516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51F755-B6F8-40A6-B312-B4390985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9716" y="35468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F3102E-D6D3-4FD5-9802-97DE7DB9F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56097" y="4464844"/>
            <a:ext cx="1524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293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6C05DF-EBB6-472E-B4B3-EF9B1A863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32297" y="4388644"/>
            <a:ext cx="95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293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D2BAC1-E679-4D94-8F87-0B1978D0B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281238" y="3589734"/>
            <a:ext cx="1524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29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5F8A88-E780-4082-AF4C-CEF29626F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357438" y="3513534"/>
            <a:ext cx="95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293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0F58C7-DEBA-42DB-A954-05C3C57A4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4684" y="413027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F011F3-5EF7-4524-B065-9796B96E9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9731" y="442198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A49EC8-B17A-47C4-A062-61003AE93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9731" y="3838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A5A9D98-04B5-4729-9941-5B09A1DBE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4778" y="413027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2B5627-FA83-4F4E-9A24-963489B7A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2302" y="35468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BBB8212-5273-4FDD-A8E2-FD551D370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9825" y="3838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ECD6E32-CDB9-43D7-B8E3-AA62B2DB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4872" y="35468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26D7CB-2373-48D1-AA84-268ED9818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919" y="3838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7EF80D-21E3-4F9A-A82E-3A6E8BA06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69919" y="325516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09D553-0428-443B-9038-3F9DD528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44966" y="35468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18489EB-9317-456F-9633-B47D909A9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061347" y="4464844"/>
            <a:ext cx="1524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293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3040D2C-6789-4BED-AF95-F220EB627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137547" y="4388644"/>
            <a:ext cx="95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293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992E98-A611-4343-B333-36937E3DB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186488" y="3589734"/>
            <a:ext cx="1524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293B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4B0DA2-1292-4EAF-9D70-715EC4E1E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262688" y="3513534"/>
            <a:ext cx="95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293B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52F054D-1D93-432D-86A7-6007357AC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9934" y="413027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E070494-B055-4E0A-B52D-72DED216F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4981" y="442198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548B800-E801-4CD8-8E77-F490E5451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4981" y="3838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E908666-0FDF-4194-93C0-8901022F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0028" y="413027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2C15980-F804-4210-83E3-D1F102B6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7552" y="35468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A2ACAF19-53B3-4D57-BEF2-C488D7D4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075" y="3838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C6B145B-A826-48A5-B48E-1F9015EF8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0122" y="35468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D33C5D-72FE-412A-87BB-16DCA85BE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5169" y="38385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3CB0D2-43D5-41D5-B5E6-AE3E20C6F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5169" y="325516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AAC7C2E-D28F-4B06-9B2C-DF0ADB28F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50216" y="35468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3518CF2-9466-47C1-A525-2ED0C8D11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9042797" y="4173141"/>
            <a:ext cx="375047" cy="29170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E293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0CFB02F-D96D-413B-BA5B-64EB6F5B5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167938" y="3589734"/>
            <a:ext cx="468809" cy="4861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E293B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74826B1-E162-4785-B883-4066FD63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341644" y="4173141"/>
            <a:ext cx="1524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293B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6F09ED9C-D8E3-473F-8A9D-066A743A0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417844" y="4096941"/>
            <a:ext cx="95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293B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F37695D-2B89-4F7E-83E7-43D030C73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560546" y="3638352"/>
            <a:ext cx="1524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293B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C11B595-4E62-42B9-8E37-46302C904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636746" y="3562152"/>
            <a:ext cx="95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E293B"/>
            </a:solidFill>
            <a:prstDash val="solid"/>
          </a:ln>
        </p:spPr>
      </p:sp>
      <p:pic>
        <p:nvPic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6188CA7-91C6-43D6-AA77-248A9639DE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32a6eb034e4282">
            <a:extLst>
              <a:ext uri="{96DAC541-7B7A-43D3-8B79-37D633B846F1}">
                <asvg:svgBlip xmlns:asvg="http://schemas.microsoft.com/office/drawing/2016/SVG/main" r:embed="Rebe1b7da429b43ff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5286375"/>
            <a:ext cx="2257311" cy="834061"/>
          </a:xfrm>
          <a:prstGeom xmlns:a="http://schemas.openxmlformats.org/drawingml/2006/main" prst="rect">
            <a:avLst/>
          </a:prstGeom>
        </p:spPr>
      </p:pic>
      <p:pic>
        <p:nvPic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EEFEA2C-9CC6-416C-90B4-C0710F4F986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6a78ec892584f58">
            <a:extLst>
              <a:ext uri="{96DAC541-7B7A-43D3-8B79-37D633B846F1}">
                <asvg:svgBlip xmlns:asvg="http://schemas.microsoft.com/office/drawing/2016/SVG/main" r:embed="R3e9d50087adb42db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8096250" y="5286375"/>
            <a:ext cx="2010108" cy="666226"/>
          </a:xfrm>
          <a:prstGeom xmlns:a="http://schemas.openxmlformats.org/drawingml/2006/main" prst="rect">
            <a:avLst/>
          </a:prstGeom>
        </p:spPr>
      </p:pic>
      <p:sp>
        <p:nvSpPr>
          <p:cNvPr id="52" name="Повторяем назначение и обновление до остановки. ">
            <a:extLst xmlns:a="http://schemas.openxmlformats.org/drawingml/2006/main">
              <a:ext uri="{FF2B5EF4-FFF2-40B4-BE49-F238E27FC236}">
                <a16:creationId xmlns:a16="http://schemas.microsoft.com/office/drawing/2014/main" id="{E3778A25-1B48-45C9-A5D5-4261403EA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Повторяем назначение и обновление до остановки. Кресты обозначают центры.</a:t>
            </a:r>
          </a:p>
        </p:txBody>
      </p:sp>
    </p:spTree>
    <p:extLst>
      <p:ext uri="{BB962C8B-B14F-4D97-AF65-F5344CB8AC3E}">
        <p14:creationId xmlns:p14="http://schemas.microsoft.com/office/powerpoint/2010/main" val="397644760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Иерархия: дерево объединений">
            <a:extLst xmlns:a="http://schemas.openxmlformats.org/drawingml/2006/main">
              <a:ext uri="{FF2B5EF4-FFF2-40B4-BE49-F238E27FC236}">
                <a16:creationId xmlns:a16="http://schemas.microsoft.com/office/drawing/2014/main" id="{62D30324-D7C2-44F4-A71D-C8E53CA47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Иерархия: дерево объединений</a:t>
            </a:r>
          </a:p>
        </p:txBody>
      </p:sp>
      <p:sp>
        <p:nvSpPr>
          <p:cNvPr id="2" name="5">
            <a:extLst xmlns:a="http://schemas.openxmlformats.org/drawingml/2006/main">
              <a:ext uri="{FF2B5EF4-FFF2-40B4-BE49-F238E27FC236}">
                <a16:creationId xmlns:a16="http://schemas.microsoft.com/office/drawing/2014/main" id="{E6E7841A-AEDC-4CD6-82BD-F0BC9159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5</a:t>
            </a:r>
          </a:p>
        </p:txBody>
      </p:sp>
      <p:sp>
        <p:nvSpPr>
          <p:cNvPr id="3" name="Одни и те же объекты">
            <a:extLst xmlns:a="http://schemas.openxmlformats.org/drawingml/2006/main">
              <a:ext uri="{FF2B5EF4-FFF2-40B4-BE49-F238E27FC236}">
                <a16:creationId xmlns:a16="http://schemas.microsoft.com/office/drawing/2014/main" id="{4A25771A-8CE2-41CE-A366-ADF84DE75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4307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Одни и те же объекты</a:t>
            </a:r>
          </a:p>
        </p:txBody>
      </p:sp>
      <p:sp>
        <p:nvSpPr>
          <p:cNvPr id="4" name="Срез дерева задаёт группы">
            <a:extLst xmlns:a="http://schemas.openxmlformats.org/drawingml/2006/main">
              <a:ext uri="{FF2B5EF4-FFF2-40B4-BE49-F238E27FC236}">
                <a16:creationId xmlns:a16="http://schemas.microsoft.com/office/drawing/2014/main" id="{2DFD13DE-874A-4194-9C20-951FBA601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743075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Срез дерева задаёт группы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5E7D08-A5D0-4AA4-A4F2-5984D58FD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138" y="39100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BE42B2-8408-4BC8-B93E-EB7851164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34337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4122B4E-9EAD-40F4-8EC7-0898E227C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5013" y="402907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CCD380-7D60-48B4-B69C-92340ECAA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513" y="39100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7FE1AB-57ED-4D9D-9EBF-E70603D46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528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5FC51-E20D-41EF-842D-79139DF6C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4388" y="396954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A">
            <a:extLst xmlns:a="http://schemas.openxmlformats.org/drawingml/2006/main">
              <a:ext uri="{FF2B5EF4-FFF2-40B4-BE49-F238E27FC236}">
                <a16:creationId xmlns:a16="http://schemas.microsoft.com/office/drawing/2014/main" id="{91B8C505-DA68-4B71-8F53-012DD42F2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714750"/>
            <a:ext cx="333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1E293B"/>
                </a:solidFill>
              </a:defRPr>
            </a:defPPr>
            <a:lvl1pPr algn="l">
              <a:defRPr sz="1500" b="0">
                <a:solidFill>
                  <a:srgbClr val="1E293B"/>
                </a:solidFill>
              </a:defRPr>
            </a:lvl1pPr>
            <a:lvl2pPr algn="l">
              <a:defRPr sz="1500" b="0">
                <a:solidFill>
                  <a:srgbClr val="1E293B"/>
                </a:solidFill>
              </a:defRPr>
            </a:lvl2pPr>
            <a:lvl3pPr algn="l">
              <a:defRPr sz="1500" b="0">
                <a:solidFill>
                  <a:srgbClr val="1E293B"/>
                </a:solidFill>
              </a:defRPr>
            </a:lvl3pPr>
            <a:lvl4pPr algn="l">
              <a:defRPr sz="1500" b="0">
                <a:solidFill>
                  <a:srgbClr val="1E293B"/>
                </a:solidFill>
              </a:defRPr>
            </a:lvl4pPr>
            <a:lvl5pPr algn="l">
              <a:defRPr sz="1500" b="0">
                <a:solidFill>
                  <a:srgbClr val="1E293B"/>
                </a:solidFill>
              </a:defRPr>
            </a:lvl5pPr>
            <a:lvl6pPr algn="l">
              <a:defRPr sz="1500" b="0">
                <a:solidFill>
                  <a:srgbClr val="1E293B"/>
                </a:solidFill>
              </a:defRPr>
            </a:lvl6pPr>
            <a:lvl7pPr algn="l">
              <a:defRPr sz="1500" b="0">
                <a:solidFill>
                  <a:srgbClr val="1E293B"/>
                </a:solidFill>
              </a:defRPr>
            </a:lvl7pPr>
            <a:lvl8pPr algn="l">
              <a:defRPr sz="1500" b="0">
                <a:solidFill>
                  <a:srgbClr val="1E293B"/>
                </a:solidFill>
              </a:defRPr>
            </a:lvl8pPr>
            <a:lvl9pPr algn="l">
              <a:defRPr sz="15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E293B"/>
                </a:solidFill>
              </a:defRPr>
            </a:pPr>
            <a:r>
              <a:rPr sz="15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A</a:t>
            </a:r>
          </a:p>
        </p:txBody>
      </p:sp>
      <p:sp>
        <p:nvSpPr>
          <p:cNvPr id="12" name="B">
            <a:extLst xmlns:a="http://schemas.openxmlformats.org/drawingml/2006/main">
              <a:ext uri="{FF2B5EF4-FFF2-40B4-BE49-F238E27FC236}">
                <a16:creationId xmlns:a16="http://schemas.microsoft.com/office/drawing/2014/main" id="{E22242C0-D3C0-44D5-A098-C6C956138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3088" y="3238500"/>
            <a:ext cx="333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1E293B"/>
                </a:solidFill>
              </a:defRPr>
            </a:defPPr>
            <a:lvl1pPr algn="l">
              <a:defRPr sz="1500" b="0">
                <a:solidFill>
                  <a:srgbClr val="1E293B"/>
                </a:solidFill>
              </a:defRPr>
            </a:lvl1pPr>
            <a:lvl2pPr algn="l">
              <a:defRPr sz="1500" b="0">
                <a:solidFill>
                  <a:srgbClr val="1E293B"/>
                </a:solidFill>
              </a:defRPr>
            </a:lvl2pPr>
            <a:lvl3pPr algn="l">
              <a:defRPr sz="1500" b="0">
                <a:solidFill>
                  <a:srgbClr val="1E293B"/>
                </a:solidFill>
              </a:defRPr>
            </a:lvl3pPr>
            <a:lvl4pPr algn="l">
              <a:defRPr sz="1500" b="0">
                <a:solidFill>
                  <a:srgbClr val="1E293B"/>
                </a:solidFill>
              </a:defRPr>
            </a:lvl4pPr>
            <a:lvl5pPr algn="l">
              <a:defRPr sz="1500" b="0">
                <a:solidFill>
                  <a:srgbClr val="1E293B"/>
                </a:solidFill>
              </a:defRPr>
            </a:lvl5pPr>
            <a:lvl6pPr algn="l">
              <a:defRPr sz="1500" b="0">
                <a:solidFill>
                  <a:srgbClr val="1E293B"/>
                </a:solidFill>
              </a:defRPr>
            </a:lvl6pPr>
            <a:lvl7pPr algn="l">
              <a:defRPr sz="1500" b="0">
                <a:solidFill>
                  <a:srgbClr val="1E293B"/>
                </a:solidFill>
              </a:defRPr>
            </a:lvl7pPr>
            <a:lvl8pPr algn="l">
              <a:defRPr sz="1500" b="0">
                <a:solidFill>
                  <a:srgbClr val="1E293B"/>
                </a:solidFill>
              </a:defRPr>
            </a:lvl8pPr>
            <a:lvl9pPr algn="l">
              <a:defRPr sz="15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E293B"/>
                </a:solidFill>
              </a:defRPr>
            </a:pPr>
            <a:r>
              <a:rPr sz="15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B</a:t>
            </a:r>
          </a:p>
        </p:txBody>
      </p:sp>
      <p:sp>
        <p:nvSpPr>
          <p:cNvPr id="13" name="C">
            <a:extLst xmlns:a="http://schemas.openxmlformats.org/drawingml/2006/main">
              <a:ext uri="{FF2B5EF4-FFF2-40B4-BE49-F238E27FC236}">
                <a16:creationId xmlns:a16="http://schemas.microsoft.com/office/drawing/2014/main" id="{99E35FF4-3A6E-4C25-8A82-017770218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5025" y="3833813"/>
            <a:ext cx="333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1E293B"/>
                </a:solidFill>
              </a:defRPr>
            </a:defPPr>
            <a:lvl1pPr algn="l">
              <a:defRPr sz="1500" b="0">
                <a:solidFill>
                  <a:srgbClr val="1E293B"/>
                </a:solidFill>
              </a:defRPr>
            </a:lvl1pPr>
            <a:lvl2pPr algn="l">
              <a:defRPr sz="1500" b="0">
                <a:solidFill>
                  <a:srgbClr val="1E293B"/>
                </a:solidFill>
              </a:defRPr>
            </a:lvl2pPr>
            <a:lvl3pPr algn="l">
              <a:defRPr sz="1500" b="0">
                <a:solidFill>
                  <a:srgbClr val="1E293B"/>
                </a:solidFill>
              </a:defRPr>
            </a:lvl3pPr>
            <a:lvl4pPr algn="l">
              <a:defRPr sz="1500" b="0">
                <a:solidFill>
                  <a:srgbClr val="1E293B"/>
                </a:solidFill>
              </a:defRPr>
            </a:lvl4pPr>
            <a:lvl5pPr algn="l">
              <a:defRPr sz="1500" b="0">
                <a:solidFill>
                  <a:srgbClr val="1E293B"/>
                </a:solidFill>
              </a:defRPr>
            </a:lvl5pPr>
            <a:lvl6pPr algn="l">
              <a:defRPr sz="1500" b="0">
                <a:solidFill>
                  <a:srgbClr val="1E293B"/>
                </a:solidFill>
              </a:defRPr>
            </a:lvl6pPr>
            <a:lvl7pPr algn="l">
              <a:defRPr sz="1500" b="0">
                <a:solidFill>
                  <a:srgbClr val="1E293B"/>
                </a:solidFill>
              </a:defRPr>
            </a:lvl7pPr>
            <a:lvl8pPr algn="l">
              <a:defRPr sz="1500" b="0">
                <a:solidFill>
                  <a:srgbClr val="1E293B"/>
                </a:solidFill>
              </a:defRPr>
            </a:lvl8pPr>
            <a:lvl9pPr algn="l">
              <a:defRPr sz="15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E293B"/>
                </a:solidFill>
              </a:defRPr>
            </a:pPr>
            <a:r>
              <a:rPr sz="15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C</a:t>
            </a:r>
          </a:p>
        </p:txBody>
      </p:sp>
      <p:sp>
        <p:nvSpPr>
          <p:cNvPr id="14" name="D">
            <a:extLst xmlns:a="http://schemas.openxmlformats.org/drawingml/2006/main">
              <a:ext uri="{FF2B5EF4-FFF2-40B4-BE49-F238E27FC236}">
                <a16:creationId xmlns:a16="http://schemas.microsoft.com/office/drawing/2014/main" id="{9BD388E6-D11E-42DA-9A8B-ACD555C08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3714750"/>
            <a:ext cx="333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1E293B"/>
                </a:solidFill>
              </a:defRPr>
            </a:defPPr>
            <a:lvl1pPr algn="l">
              <a:defRPr sz="1500" b="0">
                <a:solidFill>
                  <a:srgbClr val="1E293B"/>
                </a:solidFill>
              </a:defRPr>
            </a:lvl1pPr>
            <a:lvl2pPr algn="l">
              <a:defRPr sz="1500" b="0">
                <a:solidFill>
                  <a:srgbClr val="1E293B"/>
                </a:solidFill>
              </a:defRPr>
            </a:lvl2pPr>
            <a:lvl3pPr algn="l">
              <a:defRPr sz="1500" b="0">
                <a:solidFill>
                  <a:srgbClr val="1E293B"/>
                </a:solidFill>
              </a:defRPr>
            </a:lvl3pPr>
            <a:lvl4pPr algn="l">
              <a:defRPr sz="1500" b="0">
                <a:solidFill>
                  <a:srgbClr val="1E293B"/>
                </a:solidFill>
              </a:defRPr>
            </a:lvl4pPr>
            <a:lvl5pPr algn="l">
              <a:defRPr sz="1500" b="0">
                <a:solidFill>
                  <a:srgbClr val="1E293B"/>
                </a:solidFill>
              </a:defRPr>
            </a:lvl5pPr>
            <a:lvl6pPr algn="l">
              <a:defRPr sz="1500" b="0">
                <a:solidFill>
                  <a:srgbClr val="1E293B"/>
                </a:solidFill>
              </a:defRPr>
            </a:lvl6pPr>
            <a:lvl7pPr algn="l">
              <a:defRPr sz="1500" b="0">
                <a:solidFill>
                  <a:srgbClr val="1E293B"/>
                </a:solidFill>
              </a:defRPr>
            </a:lvl7pPr>
            <a:lvl8pPr algn="l">
              <a:defRPr sz="1500" b="0">
                <a:solidFill>
                  <a:srgbClr val="1E293B"/>
                </a:solidFill>
              </a:defRPr>
            </a:lvl8pPr>
            <a:lvl9pPr algn="l">
              <a:defRPr sz="15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E293B"/>
                </a:solidFill>
              </a:defRPr>
            </a:pPr>
            <a:r>
              <a:rPr sz="15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D</a:t>
            </a:r>
          </a:p>
        </p:txBody>
      </p:sp>
      <p:sp>
        <p:nvSpPr>
          <p:cNvPr id="15" name="E">
            <a:extLst xmlns:a="http://schemas.openxmlformats.org/drawingml/2006/main">
              <a:ext uri="{FF2B5EF4-FFF2-40B4-BE49-F238E27FC236}">
                <a16:creationId xmlns:a16="http://schemas.microsoft.com/office/drawing/2014/main" id="{8A59D5F9-F5C0-435A-85CF-20DC6A4B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2463" y="3357563"/>
            <a:ext cx="333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1E293B"/>
                </a:solidFill>
              </a:defRPr>
            </a:defPPr>
            <a:lvl1pPr algn="l">
              <a:defRPr sz="1500" b="0">
                <a:solidFill>
                  <a:srgbClr val="1E293B"/>
                </a:solidFill>
              </a:defRPr>
            </a:lvl1pPr>
            <a:lvl2pPr algn="l">
              <a:defRPr sz="1500" b="0">
                <a:solidFill>
                  <a:srgbClr val="1E293B"/>
                </a:solidFill>
              </a:defRPr>
            </a:lvl2pPr>
            <a:lvl3pPr algn="l">
              <a:defRPr sz="1500" b="0">
                <a:solidFill>
                  <a:srgbClr val="1E293B"/>
                </a:solidFill>
              </a:defRPr>
            </a:lvl3pPr>
            <a:lvl4pPr algn="l">
              <a:defRPr sz="1500" b="0">
                <a:solidFill>
                  <a:srgbClr val="1E293B"/>
                </a:solidFill>
              </a:defRPr>
            </a:lvl4pPr>
            <a:lvl5pPr algn="l">
              <a:defRPr sz="1500" b="0">
                <a:solidFill>
                  <a:srgbClr val="1E293B"/>
                </a:solidFill>
              </a:defRPr>
            </a:lvl5pPr>
            <a:lvl6pPr algn="l">
              <a:defRPr sz="1500" b="0">
                <a:solidFill>
                  <a:srgbClr val="1E293B"/>
                </a:solidFill>
              </a:defRPr>
            </a:lvl6pPr>
            <a:lvl7pPr algn="l">
              <a:defRPr sz="1500" b="0">
                <a:solidFill>
                  <a:srgbClr val="1E293B"/>
                </a:solidFill>
              </a:defRPr>
            </a:lvl7pPr>
            <a:lvl8pPr algn="l">
              <a:defRPr sz="1500" b="0">
                <a:solidFill>
                  <a:srgbClr val="1E293B"/>
                </a:solidFill>
              </a:defRPr>
            </a:lvl8pPr>
            <a:lvl9pPr algn="l">
              <a:defRPr sz="15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E293B"/>
                </a:solidFill>
              </a:defRPr>
            </a:pPr>
            <a:r>
              <a:rPr sz="15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E</a:t>
            </a:r>
          </a:p>
        </p:txBody>
      </p:sp>
      <p:sp>
        <p:nvSpPr>
          <p:cNvPr id="16" name="F">
            <a:extLst xmlns:a="http://schemas.openxmlformats.org/drawingml/2006/main">
              <a:ext uri="{FF2B5EF4-FFF2-40B4-BE49-F238E27FC236}">
                <a16:creationId xmlns:a16="http://schemas.microsoft.com/office/drawing/2014/main" id="{A96C92B8-1EA0-4920-9CDC-118DCF05E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774281"/>
            <a:ext cx="333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1E293B"/>
                </a:solidFill>
              </a:defRPr>
            </a:defPPr>
            <a:lvl1pPr algn="l">
              <a:defRPr sz="1500" b="0">
                <a:solidFill>
                  <a:srgbClr val="1E293B"/>
                </a:solidFill>
              </a:defRPr>
            </a:lvl1pPr>
            <a:lvl2pPr algn="l">
              <a:defRPr sz="1500" b="0">
                <a:solidFill>
                  <a:srgbClr val="1E293B"/>
                </a:solidFill>
              </a:defRPr>
            </a:lvl2pPr>
            <a:lvl3pPr algn="l">
              <a:defRPr sz="1500" b="0">
                <a:solidFill>
                  <a:srgbClr val="1E293B"/>
                </a:solidFill>
              </a:defRPr>
            </a:lvl3pPr>
            <a:lvl4pPr algn="l">
              <a:defRPr sz="1500" b="0">
                <a:solidFill>
                  <a:srgbClr val="1E293B"/>
                </a:solidFill>
              </a:defRPr>
            </a:lvl4pPr>
            <a:lvl5pPr algn="l">
              <a:defRPr sz="1500" b="0">
                <a:solidFill>
                  <a:srgbClr val="1E293B"/>
                </a:solidFill>
              </a:defRPr>
            </a:lvl5pPr>
            <a:lvl6pPr algn="l">
              <a:defRPr sz="1500" b="0">
                <a:solidFill>
                  <a:srgbClr val="1E293B"/>
                </a:solidFill>
              </a:defRPr>
            </a:lvl6pPr>
            <a:lvl7pPr algn="l">
              <a:defRPr sz="1500" b="0">
                <a:solidFill>
                  <a:srgbClr val="1E293B"/>
                </a:solidFill>
              </a:defRPr>
            </a:lvl7pPr>
            <a:lvl8pPr algn="l">
              <a:defRPr sz="1500" b="0">
                <a:solidFill>
                  <a:srgbClr val="1E293B"/>
                </a:solidFill>
              </a:defRPr>
            </a:lvl8pPr>
            <a:lvl9pPr algn="l">
              <a:defRPr sz="15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1E293B"/>
                </a:solidFill>
              </a:defRPr>
            </a:pPr>
            <a:r>
              <a:rPr sz="15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D654981-3BAA-4C50-AA8D-6F28CFF55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572375" y="4855456"/>
            <a:ext cx="95" cy="38329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83CFEED-144F-4E5D-89C6-E63C5186A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572375" y="4855456"/>
            <a:ext cx="90487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5BE410-395A-44CC-BF81-92558FBCD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477250" y="4855456"/>
            <a:ext cx="95" cy="38329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30B370-51B9-4B25-A94C-3A6EA9D26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667500" y="4781065"/>
            <a:ext cx="95" cy="45768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1671EF-61CF-4048-8A03-2FC0BF67D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667500" y="4781065"/>
            <a:ext cx="1357313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7ED18DB-6AF4-44B7-AC4C-320B8EAC9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024813" y="4781065"/>
            <a:ext cx="95" cy="743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A082B3B-9B9B-41AA-84DE-7AD2C8E1B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287000" y="4775770"/>
            <a:ext cx="95" cy="4629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73B3F2-F24C-4BC2-94F0-1FBD6C57D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287000" y="4775770"/>
            <a:ext cx="90487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687E332-71DD-46A4-9012-695877984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191875" y="4775770"/>
            <a:ext cx="95" cy="4629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2C3A56-A88B-4CA0-8CB4-67F3D690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382125" y="4714170"/>
            <a:ext cx="95" cy="5245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DEE90E-7178-4B06-A64C-3CAF78B39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382125" y="4714170"/>
            <a:ext cx="1357313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C174E59-A472-4C54-8373-4453D17B9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739438" y="4714170"/>
            <a:ext cx="95" cy="61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7F52DA-B481-42AC-B013-E0DB5CDE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346156" y="2770909"/>
            <a:ext cx="95" cy="20101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C33FA55-2189-4E2C-A5F8-EBA920783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346156" y="2770909"/>
            <a:ext cx="2714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488A256-B79D-4FB2-83EC-5C04AB217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060781" y="2770909"/>
            <a:ext cx="95" cy="19432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1E293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13E5379-BAB8-43D8-A64F-1C19ADD38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572250" y="4257235"/>
            <a:ext cx="47625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2F8A"/>
            </a:solidFill>
            <a:prstDash val="solid"/>
          </a:ln>
        </p:spPr>
      </p:sp>
      <p:sp>
        <p:nvSpPr>
          <p:cNvPr id="33" name="F">
            <a:extLst xmlns:a="http://schemas.openxmlformats.org/drawingml/2006/main">
              <a:ext uri="{FF2B5EF4-FFF2-40B4-BE49-F238E27FC236}">
                <a16:creationId xmlns:a16="http://schemas.microsoft.com/office/drawing/2014/main" id="{903E139C-6896-4429-8AF7-B11BAA19C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3816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E293B"/>
                </a:solidFill>
              </a:defRPr>
            </a:defPPr>
            <a:lvl1pPr algn="l">
              <a:defRPr sz="1650" b="0">
                <a:solidFill>
                  <a:srgbClr val="1E293B"/>
                </a:solidFill>
              </a:defRPr>
            </a:lvl1pPr>
            <a:lvl2pPr algn="l">
              <a:defRPr sz="1650" b="0">
                <a:solidFill>
                  <a:srgbClr val="1E293B"/>
                </a:solidFill>
              </a:defRPr>
            </a:lvl2pPr>
            <a:lvl3pPr algn="l">
              <a:defRPr sz="1650" b="0">
                <a:solidFill>
                  <a:srgbClr val="1E293B"/>
                </a:solidFill>
              </a:defRPr>
            </a:lvl3pPr>
            <a:lvl4pPr algn="l">
              <a:defRPr sz="1650" b="0">
                <a:solidFill>
                  <a:srgbClr val="1E293B"/>
                </a:solidFill>
              </a:defRPr>
            </a:lvl4pPr>
            <a:lvl5pPr algn="l">
              <a:defRPr sz="1650" b="0">
                <a:solidFill>
                  <a:srgbClr val="1E293B"/>
                </a:solidFill>
              </a:defRPr>
            </a:lvl5pPr>
            <a:lvl6pPr algn="l">
              <a:defRPr sz="1650" b="0">
                <a:solidFill>
                  <a:srgbClr val="1E293B"/>
                </a:solidFill>
              </a:defRPr>
            </a:lvl6pPr>
            <a:lvl7pPr algn="l">
              <a:defRPr sz="1650" b="0">
                <a:solidFill>
                  <a:srgbClr val="1E293B"/>
                </a:solidFill>
              </a:defRPr>
            </a:lvl7pPr>
            <a:lvl8pPr algn="l">
              <a:defRPr sz="1650" b="0">
                <a:solidFill>
                  <a:srgbClr val="1E293B"/>
                </a:solidFill>
              </a:defRPr>
            </a:lvl8pPr>
            <a:lvl9pPr algn="l">
              <a:defRPr sz="16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93B"/>
                </a:solidFill>
              </a:defRPr>
            </a:pPr>
            <a:r>
              <a:rPr sz="16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F</a:t>
            </a:r>
          </a:p>
        </p:txBody>
      </p:sp>
      <p:sp>
        <p:nvSpPr>
          <p:cNvPr id="34" name="D">
            <a:extLst xmlns:a="http://schemas.openxmlformats.org/drawingml/2006/main">
              <a:ext uri="{FF2B5EF4-FFF2-40B4-BE49-F238E27FC236}">
                <a16:creationId xmlns:a16="http://schemas.microsoft.com/office/drawing/2014/main" id="{EB9ED616-63E3-49F4-827E-747FC267D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53816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E293B"/>
                </a:solidFill>
              </a:defRPr>
            </a:defPPr>
            <a:lvl1pPr algn="l">
              <a:defRPr sz="1650" b="0">
                <a:solidFill>
                  <a:srgbClr val="1E293B"/>
                </a:solidFill>
              </a:defRPr>
            </a:lvl1pPr>
            <a:lvl2pPr algn="l">
              <a:defRPr sz="1650" b="0">
                <a:solidFill>
                  <a:srgbClr val="1E293B"/>
                </a:solidFill>
              </a:defRPr>
            </a:lvl2pPr>
            <a:lvl3pPr algn="l">
              <a:defRPr sz="1650" b="0">
                <a:solidFill>
                  <a:srgbClr val="1E293B"/>
                </a:solidFill>
              </a:defRPr>
            </a:lvl3pPr>
            <a:lvl4pPr algn="l">
              <a:defRPr sz="1650" b="0">
                <a:solidFill>
                  <a:srgbClr val="1E293B"/>
                </a:solidFill>
              </a:defRPr>
            </a:lvl4pPr>
            <a:lvl5pPr algn="l">
              <a:defRPr sz="1650" b="0">
                <a:solidFill>
                  <a:srgbClr val="1E293B"/>
                </a:solidFill>
              </a:defRPr>
            </a:lvl5pPr>
            <a:lvl6pPr algn="l">
              <a:defRPr sz="1650" b="0">
                <a:solidFill>
                  <a:srgbClr val="1E293B"/>
                </a:solidFill>
              </a:defRPr>
            </a:lvl6pPr>
            <a:lvl7pPr algn="l">
              <a:defRPr sz="1650" b="0">
                <a:solidFill>
                  <a:srgbClr val="1E293B"/>
                </a:solidFill>
              </a:defRPr>
            </a:lvl7pPr>
            <a:lvl8pPr algn="l">
              <a:defRPr sz="1650" b="0">
                <a:solidFill>
                  <a:srgbClr val="1E293B"/>
                </a:solidFill>
              </a:defRPr>
            </a:lvl8pPr>
            <a:lvl9pPr algn="l">
              <a:defRPr sz="16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93B"/>
                </a:solidFill>
              </a:defRPr>
            </a:pPr>
            <a:r>
              <a:rPr sz="16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D</a:t>
            </a:r>
          </a:p>
        </p:txBody>
      </p:sp>
      <p:sp>
        <p:nvSpPr>
          <p:cNvPr id="35" name="E">
            <a:extLst xmlns:a="http://schemas.openxmlformats.org/drawingml/2006/main">
              <a:ext uri="{FF2B5EF4-FFF2-40B4-BE49-F238E27FC236}">
                <a16:creationId xmlns:a16="http://schemas.microsoft.com/office/drawing/2014/main" id="{21A0B11B-D7FD-42A8-88F1-58EE93D41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816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E293B"/>
                </a:solidFill>
              </a:defRPr>
            </a:defPPr>
            <a:lvl1pPr algn="l">
              <a:defRPr sz="1650" b="0">
                <a:solidFill>
                  <a:srgbClr val="1E293B"/>
                </a:solidFill>
              </a:defRPr>
            </a:lvl1pPr>
            <a:lvl2pPr algn="l">
              <a:defRPr sz="1650" b="0">
                <a:solidFill>
                  <a:srgbClr val="1E293B"/>
                </a:solidFill>
              </a:defRPr>
            </a:lvl2pPr>
            <a:lvl3pPr algn="l">
              <a:defRPr sz="1650" b="0">
                <a:solidFill>
                  <a:srgbClr val="1E293B"/>
                </a:solidFill>
              </a:defRPr>
            </a:lvl3pPr>
            <a:lvl4pPr algn="l">
              <a:defRPr sz="1650" b="0">
                <a:solidFill>
                  <a:srgbClr val="1E293B"/>
                </a:solidFill>
              </a:defRPr>
            </a:lvl4pPr>
            <a:lvl5pPr algn="l">
              <a:defRPr sz="1650" b="0">
                <a:solidFill>
                  <a:srgbClr val="1E293B"/>
                </a:solidFill>
              </a:defRPr>
            </a:lvl5pPr>
            <a:lvl6pPr algn="l">
              <a:defRPr sz="1650" b="0">
                <a:solidFill>
                  <a:srgbClr val="1E293B"/>
                </a:solidFill>
              </a:defRPr>
            </a:lvl6pPr>
            <a:lvl7pPr algn="l">
              <a:defRPr sz="1650" b="0">
                <a:solidFill>
                  <a:srgbClr val="1E293B"/>
                </a:solidFill>
              </a:defRPr>
            </a:lvl7pPr>
            <a:lvl8pPr algn="l">
              <a:defRPr sz="1650" b="0">
                <a:solidFill>
                  <a:srgbClr val="1E293B"/>
                </a:solidFill>
              </a:defRPr>
            </a:lvl8pPr>
            <a:lvl9pPr algn="l">
              <a:defRPr sz="16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93B"/>
                </a:solidFill>
              </a:defRPr>
            </a:pPr>
            <a:r>
              <a:rPr sz="16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E</a:t>
            </a:r>
          </a:p>
        </p:txBody>
      </p:sp>
      <p:sp>
        <p:nvSpPr>
          <p:cNvPr id="36" name="C">
            <a:extLst xmlns:a="http://schemas.openxmlformats.org/drawingml/2006/main">
              <a:ext uri="{FF2B5EF4-FFF2-40B4-BE49-F238E27FC236}">
                <a16:creationId xmlns:a16="http://schemas.microsoft.com/office/drawing/2014/main" id="{1A3B63C3-432A-405B-894D-14994E437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53816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E293B"/>
                </a:solidFill>
              </a:defRPr>
            </a:defPPr>
            <a:lvl1pPr algn="l">
              <a:defRPr sz="1650" b="0">
                <a:solidFill>
                  <a:srgbClr val="1E293B"/>
                </a:solidFill>
              </a:defRPr>
            </a:lvl1pPr>
            <a:lvl2pPr algn="l">
              <a:defRPr sz="1650" b="0">
                <a:solidFill>
                  <a:srgbClr val="1E293B"/>
                </a:solidFill>
              </a:defRPr>
            </a:lvl2pPr>
            <a:lvl3pPr algn="l">
              <a:defRPr sz="1650" b="0">
                <a:solidFill>
                  <a:srgbClr val="1E293B"/>
                </a:solidFill>
              </a:defRPr>
            </a:lvl3pPr>
            <a:lvl4pPr algn="l">
              <a:defRPr sz="1650" b="0">
                <a:solidFill>
                  <a:srgbClr val="1E293B"/>
                </a:solidFill>
              </a:defRPr>
            </a:lvl4pPr>
            <a:lvl5pPr algn="l">
              <a:defRPr sz="1650" b="0">
                <a:solidFill>
                  <a:srgbClr val="1E293B"/>
                </a:solidFill>
              </a:defRPr>
            </a:lvl5pPr>
            <a:lvl6pPr algn="l">
              <a:defRPr sz="1650" b="0">
                <a:solidFill>
                  <a:srgbClr val="1E293B"/>
                </a:solidFill>
              </a:defRPr>
            </a:lvl6pPr>
            <a:lvl7pPr algn="l">
              <a:defRPr sz="1650" b="0">
                <a:solidFill>
                  <a:srgbClr val="1E293B"/>
                </a:solidFill>
              </a:defRPr>
            </a:lvl7pPr>
            <a:lvl8pPr algn="l">
              <a:defRPr sz="1650" b="0">
                <a:solidFill>
                  <a:srgbClr val="1E293B"/>
                </a:solidFill>
              </a:defRPr>
            </a:lvl8pPr>
            <a:lvl9pPr algn="l">
              <a:defRPr sz="16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93B"/>
                </a:solidFill>
              </a:defRPr>
            </a:pPr>
            <a:r>
              <a:rPr sz="16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C</a:t>
            </a:r>
          </a:p>
        </p:txBody>
      </p:sp>
      <p:sp>
        <p:nvSpPr>
          <p:cNvPr id="37" name="A">
            <a:extLst xmlns:a="http://schemas.openxmlformats.org/drawingml/2006/main">
              <a:ext uri="{FF2B5EF4-FFF2-40B4-BE49-F238E27FC236}">
                <a16:creationId xmlns:a16="http://schemas.microsoft.com/office/drawing/2014/main" id="{A1F20E4F-ED9E-4BC8-91DB-FCD75FC9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3816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E293B"/>
                </a:solidFill>
              </a:defRPr>
            </a:defPPr>
            <a:lvl1pPr algn="l">
              <a:defRPr sz="1650" b="0">
                <a:solidFill>
                  <a:srgbClr val="1E293B"/>
                </a:solidFill>
              </a:defRPr>
            </a:lvl1pPr>
            <a:lvl2pPr algn="l">
              <a:defRPr sz="1650" b="0">
                <a:solidFill>
                  <a:srgbClr val="1E293B"/>
                </a:solidFill>
              </a:defRPr>
            </a:lvl2pPr>
            <a:lvl3pPr algn="l">
              <a:defRPr sz="1650" b="0">
                <a:solidFill>
                  <a:srgbClr val="1E293B"/>
                </a:solidFill>
              </a:defRPr>
            </a:lvl3pPr>
            <a:lvl4pPr algn="l">
              <a:defRPr sz="1650" b="0">
                <a:solidFill>
                  <a:srgbClr val="1E293B"/>
                </a:solidFill>
              </a:defRPr>
            </a:lvl4pPr>
            <a:lvl5pPr algn="l">
              <a:defRPr sz="1650" b="0">
                <a:solidFill>
                  <a:srgbClr val="1E293B"/>
                </a:solidFill>
              </a:defRPr>
            </a:lvl5pPr>
            <a:lvl6pPr algn="l">
              <a:defRPr sz="1650" b="0">
                <a:solidFill>
                  <a:srgbClr val="1E293B"/>
                </a:solidFill>
              </a:defRPr>
            </a:lvl6pPr>
            <a:lvl7pPr algn="l">
              <a:defRPr sz="1650" b="0">
                <a:solidFill>
                  <a:srgbClr val="1E293B"/>
                </a:solidFill>
              </a:defRPr>
            </a:lvl7pPr>
            <a:lvl8pPr algn="l">
              <a:defRPr sz="1650" b="0">
                <a:solidFill>
                  <a:srgbClr val="1E293B"/>
                </a:solidFill>
              </a:defRPr>
            </a:lvl8pPr>
            <a:lvl9pPr algn="l">
              <a:defRPr sz="16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93B"/>
                </a:solidFill>
              </a:defRPr>
            </a:pPr>
            <a:r>
              <a:rPr sz="16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A</a:t>
            </a:r>
          </a:p>
        </p:txBody>
      </p:sp>
      <p:sp>
        <p:nvSpPr>
          <p:cNvPr id="38" name="B">
            <a:extLst xmlns:a="http://schemas.openxmlformats.org/drawingml/2006/main">
              <a:ext uri="{FF2B5EF4-FFF2-40B4-BE49-F238E27FC236}">
                <a16:creationId xmlns:a16="http://schemas.microsoft.com/office/drawing/2014/main" id="{97996C92-4DE9-4927-99A5-1BEB6DDE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5381625"/>
            <a:ext cx="28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650" b="0">
                <a:solidFill>
                  <a:srgbClr val="1E293B"/>
                </a:solidFill>
              </a:defRPr>
            </a:defPPr>
            <a:lvl1pPr algn="l">
              <a:defRPr sz="1650" b="0">
                <a:solidFill>
                  <a:srgbClr val="1E293B"/>
                </a:solidFill>
              </a:defRPr>
            </a:lvl1pPr>
            <a:lvl2pPr algn="l">
              <a:defRPr sz="1650" b="0">
                <a:solidFill>
                  <a:srgbClr val="1E293B"/>
                </a:solidFill>
              </a:defRPr>
            </a:lvl2pPr>
            <a:lvl3pPr algn="l">
              <a:defRPr sz="1650" b="0">
                <a:solidFill>
                  <a:srgbClr val="1E293B"/>
                </a:solidFill>
              </a:defRPr>
            </a:lvl3pPr>
            <a:lvl4pPr algn="l">
              <a:defRPr sz="1650" b="0">
                <a:solidFill>
                  <a:srgbClr val="1E293B"/>
                </a:solidFill>
              </a:defRPr>
            </a:lvl4pPr>
            <a:lvl5pPr algn="l">
              <a:defRPr sz="1650" b="0">
                <a:solidFill>
                  <a:srgbClr val="1E293B"/>
                </a:solidFill>
              </a:defRPr>
            </a:lvl5pPr>
            <a:lvl6pPr algn="l">
              <a:defRPr sz="1650" b="0">
                <a:solidFill>
                  <a:srgbClr val="1E293B"/>
                </a:solidFill>
              </a:defRPr>
            </a:lvl6pPr>
            <a:lvl7pPr algn="l">
              <a:defRPr sz="1650" b="0">
                <a:solidFill>
                  <a:srgbClr val="1E293B"/>
                </a:solidFill>
              </a:defRPr>
            </a:lvl7pPr>
            <a:lvl8pPr algn="l">
              <a:defRPr sz="1650" b="0">
                <a:solidFill>
                  <a:srgbClr val="1E293B"/>
                </a:solidFill>
              </a:defRPr>
            </a:lvl8pPr>
            <a:lvl9pPr algn="l">
              <a:defRPr sz="16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650" b="0">
                <a:solidFill>
                  <a:srgbClr val="1E293B"/>
                </a:solidFill>
              </a:defRPr>
            </a:pPr>
            <a:r>
              <a:rPr sz="16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B</a:t>
            </a:r>
          </a:p>
        </p:txBody>
      </p:sp>
      <p:sp>
        <p:nvSpPr>
          <p:cNvPr id="39" name="Высота среза: 2">
            <a:extLst xmlns:a="http://schemas.openxmlformats.org/drawingml/2006/main">
              <a:ext uri="{FF2B5EF4-FFF2-40B4-BE49-F238E27FC236}">
                <a16:creationId xmlns:a16="http://schemas.microsoft.com/office/drawing/2014/main" id="{62A2B9D3-7CD9-4CCB-A834-A60936505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38375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0">
                <a:solidFill>
                  <a:srgbClr val="FF2F8A"/>
                </a:solidFill>
              </a:defRPr>
            </a:defPPr>
            <a:lvl1pPr algn="l">
              <a:defRPr sz="1800" b="0">
                <a:solidFill>
                  <a:srgbClr val="FF2F8A"/>
                </a:solidFill>
              </a:defRPr>
            </a:lvl1pPr>
            <a:lvl2pPr algn="l">
              <a:defRPr sz="1800" b="0">
                <a:solidFill>
                  <a:srgbClr val="FF2F8A"/>
                </a:solidFill>
              </a:defRPr>
            </a:lvl2pPr>
            <a:lvl3pPr algn="l">
              <a:defRPr sz="1800" b="0">
                <a:solidFill>
                  <a:srgbClr val="FF2F8A"/>
                </a:solidFill>
              </a:defRPr>
            </a:lvl3pPr>
            <a:lvl4pPr algn="l">
              <a:defRPr sz="1800" b="0">
                <a:solidFill>
                  <a:srgbClr val="FF2F8A"/>
                </a:solidFill>
              </a:defRPr>
            </a:lvl4pPr>
            <a:lvl5pPr algn="l">
              <a:defRPr sz="1800" b="0">
                <a:solidFill>
                  <a:srgbClr val="FF2F8A"/>
                </a:solidFill>
              </a:defRPr>
            </a:lvl5pPr>
            <a:lvl6pPr algn="l">
              <a:defRPr sz="1800" b="0">
                <a:solidFill>
                  <a:srgbClr val="FF2F8A"/>
                </a:solidFill>
              </a:defRPr>
            </a:lvl6pPr>
            <a:lvl7pPr algn="l">
              <a:defRPr sz="1800" b="0">
                <a:solidFill>
                  <a:srgbClr val="FF2F8A"/>
                </a:solidFill>
              </a:defRPr>
            </a:lvl7pPr>
            <a:lvl8pPr algn="l">
              <a:defRPr sz="1800" b="0">
                <a:solidFill>
                  <a:srgbClr val="FF2F8A"/>
                </a:solidFill>
              </a:defRPr>
            </a:lvl8pPr>
            <a:lvl9pPr algn="l">
              <a:defRPr sz="1800" b="0">
                <a:solidFill>
                  <a:srgbClr val="FF2F8A"/>
                </a:solidFill>
              </a:defRPr>
            </a:lvl9pPr>
          </a:lstStyle>
          <a:p xmlns:a="http://schemas.openxmlformats.org/drawingml/2006/main">
            <a:pPr algn="l">
              <a:defRPr sz="1800" b="0">
                <a:solidFill>
                  <a:srgbClr val="FF2F8A"/>
                </a:solidFill>
              </a:defRPr>
            </a:pPr>
            <a:r>
              <a:rPr sz="1800" b="0">
                <a:solidFill>
                  <a:srgbClr val="FF2F8A"/>
                </a:solidFill>
                <a:latin typeface="Play"/>
                <a:ea typeface="Play"/>
                <a:cs typeface="Play"/>
              </a:rPr>
              <a:t>Высота среза: 2</a:t>
            </a:r>
          </a:p>
        </p:txBody>
      </p:sp>
      <p:sp>
        <p:nvSpPr>
          <p:cNvPr id="40" name="Дендрограмма показывает объединения. Выбранный с">
            <a:extLst xmlns:a="http://schemas.openxmlformats.org/drawingml/2006/main">
              <a:ext uri="{FF2B5EF4-FFF2-40B4-BE49-F238E27FC236}">
                <a16:creationId xmlns:a16="http://schemas.microsoft.com/office/drawing/2014/main" id="{91268E92-08F2-45E3-871F-92CAA6A2A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Дендрограмма показывает объединения. Выбранный срез превращает дерево в разбиение.</a:t>
            </a:r>
          </a:p>
        </p:txBody>
      </p:sp>
    </p:spTree>
    <p:extLst>
      <p:ext uri="{BB962C8B-B14F-4D97-AF65-F5344CB8AC3E}">
        <p14:creationId xmlns:p14="http://schemas.microsoft.com/office/powerpoint/2010/main" val="38893238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0" name="Спектральный метод: граф близости">
            <a:extLst xmlns:a="http://schemas.openxmlformats.org/drawingml/2006/main">
              <a:ext uri="{FF2B5EF4-FFF2-40B4-BE49-F238E27FC236}">
                <a16:creationId xmlns:a16="http://schemas.microsoft.com/office/drawing/2014/main" id="{B84209FF-1826-47F0-8A53-B398C16B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Спектральный метод: граф близости</a:t>
            </a:r>
          </a:p>
        </p:txBody>
      </p:sp>
      <p:sp>
        <p:nvSpPr>
          <p:cNvPr id="2" name="6">
            <a:extLst xmlns:a="http://schemas.openxmlformats.org/drawingml/2006/main">
              <a:ext uri="{FF2B5EF4-FFF2-40B4-BE49-F238E27FC236}">
                <a16:creationId xmlns:a16="http://schemas.microsoft.com/office/drawing/2014/main" id="{BDD320F2-8B5C-411D-B3D4-E9BBED4A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6</a:t>
            </a:r>
          </a:p>
        </p:txBody>
      </p:sp>
      <p:sp>
        <p:nvSpPr>
          <p:cNvPr id="3" name="Граф соседства">
            <a:extLst xmlns:a="http://schemas.openxmlformats.org/drawingml/2006/main">
              <a:ext uri="{FF2B5EF4-FFF2-40B4-BE49-F238E27FC236}">
                <a16:creationId xmlns:a16="http://schemas.microsoft.com/office/drawing/2014/main" id="{BCBEA190-34C2-4AD4-B9CF-51D59546D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62125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Граф соседства</a:t>
            </a:r>
          </a:p>
        </p:txBody>
      </p:sp>
      <p:sp>
        <p:nvSpPr>
          <p:cNvPr id="4" name="Группы по связям">
            <a:extLst xmlns:a="http://schemas.openxmlformats.org/drawingml/2006/main">
              <a:ext uri="{FF2B5EF4-FFF2-40B4-BE49-F238E27FC236}">
                <a16:creationId xmlns:a16="http://schemas.microsoft.com/office/drawing/2014/main" id="{72B864E7-F155-4453-AE42-2B484253D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762125"/>
            <a:ext cx="5048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Группы по связям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B3098F-9406-4D1B-831C-0DA1F2BD4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200934" y="4687485"/>
            <a:ext cx="246447" cy="23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5F6E58-3A78-45C8-96A7-B5DCE0539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051823" y="4704347"/>
            <a:ext cx="395558" cy="708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41DB53-AB4E-429A-B4BC-CBC5B3AE7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447381" y="4552539"/>
            <a:ext cx="148607" cy="1588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6CC461B-D59E-457A-BE92-46216FB3D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447381" y="4652767"/>
            <a:ext cx="114417" cy="586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3A5108B-F09A-459B-AA57-4947E50DA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235314" y="4680471"/>
            <a:ext cx="212066" cy="309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A93A34-8727-490D-B947-CDD8B160D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869585" y="4246703"/>
            <a:ext cx="112550" cy="779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A0E307-847A-4158-A43D-7C0E98D53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708283" y="4246703"/>
            <a:ext cx="273853" cy="18382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07E41D2-3B83-4BC7-BCEB-58367EBDA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982136" y="4116516"/>
            <a:ext cx="30567" cy="13018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A92C21-73BC-4476-B085-C728AD945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982136" y="3929788"/>
            <a:ext cx="107407" cy="31691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46AA5B-57BF-466E-8E61-8B21B4A7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905923" y="4163965"/>
            <a:ext cx="76213" cy="827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51C96C-0E7D-4002-A811-0B04F6396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670952" y="3611280"/>
            <a:ext cx="107884" cy="5623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D21A741-7C7C-4DD7-BFEE-AF438D49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776380" y="3779887"/>
            <a:ext cx="2456" cy="39375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935797-0F56-492E-86F0-72724C451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738200" y="3791541"/>
            <a:ext cx="40636" cy="3821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8C65DC1-95A2-46F6-9698-421E875F2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778836" y="3968178"/>
            <a:ext cx="80245" cy="2054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FB430D-C1C9-4701-849D-2DDCA319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778836" y="3961156"/>
            <a:ext cx="38251" cy="2124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F63555-9832-4084-8B48-DB08CB9CB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422346" y="4700882"/>
            <a:ext cx="341126" cy="6546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754E3A-0DDE-4537-9BE9-72024A047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087072" y="4517600"/>
            <a:ext cx="335274" cy="1832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FF44433-BD85-48D1-9260-05CA076B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422346" y="4700882"/>
            <a:ext cx="306026" cy="6082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F521A9-6363-476B-8352-CCEFE852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422346" y="4700882"/>
            <a:ext cx="83069" cy="3097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C73C1A-A2FA-4C2B-8A5D-F50156E8DD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304045" y="4698332"/>
            <a:ext cx="118301" cy="2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E84FBA-4CAE-4EA1-8770-945159340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122468" y="4591216"/>
            <a:ext cx="299879" cy="1096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BB438E-749C-4172-8CC8-BFBA32DE2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670952" y="3611280"/>
            <a:ext cx="105428" cy="16860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A15C26A-069A-4654-993F-AA5999E72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487858" y="3460708"/>
            <a:ext cx="183094" cy="1505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355E67-9502-41C1-95CC-717F4A63E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670952" y="3611280"/>
            <a:ext cx="67248" cy="1802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07D71F-3D26-4826-9A39-170C7CF3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670952" y="3611280"/>
            <a:ext cx="188130" cy="35689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E10F44-1078-47FD-B94D-B9F0D0FD2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670952" y="3611280"/>
            <a:ext cx="146135" cy="3498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461DC1D-4455-40BA-B989-AFB48CE25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537710" y="3384427"/>
            <a:ext cx="133242" cy="22685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2328D4F-31A7-497E-B4BF-5686FAC96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18983" y="3873223"/>
            <a:ext cx="61641" cy="2120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79EAB98-A06D-46BF-AC12-04A7EC5B1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53247" y="3715126"/>
            <a:ext cx="27377" cy="3701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49B567-D5AE-4033-8176-776BC0D2C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455580" y="3582062"/>
            <a:ext cx="125045" cy="5031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503D03-C9A4-40AD-A5EB-CD390AE7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80624" y="4085231"/>
            <a:ext cx="123351" cy="12819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3D2CCCE-A152-4840-96A6-DE3AB2F4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80624" y="4085231"/>
            <a:ext cx="226579" cy="25871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36FE0F8-1B06-49E3-8A0F-17C794F3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60383" y="3875566"/>
            <a:ext cx="20242" cy="2096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996F022-B7D2-4F79-A907-0ED79D33C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80624" y="4085231"/>
            <a:ext cx="150167" cy="1492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D711A2E-ACB7-4FB8-B0AB-7E30DB8F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456079" y="2937035"/>
            <a:ext cx="389784" cy="8911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2137A64-69D5-40EC-87EC-2E832CBFC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62736" y="2937035"/>
            <a:ext cx="93344" cy="839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FC59378-DD2B-45B3-A248-B1ABA35BC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159440" y="2937035"/>
            <a:ext cx="296639" cy="1395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778D9B6-8204-4E3E-B22A-A161F02F2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456079" y="2937035"/>
            <a:ext cx="152463" cy="5434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2A7C015-70A6-403C-8D66-565F86993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229478" y="2937035"/>
            <a:ext cx="226602" cy="4840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5B2585D-95EA-478D-8DDC-2F3CA1D08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456079" y="2937035"/>
            <a:ext cx="296185" cy="8684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9DAA6A1-0FCA-42FA-B66B-33A8B480F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008505" y="3128953"/>
            <a:ext cx="289631" cy="115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C6C566-BCC0-47A1-A1CF-EA469ABF0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845863" y="3026145"/>
            <a:ext cx="162641" cy="1028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D13034F-256F-4311-AD21-1A59BF181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008505" y="3105931"/>
            <a:ext cx="116780" cy="2302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744990E-4BDB-436A-A1C8-6C6A7001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008505" y="3106899"/>
            <a:ext cx="230242" cy="2205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3062F1A-8729-402B-9594-D3E3F1298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752264" y="3023877"/>
            <a:ext cx="256241" cy="1050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096F53D-FF1A-4F05-A312-0F84F206E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87031" y="3511485"/>
            <a:ext cx="206234" cy="2141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8F4C7A0-2DD3-420A-9FF4-BCB6CB783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93541" y="3511485"/>
            <a:ext cx="99725" cy="1208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96E1802-663F-4A1D-A859-7F970CB0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493266" y="3382004"/>
            <a:ext cx="58363" cy="12948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1260C2A-99C1-4037-BB0B-85EF09978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493266" y="3324302"/>
            <a:ext cx="120622" cy="18718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CCD5FE75-03A9-45C0-850C-3E780CB61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493266" y="3223677"/>
            <a:ext cx="182869" cy="28780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6689668-DEEB-4C89-B1FF-AC9B4FEEF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90306" y="3511485"/>
            <a:ext cx="102960" cy="29068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1854B381-3811-4D42-9F7F-06B43E168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012702" y="3797168"/>
            <a:ext cx="65606" cy="3193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77DA590A-593D-4FCB-AE5D-0BFD39D0C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078308" y="3797168"/>
            <a:ext cx="11235" cy="1326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4DE008D3-B47C-4994-BF03-BFFE7DF11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905923" y="3797168"/>
            <a:ext cx="172385" cy="3667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725E5AD-46EF-44CE-AA6C-43F3D3713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058548" y="3699663"/>
            <a:ext cx="19760" cy="975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8E51473D-583A-4368-AAD1-61654F2C3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078308" y="3636496"/>
            <a:ext cx="1127" cy="16067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57BFE697-01DC-43B0-A8F6-CDA54B505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95988" y="4324695"/>
            <a:ext cx="273597" cy="22784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3689E1E-6149-4EE4-A001-E318C3A61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708283" y="4324695"/>
            <a:ext cx="161302" cy="10583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95D5AD6-456B-42A1-8372-97FB46DF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869585" y="4116516"/>
            <a:ext cx="143117" cy="20817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EDD5D6DF-EC62-4F05-B084-632436D0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869585" y="4163965"/>
            <a:ext cx="36338" cy="16073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B114268-EF2E-436C-9C35-8E7074AD5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298135" y="3244453"/>
            <a:ext cx="136102" cy="47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A7CE38F-0B57-4348-8ECE-454F52A7C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298135" y="3244453"/>
            <a:ext cx="189722" cy="2162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F5274FC6-63A9-40DD-A648-5899C2969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125285" y="3105931"/>
            <a:ext cx="172850" cy="13852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3DD882DD-E141-4C11-9C74-19B97C6C7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238747" y="3106899"/>
            <a:ext cx="59389" cy="13755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7226FC7-64D2-4A98-BF75-9272F3BDE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298135" y="3244453"/>
            <a:ext cx="239575" cy="1399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8BF687B-294B-4C73-9440-3B04A855E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960919" y="4411082"/>
            <a:ext cx="126153" cy="10651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602CBA6D-DC83-4421-A54D-372153BF4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703975" y="4213427"/>
            <a:ext cx="256944" cy="19765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D3586AB-4B00-4F82-AE34-59D92EABA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807203" y="4343949"/>
            <a:ext cx="153716" cy="671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24051DA-0162-470D-A31B-3328A7112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960919" y="4411082"/>
            <a:ext cx="161549" cy="18013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9ADF22D-1488-48EA-8793-75629840F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730791" y="4234479"/>
            <a:ext cx="230127" cy="17660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5CC0327C-EFF3-4694-83F9-200A11905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608542" y="2991376"/>
            <a:ext cx="237321" cy="347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077D6663-1B4C-4554-9C17-AF6A6CA66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845863" y="3026145"/>
            <a:ext cx="279422" cy="7978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CE0F1F0C-E9B1-4B80-BD58-0DBFE18B1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845863" y="3026145"/>
            <a:ext cx="392883" cy="8075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A9626FC-3733-4D4A-8E52-A973E3B81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752264" y="3023877"/>
            <a:ext cx="93599" cy="226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8FF092B-DE6B-485D-9E36-A0851B1AD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518983" y="3715126"/>
            <a:ext cx="34264" cy="1580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BA960A3-CCA2-4637-A689-5EFE621B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455580" y="3582062"/>
            <a:ext cx="63404" cy="2911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3BE04B43-40AC-4707-8A58-AD1E7195C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18983" y="3873223"/>
            <a:ext cx="184992" cy="34020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1461E91-8FE7-4C44-8F61-ADDE0D3EE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18983" y="3873223"/>
            <a:ext cx="41399" cy="23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2A2242C-9A6C-4735-BEE5-F5F7D152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051823" y="4687485"/>
            <a:ext cx="149111" cy="168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3F63C3F6-F5DE-4A6B-A18A-6A0ED8BBF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968422" y="4687485"/>
            <a:ext cx="232512" cy="15285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316F6E3B-CD00-420C-AC97-82E77D3FB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00934" y="4652767"/>
            <a:ext cx="360864" cy="3471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A325C2BB-0FFE-4F40-8F14-4FD5DC1A3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00934" y="4680471"/>
            <a:ext cx="34380" cy="701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C3E951CE-B42B-491A-A516-9A9297941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738200" y="3779887"/>
            <a:ext cx="38180" cy="1165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F0C0CA9F-77BF-46FC-9A17-9A6DDE16F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776380" y="3779887"/>
            <a:ext cx="82702" cy="18829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7BA3A16-C6A5-42CA-942D-FC9E21ECD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776380" y="3779887"/>
            <a:ext cx="40707" cy="18126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B0AAD35-B3F3-4254-9364-1AAD48494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159440" y="3020964"/>
            <a:ext cx="203296" cy="556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AAD7140F-02EC-41BE-ADFD-31CAA7F96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362736" y="2991376"/>
            <a:ext cx="245807" cy="2958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B0220F77-1F25-41DA-B7FB-298B2EF4A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362736" y="3020964"/>
            <a:ext cx="92844" cy="56109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FBF6407-BDA5-4C38-B7D9-5F13FEA79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229478" y="2985444"/>
            <a:ext cx="133258" cy="355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28BD6E8-82F9-4AF8-9063-30F5C5F5F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95377" y="3020964"/>
            <a:ext cx="367359" cy="6934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D1EF2881-261C-47CB-A319-7728F922A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763472" y="4704347"/>
            <a:ext cx="288351" cy="6199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8B8404C-8D04-44D5-B7C5-12AFAE88A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728372" y="4704347"/>
            <a:ext cx="323451" cy="5735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4D7FE10D-A78E-4F7F-896C-8CF67CAD6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968422" y="4704347"/>
            <a:ext cx="83401" cy="1359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7E32678A-CCFC-4988-8589-E53F9B001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051823" y="4680471"/>
            <a:ext cx="183492" cy="2387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4FCCE841-A588-413F-B81C-77E2D5379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434237" y="3244931"/>
            <a:ext cx="53621" cy="21577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E04413E6-5305-43A3-9730-462E91755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125285" y="3105931"/>
            <a:ext cx="308952" cy="13899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71B51B1F-C755-4EBF-BFAA-A7509AC82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238747" y="3106899"/>
            <a:ext cx="195490" cy="1380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CBFC12DA-742B-4F2A-AF38-7BAEA44C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434237" y="3244931"/>
            <a:ext cx="103473" cy="1394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522627E-28EE-4C5A-8E30-0795310F3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487858" y="3460708"/>
            <a:ext cx="250342" cy="33083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09FBA239-ECA2-4BE6-A38A-DDF3163F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87858" y="3384427"/>
            <a:ext cx="49853" cy="7628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AC6A203B-AF4A-4750-8B4C-DA2F97252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455580" y="3582062"/>
            <a:ext cx="97668" cy="1330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B5F22223-CE1D-484E-8D45-74E2EA9B0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53247" y="3715126"/>
            <a:ext cx="150728" cy="49830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89C0854-9E9A-4412-92A2-59FEBD6B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53247" y="3715126"/>
            <a:ext cx="7135" cy="16044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70C6709A-02EC-420F-8997-16C690B12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738200" y="3791541"/>
            <a:ext cx="120882" cy="17663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03B88CD2-6BF0-416A-BAB3-53271554C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738200" y="3791541"/>
            <a:ext cx="78887" cy="16961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4B1DCA78-CF51-4210-BBA6-BACF84028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728372" y="4761706"/>
            <a:ext cx="35100" cy="46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5CC90241-4B91-4862-9CCD-4F80815CD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505415" y="4731855"/>
            <a:ext cx="258057" cy="344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880585F9-7CA1-4EC9-AE7C-8CF8A718F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763472" y="4766345"/>
            <a:ext cx="204950" cy="7399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AD686498-68D6-4767-9340-D6B81D29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811919" y="3076587"/>
            <a:ext cx="347521" cy="109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6C26ADE9-D038-4B67-8272-3FB619302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2159440" y="2985444"/>
            <a:ext cx="70038" cy="9114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9C41D592-5061-4490-8F75-5FB0E8030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95377" y="3076587"/>
            <a:ext cx="164063" cy="1371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619B1008-24F0-418B-B84E-0CD71745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95988" y="4430529"/>
            <a:ext cx="112295" cy="12201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E550EB8B-C4DD-4111-AE2B-5C7EAD9E4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61798" y="4552539"/>
            <a:ext cx="34190" cy="1002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C01DF6EC-6F37-477A-B4E6-53F52F53F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35314" y="4552539"/>
            <a:ext cx="360674" cy="1279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99D8EBD-7FE7-4F58-A65C-9B198BB35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087072" y="4517600"/>
            <a:ext cx="216974" cy="1807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11C96AB-2495-40DA-A00A-BB02BCE5B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807203" y="4343949"/>
            <a:ext cx="279869" cy="1736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89487C0-1621-44A4-87CF-6782F9979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087072" y="4517600"/>
            <a:ext cx="35396" cy="7361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34B806AB-DB5F-45B5-8EC0-C79BF51B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708283" y="4163965"/>
            <a:ext cx="197640" cy="26656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82A05D56-B0F3-495A-840F-C567AB268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561798" y="4430529"/>
            <a:ext cx="146484" cy="22223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3B65B236-4F52-490A-A893-A07DAAE28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20983" y="4074112"/>
            <a:ext cx="29610" cy="670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79E67CFE-428E-4A70-8026-392600C0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50592" y="3725623"/>
            <a:ext cx="36439" cy="41555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621103D-0A05-499E-BB66-F2917E600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50592" y="3632364"/>
            <a:ext cx="142948" cy="50881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3D983D6D-76C2-4D72-ADB3-05240042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50592" y="3908342"/>
            <a:ext cx="73990" cy="23283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0A058382-2A3C-45E1-A622-DAE5BC825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50592" y="3802171"/>
            <a:ext cx="139713" cy="33900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C4B6603-68F9-4A67-9F67-05C078418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20983" y="3725623"/>
            <a:ext cx="66049" cy="34848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1575BF83-FED3-43C5-92FD-DEC00616B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20983" y="3632364"/>
            <a:ext cx="172558" cy="4417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9FDD4657-F294-4E3D-A689-669C08DDC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20983" y="3908342"/>
            <a:ext cx="103600" cy="16577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DA801648-4817-4DF5-AF52-8EEC39FF9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20983" y="3802171"/>
            <a:ext cx="169323" cy="27194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4822F2DC-D042-4637-A6E9-F6BBC47C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012702" y="3929788"/>
            <a:ext cx="76840" cy="18672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2CAF2081-6ADF-4447-80AB-0F1501CB7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905923" y="4116516"/>
            <a:ext cx="106780" cy="4744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B2144F92-20E8-43C6-AB27-8867B52C5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012702" y="3699663"/>
            <a:ext cx="45845" cy="41685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1D14B3E9-C4D3-413E-B787-1B60C0A43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012702" y="3636496"/>
            <a:ext cx="66732" cy="48002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A9BBD95B-6E63-489C-898C-B71BDBA4C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905923" y="3929788"/>
            <a:ext cx="183620" cy="23417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E36C52A8-30FA-47BE-94B2-0B01A0855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058548" y="3699663"/>
            <a:ext cx="30995" cy="230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6FE4DAFC-4517-4FFC-943F-0F91F4E33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079435" y="3636496"/>
            <a:ext cx="10108" cy="2932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6460193C-C532-49DC-905F-32F7B273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229478" y="2985444"/>
            <a:ext cx="379065" cy="593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5E303D58-8991-4A8A-9068-376AC2274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608542" y="2991376"/>
            <a:ext cx="143722" cy="3250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77F0FEDB-67FB-459C-AA13-73D16B031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287031" y="3632364"/>
            <a:ext cx="106509" cy="9325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E4CA4557-93F8-4780-AB1D-FB2366B89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87031" y="3725623"/>
            <a:ext cx="37551" cy="18271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3274A516-03C1-43E2-AB8E-9BF58C8FC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87031" y="3725623"/>
            <a:ext cx="103274" cy="7654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72749712-3CD6-466F-860A-CC9C2E381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93541" y="3382004"/>
            <a:ext cx="158088" cy="2503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241ECC7B-104E-4329-B9C8-0A9003768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24583" y="3632364"/>
            <a:ext cx="68958" cy="275978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3B237DC-0615-4DDA-9B30-9FBDD505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93541" y="3324302"/>
            <a:ext cx="220347" cy="30806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49C344C-2DA1-4F1A-9CFA-0B7BE4410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90306" y="3632364"/>
            <a:ext cx="3235" cy="16980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4164E1B1-D63D-4798-8CFD-26C75A149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551629" y="3185712"/>
            <a:ext cx="260290" cy="19629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A255ACCB-DAF6-403F-8111-89FAA669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551629" y="3324302"/>
            <a:ext cx="62259" cy="5770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95396E7D-B2A3-4820-9C4C-40A84CE92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551629" y="3223677"/>
            <a:ext cx="124506" cy="15832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6FEAD86E-57FE-430C-B6E0-989DF65BF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505415" y="4731855"/>
            <a:ext cx="222957" cy="2985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9C3F279-9984-4211-BA20-81DED8873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304045" y="4698332"/>
            <a:ext cx="424327" cy="63374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CD6B7ED2-832E-4FD4-9214-AF447D1D8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728372" y="4761706"/>
            <a:ext cx="240050" cy="7863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447741E2-EB87-4609-814F-E30D52BC3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125285" y="3105931"/>
            <a:ext cx="113462" cy="967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F2801FE3-F6C0-465F-A1C2-8B817C59A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752264" y="3023877"/>
            <a:ext cx="373021" cy="8205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3407A04E-EC76-41DF-801A-AB02A22D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455580" y="3582062"/>
            <a:ext cx="104803" cy="29350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7DDA8448-5D11-4724-9AD0-2812607E4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905923" y="3699663"/>
            <a:ext cx="152625" cy="46430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76D3941C-107B-46DA-A57E-B7EE7342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905923" y="3636496"/>
            <a:ext cx="173512" cy="52746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0F37773F-4FA9-4DA9-BD77-4DC99A05E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304045" y="4698332"/>
            <a:ext cx="201370" cy="33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960EC074-43EB-413F-A26D-E77799FD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122468" y="4591216"/>
            <a:ext cx="382947" cy="14063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1A585CB7-037E-459E-924E-6D9DB0498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703975" y="4213427"/>
            <a:ext cx="103228" cy="1305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D542551E-5FD4-4F12-B449-ECE520684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60383" y="3875566"/>
            <a:ext cx="143593" cy="3378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4210AB9A-4BAF-41D1-B871-5179071B5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703975" y="4213427"/>
            <a:ext cx="26816" cy="2105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D8160132-8D79-4DB1-9753-FE48FE656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324583" y="3802171"/>
            <a:ext cx="65723" cy="10617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E4F465EE-E254-4783-970D-423346AB9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122468" y="4591216"/>
            <a:ext cx="181578" cy="10711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71CF97EB-5AB8-45F2-9B6D-F49C479E6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968422" y="4680471"/>
            <a:ext cx="266892" cy="15987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E9938F5B-A566-406C-A28C-9B2280A1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817087" y="3961156"/>
            <a:ext cx="41994" cy="702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89C8228D-B302-4CBC-A2C5-905E941F3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613888" y="3185712"/>
            <a:ext cx="198031" cy="13859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8B9839E2-C428-4D2F-89E9-F01C50FC3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676135" y="3185712"/>
            <a:ext cx="135785" cy="3796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99D89002-31A0-4AB2-A9EC-A63D33A52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811919" y="3090306"/>
            <a:ext cx="183457" cy="9540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C676D1B2-D73A-409D-BB40-3B6EEF0D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5058548" y="3636496"/>
            <a:ext cx="20887" cy="63166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DF77FB43-0B85-4CFE-B39A-4FCC42954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730791" y="4234479"/>
            <a:ext cx="76411" cy="10947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A9FB981C-B873-402E-8AC6-804ACDBC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60383" y="3875566"/>
            <a:ext cx="170409" cy="35891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B9B8E1AC-4696-40BD-9D4F-E769326F9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613888" y="3223677"/>
            <a:ext cx="62247" cy="100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F7121D19-D845-4F4E-A683-B6941C22B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4235314" y="4652767"/>
            <a:ext cx="326484" cy="27703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1DA404F8-7FDC-4C5D-ADF7-591EE395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238747" y="3106899"/>
            <a:ext cx="298964" cy="277529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26F87C93-8666-4F28-9F96-BEFE1BAEE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676135" y="3090306"/>
            <a:ext cx="319242" cy="133371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25323577-5CBF-43ED-9D39-A13A0965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1995377" y="2985444"/>
            <a:ext cx="234101" cy="104862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FE8"/>
            </a:solidFill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FC66FA55-0722-4315-BE89-D7FB51EB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4518" y="46685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C37355BA-E77D-45DF-8230-CD8690EEC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9273" y="420384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E4C04968-A9CE-44D3-A001-84FF6830A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5974" y="413078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13043756-E2A7-42C9-8FAE-3C0910492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9484" y="465801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6B913675-00A1-484F-AB60-E666F30C6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8090" y="356841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96D710F3-291C-431A-8574-2F73DE2EC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7762" y="404236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73E51AE5-A7C7-44E0-A754-9A92E9BD4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217" y="289417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969AA4B9-7E31-44D8-BA28-C40EF212D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5642" y="308609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CE9EB8A2-E18F-49F3-833C-5B5D4FD0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0403" y="346862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58BFE9B1-5F3F-4752-8C02-CF396834E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5445" y="375430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CA838B57-08AB-4AAD-B86F-EAB49B2AB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6723" y="428183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6BFAD393-25A4-4D9E-8806-33384B2C5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5273" y="320159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CCB09312-935A-4756-B718-50C482C74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8056" y="436821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B14402FD-7E1A-49FA-B42B-A7F1874C5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3001" y="298328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763A5F25-97B0-49CF-9E8C-8AB0F6CE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121" y="383036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C3455531-061A-4215-BCC1-9CCFE5948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8071" y="464462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AB5025F2-B38C-4A24-BEF7-EA9478373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518" y="3737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7AF660DE-79E0-480E-B153-0792E835E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19873" y="29781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8988875A-72BF-4F2F-83DD-0DBC5572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8960" y="466148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A2397AD4-A4E8-44F8-842E-054BA86B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1375" y="320206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4745C1C7-83AD-49BE-9AB2-119E89698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4995" y="341784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D47279A5-2A3F-41D7-9DA0-FE6C4CE9D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0385" y="367226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9C7FA108-3F1F-482B-9AB2-C03862508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338" y="374867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BBA4F6B2-3531-4AB3-969A-77B1EBE9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0609" y="472348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D7470193-9BF6-4B67-84FE-5E64D338C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6578" y="303372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E06F8086-7B60-4D6A-B120-C78344529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3125" y="450967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61E1376D-E330-4DFF-BC56-E497C35C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4209" y="44747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EA431E30-C23A-4C57-BD9C-9C0F8A99F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420" y="438766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1E138CC8-B95A-4039-8E8C-E4F12192F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7730" y="409831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11F45854-E01B-45DE-AEFE-81F73778A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8120" y="40312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DE974CC6-B6AC-43A9-B24A-535CDCB4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9840" y="407365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1449BAA9-F0E5-44E9-8622-4240C1899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6680" y="3886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209DD3ED-7AB0-496E-A440-77F591176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680" y="2948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4BBA8AD8-EFB8-4FBE-BEFD-90F82546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4169" y="368276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FCCB5C6E-1F10-47C5-9AC6-E2CD40D97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0678" y="358950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F293729E-2720-452B-ADA3-2776E9D3E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8767" y="333914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DD6A751F-A6F0-40BF-B3E7-BBD403316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5510" y="471884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7CCB5D51-4037-44C8-9748-1303EC997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2423" y="306306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37DD2459-05AC-424A-BFCA-B55C88C0D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2717" y="353919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2C73551A-2A52-40C5-91D2-259BD92DF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060" y="41211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A21D1922-D18C-4A84-9B57-A9AAE159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553" y="468899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7D798D4F-EB69-4176-9EFD-129DD8B4A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1113" y="417056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AAA36AF3-6158-41FE-9B57-CEBE063C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1720" y="386548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B9CF5E34-A417-4965-9229-02F6E745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1183" y="465547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B8C3D5C5-6D28-406A-ABA5-4119C61E2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5559" y="479748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AE49BED8-A030-411A-A6B7-73B6F8463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6219" y="392531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549FCFBC-B16C-455C-8C20-9ACC80295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057" y="314284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696F2805-F023-464E-A42A-FEBB20521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4225" y="391829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039B94AF-3FAD-4BBC-AB26-D59B6201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5685" y="36568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331D68B5-4894-41CB-95B3-3360A4CF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4340" y="430108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7FD53EAD-F26B-4607-A355-6097D15B8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7520" y="383270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99528523-433F-49A9-B4DF-715807C71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025" y="328144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529F7F0A-339F-44EA-AFA0-0AAFAC3DF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8936" y="460990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71E69FE3-318F-479D-B497-CE5050B7B0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884" y="306403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E791FC21-F9FE-42BA-8A51-FAD2BE0CC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3272" y="318081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EDA142D6-5451-481E-8343-F0369F035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86615" y="294258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43291368-D68D-4DDC-99A2-509228603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36572" y="359363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DA6CD674-D059-47CF-8A89-FF745D0F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514" y="304744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AD7A51FF-CA14-44EF-B62B-6547CD15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4848" y="334156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E11B6D44-B211-48C1-8541-7A62A3EE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9605" y="454835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08EDA173-F1EB-4F3E-9ACF-54375B712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9402" y="298101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9BED120F-A3F9-4272-B63F-398C03146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7443" y="375930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C6930848-2602-4E81-A750-9040426EE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2452" y="463760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E4385496-E14F-4136-B864-E43771982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7929" y="419161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7C077104-792A-4170-9F18-86B33776A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4768" y="46685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D7877C46-4C45-479A-ADA6-98DB558CC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9523" y="420384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1F11F25A-F7D4-4357-950E-20CCF78DD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6224" y="413078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2B45FF6C-6CC0-4F75-B46D-9EAE5DFD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34" y="465801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8EAA94E8-0944-473E-94CE-107D52352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8340" y="356841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C5FBB224-0301-4725-B717-9FBC72795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012" y="404236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B1A3BD10-0863-4309-9290-263BB3957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467" y="289417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A527B3B6-6A8F-4A34-B02E-EF1CBF53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5892" y="308609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00432EB6-69DA-445F-ACD2-CD05639AA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0653" y="346862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">
            <a:extLst xmlns:a="http://schemas.openxmlformats.org/drawingml/2006/main">
              <a:ext uri="{FF2B5EF4-FFF2-40B4-BE49-F238E27FC236}">
                <a16:creationId xmlns:a16="http://schemas.microsoft.com/office/drawing/2014/main" id="{25420458-F5B5-4996-B503-62997720B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5695" y="375430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4" name="">
            <a:extLst xmlns:a="http://schemas.openxmlformats.org/drawingml/2006/main">
              <a:ext uri="{FF2B5EF4-FFF2-40B4-BE49-F238E27FC236}">
                <a16:creationId xmlns:a16="http://schemas.microsoft.com/office/drawing/2014/main" id="{75EA53EE-3846-4CAE-911F-0625FB857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6973" y="428183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504A26F4-F0DD-4445-856A-4A17CED74D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5523" y="320159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1398DBFF-EDBE-4FEB-805C-AFE52349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8306" y="436821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CDD24A59-4248-4086-89DD-3EC561766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13251" y="298328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8" name="">
            <a:extLst xmlns:a="http://schemas.openxmlformats.org/drawingml/2006/main">
              <a:ext uri="{FF2B5EF4-FFF2-40B4-BE49-F238E27FC236}">
                <a16:creationId xmlns:a16="http://schemas.microsoft.com/office/drawing/2014/main" id="{3183E89E-5EC5-4367-B34D-45A2922D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371" y="383036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3515229E-C6C5-4E96-929D-EE5B7A3F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8321" y="464462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0" name="">
            <a:extLst xmlns:a="http://schemas.openxmlformats.org/drawingml/2006/main">
              <a:ext uri="{FF2B5EF4-FFF2-40B4-BE49-F238E27FC236}">
                <a16:creationId xmlns:a16="http://schemas.microsoft.com/office/drawing/2014/main" id="{0728D453-9222-4197-A3CC-09364F377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3768" y="3737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48159576-8050-496C-A735-1671E4576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0123" y="29781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2" name="">
            <a:extLst xmlns:a="http://schemas.openxmlformats.org/drawingml/2006/main">
              <a:ext uri="{FF2B5EF4-FFF2-40B4-BE49-F238E27FC236}">
                <a16:creationId xmlns:a16="http://schemas.microsoft.com/office/drawing/2014/main" id="{842AFD09-0073-419E-BE89-AED8051EF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9210" y="466148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21D203BB-6A17-46FD-AABB-772A755B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625" y="320206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4" name="">
            <a:extLst xmlns:a="http://schemas.openxmlformats.org/drawingml/2006/main">
              <a:ext uri="{FF2B5EF4-FFF2-40B4-BE49-F238E27FC236}">
                <a16:creationId xmlns:a16="http://schemas.microsoft.com/office/drawing/2014/main" id="{B39357AF-EB55-4B8A-AF12-7DDEDE315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5245" y="341784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2201CE72-1AC9-43E3-9B8D-2035B49C2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635" y="367226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6" name="">
            <a:extLst xmlns:a="http://schemas.openxmlformats.org/drawingml/2006/main">
              <a:ext uri="{FF2B5EF4-FFF2-40B4-BE49-F238E27FC236}">
                <a16:creationId xmlns:a16="http://schemas.microsoft.com/office/drawing/2014/main" id="{5AE2B084-29F9-44B5-89B0-597E224C8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588" y="374867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2EEE7D88-3984-40E4-B7E4-2D49AD8D8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0859" y="472348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8" name="">
            <a:extLst xmlns:a="http://schemas.openxmlformats.org/drawingml/2006/main">
              <a:ext uri="{FF2B5EF4-FFF2-40B4-BE49-F238E27FC236}">
                <a16:creationId xmlns:a16="http://schemas.microsoft.com/office/drawing/2014/main" id="{51DE5229-F877-4B4E-A7D7-062F01D78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6828" y="303372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9FC4DBC9-B5F5-47E1-B135-207FD4822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375" y="450967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0" name="">
            <a:extLst xmlns:a="http://schemas.openxmlformats.org/drawingml/2006/main">
              <a:ext uri="{FF2B5EF4-FFF2-40B4-BE49-F238E27FC236}">
                <a16:creationId xmlns:a16="http://schemas.microsoft.com/office/drawing/2014/main" id="{768D55D3-B2A8-43A1-BDB0-29378EDFF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4459" y="447473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57D336ED-88AF-4FD1-B17C-0183957B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5670" y="438766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2" name="">
            <a:extLst xmlns:a="http://schemas.openxmlformats.org/drawingml/2006/main">
              <a:ext uri="{FF2B5EF4-FFF2-40B4-BE49-F238E27FC236}">
                <a16:creationId xmlns:a16="http://schemas.microsoft.com/office/drawing/2014/main" id="{DC70BAED-8725-416C-BC1A-FA959CB5F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7980" y="409831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F3A088AB-ED55-4B7A-9470-32E9B743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8370" y="403125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4" name="">
            <a:extLst xmlns:a="http://schemas.openxmlformats.org/drawingml/2006/main">
              <a:ext uri="{FF2B5EF4-FFF2-40B4-BE49-F238E27FC236}">
                <a16:creationId xmlns:a16="http://schemas.microsoft.com/office/drawing/2014/main" id="{E7BAF6F3-3223-4878-B912-85B0D66AA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0090" y="407365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B32D6CEC-F041-451D-8F3E-AE287D114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6930" y="38869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6" name="">
            <a:extLst xmlns:a="http://schemas.openxmlformats.org/drawingml/2006/main">
              <a:ext uri="{FF2B5EF4-FFF2-40B4-BE49-F238E27FC236}">
                <a16:creationId xmlns:a16="http://schemas.microsoft.com/office/drawing/2014/main" id="{0DB46E45-DBF3-4C59-9BD1-6B09CFB54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75930" y="2948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4A74BB89-757B-471C-BB89-61032288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4419" y="368276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C5FB5C25-845C-4974-8AB9-988B9AB4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0928" y="358950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5199D337-A569-43E1-9065-64305433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9017" y="333914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438D4365-9E1C-4B58-BA38-E71B8338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5760" y="471884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454075A1-2D36-4C3C-95B2-3382BD7B3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2673" y="306306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06171D26-4901-4992-9C98-83691C46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2967" y="353919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66E9DF3E-B570-44E4-9259-2BA9648B7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3310" y="41211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6BC41811-8033-486B-AA1B-A0C2CBE63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2803" y="468899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B5125105-6562-4ADC-90BD-6BF3A2BE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1363" y="417056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616652C1-8E5F-4C81-9210-756CF1684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1970" y="386548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6E551251-D4B7-43CA-B1A1-B35F58AF5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1433" y="465547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9E13A77E-6D7F-4E48-9F51-6745BDFD8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5809" y="479748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0CB407B1-8BEC-4778-97E1-832BCECB6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6469" y="392531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466E4B53-DDF6-484D-95D5-A6DDB2389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307" y="314284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64242DA3-044B-4809-97C4-A7A6654B2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4475" y="391829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4A2EA6D8-5881-4C00-8B85-C14F038ED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5935" y="365680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D350B77E-D031-4BC7-9F30-AC101BE0C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4590" y="430108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27D4F1EB-FD35-47F3-8FF7-43574326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7770" y="383270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A1AECCCF-4325-4F13-88EA-7ED5CB39D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1275" y="328144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1410366E-EDC5-48D7-B86E-4E80792F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9186" y="460990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269992BE-460C-4659-A31B-DAADBF731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6134" y="306403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A5401DD7-D9B4-4ECE-98F7-B7B50D765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3522" y="318081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16D64AB5-9F80-4F6F-AA75-2E91D0346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6865" y="294258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F946BE75-D452-4FD9-ACEE-7ABB1E290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46822" y="359363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B5BBF8E2-4AFA-4FF1-A594-D37709E45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764" y="304744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E5F54CFA-6C31-4B26-BBA7-2EE6D40B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098" y="334156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45F83726-5B76-489C-A3F9-88FBFFB8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9855" y="454835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3AAB7B7C-4795-49F9-A2B9-9B5EC5685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9652" y="298101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1A72C83D-4BAC-42FD-BE6E-A3453FA1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7693" y="375930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734DC96B-E44F-4DE4-9AF7-7CF929673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2702" y="463760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CDFF9668-51E3-40EE-B8EB-FE82E8120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8179" y="419161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Линия означает выбранную связь соседства, а не п">
            <a:extLst xmlns:a="http://schemas.openxmlformats.org/drawingml/2006/main">
              <a:ext uri="{FF2B5EF4-FFF2-40B4-BE49-F238E27FC236}">
                <a16:creationId xmlns:a16="http://schemas.microsoft.com/office/drawing/2014/main" id="{0E926CAF-C66C-44BA-9DFD-5D3C7878E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76875"/>
            <a:ext cx="10572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1E293B"/>
                </a:solidFill>
              </a:defRPr>
            </a:defPPr>
            <a:lvl1pPr algn="l">
              <a:defRPr sz="1950" b="0">
                <a:solidFill>
                  <a:srgbClr val="1E293B"/>
                </a:solidFill>
              </a:defRPr>
            </a:lvl1pPr>
            <a:lvl2pPr algn="l">
              <a:defRPr sz="1950" b="0">
                <a:solidFill>
                  <a:srgbClr val="1E293B"/>
                </a:solidFill>
              </a:defRPr>
            </a:lvl2pPr>
            <a:lvl3pPr algn="l">
              <a:defRPr sz="1950" b="0">
                <a:solidFill>
                  <a:srgbClr val="1E293B"/>
                </a:solidFill>
              </a:defRPr>
            </a:lvl3pPr>
            <a:lvl4pPr algn="l">
              <a:defRPr sz="1950" b="0">
                <a:solidFill>
                  <a:srgbClr val="1E293B"/>
                </a:solidFill>
              </a:defRPr>
            </a:lvl4pPr>
            <a:lvl5pPr algn="l">
              <a:defRPr sz="1950" b="0">
                <a:solidFill>
                  <a:srgbClr val="1E293B"/>
                </a:solidFill>
              </a:defRPr>
            </a:lvl5pPr>
            <a:lvl6pPr algn="l">
              <a:defRPr sz="1950" b="0">
                <a:solidFill>
                  <a:srgbClr val="1E293B"/>
                </a:solidFill>
              </a:defRPr>
            </a:lvl6pPr>
            <a:lvl7pPr algn="l">
              <a:defRPr sz="1950" b="0">
                <a:solidFill>
                  <a:srgbClr val="1E293B"/>
                </a:solidFill>
              </a:defRPr>
            </a:lvl7pPr>
            <a:lvl8pPr algn="l">
              <a:defRPr sz="1950" b="0">
                <a:solidFill>
                  <a:srgbClr val="1E293B"/>
                </a:solidFill>
              </a:defRPr>
            </a:lvl8pPr>
            <a:lvl9pPr algn="l">
              <a:defRPr sz="19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93B"/>
                </a:solidFill>
              </a:defRPr>
            </a:pPr>
            <a:r>
              <a:rPr sz="19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Линия означает выбранную связь соседства, а не причинность.</a:t>
            </a:r>
          </a:p>
        </p:txBody>
      </p:sp>
      <p:sp>
        <p:nvSpPr>
          <p:cNvPr id="309" name="В основе метода — граф сходства; его устройство ">
            <a:extLst xmlns:a="http://schemas.openxmlformats.org/drawingml/2006/main">
              <a:ext uri="{FF2B5EF4-FFF2-40B4-BE49-F238E27FC236}">
                <a16:creationId xmlns:a16="http://schemas.microsoft.com/office/drawing/2014/main" id="{CA368398-0AFE-4153-ADC9-23375417B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В основе метода — граф сходства; его устройство является частью модели.</a:t>
            </a:r>
          </a:p>
        </p:txBody>
      </p:sp>
    </p:spTree>
    <p:extLst>
      <p:ext uri="{BB962C8B-B14F-4D97-AF65-F5344CB8AC3E}">
        <p14:creationId xmlns:p14="http://schemas.microsoft.com/office/powerpoint/2010/main" val="210673176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6" name="Плотность: DBSCAN и HDBSCAN">
            <a:extLst xmlns:a="http://schemas.openxmlformats.org/drawingml/2006/main">
              <a:ext uri="{FF2B5EF4-FFF2-40B4-BE49-F238E27FC236}">
                <a16:creationId xmlns:a16="http://schemas.microsoft.com/office/drawing/2014/main" id="{C40FA283-ED89-4CB3-B749-3F5D9160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Плотность: DBSCAN и HDBSCAN</a:t>
            </a:r>
          </a:p>
        </p:txBody>
      </p:sp>
      <p:sp>
        <p:nvSpPr>
          <p:cNvPr id="2" name="7">
            <a:extLst xmlns:a="http://schemas.openxmlformats.org/drawingml/2006/main">
              <a:ext uri="{FF2B5EF4-FFF2-40B4-BE49-F238E27FC236}">
                <a16:creationId xmlns:a16="http://schemas.microsoft.com/office/drawing/2014/main" id="{FF2E98C9-71B7-421D-A4AA-07CD5BE2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7</a:t>
            </a:r>
          </a:p>
        </p:txBody>
      </p:sp>
      <p:sp>
        <p:nvSpPr>
          <p:cNvPr id="3" name="DBSCAN">
            <a:extLst xmlns:a="http://schemas.openxmlformats.org/drawingml/2006/main">
              <a:ext uri="{FF2B5EF4-FFF2-40B4-BE49-F238E27FC236}">
                <a16:creationId xmlns:a16="http://schemas.microsoft.com/office/drawing/2014/main" id="{6723849A-097B-42B4-88A5-D4E1CE8BC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1762125"/>
            <a:ext cx="5000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DBSCAN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34C942-F49E-43F6-BBBF-15C6476DB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00125" y="4810125"/>
            <a:ext cx="4619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37C289-573D-4C23-A929-5893230D0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00125" y="2571750"/>
            <a:ext cx="95" cy="2238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5CBC1D-FE1E-4BAA-9DCA-2ED06A20C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44488" y="481012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7" name="-3">
            <a:extLst xmlns:a="http://schemas.openxmlformats.org/drawingml/2006/main">
              <a:ext uri="{FF2B5EF4-FFF2-40B4-BE49-F238E27FC236}">
                <a16:creationId xmlns:a16="http://schemas.microsoft.com/office/drawing/2014/main" id="{76908915-CB65-4361-A79F-9511C6CDF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988" y="492442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9841D2-DEBE-44F2-B685-5548DFC2E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588121" y="481012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9" name="-1">
            <a:extLst xmlns:a="http://schemas.openxmlformats.org/drawingml/2006/main">
              <a:ext uri="{FF2B5EF4-FFF2-40B4-BE49-F238E27FC236}">
                <a16:creationId xmlns:a16="http://schemas.microsoft.com/office/drawing/2014/main" id="{74D7D7CB-76FB-4A96-A697-68EA9A85F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7621" y="492442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7607C-BEAC-409E-ADBA-91C1E9A6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031754" y="481012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1" name="1">
            <a:extLst xmlns:a="http://schemas.openxmlformats.org/drawingml/2006/main">
              <a:ext uri="{FF2B5EF4-FFF2-40B4-BE49-F238E27FC236}">
                <a16:creationId xmlns:a16="http://schemas.microsoft.com/office/drawing/2014/main" id="{796D0339-1048-4611-994D-5B464DC75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1254" y="492442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8B01C5-0FBE-4955-BC30-5594E21F3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5475387" y="481012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3" name="3">
            <a:extLst xmlns:a="http://schemas.openxmlformats.org/drawingml/2006/main">
              <a:ext uri="{FF2B5EF4-FFF2-40B4-BE49-F238E27FC236}">
                <a16:creationId xmlns:a16="http://schemas.microsoft.com/office/drawing/2014/main" id="{C14C0901-17FA-4056-8E5B-5E5860DF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4887" y="492442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B4F52A-400C-4FBD-B411-F76E7ED2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52500" y="4578569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5" name="-1">
            <a:extLst xmlns:a="http://schemas.openxmlformats.org/drawingml/2006/main">
              <a:ext uri="{FF2B5EF4-FFF2-40B4-BE49-F238E27FC236}">
                <a16:creationId xmlns:a16="http://schemas.microsoft.com/office/drawing/2014/main" id="{93437B7A-C1D9-4F10-B127-B8744C86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464269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7168DD-D9ED-471D-B651-2DAF5894E6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52500" y="4192642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7" name="0">
            <a:extLst xmlns:a="http://schemas.openxmlformats.org/drawingml/2006/main">
              <a:ext uri="{FF2B5EF4-FFF2-40B4-BE49-F238E27FC236}">
                <a16:creationId xmlns:a16="http://schemas.microsoft.com/office/drawing/2014/main" id="{21F89B66-F6A2-43FC-B0E4-6CA7E65C8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78342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2D82AF-5BD5-411B-8D10-C2BC78ED2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52500" y="3806716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9" name="1">
            <a:extLst xmlns:a="http://schemas.openxmlformats.org/drawingml/2006/main">
              <a:ext uri="{FF2B5EF4-FFF2-40B4-BE49-F238E27FC236}">
                <a16:creationId xmlns:a16="http://schemas.microsoft.com/office/drawing/2014/main" id="{2F1C3224-8165-491F-BD3D-D3AA0043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2416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3CE076E-EDB1-4683-BF4F-B97176488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52500" y="3420789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1" name="2">
            <a:extLst xmlns:a="http://schemas.openxmlformats.org/drawingml/2006/main">
              <a:ext uri="{FF2B5EF4-FFF2-40B4-BE49-F238E27FC236}">
                <a16:creationId xmlns:a16="http://schemas.microsoft.com/office/drawing/2014/main" id="{404FFEA8-FFF1-4436-9C04-7F672E505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306489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64D093-4369-47EC-B802-CB67C1C86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52500" y="3034862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3" name="3">
            <a:extLst xmlns:a="http://schemas.openxmlformats.org/drawingml/2006/main">
              <a:ext uri="{FF2B5EF4-FFF2-40B4-BE49-F238E27FC236}">
                <a16:creationId xmlns:a16="http://schemas.microsoft.com/office/drawing/2014/main" id="{75B5CE35-E173-4581-B756-B048DA25A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20562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BC045AC-AD37-4BA6-B519-6CEC2F94D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52500" y="2648935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5" name="4">
            <a:extLst xmlns:a="http://schemas.openxmlformats.org/drawingml/2006/main">
              <a:ext uri="{FF2B5EF4-FFF2-40B4-BE49-F238E27FC236}">
                <a16:creationId xmlns:a16="http://schemas.microsoft.com/office/drawing/2014/main" id="{7BF0E546-C2C6-49B4-821A-163706E3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34635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1C1A348-CFE3-4283-881D-C32AE7277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9454" y="410822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ED5E4-3C11-49F3-BC47-4AD6A37F8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4432" y="464422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4767E64-1752-4DC4-853F-43AE9B8B0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304" y="3188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0FB83A-A2DE-47FC-9297-011AB4A5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9550" y="45132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CD058CD-197B-45C1-8ADE-80F577019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3496" y="41077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DA00097-F730-4060-A413-381964354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245" y="436041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C16B2D-C16D-4A8C-8DCB-A77923061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37782" y="446505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51F3583-59D5-4487-8D37-CC2873BD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5634" y="455909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57961C-84CE-4676-A6D0-7B06AB6AF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6113" y="413734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D2EF8B-106D-435A-891A-E86F8945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00374" y="382664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7BA8DB1-5071-450E-BEC1-603C187C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1971" y="405295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CC8F5D0-F583-4F4B-AA72-98BE5D7E2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278" y="376573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2A9926-A69B-4BEC-9B54-2964973DB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7278" y="438979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9625098-0088-4C95-9A8C-3E36C498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5007" y="279885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9085242-AE63-4413-87D2-260BBC1EC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9754" y="37899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62432C-8B64-41B8-A710-FB7CB037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871" y="451473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519797C-849D-4EE6-9818-23E8D27D3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8064" y="433206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090D257-0398-4F32-B68E-EE377154B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6468" y="277066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F11C5A6-6720-4621-8D01-92992015E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3110" y="430293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7551848-4CDA-4396-81D7-F8012C84A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89329" y="389554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CB5280F2-181C-401F-8E39-9CCDD52CF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9482" y="347218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63ADCD8-7F63-4A58-81D4-D15074F4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340" y="446330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5D2782D-55D1-4A6D-A2FD-C4FF758D0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0341" y="420526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81CA3304-08EE-45E0-8F41-A63E507D3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99551" y="399552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1DC970F-A86E-47D0-A2C0-EEE5182B5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6355" y="453454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E349E0D-2E88-4104-9AAA-A3455BC09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79647" y="4622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9710791E-1D24-4F59-B7B7-2B474998C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349" y="36787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24346A1-A001-40C3-B428-603E81EA6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3301" y="448578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0788388-2336-4902-9AA5-4E2526AC4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2914" y="441151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67AAB5A-3CAE-446B-9FFD-3C7B4E69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9039" y="40356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1092CC6-BE33-4D5C-B162-8C533132E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8313" y="38018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8B16423D-AEA2-4B8E-A585-C3D1318E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4889" y="325320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5DAD17A-A294-4052-8103-AA2626B85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261" y="266257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D24E0E1F-4F47-4639-AB0C-F82FF55D57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2807" y="306493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57B4A70-96FB-4C19-B3C6-518771FDF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1235" y="377744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1AB66164-B4B2-4C3D-862D-8BC37BFD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2277" y="276628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84B90FDA-A9FC-4D34-97A9-469CDD643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4903" y="298704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6E2DA83-B11D-400D-9360-E812C1BE0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6770" y="425109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51BBC47B-8610-43E2-B62F-1FB89C17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8239" y="459797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FAA1FEB-1FFC-476C-B195-3145DBCAC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90775" y="339266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D15737E-5839-47F8-BA83-82F778B06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0383" y="283769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DB20DC9-9FC7-4032-A027-1A139F496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529" y="418441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DA2561D-AE59-4DB6-87E2-EAA8DC2F1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2376" y="42099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EF88F0B7-4369-458F-99E9-DDC1F488F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6086" y="406876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63C1D21-9479-47C0-82DC-23D22CA5D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9571" y="412621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A76574AE-D54E-40FA-80CA-B1F8CACB9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1543" y="414057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92C0D2F-A3CF-4B0C-A4C8-F574CD51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6296" y="42452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ABE8A9DD-BFDF-44E6-B4E7-380407A36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3854" y="414245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FBA285CC-5894-49C3-A538-7E8CE7450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648" y="416540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E0E1527-7387-4834-B8B4-0F3BBEEEA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1582" y="414645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9120B11-E072-4418-9732-605A9A70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5156" y="416499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70A152F3-FDA2-4429-9172-F10D17673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3160" y="41454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4AB6C2C-674A-4A45-83A3-65708F27C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4306" y="408400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56CBC77B-020C-44C8-B3D1-89234BB1E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27194" y="411971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33E3F507-FC5C-4DF0-865C-BE6EFFED6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102" y="408208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19394E59-4A69-49B2-BC2A-EEF242027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6700" y="41631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7AF3C678-2F15-412C-8629-C964A27B5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836" y="417785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D3DA83F-C803-4120-A523-ACFB6A107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0475" y="413998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6AE7A5D6-B7A8-447D-A0A3-7D993F192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0513" y="41579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2C7F0E3-2838-47AF-BF90-F69B632DC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8305" y="410558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475F04FA-6F60-4C1D-9B78-2F8F2A50C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9712" y="421946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7BA1663E-3DEC-4E98-8BD7-D50EA9850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4993" y="411900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0E4CAF49-0D04-4326-AD1C-CBEC13A9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8584" y="409173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2D39E49E-0543-4181-824D-6EF0E5CC8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177" y="413800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8B07D7B-3093-4F5C-85F9-D05081174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6217" y="417854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FBD68D0B-D605-42B7-B975-EE1842F8D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153" y="424658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8F0B84AF-EF6C-4BE0-BB82-078B4FA6A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9553" y="421994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C8AA4A63-B923-42ED-845E-84E83A07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1051" y="414940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53681D2-F613-4E14-8BCE-D463FA4FA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7495" y="413931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BB97A005-86AB-4F22-B807-6102476EE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3422" y="404046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BFAF288A-F0BD-4103-BB09-257167B7C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5745" y="41683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C8149925-F81C-434D-9B8D-1CF02495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2406" y="418076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CD4B36D-54BB-4AD7-8698-FFE9FCB1D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6179" y="416805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38286D1F-4BDE-40CD-A700-CB99D181E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288" y="411647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7A08C7E9-1A93-4C42-B272-E2B81DBA9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9452" y="421108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B054152-EC9E-4FB3-9894-1493D205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0138" y="418787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98040E2B-0640-4329-AD5C-0A0EE47D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7923" y="416538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28689D8-6B4B-4A5A-B06C-200F8E97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9163" y="424314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86BA8A7B-9200-47A0-9925-E48FE7AC9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5198" y="420866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704D5AB-FDBF-4B71-8EAF-5C8D3C47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7508" y="411141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15ED58CA-8DFB-436E-A49B-CBB107D12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8508" y="413714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ECEE1E9B-3A97-428E-91D7-6B66BC39B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9508" y="408331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410567BF-9435-45D4-9A8C-1AF99931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4241" y="422231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E172E22A-46B9-4A40-B4FD-1F796CED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9037" y="4053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3C877676-E497-4DC7-9236-0294FF8F3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005" y="41557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1A726B0F-6259-4363-A8CF-F2D5441F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67394" y="416971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DC9CA712-24E8-4EB8-9389-15420E979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6276" y="417237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ECFD1870-FDCC-4C81-A928-B2EBD9E65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2318" y="413077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E38D9129-24FA-43C1-8D2F-1432B16A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613" y="410968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DF3FF6F-DD8F-4D5B-92F9-473CD7BB2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4054" y="422052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9BE0ADCB-2C20-4E1A-866B-65743DF8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71229" y="416094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8E24FF4D-6868-415B-B4DC-2EF824DFA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8187" y="416848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818323A7-6707-49F6-A68A-B0083BE17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7540" y="412941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D21B589-262C-449C-AF59-8A819BC1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2169" y="414660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727C98A6-9345-468C-A39A-054B951E8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96722" y="419665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F35B44E1-0A30-486F-A930-10F7BADF9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968" y="423619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61FD84F3-5A17-4B05-90B2-C9E49441E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8796" y="418058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F90ADDD5-D6BE-4385-A0E7-72625647B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8175" y="417777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C1B5E7D6-5FED-4EF0-A6BC-7F227D48F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14234" y="41358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101DEC33-C594-49B6-982C-296FCCC08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8064" y="417611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23786F30-9626-4408-95A7-19810EC0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1967" y="410806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59814C68-9479-45A9-AF7B-FE867969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7036" y="420352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142D7AA-47F5-41F5-A67C-521079F94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5513" y="416886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C137481C-EB95-4ED5-A155-767639C73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5608" y="417402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DF01E52F-76F6-4C12-9053-1907F3695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8519" y="41916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C3B70310-465A-4BBE-83B3-FD193A8DB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6898" y="410936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6568F788-2C4C-4427-908D-8C44D390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5598" y="285046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5C8C220F-8781-49FF-8032-9D8D03B05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7842" y="287802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5E6B9297-55DE-4DEC-9A5B-726B53D9D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0212" y="304746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B5DD23C7-7ADC-4E1D-88E5-E1AA61D06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274" y="284886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33C9E6A-25E9-48CC-B410-930BDE14C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2897" y="299168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A399748E-F16F-44C7-88C5-E64695A1E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637" y="297168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F77C65CE-66E8-46C8-9037-9CCC5AE36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6634" y="30198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8BCAE27-01DF-4647-9906-C8C7328EB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579" y="308029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270DA5F7-8612-4C79-8A3B-E284B919B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7977" y="292886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5D49E65B-2E1C-4084-B6FB-C26F659EA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5661" y="31182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E86B96E3-EC94-4164-8C4A-214A259ED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141" y="2976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F15EFEB-BA1E-4BE6-91D0-F7DBFC2E9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5686" y="299449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5AEA50FA-540C-4777-B8DD-71682B67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5339" y="298426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40CEEA46-5B3A-468A-B97D-274D228D8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802" y="283113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6483BB23-E7A0-4847-B1C5-C084CA01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9856" y="295335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009E18BD-1B7E-47A7-AFE3-7C6EA40F7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1780" y="28586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26711D12-1FBC-40CC-9257-7B571A6A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0909" y="279402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D5B41956-EF45-487D-9FB8-AEA859419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4997" y="303149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00FCFA78-3183-406A-BDA9-AE594E990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5294" y="305767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0C675D88-F408-4A0D-A437-10AAFBF4B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8918" y="301265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11994A5B-29E7-4FB9-9C69-48A6BF317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7158" y="306993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DD3BE237-2EE6-40A9-9788-1F8337528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8513" y="312796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D1339962-083E-448C-AD73-072D6D49E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8332" y="280708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C38E2DCB-79E8-456E-B533-1307BA131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441" y="293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86290D13-67A3-4ED1-87C6-35F08963B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9001" y="307764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72CE7CB7-63CC-4E75-A43E-27DB3CE7A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415" y="308410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B5F78E62-66F8-4B7C-8683-F6C0243DC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0184" y="298946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5C8F0A38-DAB8-46A1-B91F-8EB9A06B2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42580" y="3053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484F67D8-100E-4C68-8C23-F8199607E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48688" y="286300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E243AE0C-2AAB-4B57-BDBA-315E625D4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9167" y="314885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DAF28D0F-8F97-4625-A9B3-1B0F3533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3926" y="305910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1DDD121E-EB64-4713-8F72-C9E468F0F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7994" y="310509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77366070-AF20-499B-A432-969CA67F8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4675" y="283733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F2FC90A2-B395-48D8-8C5C-ACC7DAF88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661" y="290885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60B611A5-FCC5-4F88-879D-2799E1CE4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0260" y="294360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377F65ED-FEBB-48AD-AFE4-CB77C2BB8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5126" y="289310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FDE0FA02-6734-4B4F-96BD-F50EE670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7014" y="307968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6984FA88-B6C4-4AE3-8A11-1AEC0DEDF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666" y="303028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0DF2DF95-1BDE-4990-8C5F-01C3DC3B7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5178" y="301404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9EDC7C1D-EA79-4109-B698-59F4602EE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062" y="308615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063F9FBC-762C-4161-8202-0DB4401EF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1347" y="305154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0957C6D1-D2E6-4AA1-8ACD-469FC3436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791" y="294294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53ED210A-63E7-43E1-A9B3-27872F25A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6062" y="301214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28FC0213-A7E2-4E76-9E21-1A9EEFC4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902" y="291121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5AAF743B-C203-4B41-86A0-8EC4B18E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8410" y="298051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51CE4524-8BFC-4908-9EDE-107C94CF4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0875" y="292945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EF09EBCE-7C12-4AEE-BE8B-F31E9D5D8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660" y="297042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DEB74C61-03E2-4F95-82D9-D7D2B17A6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6150" y="294117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E08D73D2-F6C7-4CDB-B5EC-B715221BB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354" y="3010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15E846D7-728B-47FF-B913-A0D21F685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1520" y="2891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C1E6F740-0737-4937-8BB7-980CB74DC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9590" y="30615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E2D87411-1C25-4134-A205-A182AAA20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11322" y="304011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734D9747-2C90-42FD-9BD4-C05705377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7129" y="299540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3C38C25A-3038-4C00-BE80-DDFEF713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5754" y="318681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">
            <a:extLst xmlns:a="http://schemas.openxmlformats.org/drawingml/2006/main">
              <a:ext uri="{FF2B5EF4-FFF2-40B4-BE49-F238E27FC236}">
                <a16:creationId xmlns:a16="http://schemas.microsoft.com/office/drawing/2014/main" id="{820735A1-CBBC-432D-9621-3585508A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818" y="292262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7" name="">
            <a:extLst xmlns:a="http://schemas.openxmlformats.org/drawingml/2006/main">
              <a:ext uri="{FF2B5EF4-FFF2-40B4-BE49-F238E27FC236}">
                <a16:creationId xmlns:a16="http://schemas.microsoft.com/office/drawing/2014/main" id="{E77C8B5A-162D-4374-AE12-FFE9ACCF3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9362" y="309371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8" name="">
            <a:extLst xmlns:a="http://schemas.openxmlformats.org/drawingml/2006/main">
              <a:ext uri="{FF2B5EF4-FFF2-40B4-BE49-F238E27FC236}">
                <a16:creationId xmlns:a16="http://schemas.microsoft.com/office/drawing/2014/main" id="{72C2D107-9296-421A-B76C-DC10B499C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2122" y="306153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9" name="">
            <a:extLst xmlns:a="http://schemas.openxmlformats.org/drawingml/2006/main">
              <a:ext uri="{FF2B5EF4-FFF2-40B4-BE49-F238E27FC236}">
                <a16:creationId xmlns:a16="http://schemas.microsoft.com/office/drawing/2014/main" id="{48D0CD91-2438-4D3C-A427-8760F814A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8096" y="302795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0" name="">
            <a:extLst xmlns:a="http://schemas.openxmlformats.org/drawingml/2006/main">
              <a:ext uri="{FF2B5EF4-FFF2-40B4-BE49-F238E27FC236}">
                <a16:creationId xmlns:a16="http://schemas.microsoft.com/office/drawing/2014/main" id="{FB0CCD28-C5D1-4995-99C6-4423EA438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4270" y="400142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1" name="">
            <a:extLst xmlns:a="http://schemas.openxmlformats.org/drawingml/2006/main">
              <a:ext uri="{FF2B5EF4-FFF2-40B4-BE49-F238E27FC236}">
                <a16:creationId xmlns:a16="http://schemas.microsoft.com/office/drawing/2014/main" id="{F6A92123-D633-4266-BB80-0BC86E5A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0498" y="423845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2" name="">
            <a:extLst xmlns:a="http://schemas.openxmlformats.org/drawingml/2006/main">
              <a:ext uri="{FF2B5EF4-FFF2-40B4-BE49-F238E27FC236}">
                <a16:creationId xmlns:a16="http://schemas.microsoft.com/office/drawing/2014/main" id="{D9746A1D-72B6-4A58-BBAE-D4B22804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1885" y="396022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3" name="">
            <a:extLst xmlns:a="http://schemas.openxmlformats.org/drawingml/2006/main">
              <a:ext uri="{FF2B5EF4-FFF2-40B4-BE49-F238E27FC236}">
                <a16:creationId xmlns:a16="http://schemas.microsoft.com/office/drawing/2014/main" id="{C4C531DB-CA80-4FCC-B354-22A5B91EA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0964" y="444125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4" name="">
            <a:extLst xmlns:a="http://schemas.openxmlformats.org/drawingml/2006/main">
              <a:ext uri="{FF2B5EF4-FFF2-40B4-BE49-F238E27FC236}">
                <a16:creationId xmlns:a16="http://schemas.microsoft.com/office/drawing/2014/main" id="{69B97BCB-6726-4900-A8AA-A0C839547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156" y="394070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5" name="">
            <a:extLst xmlns:a="http://schemas.openxmlformats.org/drawingml/2006/main">
              <a:ext uri="{FF2B5EF4-FFF2-40B4-BE49-F238E27FC236}">
                <a16:creationId xmlns:a16="http://schemas.microsoft.com/office/drawing/2014/main" id="{6C3E7780-5CEE-48BE-B68C-E838B98F2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4103" y="446703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6" name="">
            <a:extLst xmlns:a="http://schemas.openxmlformats.org/drawingml/2006/main">
              <a:ext uri="{FF2B5EF4-FFF2-40B4-BE49-F238E27FC236}">
                <a16:creationId xmlns:a16="http://schemas.microsoft.com/office/drawing/2014/main" id="{739B4EA8-820F-48F0-95A5-DB8E2E94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8523" y="434361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7" name="">
            <a:extLst xmlns:a="http://schemas.openxmlformats.org/drawingml/2006/main">
              <a:ext uri="{FF2B5EF4-FFF2-40B4-BE49-F238E27FC236}">
                <a16:creationId xmlns:a16="http://schemas.microsoft.com/office/drawing/2014/main" id="{D852F7BC-81F0-4A19-B6D2-52289E84D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83847" y="41251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8" name="">
            <a:extLst xmlns:a="http://schemas.openxmlformats.org/drawingml/2006/main">
              <a:ext uri="{FF2B5EF4-FFF2-40B4-BE49-F238E27FC236}">
                <a16:creationId xmlns:a16="http://schemas.microsoft.com/office/drawing/2014/main" id="{EAE02DD7-B3E1-4ACB-ADA0-4C047B7C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7049" y="430510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9" name="">
            <a:extLst xmlns:a="http://schemas.openxmlformats.org/drawingml/2006/main">
              <a:ext uri="{FF2B5EF4-FFF2-40B4-BE49-F238E27FC236}">
                <a16:creationId xmlns:a16="http://schemas.microsoft.com/office/drawing/2014/main" id="{6D903A38-9EE5-4E8E-8B1E-6FFE4DB56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4907" y="405788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0" name="">
            <a:extLst xmlns:a="http://schemas.openxmlformats.org/drawingml/2006/main">
              <a:ext uri="{FF2B5EF4-FFF2-40B4-BE49-F238E27FC236}">
                <a16:creationId xmlns:a16="http://schemas.microsoft.com/office/drawing/2014/main" id="{C827B56A-831C-49E3-9D86-8A9414F3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539" y="408004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1" name="">
            <a:extLst xmlns:a="http://schemas.openxmlformats.org/drawingml/2006/main">
              <a:ext uri="{FF2B5EF4-FFF2-40B4-BE49-F238E27FC236}">
                <a16:creationId xmlns:a16="http://schemas.microsoft.com/office/drawing/2014/main" id="{DBE1AAAD-6A6D-4871-8BD7-04AF1F29D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4599" y="409628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2" name="">
            <a:extLst xmlns:a="http://schemas.openxmlformats.org/drawingml/2006/main">
              <a:ext uri="{FF2B5EF4-FFF2-40B4-BE49-F238E27FC236}">
                <a16:creationId xmlns:a16="http://schemas.microsoft.com/office/drawing/2014/main" id="{05755EE9-F73E-46D5-A5D0-BA54095AF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194" y="412174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3" name="">
            <a:extLst xmlns:a="http://schemas.openxmlformats.org/drawingml/2006/main">
              <a:ext uri="{FF2B5EF4-FFF2-40B4-BE49-F238E27FC236}">
                <a16:creationId xmlns:a16="http://schemas.microsoft.com/office/drawing/2014/main" id="{5ECB1214-7ABF-48D4-967C-71BDED54B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3472" y="394704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4" name="">
            <a:extLst xmlns:a="http://schemas.openxmlformats.org/drawingml/2006/main">
              <a:ext uri="{FF2B5EF4-FFF2-40B4-BE49-F238E27FC236}">
                <a16:creationId xmlns:a16="http://schemas.microsoft.com/office/drawing/2014/main" id="{CB4532D5-A998-4F7C-A147-D6C137E57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813" y="44248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5" name="">
            <a:extLst xmlns:a="http://schemas.openxmlformats.org/drawingml/2006/main">
              <a:ext uri="{FF2B5EF4-FFF2-40B4-BE49-F238E27FC236}">
                <a16:creationId xmlns:a16="http://schemas.microsoft.com/office/drawing/2014/main" id="{874C4760-074A-4E6D-8E37-77AEAD3F0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5736" y="396415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6" name="">
            <a:extLst xmlns:a="http://schemas.openxmlformats.org/drawingml/2006/main">
              <a:ext uri="{FF2B5EF4-FFF2-40B4-BE49-F238E27FC236}">
                <a16:creationId xmlns:a16="http://schemas.microsoft.com/office/drawing/2014/main" id="{67361965-6B24-4381-A3D7-EB4363CE2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0980" y="410024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7" name="">
            <a:extLst xmlns:a="http://schemas.openxmlformats.org/drawingml/2006/main">
              <a:ext uri="{FF2B5EF4-FFF2-40B4-BE49-F238E27FC236}">
                <a16:creationId xmlns:a16="http://schemas.microsoft.com/office/drawing/2014/main" id="{6D9F10F9-A916-49DE-A493-F4E3FAD72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6404" y="425119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8" name="">
            <a:extLst xmlns:a="http://schemas.openxmlformats.org/drawingml/2006/main">
              <a:ext uri="{FF2B5EF4-FFF2-40B4-BE49-F238E27FC236}">
                <a16:creationId xmlns:a16="http://schemas.microsoft.com/office/drawing/2014/main" id="{5CA79E92-6503-469F-A2E0-CD13686E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7479" y="406896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9" name="">
            <a:extLst xmlns:a="http://schemas.openxmlformats.org/drawingml/2006/main">
              <a:ext uri="{FF2B5EF4-FFF2-40B4-BE49-F238E27FC236}">
                <a16:creationId xmlns:a16="http://schemas.microsoft.com/office/drawing/2014/main" id="{35D9510F-3B13-4230-82C1-BA9AFC3EB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1180" y="406763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0" name="">
            <a:extLst xmlns:a="http://schemas.openxmlformats.org/drawingml/2006/main">
              <a:ext uri="{FF2B5EF4-FFF2-40B4-BE49-F238E27FC236}">
                <a16:creationId xmlns:a16="http://schemas.microsoft.com/office/drawing/2014/main" id="{AA5FAC7D-D086-4083-9D86-181822A43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5035" y="431799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1" name="">
            <a:extLst xmlns:a="http://schemas.openxmlformats.org/drawingml/2006/main">
              <a:ext uri="{FF2B5EF4-FFF2-40B4-BE49-F238E27FC236}">
                <a16:creationId xmlns:a16="http://schemas.microsoft.com/office/drawing/2014/main" id="{61698D3B-CB00-40C3-A2E2-24AF15461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0795" y="427601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2" name="">
            <a:extLst xmlns:a="http://schemas.openxmlformats.org/drawingml/2006/main">
              <a:ext uri="{FF2B5EF4-FFF2-40B4-BE49-F238E27FC236}">
                <a16:creationId xmlns:a16="http://schemas.microsoft.com/office/drawing/2014/main" id="{E677095E-17D5-43CA-BD59-476FCE4BF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5651" y="405099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3" name="">
            <a:extLst xmlns:a="http://schemas.openxmlformats.org/drawingml/2006/main">
              <a:ext uri="{FF2B5EF4-FFF2-40B4-BE49-F238E27FC236}">
                <a16:creationId xmlns:a16="http://schemas.microsoft.com/office/drawing/2014/main" id="{4EC4AE97-FA31-4AF5-8878-8AEED7E11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1801" y="389019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4" name="">
            <a:extLst xmlns:a="http://schemas.openxmlformats.org/drawingml/2006/main">
              <a:ext uri="{FF2B5EF4-FFF2-40B4-BE49-F238E27FC236}">
                <a16:creationId xmlns:a16="http://schemas.microsoft.com/office/drawing/2014/main" id="{6D38631F-4A38-497E-A547-7011F7537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0819" y="431843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5" name="">
            <a:extLst xmlns:a="http://schemas.openxmlformats.org/drawingml/2006/main">
              <a:ext uri="{FF2B5EF4-FFF2-40B4-BE49-F238E27FC236}">
                <a16:creationId xmlns:a16="http://schemas.microsoft.com/office/drawing/2014/main" id="{7C3A9763-32CB-47F7-92AA-AFE6E0F3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5242" y="40357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6" name="">
            <a:extLst xmlns:a="http://schemas.openxmlformats.org/drawingml/2006/main">
              <a:ext uri="{FF2B5EF4-FFF2-40B4-BE49-F238E27FC236}">
                <a16:creationId xmlns:a16="http://schemas.microsoft.com/office/drawing/2014/main" id="{CB164B11-5A6A-4417-92C1-B07577E1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9388" y="4151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7" name="">
            <a:extLst xmlns:a="http://schemas.openxmlformats.org/drawingml/2006/main">
              <a:ext uri="{FF2B5EF4-FFF2-40B4-BE49-F238E27FC236}">
                <a16:creationId xmlns:a16="http://schemas.microsoft.com/office/drawing/2014/main" id="{3A7FAB37-715B-4C95-B092-486B6330E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6311" y="43591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8" name="">
            <a:extLst xmlns:a="http://schemas.openxmlformats.org/drawingml/2006/main">
              <a:ext uri="{FF2B5EF4-FFF2-40B4-BE49-F238E27FC236}">
                <a16:creationId xmlns:a16="http://schemas.microsoft.com/office/drawing/2014/main" id="{3E4C121C-D3E5-4D2E-848F-D67ADA8FB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8756" y="416947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9" name="">
            <a:extLst xmlns:a="http://schemas.openxmlformats.org/drawingml/2006/main">
              <a:ext uri="{FF2B5EF4-FFF2-40B4-BE49-F238E27FC236}">
                <a16:creationId xmlns:a16="http://schemas.microsoft.com/office/drawing/2014/main" id="{2ED977CD-71C6-4F50-A80A-C4716AE75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1521" y="401386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0" name="">
            <a:extLst xmlns:a="http://schemas.openxmlformats.org/drawingml/2006/main">
              <a:ext uri="{FF2B5EF4-FFF2-40B4-BE49-F238E27FC236}">
                <a16:creationId xmlns:a16="http://schemas.microsoft.com/office/drawing/2014/main" id="{5D3EC9F9-A3C0-438D-9021-697F6EA2C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6007" y="427821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1" name="">
            <a:extLst xmlns:a="http://schemas.openxmlformats.org/drawingml/2006/main">
              <a:ext uri="{FF2B5EF4-FFF2-40B4-BE49-F238E27FC236}">
                <a16:creationId xmlns:a16="http://schemas.microsoft.com/office/drawing/2014/main" id="{5225D345-E458-4BB6-8AEE-52D82D4AE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5931" y="413400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2" name="">
            <a:extLst xmlns:a="http://schemas.openxmlformats.org/drawingml/2006/main">
              <a:ext uri="{FF2B5EF4-FFF2-40B4-BE49-F238E27FC236}">
                <a16:creationId xmlns:a16="http://schemas.microsoft.com/office/drawing/2014/main" id="{F67AC87C-6C5C-4BF8-9FEE-9A7A1EB56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6914" y="398844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3" name="">
            <a:extLst xmlns:a="http://schemas.openxmlformats.org/drawingml/2006/main">
              <a:ext uri="{FF2B5EF4-FFF2-40B4-BE49-F238E27FC236}">
                <a16:creationId xmlns:a16="http://schemas.microsoft.com/office/drawing/2014/main" id="{E11B15CA-6E51-4554-B0A4-A638219C3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1059" y="421394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4" name="">
            <a:extLst xmlns:a="http://schemas.openxmlformats.org/drawingml/2006/main">
              <a:ext uri="{FF2B5EF4-FFF2-40B4-BE49-F238E27FC236}">
                <a16:creationId xmlns:a16="http://schemas.microsoft.com/office/drawing/2014/main" id="{2C2372EE-D278-4E2D-82D3-93929DBD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1159" y="432836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5" name="">
            <a:extLst xmlns:a="http://schemas.openxmlformats.org/drawingml/2006/main">
              <a:ext uri="{FF2B5EF4-FFF2-40B4-BE49-F238E27FC236}">
                <a16:creationId xmlns:a16="http://schemas.microsoft.com/office/drawing/2014/main" id="{4787A6E0-220B-428D-B72F-0BF5BAF02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033" y="399659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6" name="">
            <a:extLst xmlns:a="http://schemas.openxmlformats.org/drawingml/2006/main">
              <a:ext uri="{FF2B5EF4-FFF2-40B4-BE49-F238E27FC236}">
                <a16:creationId xmlns:a16="http://schemas.microsoft.com/office/drawing/2014/main" id="{86B605BD-21DC-4C9A-A7FD-E9FC0912A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8965" y="41159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7" name="">
            <a:extLst xmlns:a="http://schemas.openxmlformats.org/drawingml/2006/main">
              <a:ext uri="{FF2B5EF4-FFF2-40B4-BE49-F238E27FC236}">
                <a16:creationId xmlns:a16="http://schemas.microsoft.com/office/drawing/2014/main" id="{F8C36764-8B0A-408D-815D-EBC9EEABD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2233" y="388137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8" name="">
            <a:extLst xmlns:a="http://schemas.openxmlformats.org/drawingml/2006/main">
              <a:ext uri="{FF2B5EF4-FFF2-40B4-BE49-F238E27FC236}">
                <a16:creationId xmlns:a16="http://schemas.microsoft.com/office/drawing/2014/main" id="{3A523204-11ED-4A70-A218-C28D6BF34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41253" y="399113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9" name="">
            <a:extLst xmlns:a="http://schemas.openxmlformats.org/drawingml/2006/main">
              <a:ext uri="{FF2B5EF4-FFF2-40B4-BE49-F238E27FC236}">
                <a16:creationId xmlns:a16="http://schemas.microsoft.com/office/drawing/2014/main" id="{D52034FA-EC3B-41E2-B07B-5E2793BCC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5688" y="417281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0" name="">
            <a:extLst xmlns:a="http://schemas.openxmlformats.org/drawingml/2006/main">
              <a:ext uri="{FF2B5EF4-FFF2-40B4-BE49-F238E27FC236}">
                <a16:creationId xmlns:a16="http://schemas.microsoft.com/office/drawing/2014/main" id="{BE5F186F-4A2D-403B-AF07-3DFEB7064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1818" y="418332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1" name="">
            <a:extLst xmlns:a="http://schemas.openxmlformats.org/drawingml/2006/main">
              <a:ext uri="{FF2B5EF4-FFF2-40B4-BE49-F238E27FC236}">
                <a16:creationId xmlns:a16="http://schemas.microsoft.com/office/drawing/2014/main" id="{A6A729A3-0794-47DC-A89C-3182381F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5586" y="39584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2" name="">
            <a:extLst xmlns:a="http://schemas.openxmlformats.org/drawingml/2006/main">
              <a:ext uri="{FF2B5EF4-FFF2-40B4-BE49-F238E27FC236}">
                <a16:creationId xmlns:a16="http://schemas.microsoft.com/office/drawing/2014/main" id="{A823D30E-80FA-4C36-AF14-BEC528F12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1158" y="433373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3" name="">
            <a:extLst xmlns:a="http://schemas.openxmlformats.org/drawingml/2006/main">
              <a:ext uri="{FF2B5EF4-FFF2-40B4-BE49-F238E27FC236}">
                <a16:creationId xmlns:a16="http://schemas.microsoft.com/office/drawing/2014/main" id="{4B246817-9C3F-4063-99C8-02E281402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5729" y="407745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4" name="">
            <a:extLst xmlns:a="http://schemas.openxmlformats.org/drawingml/2006/main">
              <a:ext uri="{FF2B5EF4-FFF2-40B4-BE49-F238E27FC236}">
                <a16:creationId xmlns:a16="http://schemas.microsoft.com/office/drawing/2014/main" id="{0BAE1301-F09A-4880-817B-CDF957861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1212" y="403351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5" name="">
            <a:extLst xmlns:a="http://schemas.openxmlformats.org/drawingml/2006/main">
              <a:ext uri="{FF2B5EF4-FFF2-40B4-BE49-F238E27FC236}">
                <a16:creationId xmlns:a16="http://schemas.microsoft.com/office/drawing/2014/main" id="{FF2E757C-4282-4F81-9FAD-4C3F74AC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7135" y="394141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6" name="">
            <a:extLst xmlns:a="http://schemas.openxmlformats.org/drawingml/2006/main">
              <a:ext uri="{FF2B5EF4-FFF2-40B4-BE49-F238E27FC236}">
                <a16:creationId xmlns:a16="http://schemas.microsoft.com/office/drawing/2014/main" id="{12D8090F-EEE4-4FA0-B88E-0831BA81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0584" y="393736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7" name="">
            <a:extLst xmlns:a="http://schemas.openxmlformats.org/drawingml/2006/main">
              <a:ext uri="{FF2B5EF4-FFF2-40B4-BE49-F238E27FC236}">
                <a16:creationId xmlns:a16="http://schemas.microsoft.com/office/drawing/2014/main" id="{45E33215-980B-48B4-9EA2-04986D9AF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8809" y="397543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8" name="">
            <a:extLst xmlns:a="http://schemas.openxmlformats.org/drawingml/2006/main">
              <a:ext uri="{FF2B5EF4-FFF2-40B4-BE49-F238E27FC236}">
                <a16:creationId xmlns:a16="http://schemas.microsoft.com/office/drawing/2014/main" id="{3DD22865-F384-49C2-9C3E-ED13F4CFE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4158" y="393971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9" name="">
            <a:extLst xmlns:a="http://schemas.openxmlformats.org/drawingml/2006/main">
              <a:ext uri="{FF2B5EF4-FFF2-40B4-BE49-F238E27FC236}">
                <a16:creationId xmlns:a16="http://schemas.microsoft.com/office/drawing/2014/main" id="{90F25D7E-0CF5-414D-9E34-C2D601A86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298" y="402565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0" name="">
            <a:extLst xmlns:a="http://schemas.openxmlformats.org/drawingml/2006/main">
              <a:ext uri="{FF2B5EF4-FFF2-40B4-BE49-F238E27FC236}">
                <a16:creationId xmlns:a16="http://schemas.microsoft.com/office/drawing/2014/main" id="{50EF8942-81A8-4C6A-9899-648D120CE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2439" y="400696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1" name="">
            <a:extLst xmlns:a="http://schemas.openxmlformats.org/drawingml/2006/main">
              <a:ext uri="{FF2B5EF4-FFF2-40B4-BE49-F238E27FC236}">
                <a16:creationId xmlns:a16="http://schemas.microsoft.com/office/drawing/2014/main" id="{3F8F21FB-3294-4B77-9E44-315C4887C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4717" y="398984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2" name="">
            <a:extLst xmlns:a="http://schemas.openxmlformats.org/drawingml/2006/main">
              <a:ext uri="{FF2B5EF4-FFF2-40B4-BE49-F238E27FC236}">
                <a16:creationId xmlns:a16="http://schemas.microsoft.com/office/drawing/2014/main" id="{084AB5EE-8BAB-4D8C-93D1-2AB0E6178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4705" y="429506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3" name="">
            <a:extLst xmlns:a="http://schemas.openxmlformats.org/drawingml/2006/main">
              <a:ext uri="{FF2B5EF4-FFF2-40B4-BE49-F238E27FC236}">
                <a16:creationId xmlns:a16="http://schemas.microsoft.com/office/drawing/2014/main" id="{0AB27569-78E5-49BC-92A0-693AE5049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8047" y="398406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4" name="">
            <a:extLst xmlns:a="http://schemas.openxmlformats.org/drawingml/2006/main">
              <a:ext uri="{FF2B5EF4-FFF2-40B4-BE49-F238E27FC236}">
                <a16:creationId xmlns:a16="http://schemas.microsoft.com/office/drawing/2014/main" id="{5270CC2E-04FA-4D0E-99E2-1C9494916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2072" y="392429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5" name="">
            <a:extLst xmlns:a="http://schemas.openxmlformats.org/drawingml/2006/main">
              <a:ext uri="{FF2B5EF4-FFF2-40B4-BE49-F238E27FC236}">
                <a16:creationId xmlns:a16="http://schemas.microsoft.com/office/drawing/2014/main" id="{09942B34-3671-4D12-838A-BBAA15A96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26167" y="423533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6" name="">
            <a:extLst xmlns:a="http://schemas.openxmlformats.org/drawingml/2006/main">
              <a:ext uri="{FF2B5EF4-FFF2-40B4-BE49-F238E27FC236}">
                <a16:creationId xmlns:a16="http://schemas.microsoft.com/office/drawing/2014/main" id="{2131E310-3A86-4FD9-8969-2D1F84AB5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5490" y="431074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7" name="">
            <a:extLst xmlns:a="http://schemas.openxmlformats.org/drawingml/2006/main">
              <a:ext uri="{FF2B5EF4-FFF2-40B4-BE49-F238E27FC236}">
                <a16:creationId xmlns:a16="http://schemas.microsoft.com/office/drawing/2014/main" id="{93460136-7F60-4D92-9641-4F7351A41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149" y="403862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8" name="">
            <a:extLst xmlns:a="http://schemas.openxmlformats.org/drawingml/2006/main">
              <a:ext uri="{FF2B5EF4-FFF2-40B4-BE49-F238E27FC236}">
                <a16:creationId xmlns:a16="http://schemas.microsoft.com/office/drawing/2014/main" id="{91956E2B-BFF3-42B8-A980-40A26949D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5154" y="446755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9" name="">
            <a:extLst xmlns:a="http://schemas.openxmlformats.org/drawingml/2006/main">
              <a:ext uri="{FF2B5EF4-FFF2-40B4-BE49-F238E27FC236}">
                <a16:creationId xmlns:a16="http://schemas.microsoft.com/office/drawing/2014/main" id="{F7800DCC-1DF9-4D99-9621-22E3AFE04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352" y="3957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0" name="">
            <a:extLst xmlns:a="http://schemas.openxmlformats.org/drawingml/2006/main">
              <a:ext uri="{FF2B5EF4-FFF2-40B4-BE49-F238E27FC236}">
                <a16:creationId xmlns:a16="http://schemas.microsoft.com/office/drawing/2014/main" id="{217046CB-9825-4E12-9CBD-497001DA4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1505" y="386968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1" name="">
            <a:extLst xmlns:a="http://schemas.openxmlformats.org/drawingml/2006/main">
              <a:ext uri="{FF2B5EF4-FFF2-40B4-BE49-F238E27FC236}">
                <a16:creationId xmlns:a16="http://schemas.microsoft.com/office/drawing/2014/main" id="{FB2B6DE0-1158-4A06-BBC9-9B141C3E9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7205" y="436956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2" name="">
            <a:extLst xmlns:a="http://schemas.openxmlformats.org/drawingml/2006/main">
              <a:ext uri="{FF2B5EF4-FFF2-40B4-BE49-F238E27FC236}">
                <a16:creationId xmlns:a16="http://schemas.microsoft.com/office/drawing/2014/main" id="{B23C44C9-DFE0-4585-B1C0-8206ED68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589" y="398091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3" name="3 группы · шум: 41">
            <a:extLst xmlns:a="http://schemas.openxmlformats.org/drawingml/2006/main">
              <a:ext uri="{FF2B5EF4-FFF2-40B4-BE49-F238E27FC236}">
                <a16:creationId xmlns:a16="http://schemas.microsoft.com/office/drawing/2014/main" id="{B35A9AAE-48BB-4B30-B09A-1A75E71E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476875"/>
            <a:ext cx="5000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1E293B"/>
                </a:solidFill>
              </a:defRPr>
            </a:defPPr>
            <a:lvl1pPr algn="l">
              <a:defRPr sz="1875" b="0">
                <a:solidFill>
                  <a:srgbClr val="1E293B"/>
                </a:solidFill>
              </a:defRPr>
            </a:lvl1pPr>
            <a:lvl2pPr algn="l">
              <a:defRPr sz="1875" b="0">
                <a:solidFill>
                  <a:srgbClr val="1E293B"/>
                </a:solidFill>
              </a:defRPr>
            </a:lvl2pPr>
            <a:lvl3pPr algn="l">
              <a:defRPr sz="1875" b="0">
                <a:solidFill>
                  <a:srgbClr val="1E293B"/>
                </a:solidFill>
              </a:defRPr>
            </a:lvl3pPr>
            <a:lvl4pPr algn="l">
              <a:defRPr sz="1875" b="0">
                <a:solidFill>
                  <a:srgbClr val="1E293B"/>
                </a:solidFill>
              </a:defRPr>
            </a:lvl4pPr>
            <a:lvl5pPr algn="l">
              <a:defRPr sz="1875" b="0">
                <a:solidFill>
                  <a:srgbClr val="1E293B"/>
                </a:solidFill>
              </a:defRPr>
            </a:lvl5pPr>
            <a:lvl6pPr algn="l">
              <a:defRPr sz="1875" b="0">
                <a:solidFill>
                  <a:srgbClr val="1E293B"/>
                </a:solidFill>
              </a:defRPr>
            </a:lvl6pPr>
            <a:lvl7pPr algn="l">
              <a:defRPr sz="1875" b="0">
                <a:solidFill>
                  <a:srgbClr val="1E293B"/>
                </a:solidFill>
              </a:defRPr>
            </a:lvl7pPr>
            <a:lvl8pPr algn="l">
              <a:defRPr sz="1875" b="0">
                <a:solidFill>
                  <a:srgbClr val="1E293B"/>
                </a:solidFill>
              </a:defRPr>
            </a:lvl8pPr>
            <a:lvl9pPr algn="l">
              <a:defRPr sz="187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93B"/>
                </a:solidFill>
              </a:defRPr>
            </a:pPr>
            <a:r>
              <a:rPr sz="18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3 группы · шум: 41</a:t>
            </a:r>
          </a:p>
        </p:txBody>
      </p:sp>
      <p:sp>
        <p:nvSpPr>
          <p:cNvPr id="254" name="HDBSCAN">
            <a:extLst xmlns:a="http://schemas.openxmlformats.org/drawingml/2006/main">
              <a:ext uri="{FF2B5EF4-FFF2-40B4-BE49-F238E27FC236}">
                <a16:creationId xmlns:a16="http://schemas.microsoft.com/office/drawing/2014/main" id="{CE9E688B-BAF4-4A25-A8F9-D4C552E9B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762125"/>
            <a:ext cx="5000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HDBSCAN</a:t>
            </a:r>
          </a:p>
        </p:txBody>
      </p:sp>
      <p:sp>
        <p:nvSpPr>
          <p:cNvPr id="255" name="">
            <a:extLst xmlns:a="http://schemas.openxmlformats.org/drawingml/2006/main">
              <a:ext uri="{FF2B5EF4-FFF2-40B4-BE49-F238E27FC236}">
                <a16:creationId xmlns:a16="http://schemas.microsoft.com/office/drawing/2014/main" id="{CCCD3B89-B2F3-4136-BD1F-E01EA88C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810375" y="4810125"/>
            <a:ext cx="4619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256" name="">
            <a:extLst xmlns:a="http://schemas.openxmlformats.org/drawingml/2006/main">
              <a:ext uri="{FF2B5EF4-FFF2-40B4-BE49-F238E27FC236}">
                <a16:creationId xmlns:a16="http://schemas.microsoft.com/office/drawing/2014/main" id="{E33F6BBB-C94B-4896-B426-9CEF87453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810375" y="2571750"/>
            <a:ext cx="95" cy="2238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257" name="">
            <a:extLst xmlns:a="http://schemas.openxmlformats.org/drawingml/2006/main">
              <a:ext uri="{FF2B5EF4-FFF2-40B4-BE49-F238E27FC236}">
                <a16:creationId xmlns:a16="http://schemas.microsoft.com/office/drawing/2014/main" id="{0582A4BA-8AA6-4F34-A38B-7371B97C0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954738" y="481012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58" name="-3">
            <a:extLst xmlns:a="http://schemas.openxmlformats.org/drawingml/2006/main">
              <a:ext uri="{FF2B5EF4-FFF2-40B4-BE49-F238E27FC236}">
                <a16:creationId xmlns:a16="http://schemas.microsoft.com/office/drawing/2014/main" id="{965EAFE9-D3AB-42B7-A539-26E6A0EEA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4238" y="492442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-3</a:t>
            </a:r>
          </a:p>
        </p:txBody>
      </p:sp>
      <p:sp>
        <p:nvSpPr>
          <p:cNvPr id="259" name="">
            <a:extLst xmlns:a="http://schemas.openxmlformats.org/drawingml/2006/main">
              <a:ext uri="{FF2B5EF4-FFF2-40B4-BE49-F238E27FC236}">
                <a16:creationId xmlns:a16="http://schemas.microsoft.com/office/drawing/2014/main" id="{6CEED445-4544-43A5-88C1-476BB2CC2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8398371" y="481012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60" name="-1">
            <a:extLst xmlns:a="http://schemas.openxmlformats.org/drawingml/2006/main">
              <a:ext uri="{FF2B5EF4-FFF2-40B4-BE49-F238E27FC236}">
                <a16:creationId xmlns:a16="http://schemas.microsoft.com/office/drawing/2014/main" id="{B605DDDF-2774-45D5-867E-C5F12DE2B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871" y="492442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-1</a:t>
            </a:r>
          </a:p>
        </p:txBody>
      </p:sp>
      <p:sp>
        <p:nvSpPr>
          <p:cNvPr id="261" name="">
            <a:extLst xmlns:a="http://schemas.openxmlformats.org/drawingml/2006/main">
              <a:ext uri="{FF2B5EF4-FFF2-40B4-BE49-F238E27FC236}">
                <a16:creationId xmlns:a16="http://schemas.microsoft.com/office/drawing/2014/main" id="{0ABBF02A-F3C6-4F40-8810-0515FB400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9842004" y="481012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62" name="1">
            <a:extLst xmlns:a="http://schemas.openxmlformats.org/drawingml/2006/main">
              <a:ext uri="{FF2B5EF4-FFF2-40B4-BE49-F238E27FC236}">
                <a16:creationId xmlns:a16="http://schemas.microsoft.com/office/drawing/2014/main" id="{5449B6D9-0B82-4FA7-AF08-97E194F5B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1504" y="492442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263" name="">
            <a:extLst xmlns:a="http://schemas.openxmlformats.org/drawingml/2006/main">
              <a:ext uri="{FF2B5EF4-FFF2-40B4-BE49-F238E27FC236}">
                <a16:creationId xmlns:a16="http://schemas.microsoft.com/office/drawing/2014/main" id="{592F72A2-6A25-45D5-BDFA-70EA44B8A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1285637" y="4810125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64" name="3">
            <a:extLst xmlns:a="http://schemas.openxmlformats.org/drawingml/2006/main">
              <a:ext uri="{FF2B5EF4-FFF2-40B4-BE49-F238E27FC236}">
                <a16:creationId xmlns:a16="http://schemas.microsoft.com/office/drawing/2014/main" id="{409A72E8-69BB-4C72-9904-F534213C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5137" y="4924425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350" b="0">
                <a:solidFill>
                  <a:srgbClr val="55657B"/>
                </a:solidFill>
              </a:defRPr>
            </a:defPPr>
            <a:lvl1pPr algn="ctr">
              <a:defRPr sz="1350" b="0">
                <a:solidFill>
                  <a:srgbClr val="55657B"/>
                </a:solidFill>
              </a:defRPr>
            </a:lvl1pPr>
            <a:lvl2pPr algn="ctr">
              <a:defRPr sz="1350" b="0">
                <a:solidFill>
                  <a:srgbClr val="55657B"/>
                </a:solidFill>
              </a:defRPr>
            </a:lvl2pPr>
            <a:lvl3pPr algn="ctr">
              <a:defRPr sz="1350" b="0">
                <a:solidFill>
                  <a:srgbClr val="55657B"/>
                </a:solidFill>
              </a:defRPr>
            </a:lvl3pPr>
            <a:lvl4pPr algn="ctr">
              <a:defRPr sz="1350" b="0">
                <a:solidFill>
                  <a:srgbClr val="55657B"/>
                </a:solidFill>
              </a:defRPr>
            </a:lvl4pPr>
            <a:lvl5pPr algn="ctr">
              <a:defRPr sz="1350" b="0">
                <a:solidFill>
                  <a:srgbClr val="55657B"/>
                </a:solidFill>
              </a:defRPr>
            </a:lvl5pPr>
            <a:lvl6pPr algn="ctr">
              <a:defRPr sz="1350" b="0">
                <a:solidFill>
                  <a:srgbClr val="55657B"/>
                </a:solidFill>
              </a:defRPr>
            </a:lvl6pPr>
            <a:lvl7pPr algn="ctr">
              <a:defRPr sz="1350" b="0">
                <a:solidFill>
                  <a:srgbClr val="55657B"/>
                </a:solidFill>
              </a:defRPr>
            </a:lvl7pPr>
            <a:lvl8pPr algn="ctr">
              <a:defRPr sz="1350" b="0">
                <a:solidFill>
                  <a:srgbClr val="55657B"/>
                </a:solidFill>
              </a:defRPr>
            </a:lvl8pPr>
            <a:lvl9pPr algn="ct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3</a:t>
            </a:r>
          </a:p>
        </p:txBody>
      </p:sp>
      <p:sp>
        <p:nvSpPr>
          <p:cNvPr id="265" name="">
            <a:extLst xmlns:a="http://schemas.openxmlformats.org/drawingml/2006/main">
              <a:ext uri="{FF2B5EF4-FFF2-40B4-BE49-F238E27FC236}">
                <a16:creationId xmlns:a16="http://schemas.microsoft.com/office/drawing/2014/main" id="{81D144DF-DBE2-47FD-A967-EE611A09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762750" y="4578569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66" name="-1">
            <a:extLst xmlns:a="http://schemas.openxmlformats.org/drawingml/2006/main">
              <a:ext uri="{FF2B5EF4-FFF2-40B4-BE49-F238E27FC236}">
                <a16:creationId xmlns:a16="http://schemas.microsoft.com/office/drawing/2014/main" id="{B048CDAD-0670-4D62-A5DC-5B8BEE357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64269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-1</a:t>
            </a:r>
          </a:p>
        </p:txBody>
      </p:sp>
      <p:sp>
        <p:nvSpPr>
          <p:cNvPr id="267" name="">
            <a:extLst xmlns:a="http://schemas.openxmlformats.org/drawingml/2006/main">
              <a:ext uri="{FF2B5EF4-FFF2-40B4-BE49-F238E27FC236}">
                <a16:creationId xmlns:a16="http://schemas.microsoft.com/office/drawing/2014/main" id="{F1DC49A4-6746-4426-938C-99EF031DA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762750" y="4192642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68" name="0">
            <a:extLst xmlns:a="http://schemas.openxmlformats.org/drawingml/2006/main">
              <a:ext uri="{FF2B5EF4-FFF2-40B4-BE49-F238E27FC236}">
                <a16:creationId xmlns:a16="http://schemas.microsoft.com/office/drawing/2014/main" id="{F314F207-DA71-4F65-A8FB-4E944D61C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78342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269" name="">
            <a:extLst xmlns:a="http://schemas.openxmlformats.org/drawingml/2006/main">
              <a:ext uri="{FF2B5EF4-FFF2-40B4-BE49-F238E27FC236}">
                <a16:creationId xmlns:a16="http://schemas.microsoft.com/office/drawing/2014/main" id="{17BA870A-747B-4379-B21F-5B4593FAD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762750" y="3806716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70" name="1">
            <a:extLst xmlns:a="http://schemas.openxmlformats.org/drawingml/2006/main">
              <a:ext uri="{FF2B5EF4-FFF2-40B4-BE49-F238E27FC236}">
                <a16:creationId xmlns:a16="http://schemas.microsoft.com/office/drawing/2014/main" id="{AA1DD0A6-9B8D-4439-AA0B-5AC066FEE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692416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</a:t>
            </a:r>
          </a:p>
        </p:txBody>
      </p:sp>
      <p:sp>
        <p:nvSpPr>
          <p:cNvPr id="271" name="">
            <a:extLst xmlns:a="http://schemas.openxmlformats.org/drawingml/2006/main">
              <a:ext uri="{FF2B5EF4-FFF2-40B4-BE49-F238E27FC236}">
                <a16:creationId xmlns:a16="http://schemas.microsoft.com/office/drawing/2014/main" id="{B20CD347-A655-4302-8818-47DDD2369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762750" y="3420789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72" name="2">
            <a:extLst xmlns:a="http://schemas.openxmlformats.org/drawingml/2006/main">
              <a:ext uri="{FF2B5EF4-FFF2-40B4-BE49-F238E27FC236}">
                <a16:creationId xmlns:a16="http://schemas.microsoft.com/office/drawing/2014/main" id="{38E9878C-454F-441A-BF67-5AF11FBC4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306489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2</a:t>
            </a:r>
          </a:p>
        </p:txBody>
      </p:sp>
      <p:sp>
        <p:nvSpPr>
          <p:cNvPr id="273" name="">
            <a:extLst xmlns:a="http://schemas.openxmlformats.org/drawingml/2006/main">
              <a:ext uri="{FF2B5EF4-FFF2-40B4-BE49-F238E27FC236}">
                <a16:creationId xmlns:a16="http://schemas.microsoft.com/office/drawing/2014/main" id="{D7F01B06-077B-4643-9F3F-B97A9843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762750" y="3034862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74" name="3">
            <a:extLst xmlns:a="http://schemas.openxmlformats.org/drawingml/2006/main">
              <a:ext uri="{FF2B5EF4-FFF2-40B4-BE49-F238E27FC236}">
                <a16:creationId xmlns:a16="http://schemas.microsoft.com/office/drawing/2014/main" id="{8093CDC4-371B-44E7-9DE2-595DDE323D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20562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3</a:t>
            </a:r>
          </a:p>
        </p:txBody>
      </p:sp>
      <p:sp>
        <p:nvSpPr>
          <p:cNvPr id="275" name="">
            <a:extLst xmlns:a="http://schemas.openxmlformats.org/drawingml/2006/main">
              <a:ext uri="{FF2B5EF4-FFF2-40B4-BE49-F238E27FC236}">
                <a16:creationId xmlns:a16="http://schemas.microsoft.com/office/drawing/2014/main" id="{7F5641F8-DB68-4FF6-8029-0BED991A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762750" y="2648935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76" name="4">
            <a:extLst xmlns:a="http://schemas.openxmlformats.org/drawingml/2006/main">
              <a:ext uri="{FF2B5EF4-FFF2-40B4-BE49-F238E27FC236}">
                <a16:creationId xmlns:a16="http://schemas.microsoft.com/office/drawing/2014/main" id="{982AF8F2-2952-4C3C-A1E3-812AE912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34635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350" b="0">
                <a:solidFill>
                  <a:srgbClr val="55657B"/>
                </a:solidFill>
              </a:defRPr>
            </a:defPPr>
            <a:lvl1pPr algn="r">
              <a:defRPr sz="1350" b="0">
                <a:solidFill>
                  <a:srgbClr val="55657B"/>
                </a:solidFill>
              </a:defRPr>
            </a:lvl1pPr>
            <a:lvl2pPr algn="r">
              <a:defRPr sz="1350" b="0">
                <a:solidFill>
                  <a:srgbClr val="55657B"/>
                </a:solidFill>
              </a:defRPr>
            </a:lvl2pPr>
            <a:lvl3pPr algn="r">
              <a:defRPr sz="1350" b="0">
                <a:solidFill>
                  <a:srgbClr val="55657B"/>
                </a:solidFill>
              </a:defRPr>
            </a:lvl3pPr>
            <a:lvl4pPr algn="r">
              <a:defRPr sz="1350" b="0">
                <a:solidFill>
                  <a:srgbClr val="55657B"/>
                </a:solidFill>
              </a:defRPr>
            </a:lvl4pPr>
            <a:lvl5pPr algn="r">
              <a:defRPr sz="1350" b="0">
                <a:solidFill>
                  <a:srgbClr val="55657B"/>
                </a:solidFill>
              </a:defRPr>
            </a:lvl5pPr>
            <a:lvl6pPr algn="r">
              <a:defRPr sz="1350" b="0">
                <a:solidFill>
                  <a:srgbClr val="55657B"/>
                </a:solidFill>
              </a:defRPr>
            </a:lvl6pPr>
            <a:lvl7pPr algn="r">
              <a:defRPr sz="1350" b="0">
                <a:solidFill>
                  <a:srgbClr val="55657B"/>
                </a:solidFill>
              </a:defRPr>
            </a:lvl7pPr>
            <a:lvl8pPr algn="r">
              <a:defRPr sz="1350" b="0">
                <a:solidFill>
                  <a:srgbClr val="55657B"/>
                </a:solidFill>
              </a:defRPr>
            </a:lvl8pPr>
            <a:lvl9pPr algn="r">
              <a:defRPr sz="135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350" b="0">
                <a:solidFill>
                  <a:srgbClr val="55657B"/>
                </a:solidFill>
              </a:defRPr>
            </a:pPr>
            <a:r>
              <a:rPr sz="135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4</a:t>
            </a:r>
          </a:p>
        </p:txBody>
      </p:sp>
      <p:sp>
        <p:nvSpPr>
          <p:cNvPr id="277" name="">
            <a:extLst xmlns:a="http://schemas.openxmlformats.org/drawingml/2006/main">
              <a:ext uri="{FF2B5EF4-FFF2-40B4-BE49-F238E27FC236}">
                <a16:creationId xmlns:a16="http://schemas.microsoft.com/office/drawing/2014/main" id="{658541E4-F9D7-44C9-B346-CFDDCB6F3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4682" y="464422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8" name="">
            <a:extLst xmlns:a="http://schemas.openxmlformats.org/drawingml/2006/main">
              <a:ext uri="{FF2B5EF4-FFF2-40B4-BE49-F238E27FC236}">
                <a16:creationId xmlns:a16="http://schemas.microsoft.com/office/drawing/2014/main" id="{1E6C33E8-B4E4-4941-976E-C816A4CD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89897" y="4622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9" name="">
            <a:extLst xmlns:a="http://schemas.openxmlformats.org/drawingml/2006/main">
              <a:ext uri="{FF2B5EF4-FFF2-40B4-BE49-F238E27FC236}">
                <a16:creationId xmlns:a16="http://schemas.microsoft.com/office/drawing/2014/main" id="{CE83BA07-97DD-4B3F-A00E-588C8629C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3164" y="441151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0" name="">
            <a:extLst xmlns:a="http://schemas.openxmlformats.org/drawingml/2006/main">
              <a:ext uri="{FF2B5EF4-FFF2-40B4-BE49-F238E27FC236}">
                <a16:creationId xmlns:a16="http://schemas.microsoft.com/office/drawing/2014/main" id="{B69442DF-9BE2-433D-A8F3-C2FD790B5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5139" y="325320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1" name="">
            <a:extLst xmlns:a="http://schemas.openxmlformats.org/drawingml/2006/main">
              <a:ext uri="{FF2B5EF4-FFF2-40B4-BE49-F238E27FC236}">
                <a16:creationId xmlns:a16="http://schemas.microsoft.com/office/drawing/2014/main" id="{96EC2621-0B70-4276-A560-C82055FD8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511" y="266257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2" name="">
            <a:extLst xmlns:a="http://schemas.openxmlformats.org/drawingml/2006/main">
              <a:ext uri="{FF2B5EF4-FFF2-40B4-BE49-F238E27FC236}">
                <a16:creationId xmlns:a16="http://schemas.microsoft.com/office/drawing/2014/main" id="{417DACFD-550E-4E19-A2AA-1288B627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3057" y="306493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3" name="">
            <a:extLst xmlns:a="http://schemas.openxmlformats.org/drawingml/2006/main">
              <a:ext uri="{FF2B5EF4-FFF2-40B4-BE49-F238E27FC236}">
                <a16:creationId xmlns:a16="http://schemas.microsoft.com/office/drawing/2014/main" id="{4339486D-BB0F-4680-9990-5A3A21ED6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01025" y="339266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4" name="">
            <a:extLst xmlns:a="http://schemas.openxmlformats.org/drawingml/2006/main">
              <a:ext uri="{FF2B5EF4-FFF2-40B4-BE49-F238E27FC236}">
                <a16:creationId xmlns:a16="http://schemas.microsoft.com/office/drawing/2014/main" id="{D07D997B-AFF9-427D-963D-73BACD8FE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0633" y="283769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CC8D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5" name="">
            <a:extLst xmlns:a="http://schemas.openxmlformats.org/drawingml/2006/main">
              <a:ext uri="{FF2B5EF4-FFF2-40B4-BE49-F238E27FC236}">
                <a16:creationId xmlns:a16="http://schemas.microsoft.com/office/drawing/2014/main" id="{50358C73-20E4-4AEC-9E1D-A30707302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779" y="418441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6" name="">
            <a:extLst xmlns:a="http://schemas.openxmlformats.org/drawingml/2006/main">
              <a:ext uri="{FF2B5EF4-FFF2-40B4-BE49-F238E27FC236}">
                <a16:creationId xmlns:a16="http://schemas.microsoft.com/office/drawing/2014/main" id="{C2CFA9CE-B236-401E-9B76-72C0DA560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2626" y="42099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7" name="">
            <a:extLst xmlns:a="http://schemas.openxmlformats.org/drawingml/2006/main">
              <a:ext uri="{FF2B5EF4-FFF2-40B4-BE49-F238E27FC236}">
                <a16:creationId xmlns:a16="http://schemas.microsoft.com/office/drawing/2014/main" id="{C273DD25-88C1-48DE-A254-6385FCF38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6336" y="406876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8" name="">
            <a:extLst xmlns:a="http://schemas.openxmlformats.org/drawingml/2006/main">
              <a:ext uri="{FF2B5EF4-FFF2-40B4-BE49-F238E27FC236}">
                <a16:creationId xmlns:a16="http://schemas.microsoft.com/office/drawing/2014/main" id="{E3BBB48B-04F5-4005-B1D7-215D60DC3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9821" y="412621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9" name="">
            <a:extLst xmlns:a="http://schemas.openxmlformats.org/drawingml/2006/main">
              <a:ext uri="{FF2B5EF4-FFF2-40B4-BE49-F238E27FC236}">
                <a16:creationId xmlns:a16="http://schemas.microsoft.com/office/drawing/2014/main" id="{C52BD21A-B41C-46EE-9A8E-E88EF8749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1793" y="414057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0" name="">
            <a:extLst xmlns:a="http://schemas.openxmlformats.org/drawingml/2006/main">
              <a:ext uri="{FF2B5EF4-FFF2-40B4-BE49-F238E27FC236}">
                <a16:creationId xmlns:a16="http://schemas.microsoft.com/office/drawing/2014/main" id="{E97A96E6-E7CA-482A-9BF2-EDE5566C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6546" y="42452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1" name="">
            <a:extLst xmlns:a="http://schemas.openxmlformats.org/drawingml/2006/main">
              <a:ext uri="{FF2B5EF4-FFF2-40B4-BE49-F238E27FC236}">
                <a16:creationId xmlns:a16="http://schemas.microsoft.com/office/drawing/2014/main" id="{2B563999-54C2-42AC-B7CD-1896181B0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4104" y="414245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2" name="">
            <a:extLst xmlns:a="http://schemas.openxmlformats.org/drawingml/2006/main">
              <a:ext uri="{FF2B5EF4-FFF2-40B4-BE49-F238E27FC236}">
                <a16:creationId xmlns:a16="http://schemas.microsoft.com/office/drawing/2014/main" id="{5211B4DD-E0C2-4122-B86C-80711EFE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8898" y="416540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3" name="">
            <a:extLst xmlns:a="http://schemas.openxmlformats.org/drawingml/2006/main">
              <a:ext uri="{FF2B5EF4-FFF2-40B4-BE49-F238E27FC236}">
                <a16:creationId xmlns:a16="http://schemas.microsoft.com/office/drawing/2014/main" id="{6430A630-B6C5-4A3D-9861-8CDFCCE2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01832" y="414645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4" name="">
            <a:extLst xmlns:a="http://schemas.openxmlformats.org/drawingml/2006/main">
              <a:ext uri="{FF2B5EF4-FFF2-40B4-BE49-F238E27FC236}">
                <a16:creationId xmlns:a16="http://schemas.microsoft.com/office/drawing/2014/main" id="{96BBC5CE-3965-46B4-95DF-50C2C2A13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5406" y="416499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5" name="">
            <a:extLst xmlns:a="http://schemas.openxmlformats.org/drawingml/2006/main">
              <a:ext uri="{FF2B5EF4-FFF2-40B4-BE49-F238E27FC236}">
                <a16:creationId xmlns:a16="http://schemas.microsoft.com/office/drawing/2014/main" id="{497D3209-9019-4AFD-B7C7-E3613987E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3410" y="41454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6" name="">
            <a:extLst xmlns:a="http://schemas.openxmlformats.org/drawingml/2006/main">
              <a:ext uri="{FF2B5EF4-FFF2-40B4-BE49-F238E27FC236}">
                <a16:creationId xmlns:a16="http://schemas.microsoft.com/office/drawing/2014/main" id="{F9B6C8CD-2D4A-449A-BA84-AA1EF0CB7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4556" y="408400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7" name="">
            <a:extLst xmlns:a="http://schemas.openxmlformats.org/drawingml/2006/main">
              <a:ext uri="{FF2B5EF4-FFF2-40B4-BE49-F238E27FC236}">
                <a16:creationId xmlns:a16="http://schemas.microsoft.com/office/drawing/2014/main" id="{A7815043-C295-49EA-B64A-5B07479A1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7444" y="411971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8" name="">
            <a:extLst xmlns:a="http://schemas.openxmlformats.org/drawingml/2006/main">
              <a:ext uri="{FF2B5EF4-FFF2-40B4-BE49-F238E27FC236}">
                <a16:creationId xmlns:a16="http://schemas.microsoft.com/office/drawing/2014/main" id="{83D436F9-1F58-406C-9BA8-9A561F261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352" y="408208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9" name="">
            <a:extLst xmlns:a="http://schemas.openxmlformats.org/drawingml/2006/main">
              <a:ext uri="{FF2B5EF4-FFF2-40B4-BE49-F238E27FC236}">
                <a16:creationId xmlns:a16="http://schemas.microsoft.com/office/drawing/2014/main" id="{0BDB57B3-AAD2-4DFE-80B4-7A298F917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6950" y="41631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0" name="">
            <a:extLst xmlns:a="http://schemas.openxmlformats.org/drawingml/2006/main">
              <a:ext uri="{FF2B5EF4-FFF2-40B4-BE49-F238E27FC236}">
                <a16:creationId xmlns:a16="http://schemas.microsoft.com/office/drawing/2014/main" id="{87060BB2-4F5F-44BE-AD13-5959117A8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7086" y="417785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1" name="">
            <a:extLst xmlns:a="http://schemas.openxmlformats.org/drawingml/2006/main">
              <a:ext uri="{FF2B5EF4-FFF2-40B4-BE49-F238E27FC236}">
                <a16:creationId xmlns:a16="http://schemas.microsoft.com/office/drawing/2014/main" id="{6A01814C-67D2-4D22-B61F-4C9FD0859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0725" y="413998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2" name="">
            <a:extLst xmlns:a="http://schemas.openxmlformats.org/drawingml/2006/main">
              <a:ext uri="{FF2B5EF4-FFF2-40B4-BE49-F238E27FC236}">
                <a16:creationId xmlns:a16="http://schemas.microsoft.com/office/drawing/2014/main" id="{50B4D62B-4128-43D7-8050-1C45DA3E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0763" y="41579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3" name="">
            <a:extLst xmlns:a="http://schemas.openxmlformats.org/drawingml/2006/main">
              <a:ext uri="{FF2B5EF4-FFF2-40B4-BE49-F238E27FC236}">
                <a16:creationId xmlns:a16="http://schemas.microsoft.com/office/drawing/2014/main" id="{49E4F35A-AF2D-47D4-B1B7-1763105DD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555" y="410558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4" name="">
            <a:extLst xmlns:a="http://schemas.openxmlformats.org/drawingml/2006/main">
              <a:ext uri="{FF2B5EF4-FFF2-40B4-BE49-F238E27FC236}">
                <a16:creationId xmlns:a16="http://schemas.microsoft.com/office/drawing/2014/main" id="{304C4B3E-C25D-4D02-8111-805ABC686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9962" y="421946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5" name="">
            <a:extLst xmlns:a="http://schemas.openxmlformats.org/drawingml/2006/main">
              <a:ext uri="{FF2B5EF4-FFF2-40B4-BE49-F238E27FC236}">
                <a16:creationId xmlns:a16="http://schemas.microsoft.com/office/drawing/2014/main" id="{FACAC352-D507-49A8-9871-A8618EC0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5243" y="411900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6" name="">
            <a:extLst xmlns:a="http://schemas.openxmlformats.org/drawingml/2006/main">
              <a:ext uri="{FF2B5EF4-FFF2-40B4-BE49-F238E27FC236}">
                <a16:creationId xmlns:a16="http://schemas.microsoft.com/office/drawing/2014/main" id="{89DFA6BD-71BB-44D0-8C21-61D9F129E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8834" y="409173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7" name="">
            <a:extLst xmlns:a="http://schemas.openxmlformats.org/drawingml/2006/main">
              <a:ext uri="{FF2B5EF4-FFF2-40B4-BE49-F238E27FC236}">
                <a16:creationId xmlns:a16="http://schemas.microsoft.com/office/drawing/2014/main" id="{B067F199-9BF3-4C4D-BF91-FF49EC07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9427" y="413800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8" name="">
            <a:extLst xmlns:a="http://schemas.openxmlformats.org/drawingml/2006/main">
              <a:ext uri="{FF2B5EF4-FFF2-40B4-BE49-F238E27FC236}">
                <a16:creationId xmlns:a16="http://schemas.microsoft.com/office/drawing/2014/main" id="{B575127A-A145-4628-BF50-BB25315B8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467" y="417854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9" name="">
            <a:extLst xmlns:a="http://schemas.openxmlformats.org/drawingml/2006/main">
              <a:ext uri="{FF2B5EF4-FFF2-40B4-BE49-F238E27FC236}">
                <a16:creationId xmlns:a16="http://schemas.microsoft.com/office/drawing/2014/main" id="{1F4266C8-FCBB-4641-A78E-1952620B2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403" y="424658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0" name="">
            <a:extLst xmlns:a="http://schemas.openxmlformats.org/drawingml/2006/main">
              <a:ext uri="{FF2B5EF4-FFF2-40B4-BE49-F238E27FC236}">
                <a16:creationId xmlns:a16="http://schemas.microsoft.com/office/drawing/2014/main" id="{C254B5CC-E3F9-4812-BC21-6B8A530E0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9803" y="421994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1" name="">
            <a:extLst xmlns:a="http://schemas.openxmlformats.org/drawingml/2006/main">
              <a:ext uri="{FF2B5EF4-FFF2-40B4-BE49-F238E27FC236}">
                <a16:creationId xmlns:a16="http://schemas.microsoft.com/office/drawing/2014/main" id="{54DF585E-856C-4857-937A-7A0764A19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301" y="414940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2" name="">
            <a:extLst xmlns:a="http://schemas.openxmlformats.org/drawingml/2006/main">
              <a:ext uri="{FF2B5EF4-FFF2-40B4-BE49-F238E27FC236}">
                <a16:creationId xmlns:a16="http://schemas.microsoft.com/office/drawing/2014/main" id="{7AE4358D-1551-4E6D-B980-F4080465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7745" y="413931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3" name="">
            <a:extLst xmlns:a="http://schemas.openxmlformats.org/drawingml/2006/main">
              <a:ext uri="{FF2B5EF4-FFF2-40B4-BE49-F238E27FC236}">
                <a16:creationId xmlns:a16="http://schemas.microsoft.com/office/drawing/2014/main" id="{4FB8F180-08CC-4FDC-ACCD-1ABB08BD1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3672" y="404046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4" name="">
            <a:extLst xmlns:a="http://schemas.openxmlformats.org/drawingml/2006/main">
              <a:ext uri="{FF2B5EF4-FFF2-40B4-BE49-F238E27FC236}">
                <a16:creationId xmlns:a16="http://schemas.microsoft.com/office/drawing/2014/main" id="{A3B97C99-1D76-432B-BAE4-A599F0CD9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5995" y="41683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5" name="">
            <a:extLst xmlns:a="http://schemas.openxmlformats.org/drawingml/2006/main">
              <a:ext uri="{FF2B5EF4-FFF2-40B4-BE49-F238E27FC236}">
                <a16:creationId xmlns:a16="http://schemas.microsoft.com/office/drawing/2014/main" id="{9099098A-0D3F-4EF0-A627-DCFC1C6C6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52656" y="418076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6" name="">
            <a:extLst xmlns:a="http://schemas.openxmlformats.org/drawingml/2006/main">
              <a:ext uri="{FF2B5EF4-FFF2-40B4-BE49-F238E27FC236}">
                <a16:creationId xmlns:a16="http://schemas.microsoft.com/office/drawing/2014/main" id="{9F5E9BB6-6785-4591-A9FF-E86F4801A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6429" y="416805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7" name="">
            <a:extLst xmlns:a="http://schemas.openxmlformats.org/drawingml/2006/main">
              <a:ext uri="{FF2B5EF4-FFF2-40B4-BE49-F238E27FC236}">
                <a16:creationId xmlns:a16="http://schemas.microsoft.com/office/drawing/2014/main" id="{8F86D8F2-0901-429F-A509-EDB9E2C04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1538" y="411647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8" name="">
            <a:extLst xmlns:a="http://schemas.openxmlformats.org/drawingml/2006/main">
              <a:ext uri="{FF2B5EF4-FFF2-40B4-BE49-F238E27FC236}">
                <a16:creationId xmlns:a16="http://schemas.microsoft.com/office/drawing/2014/main" id="{98057704-8A41-4A9F-9491-6E11E5911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9702" y="421108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9" name="">
            <a:extLst xmlns:a="http://schemas.openxmlformats.org/drawingml/2006/main">
              <a:ext uri="{FF2B5EF4-FFF2-40B4-BE49-F238E27FC236}">
                <a16:creationId xmlns:a16="http://schemas.microsoft.com/office/drawing/2014/main" id="{D6C7CFA8-88DD-45BE-873F-DF4F994AB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0388" y="418787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0" name="">
            <a:extLst xmlns:a="http://schemas.openxmlformats.org/drawingml/2006/main">
              <a:ext uri="{FF2B5EF4-FFF2-40B4-BE49-F238E27FC236}">
                <a16:creationId xmlns:a16="http://schemas.microsoft.com/office/drawing/2014/main" id="{096067F9-4287-4A82-BFA2-2A77DE535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8173" y="416538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1" name="">
            <a:extLst xmlns:a="http://schemas.openxmlformats.org/drawingml/2006/main">
              <a:ext uri="{FF2B5EF4-FFF2-40B4-BE49-F238E27FC236}">
                <a16:creationId xmlns:a16="http://schemas.microsoft.com/office/drawing/2014/main" id="{2DE971ED-BE1E-4BC3-A2F3-D344BBBFF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9413" y="424314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2" name="">
            <a:extLst xmlns:a="http://schemas.openxmlformats.org/drawingml/2006/main">
              <a:ext uri="{FF2B5EF4-FFF2-40B4-BE49-F238E27FC236}">
                <a16:creationId xmlns:a16="http://schemas.microsoft.com/office/drawing/2014/main" id="{9E71DA23-0573-41A5-AF22-E11EA3135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5448" y="420866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3" name="">
            <a:extLst xmlns:a="http://schemas.openxmlformats.org/drawingml/2006/main">
              <a:ext uri="{FF2B5EF4-FFF2-40B4-BE49-F238E27FC236}">
                <a16:creationId xmlns:a16="http://schemas.microsoft.com/office/drawing/2014/main" id="{52AB97DA-8E39-4718-9692-9D807D3FD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7758" y="411141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4" name="">
            <a:extLst xmlns:a="http://schemas.openxmlformats.org/drawingml/2006/main">
              <a:ext uri="{FF2B5EF4-FFF2-40B4-BE49-F238E27FC236}">
                <a16:creationId xmlns:a16="http://schemas.microsoft.com/office/drawing/2014/main" id="{91761EEA-8D93-47D4-9983-0603E8FE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8758" y="413714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5" name="">
            <a:extLst xmlns:a="http://schemas.openxmlformats.org/drawingml/2006/main">
              <a:ext uri="{FF2B5EF4-FFF2-40B4-BE49-F238E27FC236}">
                <a16:creationId xmlns:a16="http://schemas.microsoft.com/office/drawing/2014/main" id="{9835A625-F025-45FD-A032-AEF20FD10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9758" y="408331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6" name="">
            <a:extLst xmlns:a="http://schemas.openxmlformats.org/drawingml/2006/main">
              <a:ext uri="{FF2B5EF4-FFF2-40B4-BE49-F238E27FC236}">
                <a16:creationId xmlns:a16="http://schemas.microsoft.com/office/drawing/2014/main" id="{2F7B0D98-8B75-4D2A-8B2B-E049F4D5F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4491" y="422231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7" name="">
            <a:extLst xmlns:a="http://schemas.openxmlformats.org/drawingml/2006/main">
              <a:ext uri="{FF2B5EF4-FFF2-40B4-BE49-F238E27FC236}">
                <a16:creationId xmlns:a16="http://schemas.microsoft.com/office/drawing/2014/main" id="{CF9A83B6-120D-431B-8A39-468202266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9287" y="4053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8" name="">
            <a:extLst xmlns:a="http://schemas.openxmlformats.org/drawingml/2006/main">
              <a:ext uri="{FF2B5EF4-FFF2-40B4-BE49-F238E27FC236}">
                <a16:creationId xmlns:a16="http://schemas.microsoft.com/office/drawing/2014/main" id="{EA208215-91A9-4652-82B3-DC9856A42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2255" y="41557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9" name="">
            <a:extLst xmlns:a="http://schemas.openxmlformats.org/drawingml/2006/main">
              <a:ext uri="{FF2B5EF4-FFF2-40B4-BE49-F238E27FC236}">
                <a16:creationId xmlns:a16="http://schemas.microsoft.com/office/drawing/2014/main" id="{05A3185D-3E45-4A98-A25D-34778440A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7644" y="416971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0" name="">
            <a:extLst xmlns:a="http://schemas.openxmlformats.org/drawingml/2006/main">
              <a:ext uri="{FF2B5EF4-FFF2-40B4-BE49-F238E27FC236}">
                <a16:creationId xmlns:a16="http://schemas.microsoft.com/office/drawing/2014/main" id="{571D6FEA-9210-4D9C-B2A2-9FF74428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6526" y="417237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1" name="">
            <a:extLst xmlns:a="http://schemas.openxmlformats.org/drawingml/2006/main">
              <a:ext uri="{FF2B5EF4-FFF2-40B4-BE49-F238E27FC236}">
                <a16:creationId xmlns:a16="http://schemas.microsoft.com/office/drawing/2014/main" id="{5441FD97-4DD5-4773-BF13-623D7B1F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2568" y="413077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2" name="">
            <a:extLst xmlns:a="http://schemas.openxmlformats.org/drawingml/2006/main">
              <a:ext uri="{FF2B5EF4-FFF2-40B4-BE49-F238E27FC236}">
                <a16:creationId xmlns:a16="http://schemas.microsoft.com/office/drawing/2014/main" id="{CD178995-EBA6-4D27-ADA8-6130EB3FA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6863" y="410968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3" name="">
            <a:extLst xmlns:a="http://schemas.openxmlformats.org/drawingml/2006/main">
              <a:ext uri="{FF2B5EF4-FFF2-40B4-BE49-F238E27FC236}">
                <a16:creationId xmlns:a16="http://schemas.microsoft.com/office/drawing/2014/main" id="{FE3AF941-C815-43E9-94BB-F72842874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44304" y="422052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4" name="">
            <a:extLst xmlns:a="http://schemas.openxmlformats.org/drawingml/2006/main">
              <a:ext uri="{FF2B5EF4-FFF2-40B4-BE49-F238E27FC236}">
                <a16:creationId xmlns:a16="http://schemas.microsoft.com/office/drawing/2014/main" id="{2B726553-75DC-47C6-B17B-EC36BA172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81479" y="416094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5" name="">
            <a:extLst xmlns:a="http://schemas.openxmlformats.org/drawingml/2006/main">
              <a:ext uri="{FF2B5EF4-FFF2-40B4-BE49-F238E27FC236}">
                <a16:creationId xmlns:a16="http://schemas.microsoft.com/office/drawing/2014/main" id="{26FDF557-17C3-4839-A57B-BB07383CD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8437" y="416848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6" name="">
            <a:extLst xmlns:a="http://schemas.openxmlformats.org/drawingml/2006/main">
              <a:ext uri="{FF2B5EF4-FFF2-40B4-BE49-F238E27FC236}">
                <a16:creationId xmlns:a16="http://schemas.microsoft.com/office/drawing/2014/main" id="{3EAE9017-3828-4C26-B059-AD3702EB2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7790" y="412941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7" name="">
            <a:extLst xmlns:a="http://schemas.openxmlformats.org/drawingml/2006/main">
              <a:ext uri="{FF2B5EF4-FFF2-40B4-BE49-F238E27FC236}">
                <a16:creationId xmlns:a16="http://schemas.microsoft.com/office/drawing/2014/main" id="{CFF221DC-4B01-47AA-8D11-E285CC70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2419" y="414660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8" name="">
            <a:extLst xmlns:a="http://schemas.openxmlformats.org/drawingml/2006/main">
              <a:ext uri="{FF2B5EF4-FFF2-40B4-BE49-F238E27FC236}">
                <a16:creationId xmlns:a16="http://schemas.microsoft.com/office/drawing/2014/main" id="{7032D36F-923E-4062-A6FD-66BD55D65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6972" y="419665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9" name="">
            <a:extLst xmlns:a="http://schemas.openxmlformats.org/drawingml/2006/main">
              <a:ext uri="{FF2B5EF4-FFF2-40B4-BE49-F238E27FC236}">
                <a16:creationId xmlns:a16="http://schemas.microsoft.com/office/drawing/2014/main" id="{D64AC0B3-CDBB-4AF6-9935-14C1EABF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8218" y="423619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0" name="">
            <a:extLst xmlns:a="http://schemas.openxmlformats.org/drawingml/2006/main">
              <a:ext uri="{FF2B5EF4-FFF2-40B4-BE49-F238E27FC236}">
                <a16:creationId xmlns:a16="http://schemas.microsoft.com/office/drawing/2014/main" id="{A9B96450-873C-4E18-B14D-3AA9864F0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9046" y="418058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1" name="">
            <a:extLst xmlns:a="http://schemas.openxmlformats.org/drawingml/2006/main">
              <a:ext uri="{FF2B5EF4-FFF2-40B4-BE49-F238E27FC236}">
                <a16:creationId xmlns:a16="http://schemas.microsoft.com/office/drawing/2014/main" id="{C1FEFCAA-6CA2-47DC-A4E7-387F2417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8425" y="417777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2" name="">
            <a:extLst xmlns:a="http://schemas.openxmlformats.org/drawingml/2006/main">
              <a:ext uri="{FF2B5EF4-FFF2-40B4-BE49-F238E27FC236}">
                <a16:creationId xmlns:a16="http://schemas.microsoft.com/office/drawing/2014/main" id="{99B72FF2-98B3-4747-BB19-A733DA40E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4484" y="41358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3" name="">
            <a:extLst xmlns:a="http://schemas.openxmlformats.org/drawingml/2006/main">
              <a:ext uri="{FF2B5EF4-FFF2-40B4-BE49-F238E27FC236}">
                <a16:creationId xmlns:a16="http://schemas.microsoft.com/office/drawing/2014/main" id="{D4462CB7-6C70-4E46-8E41-AAABC2577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314" y="417611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4" name="">
            <a:extLst xmlns:a="http://schemas.openxmlformats.org/drawingml/2006/main">
              <a:ext uri="{FF2B5EF4-FFF2-40B4-BE49-F238E27FC236}">
                <a16:creationId xmlns:a16="http://schemas.microsoft.com/office/drawing/2014/main" id="{7F52B6FD-F8B4-4253-8956-21017FCD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2217" y="410806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5" name="">
            <a:extLst xmlns:a="http://schemas.openxmlformats.org/drawingml/2006/main">
              <a:ext uri="{FF2B5EF4-FFF2-40B4-BE49-F238E27FC236}">
                <a16:creationId xmlns:a16="http://schemas.microsoft.com/office/drawing/2014/main" id="{5C587FCA-FB58-445D-85D7-E6453C56B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7286" y="420352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6" name="">
            <a:extLst xmlns:a="http://schemas.openxmlformats.org/drawingml/2006/main">
              <a:ext uri="{FF2B5EF4-FFF2-40B4-BE49-F238E27FC236}">
                <a16:creationId xmlns:a16="http://schemas.microsoft.com/office/drawing/2014/main" id="{673D6381-1F98-4C10-98B7-7C21D077C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65763" y="416886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7" name="">
            <a:extLst xmlns:a="http://schemas.openxmlformats.org/drawingml/2006/main">
              <a:ext uri="{FF2B5EF4-FFF2-40B4-BE49-F238E27FC236}">
                <a16:creationId xmlns:a16="http://schemas.microsoft.com/office/drawing/2014/main" id="{1B4CC379-A535-4DDA-90D2-52FA8E9A9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15858" y="417402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8" name="">
            <a:extLst xmlns:a="http://schemas.openxmlformats.org/drawingml/2006/main">
              <a:ext uri="{FF2B5EF4-FFF2-40B4-BE49-F238E27FC236}">
                <a16:creationId xmlns:a16="http://schemas.microsoft.com/office/drawing/2014/main" id="{F9131837-F268-4B9D-B35C-942A6B414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8769" y="41916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9" name="">
            <a:extLst xmlns:a="http://schemas.openxmlformats.org/drawingml/2006/main">
              <a:ext uri="{FF2B5EF4-FFF2-40B4-BE49-F238E27FC236}">
                <a16:creationId xmlns:a16="http://schemas.microsoft.com/office/drawing/2014/main" id="{52CAA2D4-608F-4020-AEA7-AD53CFA56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148" y="410936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0" name="">
            <a:extLst xmlns:a="http://schemas.openxmlformats.org/drawingml/2006/main">
              <a:ext uri="{FF2B5EF4-FFF2-40B4-BE49-F238E27FC236}">
                <a16:creationId xmlns:a16="http://schemas.microsoft.com/office/drawing/2014/main" id="{D00D1CDC-733E-4FFC-99E0-D42BA95E0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1485" y="377744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1" name="">
            <a:extLst xmlns:a="http://schemas.openxmlformats.org/drawingml/2006/main">
              <a:ext uri="{FF2B5EF4-FFF2-40B4-BE49-F238E27FC236}">
                <a16:creationId xmlns:a16="http://schemas.microsoft.com/office/drawing/2014/main" id="{72034B9A-1EE3-4419-ADBC-12D823BB5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5848" y="285046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2" name="">
            <a:extLst xmlns:a="http://schemas.openxmlformats.org/drawingml/2006/main">
              <a:ext uri="{FF2B5EF4-FFF2-40B4-BE49-F238E27FC236}">
                <a16:creationId xmlns:a16="http://schemas.microsoft.com/office/drawing/2014/main" id="{2A8B3312-2EA2-4338-9399-813E151E4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8092" y="287802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3" name="">
            <a:extLst xmlns:a="http://schemas.openxmlformats.org/drawingml/2006/main">
              <a:ext uri="{FF2B5EF4-FFF2-40B4-BE49-F238E27FC236}">
                <a16:creationId xmlns:a16="http://schemas.microsoft.com/office/drawing/2014/main" id="{9396DC2D-1CA1-4045-B93D-10D286A2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0462" y="304746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4" name="">
            <a:extLst xmlns:a="http://schemas.openxmlformats.org/drawingml/2006/main">
              <a:ext uri="{FF2B5EF4-FFF2-40B4-BE49-F238E27FC236}">
                <a16:creationId xmlns:a16="http://schemas.microsoft.com/office/drawing/2014/main" id="{67E519DA-DBDF-4336-AB76-F2F29A22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2524" y="284886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5" name="">
            <a:extLst xmlns:a="http://schemas.openxmlformats.org/drawingml/2006/main">
              <a:ext uri="{FF2B5EF4-FFF2-40B4-BE49-F238E27FC236}">
                <a16:creationId xmlns:a16="http://schemas.microsoft.com/office/drawing/2014/main" id="{5438BD63-3FE9-4DB4-9B34-51AB8FBBC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3147" y="299168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6" name="">
            <a:extLst xmlns:a="http://schemas.openxmlformats.org/drawingml/2006/main">
              <a:ext uri="{FF2B5EF4-FFF2-40B4-BE49-F238E27FC236}">
                <a16:creationId xmlns:a16="http://schemas.microsoft.com/office/drawing/2014/main" id="{A3A78F43-CAE5-4D6E-BD72-6A7334F5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6887" y="297168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7" name="">
            <a:extLst xmlns:a="http://schemas.openxmlformats.org/drawingml/2006/main">
              <a:ext uri="{FF2B5EF4-FFF2-40B4-BE49-F238E27FC236}">
                <a16:creationId xmlns:a16="http://schemas.microsoft.com/office/drawing/2014/main" id="{D60F2C24-4BD0-441A-994B-F9F24640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6884" y="30198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8" name="">
            <a:extLst xmlns:a="http://schemas.openxmlformats.org/drawingml/2006/main">
              <a:ext uri="{FF2B5EF4-FFF2-40B4-BE49-F238E27FC236}">
                <a16:creationId xmlns:a16="http://schemas.microsoft.com/office/drawing/2014/main" id="{F1D74458-A780-4BAB-A89A-BF003A117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829" y="308029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9" name="">
            <a:extLst xmlns:a="http://schemas.openxmlformats.org/drawingml/2006/main">
              <a:ext uri="{FF2B5EF4-FFF2-40B4-BE49-F238E27FC236}">
                <a16:creationId xmlns:a16="http://schemas.microsoft.com/office/drawing/2014/main" id="{065890D2-D60D-42A0-BC9D-ACEDCF23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8227" y="292886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0" name="">
            <a:extLst xmlns:a="http://schemas.openxmlformats.org/drawingml/2006/main">
              <a:ext uri="{FF2B5EF4-FFF2-40B4-BE49-F238E27FC236}">
                <a16:creationId xmlns:a16="http://schemas.microsoft.com/office/drawing/2014/main" id="{CD5B8CF3-63B4-4C45-81F4-55419CA90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5554" y="31880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1" name="">
            <a:extLst xmlns:a="http://schemas.openxmlformats.org/drawingml/2006/main">
              <a:ext uri="{FF2B5EF4-FFF2-40B4-BE49-F238E27FC236}">
                <a16:creationId xmlns:a16="http://schemas.microsoft.com/office/drawing/2014/main" id="{5CA152D1-9577-446A-9803-B6D519950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5911" y="31182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2" name="">
            <a:extLst xmlns:a="http://schemas.openxmlformats.org/drawingml/2006/main">
              <a:ext uri="{FF2B5EF4-FFF2-40B4-BE49-F238E27FC236}">
                <a16:creationId xmlns:a16="http://schemas.microsoft.com/office/drawing/2014/main" id="{3FF5A814-8BF3-491E-88D5-45AAAF9F5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91" y="29769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3" name="">
            <a:extLst xmlns:a="http://schemas.openxmlformats.org/drawingml/2006/main">
              <a:ext uri="{FF2B5EF4-FFF2-40B4-BE49-F238E27FC236}">
                <a16:creationId xmlns:a16="http://schemas.microsoft.com/office/drawing/2014/main" id="{7687C744-5A98-4074-BB9D-E65F0F8C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5936" y="299449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4" name="">
            <a:extLst xmlns:a="http://schemas.openxmlformats.org/drawingml/2006/main">
              <a:ext uri="{FF2B5EF4-FFF2-40B4-BE49-F238E27FC236}">
                <a16:creationId xmlns:a16="http://schemas.microsoft.com/office/drawing/2014/main" id="{3A89DE48-D801-4F41-A748-F64378A21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5589" y="298426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5" name="">
            <a:extLst xmlns:a="http://schemas.openxmlformats.org/drawingml/2006/main">
              <a:ext uri="{FF2B5EF4-FFF2-40B4-BE49-F238E27FC236}">
                <a16:creationId xmlns:a16="http://schemas.microsoft.com/office/drawing/2014/main" id="{32236306-8304-4628-9AF8-AB5AB44E4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7052" y="283113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6" name="">
            <a:extLst xmlns:a="http://schemas.openxmlformats.org/drawingml/2006/main">
              <a:ext uri="{FF2B5EF4-FFF2-40B4-BE49-F238E27FC236}">
                <a16:creationId xmlns:a16="http://schemas.microsoft.com/office/drawing/2014/main" id="{E73D4892-78DD-4A31-BAB7-7866D5C8E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0106" y="295335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7" name="">
            <a:extLst xmlns:a="http://schemas.openxmlformats.org/drawingml/2006/main">
              <a:ext uri="{FF2B5EF4-FFF2-40B4-BE49-F238E27FC236}">
                <a16:creationId xmlns:a16="http://schemas.microsoft.com/office/drawing/2014/main" id="{62C58402-7706-4104-B079-57E659D5D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030" y="28586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8" name="">
            <a:extLst xmlns:a="http://schemas.openxmlformats.org/drawingml/2006/main">
              <a:ext uri="{FF2B5EF4-FFF2-40B4-BE49-F238E27FC236}">
                <a16:creationId xmlns:a16="http://schemas.microsoft.com/office/drawing/2014/main" id="{805755A0-4C06-4199-AA85-0A00FAFF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1159" y="279402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9" name="">
            <a:extLst xmlns:a="http://schemas.openxmlformats.org/drawingml/2006/main">
              <a:ext uri="{FF2B5EF4-FFF2-40B4-BE49-F238E27FC236}">
                <a16:creationId xmlns:a16="http://schemas.microsoft.com/office/drawing/2014/main" id="{D731817F-CE3F-479E-99FE-B45570B1B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247" y="303149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0" name="">
            <a:extLst xmlns:a="http://schemas.openxmlformats.org/drawingml/2006/main">
              <a:ext uri="{FF2B5EF4-FFF2-40B4-BE49-F238E27FC236}">
                <a16:creationId xmlns:a16="http://schemas.microsoft.com/office/drawing/2014/main" id="{31A0AD4B-1545-49FF-89D6-3CEBEAF5C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5544" y="305767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1" name="">
            <a:extLst xmlns:a="http://schemas.openxmlformats.org/drawingml/2006/main">
              <a:ext uri="{FF2B5EF4-FFF2-40B4-BE49-F238E27FC236}">
                <a16:creationId xmlns:a16="http://schemas.microsoft.com/office/drawing/2014/main" id="{801FADD9-1FEB-4283-A967-17263F1E0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9168" y="301265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2" name="">
            <a:extLst xmlns:a="http://schemas.openxmlformats.org/drawingml/2006/main">
              <a:ext uri="{FF2B5EF4-FFF2-40B4-BE49-F238E27FC236}">
                <a16:creationId xmlns:a16="http://schemas.microsoft.com/office/drawing/2014/main" id="{E811BB31-F6AC-46BD-B06D-057B4F428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7408" y="306993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3" name="">
            <a:extLst xmlns:a="http://schemas.openxmlformats.org/drawingml/2006/main">
              <a:ext uri="{FF2B5EF4-FFF2-40B4-BE49-F238E27FC236}">
                <a16:creationId xmlns:a16="http://schemas.microsoft.com/office/drawing/2014/main" id="{4FC802CD-ACF3-4C3D-889D-DD250EB5D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78763" y="312796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4" name="">
            <a:extLst xmlns:a="http://schemas.openxmlformats.org/drawingml/2006/main">
              <a:ext uri="{FF2B5EF4-FFF2-40B4-BE49-F238E27FC236}">
                <a16:creationId xmlns:a16="http://schemas.microsoft.com/office/drawing/2014/main" id="{BCB4B6B0-6601-4246-A414-3405DA4B7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8582" y="280708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5" name="">
            <a:extLst xmlns:a="http://schemas.openxmlformats.org/drawingml/2006/main">
              <a:ext uri="{FF2B5EF4-FFF2-40B4-BE49-F238E27FC236}">
                <a16:creationId xmlns:a16="http://schemas.microsoft.com/office/drawing/2014/main" id="{180DB6B4-1A47-45BD-A83E-8DA07FE38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1691" y="29324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6" name="">
            <a:extLst xmlns:a="http://schemas.openxmlformats.org/drawingml/2006/main">
              <a:ext uri="{FF2B5EF4-FFF2-40B4-BE49-F238E27FC236}">
                <a16:creationId xmlns:a16="http://schemas.microsoft.com/office/drawing/2014/main" id="{A74909B8-3233-4D13-8F5C-E2C5512B39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9251" y="307764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7" name="">
            <a:extLst xmlns:a="http://schemas.openxmlformats.org/drawingml/2006/main">
              <a:ext uri="{FF2B5EF4-FFF2-40B4-BE49-F238E27FC236}">
                <a16:creationId xmlns:a16="http://schemas.microsoft.com/office/drawing/2014/main" id="{379B70AD-62CD-465F-A765-DC9EAFCB7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4665" y="308410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8" name="">
            <a:extLst xmlns:a="http://schemas.openxmlformats.org/drawingml/2006/main">
              <a:ext uri="{FF2B5EF4-FFF2-40B4-BE49-F238E27FC236}">
                <a16:creationId xmlns:a16="http://schemas.microsoft.com/office/drawing/2014/main" id="{04C66E71-D4F2-48F8-AFD6-3458F6E0E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20434" y="298946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9" name="">
            <a:extLst xmlns:a="http://schemas.openxmlformats.org/drawingml/2006/main">
              <a:ext uri="{FF2B5EF4-FFF2-40B4-BE49-F238E27FC236}">
                <a16:creationId xmlns:a16="http://schemas.microsoft.com/office/drawing/2014/main" id="{7AE6CD73-1E08-4876-8090-A499E92FD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2830" y="30535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0" name="">
            <a:extLst xmlns:a="http://schemas.openxmlformats.org/drawingml/2006/main">
              <a:ext uri="{FF2B5EF4-FFF2-40B4-BE49-F238E27FC236}">
                <a16:creationId xmlns:a16="http://schemas.microsoft.com/office/drawing/2014/main" id="{7851D760-9A2A-47CF-A5BE-4FD59AFA6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938" y="286300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1" name="">
            <a:extLst xmlns:a="http://schemas.openxmlformats.org/drawingml/2006/main">
              <a:ext uri="{FF2B5EF4-FFF2-40B4-BE49-F238E27FC236}">
                <a16:creationId xmlns:a16="http://schemas.microsoft.com/office/drawing/2014/main" id="{9D0E5D13-7533-43BA-94DF-CC26A2727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9417" y="314885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2" name="">
            <a:extLst xmlns:a="http://schemas.openxmlformats.org/drawingml/2006/main">
              <a:ext uri="{FF2B5EF4-FFF2-40B4-BE49-F238E27FC236}">
                <a16:creationId xmlns:a16="http://schemas.microsoft.com/office/drawing/2014/main" id="{E3D08497-5407-4A94-B676-7A2C4202F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4176" y="305910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3" name="">
            <a:extLst xmlns:a="http://schemas.openxmlformats.org/drawingml/2006/main">
              <a:ext uri="{FF2B5EF4-FFF2-40B4-BE49-F238E27FC236}">
                <a16:creationId xmlns:a16="http://schemas.microsoft.com/office/drawing/2014/main" id="{B590F4A8-5768-44F6-A0E5-D27057FC7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8244" y="310509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4" name="">
            <a:extLst xmlns:a="http://schemas.openxmlformats.org/drawingml/2006/main">
              <a:ext uri="{FF2B5EF4-FFF2-40B4-BE49-F238E27FC236}">
                <a16:creationId xmlns:a16="http://schemas.microsoft.com/office/drawing/2014/main" id="{22B6C4C4-36F2-4A3A-818B-9B5562506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925" y="283733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5" name="">
            <a:extLst xmlns:a="http://schemas.openxmlformats.org/drawingml/2006/main">
              <a:ext uri="{FF2B5EF4-FFF2-40B4-BE49-F238E27FC236}">
                <a16:creationId xmlns:a16="http://schemas.microsoft.com/office/drawing/2014/main" id="{6299A5AF-192E-40E2-B7B2-EB1786236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8911" y="290885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6" name="">
            <a:extLst xmlns:a="http://schemas.openxmlformats.org/drawingml/2006/main">
              <a:ext uri="{FF2B5EF4-FFF2-40B4-BE49-F238E27FC236}">
                <a16:creationId xmlns:a16="http://schemas.microsoft.com/office/drawing/2014/main" id="{9A997E6C-4A55-430E-A09B-E3B5A2258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00510" y="294360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7" name="">
            <a:extLst xmlns:a="http://schemas.openxmlformats.org/drawingml/2006/main">
              <a:ext uri="{FF2B5EF4-FFF2-40B4-BE49-F238E27FC236}">
                <a16:creationId xmlns:a16="http://schemas.microsoft.com/office/drawing/2014/main" id="{E1D532AE-C55C-494E-AE8A-19FFE67F7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5257" y="279885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8" name="">
            <a:extLst xmlns:a="http://schemas.openxmlformats.org/drawingml/2006/main">
              <a:ext uri="{FF2B5EF4-FFF2-40B4-BE49-F238E27FC236}">
                <a16:creationId xmlns:a16="http://schemas.microsoft.com/office/drawing/2014/main" id="{6A819596-B6EA-4E7E-946C-B3DE628DB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6718" y="277066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9" name="">
            <a:extLst xmlns:a="http://schemas.openxmlformats.org/drawingml/2006/main">
              <a:ext uri="{FF2B5EF4-FFF2-40B4-BE49-F238E27FC236}">
                <a16:creationId xmlns:a16="http://schemas.microsoft.com/office/drawing/2014/main" id="{BA8A035F-D266-46E2-A916-71CE2F419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5376" y="289310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0" name="">
            <a:extLst xmlns:a="http://schemas.openxmlformats.org/drawingml/2006/main">
              <a:ext uri="{FF2B5EF4-FFF2-40B4-BE49-F238E27FC236}">
                <a16:creationId xmlns:a16="http://schemas.microsoft.com/office/drawing/2014/main" id="{6212F594-9FE1-4AFF-9991-C93F40360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7264" y="307968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1" name="">
            <a:extLst xmlns:a="http://schemas.openxmlformats.org/drawingml/2006/main">
              <a:ext uri="{FF2B5EF4-FFF2-40B4-BE49-F238E27FC236}">
                <a16:creationId xmlns:a16="http://schemas.microsoft.com/office/drawing/2014/main" id="{5A03B6C8-5C37-4F4C-969F-8FB64AC14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916" y="303028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2" name="">
            <a:extLst xmlns:a="http://schemas.openxmlformats.org/drawingml/2006/main">
              <a:ext uri="{FF2B5EF4-FFF2-40B4-BE49-F238E27FC236}">
                <a16:creationId xmlns:a16="http://schemas.microsoft.com/office/drawing/2014/main" id="{5562C3D6-C40B-4025-AA62-8DF89EF36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5428" y="301404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3" name="">
            <a:extLst xmlns:a="http://schemas.openxmlformats.org/drawingml/2006/main">
              <a:ext uri="{FF2B5EF4-FFF2-40B4-BE49-F238E27FC236}">
                <a16:creationId xmlns:a16="http://schemas.microsoft.com/office/drawing/2014/main" id="{E50DDE9E-D524-42DA-9B7A-CD031D339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7312" y="308615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4" name="">
            <a:extLst xmlns:a="http://schemas.openxmlformats.org/drawingml/2006/main">
              <a:ext uri="{FF2B5EF4-FFF2-40B4-BE49-F238E27FC236}">
                <a16:creationId xmlns:a16="http://schemas.microsoft.com/office/drawing/2014/main" id="{4E8CD909-2164-4B72-86B0-3C8EDCCEF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31597" y="305154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5" name="">
            <a:extLst xmlns:a="http://schemas.openxmlformats.org/drawingml/2006/main">
              <a:ext uri="{FF2B5EF4-FFF2-40B4-BE49-F238E27FC236}">
                <a16:creationId xmlns:a16="http://schemas.microsoft.com/office/drawing/2014/main" id="{4A4E5CD4-7424-4809-867D-DBF41396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7041" y="294294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6" name="">
            <a:extLst xmlns:a="http://schemas.openxmlformats.org/drawingml/2006/main">
              <a:ext uri="{FF2B5EF4-FFF2-40B4-BE49-F238E27FC236}">
                <a16:creationId xmlns:a16="http://schemas.microsoft.com/office/drawing/2014/main" id="{9A722CCC-DA54-49B2-9236-6E2B77E20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6312" y="301214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7" name="">
            <a:extLst xmlns:a="http://schemas.openxmlformats.org/drawingml/2006/main">
              <a:ext uri="{FF2B5EF4-FFF2-40B4-BE49-F238E27FC236}">
                <a16:creationId xmlns:a16="http://schemas.microsoft.com/office/drawing/2014/main" id="{2B78D8AF-53B3-4A82-95C0-533278FC3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6152" y="291121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8" name="">
            <a:extLst xmlns:a="http://schemas.openxmlformats.org/drawingml/2006/main">
              <a:ext uri="{FF2B5EF4-FFF2-40B4-BE49-F238E27FC236}">
                <a16:creationId xmlns:a16="http://schemas.microsoft.com/office/drawing/2014/main" id="{B9EB790B-1F22-45B5-8ED8-3DE17EBF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8660" y="298051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9" name="">
            <a:extLst xmlns:a="http://schemas.openxmlformats.org/drawingml/2006/main">
              <a:ext uri="{FF2B5EF4-FFF2-40B4-BE49-F238E27FC236}">
                <a16:creationId xmlns:a16="http://schemas.microsoft.com/office/drawing/2014/main" id="{34FAD048-1FFF-4CCA-8924-92903B9F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9732" y="347218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0" name="">
            <a:extLst xmlns:a="http://schemas.openxmlformats.org/drawingml/2006/main">
              <a:ext uri="{FF2B5EF4-FFF2-40B4-BE49-F238E27FC236}">
                <a16:creationId xmlns:a16="http://schemas.microsoft.com/office/drawing/2014/main" id="{F92B128D-D0BD-4AA6-BDB8-12C33EA0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125" y="292945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1" name="">
            <a:extLst xmlns:a="http://schemas.openxmlformats.org/drawingml/2006/main">
              <a:ext uri="{FF2B5EF4-FFF2-40B4-BE49-F238E27FC236}">
                <a16:creationId xmlns:a16="http://schemas.microsoft.com/office/drawing/2014/main" id="{051E02BB-3BEC-494B-AC2E-07AE3AF73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910" y="297042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2" name="">
            <a:extLst xmlns:a="http://schemas.openxmlformats.org/drawingml/2006/main">
              <a:ext uri="{FF2B5EF4-FFF2-40B4-BE49-F238E27FC236}">
                <a16:creationId xmlns:a16="http://schemas.microsoft.com/office/drawing/2014/main" id="{B60F3EC2-1576-4C5F-97CE-E36B585DD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6400" y="294117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3" name="">
            <a:extLst xmlns:a="http://schemas.openxmlformats.org/drawingml/2006/main">
              <a:ext uri="{FF2B5EF4-FFF2-40B4-BE49-F238E27FC236}">
                <a16:creationId xmlns:a16="http://schemas.microsoft.com/office/drawing/2014/main" id="{CE174C47-77B1-43B1-82B2-97371A28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7604" y="301082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4" name="">
            <a:extLst xmlns:a="http://schemas.openxmlformats.org/drawingml/2006/main">
              <a:ext uri="{FF2B5EF4-FFF2-40B4-BE49-F238E27FC236}">
                <a16:creationId xmlns:a16="http://schemas.microsoft.com/office/drawing/2014/main" id="{303DA6B6-C0EF-4EC5-AF01-EBD14B4DF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1770" y="28917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5" name="">
            <a:extLst xmlns:a="http://schemas.openxmlformats.org/drawingml/2006/main">
              <a:ext uri="{FF2B5EF4-FFF2-40B4-BE49-F238E27FC236}">
                <a16:creationId xmlns:a16="http://schemas.microsoft.com/office/drawing/2014/main" id="{10249D2B-5407-4551-9524-14866120D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9840" y="306153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6" name="">
            <a:extLst xmlns:a="http://schemas.openxmlformats.org/drawingml/2006/main">
              <a:ext uri="{FF2B5EF4-FFF2-40B4-BE49-F238E27FC236}">
                <a16:creationId xmlns:a16="http://schemas.microsoft.com/office/drawing/2014/main" id="{FE3CEA9A-A7C9-4C52-BE82-5D816AE2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1572" y="304011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7" name="">
            <a:extLst xmlns:a="http://schemas.openxmlformats.org/drawingml/2006/main">
              <a:ext uri="{FF2B5EF4-FFF2-40B4-BE49-F238E27FC236}">
                <a16:creationId xmlns:a16="http://schemas.microsoft.com/office/drawing/2014/main" id="{4F3F9A64-F849-4ACC-8769-66684013B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7379" y="299540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8" name="">
            <a:extLst xmlns:a="http://schemas.openxmlformats.org/drawingml/2006/main">
              <a:ext uri="{FF2B5EF4-FFF2-40B4-BE49-F238E27FC236}">
                <a16:creationId xmlns:a16="http://schemas.microsoft.com/office/drawing/2014/main" id="{B6E3A54C-2395-4FB7-96FB-1153FB6C9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004" y="318681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9" name="">
            <a:extLst xmlns:a="http://schemas.openxmlformats.org/drawingml/2006/main">
              <a:ext uri="{FF2B5EF4-FFF2-40B4-BE49-F238E27FC236}">
                <a16:creationId xmlns:a16="http://schemas.microsoft.com/office/drawing/2014/main" id="{03545D9A-5078-430F-9513-9986532C7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7068" y="292262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0" name="">
            <a:extLst xmlns:a="http://schemas.openxmlformats.org/drawingml/2006/main">
              <a:ext uri="{FF2B5EF4-FFF2-40B4-BE49-F238E27FC236}">
                <a16:creationId xmlns:a16="http://schemas.microsoft.com/office/drawing/2014/main" id="{75558086-E480-4F47-934A-65C681008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9612" y="309371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1" name="">
            <a:extLst xmlns:a="http://schemas.openxmlformats.org/drawingml/2006/main">
              <a:ext uri="{FF2B5EF4-FFF2-40B4-BE49-F238E27FC236}">
                <a16:creationId xmlns:a16="http://schemas.microsoft.com/office/drawing/2014/main" id="{85D4650B-627A-492F-A996-4FB470D8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2372" y="306153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2" name="">
            <a:extLst xmlns:a="http://schemas.openxmlformats.org/drawingml/2006/main">
              <a:ext uri="{FF2B5EF4-FFF2-40B4-BE49-F238E27FC236}">
                <a16:creationId xmlns:a16="http://schemas.microsoft.com/office/drawing/2014/main" id="{83656679-3CE6-4B83-8435-A5D34401F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8346" y="302795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3" name="">
            <a:extLst xmlns:a="http://schemas.openxmlformats.org/drawingml/2006/main">
              <a:ext uri="{FF2B5EF4-FFF2-40B4-BE49-F238E27FC236}">
                <a16:creationId xmlns:a16="http://schemas.microsoft.com/office/drawing/2014/main" id="{C5EDAC8C-A5D2-417A-B5F7-6A934811E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2527" y="276628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4" name="">
            <a:extLst xmlns:a="http://schemas.openxmlformats.org/drawingml/2006/main">
              <a:ext uri="{FF2B5EF4-FFF2-40B4-BE49-F238E27FC236}">
                <a16:creationId xmlns:a16="http://schemas.microsoft.com/office/drawing/2014/main" id="{2F840E31-E7DE-41FC-91BC-7BD114B13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5153" y="298704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5" name="">
            <a:extLst xmlns:a="http://schemas.openxmlformats.org/drawingml/2006/main">
              <a:ext uri="{FF2B5EF4-FFF2-40B4-BE49-F238E27FC236}">
                <a16:creationId xmlns:a16="http://schemas.microsoft.com/office/drawing/2014/main" id="{E041A960-9C16-41FB-8CAD-51B12FECC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9704" y="410822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6" name="">
            <a:extLst xmlns:a="http://schemas.openxmlformats.org/drawingml/2006/main">
              <a:ext uri="{FF2B5EF4-FFF2-40B4-BE49-F238E27FC236}">
                <a16:creationId xmlns:a16="http://schemas.microsoft.com/office/drawing/2014/main" id="{52FBC0FB-9865-425B-AFE1-772DE4392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4520" y="400142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7" name="">
            <a:extLst xmlns:a="http://schemas.openxmlformats.org/drawingml/2006/main">
              <a:ext uri="{FF2B5EF4-FFF2-40B4-BE49-F238E27FC236}">
                <a16:creationId xmlns:a16="http://schemas.microsoft.com/office/drawing/2014/main" id="{29BA1299-DA18-4F2C-A71A-FC36A601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0748" y="423845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8" name="">
            <a:extLst xmlns:a="http://schemas.openxmlformats.org/drawingml/2006/main">
              <a:ext uri="{FF2B5EF4-FFF2-40B4-BE49-F238E27FC236}">
                <a16:creationId xmlns:a16="http://schemas.microsoft.com/office/drawing/2014/main" id="{D239A5D7-D761-4E79-BA00-0BF609B6D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12135" y="396022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9" name="">
            <a:extLst xmlns:a="http://schemas.openxmlformats.org/drawingml/2006/main">
              <a:ext uri="{FF2B5EF4-FFF2-40B4-BE49-F238E27FC236}">
                <a16:creationId xmlns:a16="http://schemas.microsoft.com/office/drawing/2014/main" id="{91130961-0B1E-4B5E-B8E9-19B2CDC43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1214" y="444125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0" name="">
            <a:extLst xmlns:a="http://schemas.openxmlformats.org/drawingml/2006/main">
              <a:ext uri="{FF2B5EF4-FFF2-40B4-BE49-F238E27FC236}">
                <a16:creationId xmlns:a16="http://schemas.microsoft.com/office/drawing/2014/main" id="{834C55A7-9915-4D9C-9F3A-A5B34CE5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3406" y="394070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1" name="">
            <a:extLst xmlns:a="http://schemas.openxmlformats.org/drawingml/2006/main">
              <a:ext uri="{FF2B5EF4-FFF2-40B4-BE49-F238E27FC236}">
                <a16:creationId xmlns:a16="http://schemas.microsoft.com/office/drawing/2014/main" id="{83101814-63F0-4C9B-9E0F-C9A1984D1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4353" y="446703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2" name="">
            <a:extLst xmlns:a="http://schemas.openxmlformats.org/drawingml/2006/main">
              <a:ext uri="{FF2B5EF4-FFF2-40B4-BE49-F238E27FC236}">
                <a16:creationId xmlns:a16="http://schemas.microsoft.com/office/drawing/2014/main" id="{786A088F-5F8E-47E9-BB33-E853ED5E2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8773" y="434361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3" name="">
            <a:extLst xmlns:a="http://schemas.openxmlformats.org/drawingml/2006/main">
              <a:ext uri="{FF2B5EF4-FFF2-40B4-BE49-F238E27FC236}">
                <a16:creationId xmlns:a16="http://schemas.microsoft.com/office/drawing/2014/main" id="{EBD9FACD-8182-4D67-AF9C-35AB0FA1C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4097" y="412511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4" name="">
            <a:extLst xmlns:a="http://schemas.openxmlformats.org/drawingml/2006/main">
              <a:ext uri="{FF2B5EF4-FFF2-40B4-BE49-F238E27FC236}">
                <a16:creationId xmlns:a16="http://schemas.microsoft.com/office/drawing/2014/main" id="{F214A7C5-A254-4763-A0DE-CC6C88910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69800" y="45132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5" name="">
            <a:extLst xmlns:a="http://schemas.openxmlformats.org/drawingml/2006/main">
              <a:ext uri="{FF2B5EF4-FFF2-40B4-BE49-F238E27FC236}">
                <a16:creationId xmlns:a16="http://schemas.microsoft.com/office/drawing/2014/main" id="{B5933E33-DAC8-41FC-8838-860FC8C3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97299" y="430510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6" name="">
            <a:extLst xmlns:a="http://schemas.openxmlformats.org/drawingml/2006/main">
              <a:ext uri="{FF2B5EF4-FFF2-40B4-BE49-F238E27FC236}">
                <a16:creationId xmlns:a16="http://schemas.microsoft.com/office/drawing/2014/main" id="{AAEFCFBB-47FA-461B-B25A-21CD36826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5157" y="405788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7" name="">
            <a:extLst xmlns:a="http://schemas.openxmlformats.org/drawingml/2006/main">
              <a:ext uri="{FF2B5EF4-FFF2-40B4-BE49-F238E27FC236}">
                <a16:creationId xmlns:a16="http://schemas.microsoft.com/office/drawing/2014/main" id="{870F25BB-B8E1-4F48-8B51-4CAC75059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746" y="41077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8" name="">
            <a:extLst xmlns:a="http://schemas.openxmlformats.org/drawingml/2006/main">
              <a:ext uri="{FF2B5EF4-FFF2-40B4-BE49-F238E27FC236}">
                <a16:creationId xmlns:a16="http://schemas.microsoft.com/office/drawing/2014/main" id="{A4E87892-4EEF-473F-AD55-DDFC13DAF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8789" y="408004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9" name="">
            <a:extLst xmlns:a="http://schemas.openxmlformats.org/drawingml/2006/main">
              <a:ext uri="{FF2B5EF4-FFF2-40B4-BE49-F238E27FC236}">
                <a16:creationId xmlns:a16="http://schemas.microsoft.com/office/drawing/2014/main" id="{998E2F6F-6CD8-4026-ACE2-642CF33A7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7495" y="436041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0" name="">
            <a:extLst xmlns:a="http://schemas.openxmlformats.org/drawingml/2006/main">
              <a:ext uri="{FF2B5EF4-FFF2-40B4-BE49-F238E27FC236}">
                <a16:creationId xmlns:a16="http://schemas.microsoft.com/office/drawing/2014/main" id="{811E84E3-502A-4B48-BCEF-EC751E03E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4849" y="409628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1" name="">
            <a:extLst xmlns:a="http://schemas.openxmlformats.org/drawingml/2006/main">
              <a:ext uri="{FF2B5EF4-FFF2-40B4-BE49-F238E27FC236}">
                <a16:creationId xmlns:a16="http://schemas.microsoft.com/office/drawing/2014/main" id="{C93BD33F-2540-4C78-AA00-27D863498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7444" y="412174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2" name="">
            <a:extLst xmlns:a="http://schemas.openxmlformats.org/drawingml/2006/main">
              <a:ext uri="{FF2B5EF4-FFF2-40B4-BE49-F238E27FC236}">
                <a16:creationId xmlns:a16="http://schemas.microsoft.com/office/drawing/2014/main" id="{083A9C9F-A2C3-433D-8900-A650F536C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48032" y="446505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3" name="">
            <a:extLst xmlns:a="http://schemas.openxmlformats.org/drawingml/2006/main">
              <a:ext uri="{FF2B5EF4-FFF2-40B4-BE49-F238E27FC236}">
                <a16:creationId xmlns:a16="http://schemas.microsoft.com/office/drawing/2014/main" id="{0F2FD8D2-CD8B-425C-BF3A-E2ACE7A61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3722" y="394704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4" name="">
            <a:extLst xmlns:a="http://schemas.openxmlformats.org/drawingml/2006/main">
              <a:ext uri="{FF2B5EF4-FFF2-40B4-BE49-F238E27FC236}">
                <a16:creationId xmlns:a16="http://schemas.microsoft.com/office/drawing/2014/main" id="{C5943F4A-A1B8-4F6D-9729-27DD355A7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4063" y="442489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5" name="">
            <a:extLst xmlns:a="http://schemas.openxmlformats.org/drawingml/2006/main">
              <a:ext uri="{FF2B5EF4-FFF2-40B4-BE49-F238E27FC236}">
                <a16:creationId xmlns:a16="http://schemas.microsoft.com/office/drawing/2014/main" id="{FB934FED-3CFD-4063-9A44-0F9E79257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25884" y="455909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6" name="">
            <a:extLst xmlns:a="http://schemas.openxmlformats.org/drawingml/2006/main">
              <a:ext uri="{FF2B5EF4-FFF2-40B4-BE49-F238E27FC236}">
                <a16:creationId xmlns:a16="http://schemas.microsoft.com/office/drawing/2014/main" id="{14F3D70F-5032-4B32-A5E7-67860E140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5986" y="396415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7" name="">
            <a:extLst xmlns:a="http://schemas.openxmlformats.org/drawingml/2006/main">
              <a:ext uri="{FF2B5EF4-FFF2-40B4-BE49-F238E27FC236}">
                <a16:creationId xmlns:a16="http://schemas.microsoft.com/office/drawing/2014/main" id="{3135CAE2-F698-40D5-A510-FDAE1413A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1230" y="410024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8" name="">
            <a:extLst xmlns:a="http://schemas.openxmlformats.org/drawingml/2006/main">
              <a:ext uri="{FF2B5EF4-FFF2-40B4-BE49-F238E27FC236}">
                <a16:creationId xmlns:a16="http://schemas.microsoft.com/office/drawing/2014/main" id="{23B37D09-A9B8-4339-AF41-115C70F55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76363" y="413734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9" name="">
            <a:extLst xmlns:a="http://schemas.openxmlformats.org/drawingml/2006/main">
              <a:ext uri="{FF2B5EF4-FFF2-40B4-BE49-F238E27FC236}">
                <a16:creationId xmlns:a16="http://schemas.microsoft.com/office/drawing/2014/main" id="{8BA1E658-60E2-4537-BA70-94308A30E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36654" y="425119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0" name="">
            <a:extLst xmlns:a="http://schemas.openxmlformats.org/drawingml/2006/main">
              <a:ext uri="{FF2B5EF4-FFF2-40B4-BE49-F238E27FC236}">
                <a16:creationId xmlns:a16="http://schemas.microsoft.com/office/drawing/2014/main" id="{13F0B50B-03F7-4C30-8F37-232F154D7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7729" y="406896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1" name="">
            <a:extLst xmlns:a="http://schemas.openxmlformats.org/drawingml/2006/main">
              <a:ext uri="{FF2B5EF4-FFF2-40B4-BE49-F238E27FC236}">
                <a16:creationId xmlns:a16="http://schemas.microsoft.com/office/drawing/2014/main" id="{10A5E889-0430-4CF3-9714-A49223033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0624" y="382664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2" name="">
            <a:extLst xmlns:a="http://schemas.openxmlformats.org/drawingml/2006/main">
              <a:ext uri="{FF2B5EF4-FFF2-40B4-BE49-F238E27FC236}">
                <a16:creationId xmlns:a16="http://schemas.microsoft.com/office/drawing/2014/main" id="{D8A00C5F-5BC4-4699-98C3-F1D09573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430" y="406763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3" name="">
            <a:extLst xmlns:a="http://schemas.openxmlformats.org/drawingml/2006/main">
              <a:ext uri="{FF2B5EF4-FFF2-40B4-BE49-F238E27FC236}">
                <a16:creationId xmlns:a16="http://schemas.microsoft.com/office/drawing/2014/main" id="{8A919D26-30F8-4A76-B0C1-99AE59D5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2221" y="405295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4" name="">
            <a:extLst xmlns:a="http://schemas.openxmlformats.org/drawingml/2006/main">
              <a:ext uri="{FF2B5EF4-FFF2-40B4-BE49-F238E27FC236}">
                <a16:creationId xmlns:a16="http://schemas.microsoft.com/office/drawing/2014/main" id="{3B540BEE-4994-48F1-8DF7-E4243637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5285" y="431799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5" name="">
            <a:extLst xmlns:a="http://schemas.openxmlformats.org/drawingml/2006/main">
              <a:ext uri="{FF2B5EF4-FFF2-40B4-BE49-F238E27FC236}">
                <a16:creationId xmlns:a16="http://schemas.microsoft.com/office/drawing/2014/main" id="{497A81B0-808F-4BAB-99C3-DE0E46B3D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1045" y="427601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6" name="">
            <a:extLst xmlns:a="http://schemas.openxmlformats.org/drawingml/2006/main">
              <a:ext uri="{FF2B5EF4-FFF2-40B4-BE49-F238E27FC236}">
                <a16:creationId xmlns:a16="http://schemas.microsoft.com/office/drawing/2014/main" id="{D8DC03AF-5D6F-40F8-84E6-DAE48B44A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5901" y="405099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7" name="">
            <a:extLst xmlns:a="http://schemas.openxmlformats.org/drawingml/2006/main">
              <a:ext uri="{FF2B5EF4-FFF2-40B4-BE49-F238E27FC236}">
                <a16:creationId xmlns:a16="http://schemas.microsoft.com/office/drawing/2014/main" id="{265D39DE-8E43-42C2-8DE7-D87C97B1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2051" y="389019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8" name="">
            <a:extLst xmlns:a="http://schemas.openxmlformats.org/drawingml/2006/main">
              <a:ext uri="{FF2B5EF4-FFF2-40B4-BE49-F238E27FC236}">
                <a16:creationId xmlns:a16="http://schemas.microsoft.com/office/drawing/2014/main" id="{1C450824-0622-4949-B42D-C12B6D36A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1069" y="431843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9" name="">
            <a:extLst xmlns:a="http://schemas.openxmlformats.org/drawingml/2006/main">
              <a:ext uri="{FF2B5EF4-FFF2-40B4-BE49-F238E27FC236}">
                <a16:creationId xmlns:a16="http://schemas.microsoft.com/office/drawing/2014/main" id="{E9E7406C-8B2C-4B51-9F89-5D82CDA0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5492" y="403574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0" name="">
            <a:extLst xmlns:a="http://schemas.openxmlformats.org/drawingml/2006/main">
              <a:ext uri="{FF2B5EF4-FFF2-40B4-BE49-F238E27FC236}">
                <a16:creationId xmlns:a16="http://schemas.microsoft.com/office/drawing/2014/main" id="{B205BC68-7ABD-49A8-B681-B979CFD28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528" y="376573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1" name="">
            <a:extLst xmlns:a="http://schemas.openxmlformats.org/drawingml/2006/main">
              <a:ext uri="{FF2B5EF4-FFF2-40B4-BE49-F238E27FC236}">
                <a16:creationId xmlns:a16="http://schemas.microsoft.com/office/drawing/2014/main" id="{AE924D03-64A7-4546-B381-E286D77B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9638" y="415197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2" name="">
            <a:extLst xmlns:a="http://schemas.openxmlformats.org/drawingml/2006/main">
              <a:ext uri="{FF2B5EF4-FFF2-40B4-BE49-F238E27FC236}">
                <a16:creationId xmlns:a16="http://schemas.microsoft.com/office/drawing/2014/main" id="{33922F53-C766-4567-B13B-32175722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6561" y="435919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3" name="">
            <a:extLst xmlns:a="http://schemas.openxmlformats.org/drawingml/2006/main">
              <a:ext uri="{FF2B5EF4-FFF2-40B4-BE49-F238E27FC236}">
                <a16:creationId xmlns:a16="http://schemas.microsoft.com/office/drawing/2014/main" id="{9D21458E-2C92-4287-964F-E6EC77383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7528" y="438979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4" name="">
            <a:extLst xmlns:a="http://schemas.openxmlformats.org/drawingml/2006/main">
              <a:ext uri="{FF2B5EF4-FFF2-40B4-BE49-F238E27FC236}">
                <a16:creationId xmlns:a16="http://schemas.microsoft.com/office/drawing/2014/main" id="{1F8978D5-CF47-49FC-BE53-DD92E8B60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9006" y="416947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5" name="">
            <a:extLst xmlns:a="http://schemas.openxmlformats.org/drawingml/2006/main">
              <a:ext uri="{FF2B5EF4-FFF2-40B4-BE49-F238E27FC236}">
                <a16:creationId xmlns:a16="http://schemas.microsoft.com/office/drawing/2014/main" id="{CC94E818-B133-4F64-83A1-BC2175F6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1771" y="401386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6" name="">
            <a:extLst xmlns:a="http://schemas.openxmlformats.org/drawingml/2006/main">
              <a:ext uri="{FF2B5EF4-FFF2-40B4-BE49-F238E27FC236}">
                <a16:creationId xmlns:a16="http://schemas.microsoft.com/office/drawing/2014/main" id="{BE02F55B-B258-4DFE-B847-654607FBE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004" y="37899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7" name="">
            <a:extLst xmlns:a="http://schemas.openxmlformats.org/drawingml/2006/main">
              <a:ext uri="{FF2B5EF4-FFF2-40B4-BE49-F238E27FC236}">
                <a16:creationId xmlns:a16="http://schemas.microsoft.com/office/drawing/2014/main" id="{EE6E9926-52A9-46CC-B635-03DF97B4D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80121" y="451473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8" name="">
            <a:extLst xmlns:a="http://schemas.openxmlformats.org/drawingml/2006/main">
              <a:ext uri="{FF2B5EF4-FFF2-40B4-BE49-F238E27FC236}">
                <a16:creationId xmlns:a16="http://schemas.microsoft.com/office/drawing/2014/main" id="{39122510-5F29-411E-874F-590854336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8314" y="433206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9" name="">
            <a:extLst xmlns:a="http://schemas.openxmlformats.org/drawingml/2006/main">
              <a:ext uri="{FF2B5EF4-FFF2-40B4-BE49-F238E27FC236}">
                <a16:creationId xmlns:a16="http://schemas.microsoft.com/office/drawing/2014/main" id="{03C723F2-86BB-41F3-8663-70F72559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06257" y="427821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0" name="">
            <a:extLst xmlns:a="http://schemas.openxmlformats.org/drawingml/2006/main">
              <a:ext uri="{FF2B5EF4-FFF2-40B4-BE49-F238E27FC236}">
                <a16:creationId xmlns:a16="http://schemas.microsoft.com/office/drawing/2014/main" id="{E3D2211A-EEC0-44EC-BD75-FD5638FE9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76181" y="413400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1" name="">
            <a:extLst xmlns:a="http://schemas.openxmlformats.org/drawingml/2006/main">
              <a:ext uri="{FF2B5EF4-FFF2-40B4-BE49-F238E27FC236}">
                <a16:creationId xmlns:a16="http://schemas.microsoft.com/office/drawing/2014/main" id="{AF81B616-2CE3-496D-9889-5E108247D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7164" y="398844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2" name="">
            <a:extLst xmlns:a="http://schemas.openxmlformats.org/drawingml/2006/main">
              <a:ext uri="{FF2B5EF4-FFF2-40B4-BE49-F238E27FC236}">
                <a16:creationId xmlns:a16="http://schemas.microsoft.com/office/drawing/2014/main" id="{779071A9-F8DE-4A7C-ABBD-00506A41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1309" y="421394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3" name="">
            <a:extLst xmlns:a="http://schemas.openxmlformats.org/drawingml/2006/main">
              <a:ext uri="{FF2B5EF4-FFF2-40B4-BE49-F238E27FC236}">
                <a16:creationId xmlns:a16="http://schemas.microsoft.com/office/drawing/2014/main" id="{53767EA7-EFC7-4F59-AE59-6989675AA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3360" y="430293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4" name="">
            <a:extLst xmlns:a="http://schemas.openxmlformats.org/drawingml/2006/main">
              <a:ext uri="{FF2B5EF4-FFF2-40B4-BE49-F238E27FC236}">
                <a16:creationId xmlns:a16="http://schemas.microsoft.com/office/drawing/2014/main" id="{CB176514-59A8-4A8C-AF0A-6E3C4BAD6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71409" y="432836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5" name="">
            <a:extLst xmlns:a="http://schemas.openxmlformats.org/drawingml/2006/main">
              <a:ext uri="{FF2B5EF4-FFF2-40B4-BE49-F238E27FC236}">
                <a16:creationId xmlns:a16="http://schemas.microsoft.com/office/drawing/2014/main" id="{D271BD23-E4F9-463D-B9F2-990DA4EE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9579" y="389554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6" name="">
            <a:extLst xmlns:a="http://schemas.openxmlformats.org/drawingml/2006/main">
              <a:ext uri="{FF2B5EF4-FFF2-40B4-BE49-F238E27FC236}">
                <a16:creationId xmlns:a16="http://schemas.microsoft.com/office/drawing/2014/main" id="{E77A254C-2641-4135-B3F8-4A6DE2810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5283" y="399659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7" name="">
            <a:extLst xmlns:a="http://schemas.openxmlformats.org/drawingml/2006/main">
              <a:ext uri="{FF2B5EF4-FFF2-40B4-BE49-F238E27FC236}">
                <a16:creationId xmlns:a16="http://schemas.microsoft.com/office/drawing/2014/main" id="{1B6461E1-C4E2-453E-9F0B-75D46CA1C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9215" y="41159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8" name="">
            <a:extLst xmlns:a="http://schemas.openxmlformats.org/drawingml/2006/main">
              <a:ext uri="{FF2B5EF4-FFF2-40B4-BE49-F238E27FC236}">
                <a16:creationId xmlns:a16="http://schemas.microsoft.com/office/drawing/2014/main" id="{EE18E40D-C9FC-4C6A-AE44-7B34D5D17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483" y="388137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9" name="">
            <a:extLst xmlns:a="http://schemas.openxmlformats.org/drawingml/2006/main">
              <a:ext uri="{FF2B5EF4-FFF2-40B4-BE49-F238E27FC236}">
                <a16:creationId xmlns:a16="http://schemas.microsoft.com/office/drawing/2014/main" id="{1DB38FB4-4B43-40A2-B933-565D13B71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1503" y="399113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0" name="">
            <a:extLst xmlns:a="http://schemas.openxmlformats.org/drawingml/2006/main">
              <a:ext uri="{FF2B5EF4-FFF2-40B4-BE49-F238E27FC236}">
                <a16:creationId xmlns:a16="http://schemas.microsoft.com/office/drawing/2014/main" id="{8709FF0B-439B-47F6-BEAF-9EC0AE33B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5938" y="417281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1" name="">
            <a:extLst xmlns:a="http://schemas.openxmlformats.org/drawingml/2006/main">
              <a:ext uri="{FF2B5EF4-FFF2-40B4-BE49-F238E27FC236}">
                <a16:creationId xmlns:a16="http://schemas.microsoft.com/office/drawing/2014/main" id="{1B5625DA-990E-4DEA-A0DD-D41CB6B8C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2068" y="418332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2" name="">
            <a:extLst xmlns:a="http://schemas.openxmlformats.org/drawingml/2006/main">
              <a:ext uri="{FF2B5EF4-FFF2-40B4-BE49-F238E27FC236}">
                <a16:creationId xmlns:a16="http://schemas.microsoft.com/office/drawing/2014/main" id="{69A03DB6-1FD1-475F-B462-47F674F22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836" y="395842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3" name="">
            <a:extLst xmlns:a="http://schemas.openxmlformats.org/drawingml/2006/main">
              <a:ext uri="{FF2B5EF4-FFF2-40B4-BE49-F238E27FC236}">
                <a16:creationId xmlns:a16="http://schemas.microsoft.com/office/drawing/2014/main" id="{323D9EE2-243E-479F-B287-1C6F41FF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1408" y="4333739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4" name="">
            <a:extLst xmlns:a="http://schemas.openxmlformats.org/drawingml/2006/main">
              <a:ext uri="{FF2B5EF4-FFF2-40B4-BE49-F238E27FC236}">
                <a16:creationId xmlns:a16="http://schemas.microsoft.com/office/drawing/2014/main" id="{F967C345-9E9C-42E8-81C3-B659CEDA0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5590" y="446330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5" name="">
            <a:extLst xmlns:a="http://schemas.openxmlformats.org/drawingml/2006/main">
              <a:ext uri="{FF2B5EF4-FFF2-40B4-BE49-F238E27FC236}">
                <a16:creationId xmlns:a16="http://schemas.microsoft.com/office/drawing/2014/main" id="{4193EF80-BE1C-4465-A2C2-843F0802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5979" y="407745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6" name="">
            <a:extLst xmlns:a="http://schemas.openxmlformats.org/drawingml/2006/main">
              <a:ext uri="{FF2B5EF4-FFF2-40B4-BE49-F238E27FC236}">
                <a16:creationId xmlns:a16="http://schemas.microsoft.com/office/drawing/2014/main" id="{05CC7F4E-479C-490E-BA52-5F779B8DD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1462" y="403351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7" name="">
            <a:extLst xmlns:a="http://schemas.openxmlformats.org/drawingml/2006/main">
              <a:ext uri="{FF2B5EF4-FFF2-40B4-BE49-F238E27FC236}">
                <a16:creationId xmlns:a16="http://schemas.microsoft.com/office/drawing/2014/main" id="{BE479E5B-29E7-46A0-94D1-BDBD974C2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7385" y="394141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8" name="">
            <a:extLst xmlns:a="http://schemas.openxmlformats.org/drawingml/2006/main">
              <a:ext uri="{FF2B5EF4-FFF2-40B4-BE49-F238E27FC236}">
                <a16:creationId xmlns:a16="http://schemas.microsoft.com/office/drawing/2014/main" id="{0B5AA711-3CB2-4937-822E-BFEB76635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0834" y="393736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9" name="">
            <a:extLst xmlns:a="http://schemas.openxmlformats.org/drawingml/2006/main">
              <a:ext uri="{FF2B5EF4-FFF2-40B4-BE49-F238E27FC236}">
                <a16:creationId xmlns:a16="http://schemas.microsoft.com/office/drawing/2014/main" id="{703E09EB-43CA-462A-8568-D804B5245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9059" y="397543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0" name="">
            <a:extLst xmlns:a="http://schemas.openxmlformats.org/drawingml/2006/main">
              <a:ext uri="{FF2B5EF4-FFF2-40B4-BE49-F238E27FC236}">
                <a16:creationId xmlns:a16="http://schemas.microsoft.com/office/drawing/2014/main" id="{A5E2701E-D5FD-44EE-A20B-6B48665AA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0591" y="420526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1" name="">
            <a:extLst xmlns:a="http://schemas.openxmlformats.org/drawingml/2006/main">
              <a:ext uri="{FF2B5EF4-FFF2-40B4-BE49-F238E27FC236}">
                <a16:creationId xmlns:a16="http://schemas.microsoft.com/office/drawing/2014/main" id="{C2AC9255-D9E2-4A42-838B-47A4FF99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4408" y="393971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2" name="">
            <a:extLst xmlns:a="http://schemas.openxmlformats.org/drawingml/2006/main">
              <a:ext uri="{FF2B5EF4-FFF2-40B4-BE49-F238E27FC236}">
                <a16:creationId xmlns:a16="http://schemas.microsoft.com/office/drawing/2014/main" id="{64456538-277B-471D-9CC8-5E78306C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5548" y="402565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3" name="">
            <a:extLst xmlns:a="http://schemas.openxmlformats.org/drawingml/2006/main">
              <a:ext uri="{FF2B5EF4-FFF2-40B4-BE49-F238E27FC236}">
                <a16:creationId xmlns:a16="http://schemas.microsoft.com/office/drawing/2014/main" id="{EE326DE0-BA02-42FA-BCD9-3DD28EFDD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2689" y="4006961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4" name="">
            <a:extLst xmlns:a="http://schemas.openxmlformats.org/drawingml/2006/main">
              <a:ext uri="{FF2B5EF4-FFF2-40B4-BE49-F238E27FC236}">
                <a16:creationId xmlns:a16="http://schemas.microsoft.com/office/drawing/2014/main" id="{2F567C29-7AD1-4F8A-8B9C-70B6EBBEA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9801" y="399552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5" name="">
            <a:extLst xmlns:a="http://schemas.openxmlformats.org/drawingml/2006/main">
              <a:ext uri="{FF2B5EF4-FFF2-40B4-BE49-F238E27FC236}">
                <a16:creationId xmlns:a16="http://schemas.microsoft.com/office/drawing/2014/main" id="{5EB6402B-4144-423E-B33A-E08C0F399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6605" y="453454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6" name="">
            <a:extLst xmlns:a="http://schemas.openxmlformats.org/drawingml/2006/main">
              <a:ext uri="{FF2B5EF4-FFF2-40B4-BE49-F238E27FC236}">
                <a16:creationId xmlns:a16="http://schemas.microsoft.com/office/drawing/2014/main" id="{1F26A48F-FDB5-485F-A54E-E5C9A43F9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44967" y="398984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7" name="">
            <a:extLst xmlns:a="http://schemas.openxmlformats.org/drawingml/2006/main">
              <a:ext uri="{FF2B5EF4-FFF2-40B4-BE49-F238E27FC236}">
                <a16:creationId xmlns:a16="http://schemas.microsoft.com/office/drawing/2014/main" id="{B9FC0500-A31D-42D0-BC2E-4555766DF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4955" y="4295065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8" name="">
            <a:extLst xmlns:a="http://schemas.openxmlformats.org/drawingml/2006/main">
              <a:ext uri="{FF2B5EF4-FFF2-40B4-BE49-F238E27FC236}">
                <a16:creationId xmlns:a16="http://schemas.microsoft.com/office/drawing/2014/main" id="{BABA2D03-81FE-4189-989B-A3026DDFC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8297" y="398406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9" name="">
            <a:extLst xmlns:a="http://schemas.openxmlformats.org/drawingml/2006/main">
              <a:ext uri="{FF2B5EF4-FFF2-40B4-BE49-F238E27FC236}">
                <a16:creationId xmlns:a16="http://schemas.microsoft.com/office/drawing/2014/main" id="{E6BA9903-F60D-4355-AAED-ECC687A89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2322" y="392429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0" name="">
            <a:extLst xmlns:a="http://schemas.openxmlformats.org/drawingml/2006/main">
              <a:ext uri="{FF2B5EF4-FFF2-40B4-BE49-F238E27FC236}">
                <a16:creationId xmlns:a16="http://schemas.microsoft.com/office/drawing/2014/main" id="{54A2A2FD-2B63-4669-84D8-A3DA8347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6417" y="423533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1" name="">
            <a:extLst xmlns:a="http://schemas.openxmlformats.org/drawingml/2006/main">
              <a:ext uri="{FF2B5EF4-FFF2-40B4-BE49-F238E27FC236}">
                <a16:creationId xmlns:a16="http://schemas.microsoft.com/office/drawing/2014/main" id="{5CC18D26-9CBD-40D6-938A-211465AC54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89599" y="367872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2" name="">
            <a:extLst xmlns:a="http://schemas.openxmlformats.org/drawingml/2006/main">
              <a:ext uri="{FF2B5EF4-FFF2-40B4-BE49-F238E27FC236}">
                <a16:creationId xmlns:a16="http://schemas.microsoft.com/office/drawing/2014/main" id="{3CF35815-4087-4E0D-B825-BB3FA1685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3551" y="448578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3" name="">
            <a:extLst xmlns:a="http://schemas.openxmlformats.org/drawingml/2006/main">
              <a:ext uri="{FF2B5EF4-FFF2-40B4-BE49-F238E27FC236}">
                <a16:creationId xmlns:a16="http://schemas.microsoft.com/office/drawing/2014/main" id="{1D3DB645-52F6-4F98-8CC9-0F1E552F4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5740" y="4310748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4" name="">
            <a:extLst xmlns:a="http://schemas.openxmlformats.org/drawingml/2006/main">
              <a:ext uri="{FF2B5EF4-FFF2-40B4-BE49-F238E27FC236}">
                <a16:creationId xmlns:a16="http://schemas.microsoft.com/office/drawing/2014/main" id="{2902354A-5AF6-4D06-8BE5-F5B7633F5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3399" y="403862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5" name="">
            <a:extLst xmlns:a="http://schemas.openxmlformats.org/drawingml/2006/main">
              <a:ext uri="{FF2B5EF4-FFF2-40B4-BE49-F238E27FC236}">
                <a16:creationId xmlns:a16="http://schemas.microsoft.com/office/drawing/2014/main" id="{AB5DF91D-924F-44ED-A99A-7D33A3BEC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5404" y="446755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6" name="">
            <a:extLst xmlns:a="http://schemas.openxmlformats.org/drawingml/2006/main">
              <a:ext uri="{FF2B5EF4-FFF2-40B4-BE49-F238E27FC236}">
                <a16:creationId xmlns:a16="http://schemas.microsoft.com/office/drawing/2014/main" id="{052047AB-C39B-4EAF-B25F-35D63783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6602" y="395710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7" name="">
            <a:extLst xmlns:a="http://schemas.openxmlformats.org/drawingml/2006/main">
              <a:ext uri="{FF2B5EF4-FFF2-40B4-BE49-F238E27FC236}">
                <a16:creationId xmlns:a16="http://schemas.microsoft.com/office/drawing/2014/main" id="{676A0608-26E2-4AC4-A8FA-A896F999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1755" y="3869683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8" name="">
            <a:extLst xmlns:a="http://schemas.openxmlformats.org/drawingml/2006/main">
              <a:ext uri="{FF2B5EF4-FFF2-40B4-BE49-F238E27FC236}">
                <a16:creationId xmlns:a16="http://schemas.microsoft.com/office/drawing/2014/main" id="{87347513-AA68-489D-A82A-B2C967C3E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7455" y="4369562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9" name="">
            <a:extLst xmlns:a="http://schemas.openxmlformats.org/drawingml/2006/main">
              <a:ext uri="{FF2B5EF4-FFF2-40B4-BE49-F238E27FC236}">
                <a16:creationId xmlns:a16="http://schemas.microsoft.com/office/drawing/2014/main" id="{AD510A84-AB61-4D29-BEB6-379033931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79289" y="403568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0" name="">
            <a:extLst xmlns:a="http://schemas.openxmlformats.org/drawingml/2006/main">
              <a:ext uri="{FF2B5EF4-FFF2-40B4-BE49-F238E27FC236}">
                <a16:creationId xmlns:a16="http://schemas.microsoft.com/office/drawing/2014/main" id="{6EB5AAF7-0304-4D23-AC7F-9A49EA02B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8563" y="380187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1" name="">
            <a:extLst xmlns:a="http://schemas.openxmlformats.org/drawingml/2006/main">
              <a:ext uri="{FF2B5EF4-FFF2-40B4-BE49-F238E27FC236}">
                <a16:creationId xmlns:a16="http://schemas.microsoft.com/office/drawing/2014/main" id="{27797D59-D9B3-448D-9DEB-593051DB2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7020" y="4251096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2" name="">
            <a:extLst xmlns:a="http://schemas.openxmlformats.org/drawingml/2006/main">
              <a:ext uri="{FF2B5EF4-FFF2-40B4-BE49-F238E27FC236}">
                <a16:creationId xmlns:a16="http://schemas.microsoft.com/office/drawing/2014/main" id="{15352AE0-F210-4468-A724-FE094C423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8489" y="4597974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3" name="">
            <a:extLst xmlns:a="http://schemas.openxmlformats.org/drawingml/2006/main">
              <a:ext uri="{FF2B5EF4-FFF2-40B4-BE49-F238E27FC236}">
                <a16:creationId xmlns:a16="http://schemas.microsoft.com/office/drawing/2014/main" id="{E1D00AD1-E667-4F0E-A10E-0A69F0EAB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9839" y="3980917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D82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4" name="3 группы · шум: 8">
            <a:extLst xmlns:a="http://schemas.openxmlformats.org/drawingml/2006/main">
              <a:ext uri="{FF2B5EF4-FFF2-40B4-BE49-F238E27FC236}">
                <a16:creationId xmlns:a16="http://schemas.microsoft.com/office/drawing/2014/main" id="{36476851-0D38-4FA8-9F12-50C166259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500062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1E293B"/>
                </a:solidFill>
              </a:defRPr>
            </a:defPPr>
            <a:lvl1pPr algn="l">
              <a:defRPr sz="1875" b="0">
                <a:solidFill>
                  <a:srgbClr val="1E293B"/>
                </a:solidFill>
              </a:defRPr>
            </a:lvl1pPr>
            <a:lvl2pPr algn="l">
              <a:defRPr sz="1875" b="0">
                <a:solidFill>
                  <a:srgbClr val="1E293B"/>
                </a:solidFill>
              </a:defRPr>
            </a:lvl2pPr>
            <a:lvl3pPr algn="l">
              <a:defRPr sz="1875" b="0">
                <a:solidFill>
                  <a:srgbClr val="1E293B"/>
                </a:solidFill>
              </a:defRPr>
            </a:lvl3pPr>
            <a:lvl4pPr algn="l">
              <a:defRPr sz="1875" b="0">
                <a:solidFill>
                  <a:srgbClr val="1E293B"/>
                </a:solidFill>
              </a:defRPr>
            </a:lvl4pPr>
            <a:lvl5pPr algn="l">
              <a:defRPr sz="1875" b="0">
                <a:solidFill>
                  <a:srgbClr val="1E293B"/>
                </a:solidFill>
              </a:defRPr>
            </a:lvl5pPr>
            <a:lvl6pPr algn="l">
              <a:defRPr sz="1875" b="0">
                <a:solidFill>
                  <a:srgbClr val="1E293B"/>
                </a:solidFill>
              </a:defRPr>
            </a:lvl6pPr>
            <a:lvl7pPr algn="l">
              <a:defRPr sz="1875" b="0">
                <a:solidFill>
                  <a:srgbClr val="1E293B"/>
                </a:solidFill>
              </a:defRPr>
            </a:lvl7pPr>
            <a:lvl8pPr algn="l">
              <a:defRPr sz="1875" b="0">
                <a:solidFill>
                  <a:srgbClr val="1E293B"/>
                </a:solidFill>
              </a:defRPr>
            </a:lvl8pPr>
            <a:lvl9pPr algn="l">
              <a:defRPr sz="187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93B"/>
                </a:solidFill>
              </a:defRPr>
            </a:pPr>
            <a:r>
              <a:rPr sz="18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3 группы · шум: 8</a:t>
            </a:r>
          </a:p>
        </p:txBody>
      </p:sp>
      <p:sp>
        <p:nvSpPr>
          <p:cNvPr id="505" name="Шум: объект не вошёл в плотную группу при выбран">
            <a:extLst xmlns:a="http://schemas.openxmlformats.org/drawingml/2006/main">
              <a:ext uri="{FF2B5EF4-FFF2-40B4-BE49-F238E27FC236}">
                <a16:creationId xmlns:a16="http://schemas.microsoft.com/office/drawing/2014/main" id="{E670CE35-1985-4CFB-A72E-411449D4B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Шум: объект не вошёл в плотную группу при выбранных параметрах.</a:t>
            </a:r>
          </a:p>
        </p:txBody>
      </p:sp>
    </p:spTree>
    <p:extLst>
      <p:ext uri="{BB962C8B-B14F-4D97-AF65-F5344CB8AC3E}">
        <p14:creationId xmlns:p14="http://schemas.microsoft.com/office/powerpoint/2010/main" val="145102578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Silhouette: своя и соседняя группа">
            <a:extLst xmlns:a="http://schemas.openxmlformats.org/drawingml/2006/main">
              <a:ext uri="{FF2B5EF4-FFF2-40B4-BE49-F238E27FC236}">
                <a16:creationId xmlns:a16="http://schemas.microsoft.com/office/drawing/2014/main" id="{4B290305-89B7-4311-9306-6C5F664F5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Silhouette: своя и соседняя группа</a:t>
            </a:r>
          </a:p>
        </p:txBody>
      </p:sp>
      <p:sp>
        <p:nvSpPr>
          <p:cNvPr id="2" name="8">
            <a:extLst xmlns:a="http://schemas.openxmlformats.org/drawingml/2006/main">
              <a:ext uri="{FF2B5EF4-FFF2-40B4-BE49-F238E27FC236}">
                <a16:creationId xmlns:a16="http://schemas.microsoft.com/office/drawing/2014/main" id="{956CABA3-BFC8-47C3-B33D-445FE3C2F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8D3546-3127-4F51-A071-6DB3260F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47750" y="3143250"/>
            <a:ext cx="16192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7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BB590B-BE90-4E49-902B-4DCF28208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47750" y="3667125"/>
            <a:ext cx="32385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2F8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467BDF-143E-4533-8EC4-397C01E87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047750" y="4000500"/>
            <a:ext cx="485775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FF2F8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1C5DD4-E9D1-4A89-9402-9F4B96963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193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0">
            <a:extLst xmlns:a="http://schemas.openxmlformats.org/drawingml/2006/main">
              <a:ext uri="{FF2B5EF4-FFF2-40B4-BE49-F238E27FC236}">
                <a16:creationId xmlns:a16="http://schemas.microsoft.com/office/drawing/2014/main" id="{E4758380-C30C-4797-8A22-FE85A5ADC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90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1E293B"/>
                </a:solidFill>
              </a:defRPr>
            </a:defPPr>
            <a:lvl1pPr algn="l">
              <a:defRPr sz="1950" b="0">
                <a:solidFill>
                  <a:srgbClr val="1E293B"/>
                </a:solidFill>
              </a:defRPr>
            </a:lvl1pPr>
            <a:lvl2pPr algn="l">
              <a:defRPr sz="1950" b="0">
                <a:solidFill>
                  <a:srgbClr val="1E293B"/>
                </a:solidFill>
              </a:defRPr>
            </a:lvl2pPr>
            <a:lvl3pPr algn="l">
              <a:defRPr sz="1950" b="0">
                <a:solidFill>
                  <a:srgbClr val="1E293B"/>
                </a:solidFill>
              </a:defRPr>
            </a:lvl3pPr>
            <a:lvl4pPr algn="l">
              <a:defRPr sz="1950" b="0">
                <a:solidFill>
                  <a:srgbClr val="1E293B"/>
                </a:solidFill>
              </a:defRPr>
            </a:lvl4pPr>
            <a:lvl5pPr algn="l">
              <a:defRPr sz="1950" b="0">
                <a:solidFill>
                  <a:srgbClr val="1E293B"/>
                </a:solidFill>
              </a:defRPr>
            </a:lvl5pPr>
            <a:lvl6pPr algn="l">
              <a:defRPr sz="1950" b="0">
                <a:solidFill>
                  <a:srgbClr val="1E293B"/>
                </a:solidFill>
              </a:defRPr>
            </a:lvl6pPr>
            <a:lvl7pPr algn="l">
              <a:defRPr sz="1950" b="0">
                <a:solidFill>
                  <a:srgbClr val="1E293B"/>
                </a:solidFill>
              </a:defRPr>
            </a:lvl7pPr>
            <a:lvl8pPr algn="l">
              <a:defRPr sz="1950" b="0">
                <a:solidFill>
                  <a:srgbClr val="1E293B"/>
                </a:solidFill>
              </a:defRPr>
            </a:lvl8pPr>
            <a:lvl9pPr algn="l">
              <a:defRPr sz="19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93B"/>
                </a:solidFill>
              </a:defRPr>
            </a:pPr>
            <a:r>
              <a:rPr sz="19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C35BD-863E-4B1A-81B1-6AF8BFDD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6193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2">
            <a:extLst xmlns:a="http://schemas.openxmlformats.org/drawingml/2006/main">
              <a:ext uri="{FF2B5EF4-FFF2-40B4-BE49-F238E27FC236}">
                <a16:creationId xmlns:a16="http://schemas.microsoft.com/office/drawing/2014/main" id="{7BD9352F-8A23-466E-9791-2ECA21384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2190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1E293B"/>
                </a:solidFill>
              </a:defRPr>
            </a:defPPr>
            <a:lvl1pPr algn="l">
              <a:defRPr sz="1950" b="0">
                <a:solidFill>
                  <a:srgbClr val="1E293B"/>
                </a:solidFill>
              </a:defRPr>
            </a:lvl1pPr>
            <a:lvl2pPr algn="l">
              <a:defRPr sz="1950" b="0">
                <a:solidFill>
                  <a:srgbClr val="1E293B"/>
                </a:solidFill>
              </a:defRPr>
            </a:lvl2pPr>
            <a:lvl3pPr algn="l">
              <a:defRPr sz="1950" b="0">
                <a:solidFill>
                  <a:srgbClr val="1E293B"/>
                </a:solidFill>
              </a:defRPr>
            </a:lvl3pPr>
            <a:lvl4pPr algn="l">
              <a:defRPr sz="1950" b="0">
                <a:solidFill>
                  <a:srgbClr val="1E293B"/>
                </a:solidFill>
              </a:defRPr>
            </a:lvl4pPr>
            <a:lvl5pPr algn="l">
              <a:defRPr sz="1950" b="0">
                <a:solidFill>
                  <a:srgbClr val="1E293B"/>
                </a:solidFill>
              </a:defRPr>
            </a:lvl5pPr>
            <a:lvl6pPr algn="l">
              <a:defRPr sz="1950" b="0">
                <a:solidFill>
                  <a:srgbClr val="1E293B"/>
                </a:solidFill>
              </a:defRPr>
            </a:lvl6pPr>
            <a:lvl7pPr algn="l">
              <a:defRPr sz="1950" b="0">
                <a:solidFill>
                  <a:srgbClr val="1E293B"/>
                </a:solidFill>
              </a:defRPr>
            </a:lvl7pPr>
            <a:lvl8pPr algn="l">
              <a:defRPr sz="1950" b="0">
                <a:solidFill>
                  <a:srgbClr val="1E293B"/>
                </a:solidFill>
              </a:defRPr>
            </a:lvl8pPr>
            <a:lvl9pPr algn="l">
              <a:defRPr sz="19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93B"/>
                </a:solidFill>
              </a:defRPr>
            </a:pPr>
            <a:r>
              <a:rPr sz="19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811B8A-CD77-484E-9A23-B6AE33242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6193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4">
            <a:extLst xmlns:a="http://schemas.openxmlformats.org/drawingml/2006/main">
              <a:ext uri="{FF2B5EF4-FFF2-40B4-BE49-F238E27FC236}">
                <a16:creationId xmlns:a16="http://schemas.microsoft.com/office/drawing/2014/main" id="{50C2831E-131C-4BC2-A4A5-DE6A0C8C5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1E293B"/>
                </a:solidFill>
              </a:defRPr>
            </a:defPPr>
            <a:lvl1pPr algn="l">
              <a:defRPr sz="1950" b="0">
                <a:solidFill>
                  <a:srgbClr val="1E293B"/>
                </a:solidFill>
              </a:defRPr>
            </a:lvl1pPr>
            <a:lvl2pPr algn="l">
              <a:defRPr sz="1950" b="0">
                <a:solidFill>
                  <a:srgbClr val="1E293B"/>
                </a:solidFill>
              </a:defRPr>
            </a:lvl2pPr>
            <a:lvl3pPr algn="l">
              <a:defRPr sz="1950" b="0">
                <a:solidFill>
                  <a:srgbClr val="1E293B"/>
                </a:solidFill>
              </a:defRPr>
            </a:lvl3pPr>
            <a:lvl4pPr algn="l">
              <a:defRPr sz="1950" b="0">
                <a:solidFill>
                  <a:srgbClr val="1E293B"/>
                </a:solidFill>
              </a:defRPr>
            </a:lvl4pPr>
            <a:lvl5pPr algn="l">
              <a:defRPr sz="1950" b="0">
                <a:solidFill>
                  <a:srgbClr val="1E293B"/>
                </a:solidFill>
              </a:defRPr>
            </a:lvl5pPr>
            <a:lvl6pPr algn="l">
              <a:defRPr sz="1950" b="0">
                <a:solidFill>
                  <a:srgbClr val="1E293B"/>
                </a:solidFill>
              </a:defRPr>
            </a:lvl6pPr>
            <a:lvl7pPr algn="l">
              <a:defRPr sz="1950" b="0">
                <a:solidFill>
                  <a:srgbClr val="1E293B"/>
                </a:solidFill>
              </a:defRPr>
            </a:lvl7pPr>
            <a:lvl8pPr algn="l">
              <a:defRPr sz="1950" b="0">
                <a:solidFill>
                  <a:srgbClr val="1E293B"/>
                </a:solidFill>
              </a:defRPr>
            </a:lvl8pPr>
            <a:lvl9pPr algn="l">
              <a:defRPr sz="19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93B"/>
                </a:solidFill>
              </a:defRPr>
            </a:pPr>
            <a:r>
              <a:rPr sz="19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03996F9-EF6D-4ADF-A7E3-A63798743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619375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6">
            <a:extLst xmlns:a="http://schemas.openxmlformats.org/drawingml/2006/main">
              <a:ext uri="{FF2B5EF4-FFF2-40B4-BE49-F238E27FC236}">
                <a16:creationId xmlns:a16="http://schemas.microsoft.com/office/drawing/2014/main" id="{751FD4F1-816C-4AB3-ADE9-F9DAD9938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190750"/>
            <a:ext cx="666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1E293B"/>
                </a:solidFill>
              </a:defRPr>
            </a:defPPr>
            <a:lvl1pPr algn="l">
              <a:defRPr sz="1950" b="0">
                <a:solidFill>
                  <a:srgbClr val="1E293B"/>
                </a:solidFill>
              </a:defRPr>
            </a:lvl1pPr>
            <a:lvl2pPr algn="l">
              <a:defRPr sz="1950" b="0">
                <a:solidFill>
                  <a:srgbClr val="1E293B"/>
                </a:solidFill>
              </a:defRPr>
            </a:lvl2pPr>
            <a:lvl3pPr algn="l">
              <a:defRPr sz="1950" b="0">
                <a:solidFill>
                  <a:srgbClr val="1E293B"/>
                </a:solidFill>
              </a:defRPr>
            </a:lvl3pPr>
            <a:lvl4pPr algn="l">
              <a:defRPr sz="1950" b="0">
                <a:solidFill>
                  <a:srgbClr val="1E293B"/>
                </a:solidFill>
              </a:defRPr>
            </a:lvl4pPr>
            <a:lvl5pPr algn="l">
              <a:defRPr sz="1950" b="0">
                <a:solidFill>
                  <a:srgbClr val="1E293B"/>
                </a:solidFill>
              </a:defRPr>
            </a:lvl5pPr>
            <a:lvl6pPr algn="l">
              <a:defRPr sz="1950" b="0">
                <a:solidFill>
                  <a:srgbClr val="1E293B"/>
                </a:solidFill>
              </a:defRPr>
            </a:lvl6pPr>
            <a:lvl7pPr algn="l">
              <a:defRPr sz="1950" b="0">
                <a:solidFill>
                  <a:srgbClr val="1E293B"/>
                </a:solidFill>
              </a:defRPr>
            </a:lvl7pPr>
            <a:lvl8pPr algn="l">
              <a:defRPr sz="1950" b="0">
                <a:solidFill>
                  <a:srgbClr val="1E293B"/>
                </a:solidFill>
              </a:defRPr>
            </a:lvl8pPr>
            <a:lvl9pPr algn="l">
              <a:defRPr sz="19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93B"/>
                </a:solidFill>
              </a:defRPr>
            </a:pPr>
            <a:r>
              <a:rPr sz="19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6</a:t>
            </a:r>
          </a:p>
        </p:txBody>
      </p:sp>
      <p:sp>
        <p:nvSpPr>
          <p:cNvPr id="14" name="a = 2">
            <a:extLst xmlns:a="http://schemas.openxmlformats.org/drawingml/2006/main">
              <a:ext uri="{FF2B5EF4-FFF2-40B4-BE49-F238E27FC236}">
                <a16:creationId xmlns:a16="http://schemas.microsoft.com/office/drawing/2014/main" id="{F7F52A9F-5E09-4DC5-9D70-6BEFEFBAF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32385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0">
                <a:solidFill>
                  <a:srgbClr val="0077FF"/>
                </a:solidFill>
              </a:defRPr>
            </a:defPPr>
            <a:lvl1pPr algn="l">
              <a:defRPr sz="2025" b="0">
                <a:solidFill>
                  <a:srgbClr val="0077FF"/>
                </a:solidFill>
              </a:defRPr>
            </a:lvl1pPr>
            <a:lvl2pPr algn="l">
              <a:defRPr sz="2025" b="0">
                <a:solidFill>
                  <a:srgbClr val="0077FF"/>
                </a:solidFill>
              </a:defRPr>
            </a:lvl2pPr>
            <a:lvl3pPr algn="l">
              <a:defRPr sz="2025" b="0">
                <a:solidFill>
                  <a:srgbClr val="0077FF"/>
                </a:solidFill>
              </a:defRPr>
            </a:lvl3pPr>
            <a:lvl4pPr algn="l">
              <a:defRPr sz="2025" b="0">
                <a:solidFill>
                  <a:srgbClr val="0077FF"/>
                </a:solidFill>
              </a:defRPr>
            </a:lvl4pPr>
            <a:lvl5pPr algn="l">
              <a:defRPr sz="2025" b="0">
                <a:solidFill>
                  <a:srgbClr val="0077FF"/>
                </a:solidFill>
              </a:defRPr>
            </a:lvl5pPr>
            <a:lvl6pPr algn="l">
              <a:defRPr sz="2025" b="0">
                <a:solidFill>
                  <a:srgbClr val="0077FF"/>
                </a:solidFill>
              </a:defRPr>
            </a:lvl6pPr>
            <a:lvl7pPr algn="l">
              <a:defRPr sz="2025" b="0">
                <a:solidFill>
                  <a:srgbClr val="0077FF"/>
                </a:solidFill>
              </a:defRPr>
            </a:lvl7pPr>
            <a:lvl8pPr algn="l">
              <a:defRPr sz="2025" b="0">
                <a:solidFill>
                  <a:srgbClr val="0077FF"/>
                </a:solidFill>
              </a:defRPr>
            </a:lvl8pPr>
            <a:lvl9pPr algn="l">
              <a:defRPr sz="2025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0077FF"/>
                </a:solidFill>
              </a:defRPr>
            </a:pPr>
            <a:r>
              <a:rPr sz="2025" b="0">
                <a:solidFill>
                  <a:srgbClr val="0077FF"/>
                </a:solidFill>
                <a:latin typeface="Play"/>
                <a:ea typeface="Play"/>
                <a:cs typeface="Play"/>
              </a:rPr>
              <a:t>a = 2</a:t>
            </a:r>
          </a:p>
        </p:txBody>
      </p:sp>
      <p:sp>
        <p:nvSpPr>
          <p:cNvPr id="15" name="b = (4 + 6) / 2 = 5">
            <a:extLst xmlns:a="http://schemas.openxmlformats.org/drawingml/2006/main">
              <a:ext uri="{FF2B5EF4-FFF2-40B4-BE49-F238E27FC236}">
                <a16:creationId xmlns:a16="http://schemas.microsoft.com/office/drawing/2014/main" id="{1E9262B1-F8D5-47E7-BBCE-48FDD5615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333875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FF2F8A"/>
                </a:solidFill>
              </a:defRPr>
            </a:defPPr>
            <a:lvl1pPr algn="l">
              <a:defRPr sz="1950" b="0">
                <a:solidFill>
                  <a:srgbClr val="FF2F8A"/>
                </a:solidFill>
              </a:defRPr>
            </a:lvl1pPr>
            <a:lvl2pPr algn="l">
              <a:defRPr sz="1950" b="0">
                <a:solidFill>
                  <a:srgbClr val="FF2F8A"/>
                </a:solidFill>
              </a:defRPr>
            </a:lvl2pPr>
            <a:lvl3pPr algn="l">
              <a:defRPr sz="1950" b="0">
                <a:solidFill>
                  <a:srgbClr val="FF2F8A"/>
                </a:solidFill>
              </a:defRPr>
            </a:lvl3pPr>
            <a:lvl4pPr algn="l">
              <a:defRPr sz="1950" b="0">
                <a:solidFill>
                  <a:srgbClr val="FF2F8A"/>
                </a:solidFill>
              </a:defRPr>
            </a:lvl4pPr>
            <a:lvl5pPr algn="l">
              <a:defRPr sz="1950" b="0">
                <a:solidFill>
                  <a:srgbClr val="FF2F8A"/>
                </a:solidFill>
              </a:defRPr>
            </a:lvl5pPr>
            <a:lvl6pPr algn="l">
              <a:defRPr sz="1950" b="0">
                <a:solidFill>
                  <a:srgbClr val="FF2F8A"/>
                </a:solidFill>
              </a:defRPr>
            </a:lvl6pPr>
            <a:lvl7pPr algn="l">
              <a:defRPr sz="1950" b="0">
                <a:solidFill>
                  <a:srgbClr val="FF2F8A"/>
                </a:solidFill>
              </a:defRPr>
            </a:lvl7pPr>
            <a:lvl8pPr algn="l">
              <a:defRPr sz="1950" b="0">
                <a:solidFill>
                  <a:srgbClr val="FF2F8A"/>
                </a:solidFill>
              </a:defRPr>
            </a:lvl8pPr>
            <a:lvl9pPr algn="l">
              <a:defRPr sz="1950" b="0">
                <a:solidFill>
                  <a:srgbClr val="FF2F8A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FF2F8A"/>
                </a:solidFill>
              </a:defRPr>
            </a:pPr>
            <a:r>
              <a:rPr sz="1950" b="0">
                <a:solidFill>
                  <a:srgbClr val="FF2F8A"/>
                </a:solidFill>
                <a:latin typeface="Play"/>
                <a:ea typeface="Play"/>
                <a:cs typeface="Play"/>
              </a:rPr>
              <a:t>b = (4 + 6) / 2 = 5</a:t>
            </a:r>
          </a:p>
        </p:txBody>
      </p:sp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C88317-BAD1-47FA-8318-F9EC49435CC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838e87505c4556">
            <a:extLst>
              <a:ext uri="{96DAC541-7B7A-43D3-8B79-37D633B846F1}">
                <asvg:svgBlip xmlns:asvg="http://schemas.microsoft.com/office/drawing/2016/SVG/main" r:embed="R5fed8f648164425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381875" y="2333625"/>
            <a:ext cx="2818124" cy="903713"/>
          </a:xfrm>
          <a:prstGeom xmlns:a="http://schemas.openxmlformats.org/drawingml/2006/main" prst="rect">
            <a:avLst/>
          </a:prstGeom>
        </p:spPr>
      </p:pic>
      <p:pic>
        <p:nvPic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12F6FF0-1C11-47A4-9D9F-3E995A5B5E0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c20058e23b34033">
            <a:extLst>
              <a:ext uri="{96DAC541-7B7A-43D3-8B79-37D633B846F1}">
                <asvg:svgBlip xmlns:asvg="http://schemas.microsoft.com/office/drawing/2016/SVG/main" r:embed="R03a60da6a8fa415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381875" y="3952875"/>
            <a:ext cx="3274285" cy="843305"/>
          </a:xfrm>
          <a:prstGeom xmlns:a="http://schemas.openxmlformats.org/drawingml/2006/main" prst="rect">
            <a:avLst/>
          </a:prstGeom>
        </p:spPr>
      </p:pic>
      <p:sp>
        <p:nvSpPr>
          <p:cNvPr id="18" name="От −1 до 1: сравниваем средние расстояния внутри">
            <a:extLst xmlns:a="http://schemas.openxmlformats.org/drawingml/2006/main">
              <a:ext uri="{FF2B5EF4-FFF2-40B4-BE49-F238E27FC236}">
                <a16:creationId xmlns:a16="http://schemas.microsoft.com/office/drawing/2014/main" id="{A319CE59-E6C3-48F0-9B82-EC5722096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От −1 до 1: сравниваем средние расстояния внутри группы и до ближайшей другой.</a:t>
            </a:r>
          </a:p>
        </p:txBody>
      </p:sp>
    </p:spTree>
    <p:extLst>
      <p:ext uri="{BB962C8B-B14F-4D97-AF65-F5344CB8AC3E}">
        <p14:creationId xmlns:p14="http://schemas.microsoft.com/office/powerpoint/2010/main" val="87760774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8" name="Геометрия, эталон и устойчивость">
            <a:extLst xmlns:a="http://schemas.openxmlformats.org/drawingml/2006/main">
              <a:ext uri="{FF2B5EF4-FFF2-40B4-BE49-F238E27FC236}">
                <a16:creationId xmlns:a16="http://schemas.microsoft.com/office/drawing/2014/main" id="{A677AA70-B224-465B-B0D9-97ACA6E4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Геометрия, эталон и устойчивость</a:t>
            </a:r>
          </a:p>
        </p:txBody>
      </p:sp>
      <p:sp>
        <p:nvSpPr>
          <p:cNvPr id="2" name="9">
            <a:extLst xmlns:a="http://schemas.openxmlformats.org/drawingml/2006/main">
              <a:ext uri="{FF2B5EF4-FFF2-40B4-BE49-F238E27FC236}">
                <a16:creationId xmlns:a16="http://schemas.microsoft.com/office/drawing/2014/main" id="{9FF0A981-C6AD-425E-A98B-3B912DA0A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9</a:t>
            </a:r>
          </a:p>
        </p:txBody>
      </p:sp>
      <p:sp>
        <p:nvSpPr>
          <p:cNvPr id="3" name="Учебный эталон">
            <a:extLst xmlns:a="http://schemas.openxmlformats.org/drawingml/2006/main">
              <a:ext uri="{FF2B5EF4-FFF2-40B4-BE49-F238E27FC236}">
                <a16:creationId xmlns:a16="http://schemas.microsoft.com/office/drawing/2014/main" id="{6A834F68-4111-4CEB-8AF4-098B6FDAF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62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Учебный эталон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0C693C9-A158-4726-BAD5-C198F4513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5294" y="272691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0B1F60-A615-4BC1-88F0-13BD1B676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716" y="457027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039489-1867-40D0-9240-FD01DE6B5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9398" y="262119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36F582-5703-4B48-BB72-D944F80E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8754" y="456256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242A13-3E04-440B-B0F3-C186D7AF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4031" y="269522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DB9A2F9-3789-4CF6-B714-BEB191C62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4207" y="274688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0CBB6C-F0B4-4DF3-A58B-34BD1269E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4672" y="459208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C9CA3BA-80D6-4021-863F-867E3093E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682" y="461502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019A3A4-BC9B-4037-AEDD-AC099D037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3556" y="275942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E30D96-2C2F-41A6-B51A-389F938DA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2581" y="272551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43251C-A56B-473F-8756-9D2F45DEC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1755" y="459508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A8BBC1-2FD2-48BD-B16F-2A5C96BF2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578" y="2744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50E90F7-038F-468D-AA2C-7A9F5AEC2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8690" y="467114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3E5F4D-6AF2-4A2D-8006-E95BF216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5486" y="458196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ADD1443-C306-4317-9265-C4FF7E84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1453" y="455444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ABA4E4-994B-41BB-89EF-0E169C8E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634" y="452513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EDD3BA-1C77-4543-B462-C9BF28640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5512" y="270595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DD51C1-5EA1-4C7D-9C77-8973C6FE1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5696" y="266570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B0159FC-CE4E-4172-940A-AA93F14FE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3593" y="271777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7509456-48C4-4161-BD0E-670DC5FD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9953" y="275239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4503C6-9ACA-4D28-BCD3-504825CAF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7639" y="272826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F3B3FE-045F-47F4-B02E-DF90F7BB5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6034" y="467052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7739FA-7944-4A03-9239-008CA296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5930" y="463622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6AF8B3-5F8F-435F-A8B4-03DF776BE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3475" y="455225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EC3495-C8E2-4197-9A9C-A800D2A95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1144" y="275801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C46271-3113-4438-AFB3-E8EF7DF22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5028" y="468789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8B68DD6-EA69-4A1B-8050-478419FAE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3870" y="276403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F74095-1471-4A58-B23A-13DA7449E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62652" y="460742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7461D14-4D23-4E74-A236-5AB71F546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668" y="277515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1B426E4-31A6-4CF1-A3C8-274F4A41B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5244" y="466104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66E5DF9-5421-44FF-B8C7-C99DBBDC5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8975" y="273455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855F0FA-FE17-4B12-A17E-D075B5F8C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3326" y="4628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781924-067B-4713-9049-BD89BECDE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2468" y="275481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6198821-8E43-4721-8334-EEB7A3F03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0622" y="469534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4EC090-C5C9-4F6A-A374-F2A3E3A11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101" y="280244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BBBD4EF-068B-4E10-91BE-ACD9A6087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6016" y="276887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C4920C5-B611-442A-B5C3-11A1B95DD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1737" y="284164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5F0D59-400C-40D1-B48F-E9D1EBDAD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8548" y="27680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0BF6BC2-A7B7-4F34-8C4A-019D2DE69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2572" y="461964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6F55BF-22C4-4136-99C7-9D13AAC2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8085" y="469763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6BF3B9E-78E5-42D3-AA51-4E43BE31E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638" y="266702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533FE35-B3BC-4FE8-8013-A6DA19954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4832" y="459082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EC477353-7E66-49E8-86A2-158AB9C02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0760" y="46121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DB5C387-55A8-4E1E-BDDE-BB9CFE34A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6310" y="461589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7DCFA5F-A25F-4BED-AC91-C9D00F7AE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9056" y="273027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FF87DF4-F36A-4377-9A8F-6503574E0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1547" y="272318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30409D1-3BBE-403F-9EE1-703CE5631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2857" y="458501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A327942-8458-455C-AAF5-12855B71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02359" y="2676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64DC626E-024A-47D4-BABD-182495FBB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6172" y="450883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AB3FA05-26FA-4B10-B21D-A1D467E38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2525" y="281568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4AC5D687-ACB0-4565-87BB-A4F8B51C0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4476" y="461175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D653E25-47A7-4D84-9CCA-00BB5A47E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7285" y="461548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B0048F0-FA1C-4B19-A4DE-B4FD4D60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934" y="462364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3D184AD-75B0-4B0B-A71C-4CF95BC44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1146" y="269349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1C29F00-4B4D-4AA2-A5B5-02E4474C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8736" y="278293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4CD900C-C163-488B-9EF6-2F8401A92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1173" y="45737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505982D-C87D-4F7B-BBD1-3DF70F59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3909" y="454821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B43799B-C442-4BB2-ACF0-1AF9EEECC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0819" y="270249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FBA9702A-EAAF-4ED0-A87A-93B804D4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0128" y="46529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045ABAA0-C996-403F-9511-BF8A36D3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461" y="280108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Запуск 1">
            <a:extLst xmlns:a="http://schemas.openxmlformats.org/drawingml/2006/main">
              <a:ext uri="{FF2B5EF4-FFF2-40B4-BE49-F238E27FC236}">
                <a16:creationId xmlns:a16="http://schemas.microsoft.com/office/drawing/2014/main" id="{0F355CD3-295A-4E6A-AB50-C45314D4E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1762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Запуск 1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B9DCE33-7C02-4701-8BF2-0FA2024FB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0544" y="272691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BEADF249-8657-49BB-885B-716449F45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966" y="457027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ED5394A-6378-453E-A688-38538FAC3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4648" y="262119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DF2590F-1AF6-4DB1-A13A-F21374D1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4004" y="456256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5A45684B-474B-416E-A079-58E7ED890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9281" y="269522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8A4291A8-231E-4955-A6DC-BCEB85E12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9457" y="274688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9C337BA-38AC-4E49-96F0-4E6EF13C5B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9922" y="459208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18C565E-B451-4D6F-8189-92FB11D2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932" y="461502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5D902CC-5AE3-49BF-A761-78EB17D3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8806" y="275942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8220A57-A74A-4098-BE7A-2CC5EDDD8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7831" y="272551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07E4B96F-0442-45DA-8F8C-F51751A3C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7005" y="459508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156A90CC-FE3C-4B9D-813E-942D0020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828" y="2744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E62DEA86-0298-412E-ABFF-A19452ECA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3940" y="467114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25D4E989-2493-4119-AB0D-18B73939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0736" y="458196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7265AC9E-F6D7-4CAE-9108-21B2CFEF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6703" y="455444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A00C77E4-4156-433B-BA19-280BCAE8B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6884" y="452513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F6F1095-39D9-4FB0-B8A8-C7B682C2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20762" y="270595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5B24AE0-CF09-4D35-81B3-BBE0CA7E5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0946" y="266570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58BB4BC1-0FEC-49B9-BB1C-AFD414C2F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38843" y="271777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F0ADCC8B-5241-411A-9DEA-0CB14323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5203" y="275239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CD2F2E2-52F2-4B7F-9DC1-8AEB5A5F6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2889" y="272826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E53999B4-7916-4F70-B324-DAFB416DC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284" y="467052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DDDBF370-0852-4BF9-80BC-C109DB07A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1180" y="463622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51E6173-6614-46FB-BD59-8E1507F734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725" y="455225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39E5E19-6DCE-42BB-8AD7-47B8F39EF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6394" y="275801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06A54874-5332-4F50-AEDF-9987A414C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0278" y="468789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DD6CB9D-A7E6-4A3C-AF5D-82E8ACC57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9120" y="276403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69A136B2-C554-4E51-82C0-6718409DE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7902" y="460742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0E4FBB1E-0F37-4CF2-AC3C-A1406435F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0918" y="277515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912072C-DBC4-4D8B-A157-0DDA1ED1F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0494" y="466104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9622ADBB-D04A-47B7-AA14-ECDF2938B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4225" y="273455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F52A6687-17E0-4084-B75C-5E380704B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8576" y="4628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AA7C590-AAC1-419E-AA0F-DAFF572A6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7718" y="275481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8613C5F6-9F7F-4015-B9CA-065A592EE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35872" y="469534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273703DD-322D-4CD7-A142-C8C2ADC52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66351" y="280244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3FC3DBEB-48FA-44F5-BFC3-C2FF835A3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1266" y="276887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6E8A2184-48AA-4E79-AD57-B5FECEA7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16987" y="284164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77DD6D91-439E-4718-AB57-316CC24D2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3798" y="27680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DBE26831-22F4-4BBF-9425-8E31AA908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7822" y="461964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41B36604-E0DD-4A03-8421-BCF31FAC1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3335" y="469763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8552033-2446-4338-9FA5-47EE161F9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50888" y="266702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FC06EE2-5356-4B1B-A904-B06E0DF60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0082" y="459082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9BD7E8B6-3B71-45C6-B12D-B5506E235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76010" y="46121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6BE3B685-70E2-4EFD-894D-8157F85F2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1560" y="461589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4023644F-6C12-44B4-BEEB-66444D65D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4306" y="273027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A01B81A-C6FC-4D48-AAF7-9AC6C5B84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6797" y="272318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5A5F54D-C372-4C9F-9C2A-223B542A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8107" y="458501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427F2746-3F6E-4E4E-9FF9-B2959217F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07609" y="2676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41EE75E-CB8F-4869-AB27-C0B48E15A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1422" y="450883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8E701D0B-5493-4F59-A703-9C839D438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7775" y="281568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B8FC2082-D304-4134-9592-17FB2BA13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89726" y="461175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7A3C44DC-7BEC-4342-9603-EED2C1758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535" y="461548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F2754BBC-11AD-4FF6-8F52-1D019F9BA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7184" y="462364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D53A6246-29FE-4919-A82B-18DCCA8A0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6396" y="269349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2CD35DCB-57B5-4FF0-9119-BAE0DAA5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33986" y="278293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EC7A6913-659F-4930-A063-823681B9E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6423" y="45737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4040482A-8362-4967-960C-C97076F9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9159" y="454821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DAA071C9-1733-4B0C-A163-E21B53AD3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6069" y="270249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60CABDD5-8DFD-4C3E-97CB-863F8C11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5378" y="46529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0AA06A50-05AB-467D-B473-CA802F1B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72711" y="280108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Запуск 2">
            <a:extLst xmlns:a="http://schemas.openxmlformats.org/drawingml/2006/main">
              <a:ext uri="{FF2B5EF4-FFF2-40B4-BE49-F238E27FC236}">
                <a16:creationId xmlns:a16="http://schemas.microsoft.com/office/drawing/2014/main" id="{A8FB1A54-828F-47CB-ABC9-E13DD31F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1762125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Запуск 2</a:t>
            </a:r>
          </a:p>
        </p:txBody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943FE591-5640-42AD-84F9-ED218AF60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794" y="272691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DE0A96A7-8AED-42A3-8674-843C431E9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7216" y="457027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8422204-4469-4398-A95A-D71869557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9898" y="262119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834C97DA-E81E-41E6-AB3A-1F9C0A59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9254" y="456256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713B8B41-1BBB-4CBF-B1A4-D2D5FE1B5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4531" y="269522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E43DDE35-5024-48A9-B21D-5255FA28D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4707" y="274688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FAE19F9A-641F-4034-B124-E9214D716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5172" y="459208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185A6032-6010-4E8E-BE82-F4BACF6C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5182" y="461502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D22A2108-ED40-4D0D-9366-C46D883BE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94056" y="275942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39A14FED-9618-4A18-A79C-28A9996F2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3081" y="272551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FFE7A885-6F8E-4C0F-B749-E40B7656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2255" y="459508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3C0B9326-36DF-4402-835E-1A23E5F90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41078" y="274451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15BFE214-9569-42E4-94D4-007F1421B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9190" y="467114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D52202FB-C6BA-4A88-BBC0-A08B80DE7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5986" y="458196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DFB47ABE-1912-41A9-8F11-27A398A7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11953" y="455444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0A9F9DD5-2FED-469C-807A-0DBC32BD0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92134" y="452513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703C7D30-120A-47E8-A379-8EBDC9BA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6012" y="270595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D07C3066-D29B-44E1-A106-52BC0C944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6196" y="266570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B3722639-E28D-48D4-8175-69ABB6ECF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4093" y="271777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C16E318F-170D-4696-8228-81209DAF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0453" y="275239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5CF7A954-FF4B-4907-8DDC-DFDCD4E39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8139" y="272826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109F9FCC-04EB-43D0-9C23-C850DE3C6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534" y="467052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B9FCBBA4-9ABB-4482-ABC7-29D76869B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6430" y="463622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F487FD3F-9961-493A-A44C-56BE239C3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3975" y="455225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65C2A501-3E09-4AA3-A249-4EA172FD7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1644" y="275801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065E0CBF-A687-4BA0-81BD-F234EE9D9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528" y="468789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FDC608A4-E7E7-4866-A59C-5EACDB84F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4370" y="276403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2C81A39C-24D2-40D9-BD3F-97D351838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3152" y="460742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059D16FF-040E-4942-A3C0-297DB5B5C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168" y="277515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4AF9D52F-C5C5-4468-8FA6-BB29BFEF6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85744" y="466104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9DC49F98-E15A-4A1D-B74E-22B70E9F9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19475" y="273455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47B44A1D-53AD-457C-8D5A-FC98E1B41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3826" y="46284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3953B2B5-4610-4127-820B-8A6D89211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2968" y="275481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0CC35AE3-D264-43D4-B878-0B0C2C55A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1122" y="469534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9B33BD5E-EF63-4493-8281-81DC977B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1601" y="280244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4AB155DF-D366-44DE-9A5F-94CB49369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6516" y="276887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9C276CB9-A3C5-4CD8-A2DC-41DDC2DF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2237" y="284164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1ACA7F4-5434-4EC6-A5B5-2241DCEE5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09048" y="276805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39AC4578-F877-4602-BA58-34702BBD7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3072" y="461964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2230E3AE-B809-49D1-90EB-19E115BB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8585" y="469763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4005D636-0A63-4D9F-AF7F-D9F5E441E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6138" y="266702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445DC4B0-09B6-41A3-84B1-2EA2D8321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5332" y="4590824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5D5A2943-3804-40BB-B1CC-A83955BB4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81260" y="461217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10DF6C17-9116-4783-BAA0-816F3C4B6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6810" y="461589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F324B128-BC7B-4BCD-A070-5EEB90270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9556" y="273027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F9022E8F-6B28-4054-A84C-71D12AA5E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2047" y="272318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08178CBB-A19A-4EB4-B7D5-CE0EA7E0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3357" y="4585010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BFFFA6F1-B289-4C1F-80AB-B65E82ABD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2859" y="267602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2E125158-95AF-4E07-BDC2-754663CB5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672" y="450883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4BC91EE2-25F0-4A96-8F77-42E5F23C9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3025" y="281568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1623AB5C-C862-465F-8405-E4582BEC8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4976" y="4611758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ED2E1B31-B436-4AAD-A562-3B22A88C6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7785" y="4615489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D2FA829F-03BF-4772-99DB-0688B67E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2434" y="462364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5D224836-5369-47C0-A44F-B50596C17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01646" y="269349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A7D8EE03-DFD8-424D-8EEA-3D4FD1BD7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9236" y="2782937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73F3F26A-537B-4537-9C4E-59B7FB45D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1673" y="4573702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2" name="">
            <a:extLst xmlns:a="http://schemas.openxmlformats.org/drawingml/2006/main">
              <a:ext uri="{FF2B5EF4-FFF2-40B4-BE49-F238E27FC236}">
                <a16:creationId xmlns:a16="http://schemas.microsoft.com/office/drawing/2014/main" id="{8EA53562-7CC7-46D2-A626-6B4EB085D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24409" y="4548216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3" name="">
            <a:extLst xmlns:a="http://schemas.openxmlformats.org/drawingml/2006/main">
              <a:ext uri="{FF2B5EF4-FFF2-40B4-BE49-F238E27FC236}">
                <a16:creationId xmlns:a16="http://schemas.microsoft.com/office/drawing/2014/main" id="{02CCD112-9843-4CDE-B86B-CD59BF59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1319" y="2702491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4" name="">
            <a:extLst xmlns:a="http://schemas.openxmlformats.org/drawingml/2006/main">
              <a:ext uri="{FF2B5EF4-FFF2-40B4-BE49-F238E27FC236}">
                <a16:creationId xmlns:a16="http://schemas.microsoft.com/office/drawing/2014/main" id="{FE699376-2534-401E-BAB0-349E0750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80628" y="4652963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5" name="">
            <a:extLst xmlns:a="http://schemas.openxmlformats.org/drawingml/2006/main">
              <a:ext uri="{FF2B5EF4-FFF2-40B4-BE49-F238E27FC236}">
                <a16:creationId xmlns:a16="http://schemas.microsoft.com/office/drawing/2014/main" id="{9758F853-1FD8-4184-830D-A96202D51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7961" y="2801085"/>
            <a:ext cx="85725" cy="857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6" name="Silhouette: 0.81     ARI с эталоном: -0.02     A">
            <a:extLst xmlns:a="http://schemas.openxmlformats.org/drawingml/2006/main">
              <a:ext uri="{FF2B5EF4-FFF2-40B4-BE49-F238E27FC236}">
                <a16:creationId xmlns:a16="http://schemas.microsoft.com/office/drawing/2014/main" id="{1D062F98-06E6-43B2-9436-EE9695415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81625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1E293B"/>
                </a:solidFill>
              </a:defRPr>
            </a:defPPr>
            <a:lvl1pPr algn="l">
              <a:defRPr sz="1950" b="0">
                <a:solidFill>
                  <a:srgbClr val="1E293B"/>
                </a:solidFill>
              </a:defRPr>
            </a:lvl1pPr>
            <a:lvl2pPr algn="l">
              <a:defRPr sz="1950" b="0">
                <a:solidFill>
                  <a:srgbClr val="1E293B"/>
                </a:solidFill>
              </a:defRPr>
            </a:lvl2pPr>
            <a:lvl3pPr algn="l">
              <a:defRPr sz="1950" b="0">
                <a:solidFill>
                  <a:srgbClr val="1E293B"/>
                </a:solidFill>
              </a:defRPr>
            </a:lvl3pPr>
            <a:lvl4pPr algn="l">
              <a:defRPr sz="1950" b="0">
                <a:solidFill>
                  <a:srgbClr val="1E293B"/>
                </a:solidFill>
              </a:defRPr>
            </a:lvl4pPr>
            <a:lvl5pPr algn="l">
              <a:defRPr sz="1950" b="0">
                <a:solidFill>
                  <a:srgbClr val="1E293B"/>
                </a:solidFill>
              </a:defRPr>
            </a:lvl5pPr>
            <a:lvl6pPr algn="l">
              <a:defRPr sz="1950" b="0">
                <a:solidFill>
                  <a:srgbClr val="1E293B"/>
                </a:solidFill>
              </a:defRPr>
            </a:lvl6pPr>
            <a:lvl7pPr algn="l">
              <a:defRPr sz="1950" b="0">
                <a:solidFill>
                  <a:srgbClr val="1E293B"/>
                </a:solidFill>
              </a:defRPr>
            </a:lvl7pPr>
            <a:lvl8pPr algn="l">
              <a:defRPr sz="1950" b="0">
                <a:solidFill>
                  <a:srgbClr val="1E293B"/>
                </a:solidFill>
              </a:defRPr>
            </a:lvl8pPr>
            <a:lvl9pPr algn="l">
              <a:defRPr sz="19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93B"/>
                </a:solidFill>
              </a:defRPr>
            </a:pPr>
            <a:r>
              <a:rPr sz="19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Silhouette: 0.81     ARI с эталоном: -0.02     ARI двух запусков: 1.00</a:t>
            </a:r>
          </a:p>
        </p:txBody>
      </p:sp>
      <p:sp>
        <p:nvSpPr>
          <p:cNvPr id="187" name="Внешний ARI требует эталонных меток. Устойчивост">
            <a:extLst xmlns:a="http://schemas.openxmlformats.org/drawingml/2006/main">
              <a:ext uri="{FF2B5EF4-FFF2-40B4-BE49-F238E27FC236}">
                <a16:creationId xmlns:a16="http://schemas.microsoft.com/office/drawing/2014/main" id="{25CAE35C-BBFD-4B43-BF53-6C6A65ED1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Внешний ARI требует эталонных меток. Устойчивость и геометрия его не заменяют.</a:t>
            </a:r>
          </a:p>
        </p:txBody>
      </p:sp>
    </p:spTree>
    <p:extLst>
      <p:ext uri="{BB962C8B-B14F-4D97-AF65-F5344CB8AC3E}">
        <p14:creationId xmlns:p14="http://schemas.microsoft.com/office/powerpoint/2010/main" val="166383718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MDS сохраняет расстояния">
            <a:extLst xmlns:a="http://schemas.openxmlformats.org/drawingml/2006/main">
              <a:ext uri="{FF2B5EF4-FFF2-40B4-BE49-F238E27FC236}">
                <a16:creationId xmlns:a16="http://schemas.microsoft.com/office/drawing/2014/main" id="{1CCA1241-1D94-462A-845F-387CCB4B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MDS сохраняет расстояния</a:t>
            </a:r>
          </a:p>
        </p:txBody>
      </p:sp>
      <p:sp>
        <p:nvSpPr>
          <p:cNvPr id="2" name="10">
            <a:extLst xmlns:a="http://schemas.openxmlformats.org/drawingml/2006/main">
              <a:ext uri="{FF2B5EF4-FFF2-40B4-BE49-F238E27FC236}">
                <a16:creationId xmlns:a16="http://schemas.microsoft.com/office/drawing/2014/main" id="{9529A10C-948B-47B1-B18D-A1833F80D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10</a:t>
            </a:r>
          </a:p>
        </p:txBody>
      </p:sp>
      <p:sp>
        <p:nvSpPr>
          <p:cNvPr id="3" name="Карта объектов">
            <a:extLst xmlns:a="http://schemas.openxmlformats.org/drawingml/2006/main">
              <a:ext uri="{FF2B5EF4-FFF2-40B4-BE49-F238E27FC236}">
                <a16:creationId xmlns:a16="http://schemas.microsoft.com/office/drawing/2014/main" id="{3E4DC35D-BE1F-49E4-B890-C34A1D4FB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621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Карта объектов</a:t>
            </a:r>
          </a:p>
        </p:txBody>
      </p:sp>
      <p:sp>
        <p:nvSpPr>
          <p:cNvPr id="4" name="Расстояния: исходные и на карте">
            <a:extLst xmlns:a="http://schemas.openxmlformats.org/drawingml/2006/main">
              <a:ext uri="{FF2B5EF4-FFF2-40B4-BE49-F238E27FC236}">
                <a16:creationId xmlns:a16="http://schemas.microsoft.com/office/drawing/2014/main" id="{E1010C1A-5FF9-48ED-AAAB-B3A63567B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62125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1">
                <a:solidFill>
                  <a:srgbClr val="0077FF"/>
                </a:solidFill>
              </a:defRPr>
            </a:defPPr>
            <a:lvl1pPr algn="l">
              <a:defRPr sz="1725" b="1">
                <a:solidFill>
                  <a:srgbClr val="0077FF"/>
                </a:solidFill>
              </a:defRPr>
            </a:lvl1pPr>
            <a:lvl2pPr algn="l">
              <a:defRPr sz="1725" b="1">
                <a:solidFill>
                  <a:srgbClr val="0077FF"/>
                </a:solidFill>
              </a:defRPr>
            </a:lvl2pPr>
            <a:lvl3pPr algn="l">
              <a:defRPr sz="1725" b="1">
                <a:solidFill>
                  <a:srgbClr val="0077FF"/>
                </a:solidFill>
              </a:defRPr>
            </a:lvl3pPr>
            <a:lvl4pPr algn="l">
              <a:defRPr sz="1725" b="1">
                <a:solidFill>
                  <a:srgbClr val="0077FF"/>
                </a:solidFill>
              </a:defRPr>
            </a:lvl4pPr>
            <a:lvl5pPr algn="l">
              <a:defRPr sz="1725" b="1">
                <a:solidFill>
                  <a:srgbClr val="0077FF"/>
                </a:solidFill>
              </a:defRPr>
            </a:lvl5pPr>
            <a:lvl6pPr algn="l">
              <a:defRPr sz="1725" b="1">
                <a:solidFill>
                  <a:srgbClr val="0077FF"/>
                </a:solidFill>
              </a:defRPr>
            </a:lvl6pPr>
            <a:lvl7pPr algn="l">
              <a:defRPr sz="1725" b="1">
                <a:solidFill>
                  <a:srgbClr val="0077FF"/>
                </a:solidFill>
              </a:defRPr>
            </a:lvl7pPr>
            <a:lvl8pPr algn="l">
              <a:defRPr sz="1725" b="1">
                <a:solidFill>
                  <a:srgbClr val="0077FF"/>
                </a:solidFill>
              </a:defRPr>
            </a:lvl8pPr>
            <a:lvl9pPr algn="l">
              <a:defRPr sz="172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725" b="1">
                <a:solidFill>
                  <a:srgbClr val="0077FF"/>
                </a:solidFill>
              </a:defRPr>
            </a:pPr>
            <a:r>
              <a:rPr sz="172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Расстояния: исходные и на карте</a:t>
            </a:r>
          </a:p>
        </p:txBody>
      </p:sp>
      <p:graphicFrame>
        <p:nvGraphicFramePr>
          <p:cNvPr id="5" name="Chart">
            <a:extLst xmlns:a="http://schemas.openxmlformats.org/drawingml/2006/main">
              <a:ext uri="{FF2B5EF4-FFF2-40B4-BE49-F238E27FC236}">
                <a16:creationId xmlns:a16="http://schemas.microsoft.com/office/drawing/2014/main" id="{E68B4ED1-CC6B-4F1C-911B-1CC0FE8BC85B}"/>
              </a:ext>
            </a:extLst>
          </p:cNvPr>
          <p:cNvGraphicFramePr/>
          <p:nvPr/>
        </p:nvGraphicFramePr>
        <p:xfrm>
          <a:off xmlns:a="http://schemas.openxmlformats.org/drawingml/2006/main" x="619125" y="2238375"/>
          <a:ext xmlns:a="http://schemas.openxmlformats.org/drawingml/2006/main" cx="519112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40fc40adf464892"/>
          </a:graphicData>
        </a:graphic>
      </p:graphicFrame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8CA6E09B-03B8-4EE5-8901-197342456EE2}"/>
              </a:ext>
            </a:extLst>
          </p:cNvPr>
          <p:cNvGraphicFramePr/>
          <p:nvPr/>
        </p:nvGraphicFramePr>
        <p:xfrm>
          <a:off xmlns:a="http://schemas.openxmlformats.org/drawingml/2006/main" x="6429375" y="2238375"/>
          <a:ext xmlns:a="http://schemas.openxmlformats.org/drawingml/2006/main" cx="5191125" cy="3143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e81011bbed245ef"/>
          </a:graphicData>
        </a:graphic>
      </p:graphicFrame>
      <p:sp>
        <p:nvSpPr>
          <p:cNvPr id="7" name="Stress учебной карты: 5.237">
            <a:extLst xmlns:a="http://schemas.openxmlformats.org/drawingml/2006/main">
              <a:ext uri="{FF2B5EF4-FFF2-40B4-BE49-F238E27FC236}">
                <a16:creationId xmlns:a16="http://schemas.microsoft.com/office/drawing/2014/main" id="{FF6FBD48-6D4E-4710-BF4C-467C4438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524500"/>
            <a:ext cx="10572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1E293B"/>
                </a:solidFill>
              </a:defRPr>
            </a:defPPr>
            <a:lvl1pPr algn="l">
              <a:defRPr sz="1950" b="0">
                <a:solidFill>
                  <a:srgbClr val="1E293B"/>
                </a:solidFill>
              </a:defRPr>
            </a:lvl1pPr>
            <a:lvl2pPr algn="l">
              <a:defRPr sz="1950" b="0">
                <a:solidFill>
                  <a:srgbClr val="1E293B"/>
                </a:solidFill>
              </a:defRPr>
            </a:lvl2pPr>
            <a:lvl3pPr algn="l">
              <a:defRPr sz="1950" b="0">
                <a:solidFill>
                  <a:srgbClr val="1E293B"/>
                </a:solidFill>
              </a:defRPr>
            </a:lvl3pPr>
            <a:lvl4pPr algn="l">
              <a:defRPr sz="1950" b="0">
                <a:solidFill>
                  <a:srgbClr val="1E293B"/>
                </a:solidFill>
              </a:defRPr>
            </a:lvl4pPr>
            <a:lvl5pPr algn="l">
              <a:defRPr sz="1950" b="0">
                <a:solidFill>
                  <a:srgbClr val="1E293B"/>
                </a:solidFill>
              </a:defRPr>
            </a:lvl5pPr>
            <a:lvl6pPr algn="l">
              <a:defRPr sz="1950" b="0">
                <a:solidFill>
                  <a:srgbClr val="1E293B"/>
                </a:solidFill>
              </a:defRPr>
            </a:lvl6pPr>
            <a:lvl7pPr algn="l">
              <a:defRPr sz="1950" b="0">
                <a:solidFill>
                  <a:srgbClr val="1E293B"/>
                </a:solidFill>
              </a:defRPr>
            </a:lvl7pPr>
            <a:lvl8pPr algn="l">
              <a:defRPr sz="1950" b="0">
                <a:solidFill>
                  <a:srgbClr val="1E293B"/>
                </a:solidFill>
              </a:defRPr>
            </a:lvl8pPr>
            <a:lvl9pPr algn="l">
              <a:defRPr sz="19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93B"/>
                </a:solidFill>
              </a:defRPr>
            </a:pPr>
            <a:r>
              <a:rPr sz="19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Stress учебной карты: 5.237</a:t>
            </a:r>
          </a:p>
        </p:txBody>
      </p:sp>
      <p:sp>
        <p:nvSpPr>
          <p:cNvPr id="8" name="Координаты — средство; цель MDS — сохранить попа">
            <a:extLst xmlns:a="http://schemas.openxmlformats.org/drawingml/2006/main">
              <a:ext uri="{FF2B5EF4-FFF2-40B4-BE49-F238E27FC236}">
                <a16:creationId xmlns:a16="http://schemas.microsoft.com/office/drawing/2014/main" id="{306096C4-3C0E-4196-BCE6-D3A3394C2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Координаты — средство; цель MDS — сохранить попарные расстояния.</a:t>
            </a:r>
          </a:p>
        </p:txBody>
      </p:sp>
    </p:spTree>
    <p:extLst>
      <p:ext uri="{BB962C8B-B14F-4D97-AF65-F5344CB8AC3E}">
        <p14:creationId xmlns:p14="http://schemas.microsoft.com/office/powerpoint/2010/main" val="160952142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5" name="PCA и SVD: компактные координаты">
            <a:extLst xmlns:a="http://schemas.openxmlformats.org/drawingml/2006/main">
              <a:ext uri="{FF2B5EF4-FFF2-40B4-BE49-F238E27FC236}">
                <a16:creationId xmlns:a16="http://schemas.microsoft.com/office/drawing/2014/main" id="{3DD44E86-2E82-42AC-8F66-C8073145F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PCA и SVD: компактные координаты</a:t>
            </a:r>
          </a:p>
        </p:txBody>
      </p:sp>
      <p:sp>
        <p:nvSpPr>
          <p:cNvPr id="2" name="11">
            <a:extLst xmlns:a="http://schemas.openxmlformats.org/drawingml/2006/main">
              <a:ext uri="{FF2B5EF4-FFF2-40B4-BE49-F238E27FC236}">
                <a16:creationId xmlns:a16="http://schemas.microsoft.com/office/drawing/2014/main" id="{65BC529F-8772-44DB-96AF-04683E3E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11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5BCD14-738D-40C5-A621-C94132A9A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47775" y="4953000"/>
            <a:ext cx="48006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3D7DB2-F477-4460-B444-455072AD7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47775" y="2428875"/>
            <a:ext cx="95" cy="2524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BCC8D5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20FD27-6B2C-4B54-A00A-994B0109F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47775" y="495300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6" name="-4">
            <a:extLst xmlns:a="http://schemas.openxmlformats.org/drawingml/2006/main">
              <a:ext uri="{FF2B5EF4-FFF2-40B4-BE49-F238E27FC236}">
                <a16:creationId xmlns:a16="http://schemas.microsoft.com/office/drawing/2014/main" id="{5FD6735D-2901-413E-A93C-F834BC733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" y="506730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917B454-A123-438B-8A58-A92FDEAA9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2447925" y="495300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8" name="-2">
            <a:extLst xmlns:a="http://schemas.openxmlformats.org/drawingml/2006/main">
              <a:ext uri="{FF2B5EF4-FFF2-40B4-BE49-F238E27FC236}">
                <a16:creationId xmlns:a16="http://schemas.microsoft.com/office/drawing/2014/main" id="{92759D98-9D80-4850-A7C4-B96DFF0F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7425" y="506730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00BE0A4-FAD5-408A-BD7E-E4D8725D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3648075" y="495300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0" name="0">
            <a:extLst xmlns:a="http://schemas.openxmlformats.org/drawingml/2006/main">
              <a:ext uri="{FF2B5EF4-FFF2-40B4-BE49-F238E27FC236}">
                <a16:creationId xmlns:a16="http://schemas.microsoft.com/office/drawing/2014/main" id="{B5386C26-E9C5-40D7-B5AA-B10601C29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7575" y="506730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DD0C9CE-BBF2-4F86-A9C6-6CC0D400AD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4848225" y="495300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2" name="2">
            <a:extLst xmlns:a="http://schemas.openxmlformats.org/drawingml/2006/main">
              <a:ext uri="{FF2B5EF4-FFF2-40B4-BE49-F238E27FC236}">
                <a16:creationId xmlns:a16="http://schemas.microsoft.com/office/drawing/2014/main" id="{0A96377C-8E19-4F64-A674-6C4691764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506730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589940-ED15-4B84-8960-8E6D7CE85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6048375" y="4953000"/>
            <a:ext cx="9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4" name="4">
            <a:extLst xmlns:a="http://schemas.openxmlformats.org/drawingml/2006/main">
              <a:ext uri="{FF2B5EF4-FFF2-40B4-BE49-F238E27FC236}">
                <a16:creationId xmlns:a16="http://schemas.microsoft.com/office/drawing/2014/main" id="{06375E3B-84D8-4D00-83B6-6CF576C3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5067300"/>
            <a:ext cx="3810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00" b="0">
                <a:solidFill>
                  <a:srgbClr val="55657B"/>
                </a:solidFill>
              </a:defRPr>
            </a:defPPr>
            <a:lvl1pPr algn="ctr">
              <a:defRPr sz="1500" b="0">
                <a:solidFill>
                  <a:srgbClr val="55657B"/>
                </a:solidFill>
              </a:defRPr>
            </a:lvl1pPr>
            <a:lvl2pPr algn="ctr">
              <a:defRPr sz="1500" b="0">
                <a:solidFill>
                  <a:srgbClr val="55657B"/>
                </a:solidFill>
              </a:defRPr>
            </a:lvl2pPr>
            <a:lvl3pPr algn="ctr">
              <a:defRPr sz="1500" b="0">
                <a:solidFill>
                  <a:srgbClr val="55657B"/>
                </a:solidFill>
              </a:defRPr>
            </a:lvl3pPr>
            <a:lvl4pPr algn="ctr">
              <a:defRPr sz="1500" b="0">
                <a:solidFill>
                  <a:srgbClr val="55657B"/>
                </a:solidFill>
              </a:defRPr>
            </a:lvl4pPr>
            <a:lvl5pPr algn="ctr">
              <a:defRPr sz="1500" b="0">
                <a:solidFill>
                  <a:srgbClr val="55657B"/>
                </a:solidFill>
              </a:defRPr>
            </a:lvl5pPr>
            <a:lvl6pPr algn="ctr">
              <a:defRPr sz="1500" b="0">
                <a:solidFill>
                  <a:srgbClr val="55657B"/>
                </a:solidFill>
              </a:defRPr>
            </a:lvl6pPr>
            <a:lvl7pPr algn="ctr">
              <a:defRPr sz="1500" b="0">
                <a:solidFill>
                  <a:srgbClr val="55657B"/>
                </a:solidFill>
              </a:defRPr>
            </a:lvl7pPr>
            <a:lvl8pPr algn="ctr">
              <a:defRPr sz="1500" b="0">
                <a:solidFill>
                  <a:srgbClr val="55657B"/>
                </a:solidFill>
              </a:defRPr>
            </a:lvl8pPr>
            <a:lvl9pPr algn="ct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ct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5ECE64-06D8-4301-B2BE-1F5B3563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4953000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6" name="-4">
            <a:extLst xmlns:a="http://schemas.openxmlformats.org/drawingml/2006/main">
              <a:ext uri="{FF2B5EF4-FFF2-40B4-BE49-F238E27FC236}">
                <a16:creationId xmlns:a16="http://schemas.microsoft.com/office/drawing/2014/main" id="{7CA55B3E-14B5-432D-94D9-87248B00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38700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B70F90-D55D-4AEA-B64A-7468350E1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4321969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8" name="-2">
            <a:extLst xmlns:a="http://schemas.openxmlformats.org/drawingml/2006/main">
              <a:ext uri="{FF2B5EF4-FFF2-40B4-BE49-F238E27FC236}">
                <a16:creationId xmlns:a16="http://schemas.microsoft.com/office/drawing/2014/main" id="{EE3080C4-8184-4686-A255-1DB558E7D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207669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-2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D7FBF6-8339-4979-88B7-A762F8AA8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3690938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0" name="0">
            <a:extLst xmlns:a="http://schemas.openxmlformats.org/drawingml/2006/main">
              <a:ext uri="{FF2B5EF4-FFF2-40B4-BE49-F238E27FC236}">
                <a16:creationId xmlns:a16="http://schemas.microsoft.com/office/drawing/2014/main" id="{6509AFD1-8A4A-490B-BFD6-93C49B49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576638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B3BDEEF-3C4F-40D9-AA36-E0FCBC962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3059906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2" name="2">
            <a:extLst xmlns:a="http://schemas.openxmlformats.org/drawingml/2006/main">
              <a:ext uri="{FF2B5EF4-FFF2-40B4-BE49-F238E27FC236}">
                <a16:creationId xmlns:a16="http://schemas.microsoft.com/office/drawing/2014/main" id="{08DEFC17-591D-4B1D-A8B6-C74A71E3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945606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C3059EC-2EF6-4189-92A2-BA18335A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1200150" y="2428875"/>
            <a:ext cx="47625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4" name="4">
            <a:extLst xmlns:a="http://schemas.openxmlformats.org/drawingml/2006/main">
              <a:ext uri="{FF2B5EF4-FFF2-40B4-BE49-F238E27FC236}">
                <a16:creationId xmlns:a16="http://schemas.microsoft.com/office/drawing/2014/main" id="{13F71A72-61B2-4AF4-AEB1-6DF8D4190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14575"/>
            <a:ext cx="33337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500" b="0">
                <a:solidFill>
                  <a:srgbClr val="55657B"/>
                </a:solidFill>
              </a:defRPr>
            </a:defPPr>
            <a:lvl1pPr algn="r">
              <a:defRPr sz="1500" b="0">
                <a:solidFill>
                  <a:srgbClr val="55657B"/>
                </a:solidFill>
              </a:defRPr>
            </a:lvl1pPr>
            <a:lvl2pPr algn="r">
              <a:defRPr sz="1500" b="0">
                <a:solidFill>
                  <a:srgbClr val="55657B"/>
                </a:solidFill>
              </a:defRPr>
            </a:lvl2pPr>
            <a:lvl3pPr algn="r">
              <a:defRPr sz="1500" b="0">
                <a:solidFill>
                  <a:srgbClr val="55657B"/>
                </a:solidFill>
              </a:defRPr>
            </a:lvl3pPr>
            <a:lvl4pPr algn="r">
              <a:defRPr sz="1500" b="0">
                <a:solidFill>
                  <a:srgbClr val="55657B"/>
                </a:solidFill>
              </a:defRPr>
            </a:lvl4pPr>
            <a:lvl5pPr algn="r">
              <a:defRPr sz="1500" b="0">
                <a:solidFill>
                  <a:srgbClr val="55657B"/>
                </a:solidFill>
              </a:defRPr>
            </a:lvl5pPr>
            <a:lvl6pPr algn="r">
              <a:defRPr sz="1500" b="0">
                <a:solidFill>
                  <a:srgbClr val="55657B"/>
                </a:solidFill>
              </a:defRPr>
            </a:lvl6pPr>
            <a:lvl7pPr algn="r">
              <a:defRPr sz="1500" b="0">
                <a:solidFill>
                  <a:srgbClr val="55657B"/>
                </a:solidFill>
              </a:defRPr>
            </a:lvl7pPr>
            <a:lvl8pPr algn="r">
              <a:defRPr sz="1500" b="0">
                <a:solidFill>
                  <a:srgbClr val="55657B"/>
                </a:solidFill>
              </a:defRPr>
            </a:lvl8pPr>
            <a:lvl9pPr algn="r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4</a:t>
            </a:r>
          </a:p>
        </p:txBody>
      </p:sp>
      <p:sp>
        <p:nvSpPr>
          <p:cNvPr id="25" name="Проекция 0">
            <a:extLst xmlns:a="http://schemas.openxmlformats.org/drawingml/2006/main">
              <a:ext uri="{FF2B5EF4-FFF2-40B4-BE49-F238E27FC236}">
                <a16:creationId xmlns:a16="http://schemas.microsoft.com/office/drawing/2014/main" id="{E6146751-464B-4690-A51C-68A9825B8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792" y="3645087"/>
            <a:ext cx="124012" cy="75316"/>
          </a:xfrm>
          <a:custGeom xmlns:a="http://schemas.openxmlformats.org/drawingml/2006/main">
            <a:pathLst>
              <a:path w="124012" h="75316">
                <a:moveTo>
                  <a:pt x="124012" y="7531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6" name="Проекция 1">
            <a:extLst xmlns:a="http://schemas.openxmlformats.org/drawingml/2006/main">
              <a:ext uri="{FF2B5EF4-FFF2-40B4-BE49-F238E27FC236}">
                <a16:creationId xmlns:a16="http://schemas.microsoft.com/office/drawing/2014/main" id="{5B7562F5-6D3C-4CDE-BDD9-BA9B18609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5105" y="3211065"/>
            <a:ext cx="98174" cy="59624"/>
          </a:xfrm>
          <a:custGeom xmlns:a="http://schemas.openxmlformats.org/drawingml/2006/main">
            <a:pathLst>
              <a:path w="98174" h="59624">
                <a:moveTo>
                  <a:pt x="0" y="0"/>
                </a:moveTo>
                <a:lnTo>
                  <a:pt x="98174" y="59624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7" name="Проекция 2">
            <a:extLst xmlns:a="http://schemas.openxmlformats.org/drawingml/2006/main">
              <a:ext uri="{FF2B5EF4-FFF2-40B4-BE49-F238E27FC236}">
                <a16:creationId xmlns:a16="http://schemas.microsoft.com/office/drawing/2014/main" id="{5411F01C-39CE-48B2-9F91-EC03AC36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2412" y="4727729"/>
            <a:ext cx="50142" cy="30453"/>
          </a:xfrm>
          <a:custGeom xmlns:a="http://schemas.openxmlformats.org/drawingml/2006/main">
            <a:pathLst>
              <a:path w="50142" h="30453">
                <a:moveTo>
                  <a:pt x="50142" y="3045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8" name="Проекция 3">
            <a:extLst xmlns:a="http://schemas.openxmlformats.org/drawingml/2006/main">
              <a:ext uri="{FF2B5EF4-FFF2-40B4-BE49-F238E27FC236}">
                <a16:creationId xmlns:a16="http://schemas.microsoft.com/office/drawing/2014/main" id="{7BEC7C54-BAF5-4917-B2AD-8A74F219E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0338" y="3668053"/>
            <a:ext cx="26845" cy="16304"/>
          </a:xfrm>
          <a:custGeom xmlns:a="http://schemas.openxmlformats.org/drawingml/2006/main">
            <a:pathLst>
              <a:path w="26845" h="16304">
                <a:moveTo>
                  <a:pt x="26845" y="16304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29" name="Проекция 4">
            <a:extLst xmlns:a="http://schemas.openxmlformats.org/drawingml/2006/main">
              <a:ext uri="{FF2B5EF4-FFF2-40B4-BE49-F238E27FC236}">
                <a16:creationId xmlns:a16="http://schemas.microsoft.com/office/drawing/2014/main" id="{DA8324E7-5E18-403E-B6B2-1689FACE6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2793" y="3780736"/>
            <a:ext cx="85945" cy="52197"/>
          </a:xfrm>
          <a:custGeom xmlns:a="http://schemas.openxmlformats.org/drawingml/2006/main">
            <a:pathLst>
              <a:path w="85945" h="52197">
                <a:moveTo>
                  <a:pt x="85945" y="5219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30" name="Проекция 5">
            <a:extLst xmlns:a="http://schemas.openxmlformats.org/drawingml/2006/main">
              <a:ext uri="{FF2B5EF4-FFF2-40B4-BE49-F238E27FC236}">
                <a16:creationId xmlns:a16="http://schemas.microsoft.com/office/drawing/2014/main" id="{1FA0DE22-AF80-4321-86F6-ADDE8DBAC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4617" y="3179785"/>
            <a:ext cx="72128" cy="43806"/>
          </a:xfrm>
          <a:custGeom xmlns:a="http://schemas.openxmlformats.org/drawingml/2006/main">
            <a:pathLst>
              <a:path w="72128" h="43806">
                <a:moveTo>
                  <a:pt x="0" y="0"/>
                </a:moveTo>
                <a:lnTo>
                  <a:pt x="72128" y="43806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31" name="Проекция 6">
            <a:extLst xmlns:a="http://schemas.openxmlformats.org/drawingml/2006/main">
              <a:ext uri="{FF2B5EF4-FFF2-40B4-BE49-F238E27FC236}">
                <a16:creationId xmlns:a16="http://schemas.microsoft.com/office/drawing/2014/main" id="{34602E20-0BAD-4ADC-9987-0E87473E3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040" y="3483939"/>
            <a:ext cx="153271" cy="93086"/>
          </a:xfrm>
          <a:custGeom xmlns:a="http://schemas.openxmlformats.org/drawingml/2006/main">
            <a:pathLst>
              <a:path w="153271" h="93086">
                <a:moveTo>
                  <a:pt x="0" y="0"/>
                </a:moveTo>
                <a:lnTo>
                  <a:pt x="153271" y="93086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32" name="Проекция 7">
            <a:extLst xmlns:a="http://schemas.openxmlformats.org/drawingml/2006/main">
              <a:ext uri="{FF2B5EF4-FFF2-40B4-BE49-F238E27FC236}">
                <a16:creationId xmlns:a16="http://schemas.microsoft.com/office/drawing/2014/main" id="{C5A3DE89-B18A-40A7-92DD-100BE8418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2001" y="3553496"/>
            <a:ext cx="109483" cy="66493"/>
          </a:xfrm>
          <a:custGeom xmlns:a="http://schemas.openxmlformats.org/drawingml/2006/main">
            <a:pathLst>
              <a:path w="109483" h="66493">
                <a:moveTo>
                  <a:pt x="109483" y="66493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33" name="Проекция 8">
            <a:extLst xmlns:a="http://schemas.openxmlformats.org/drawingml/2006/main">
              <a:ext uri="{FF2B5EF4-FFF2-40B4-BE49-F238E27FC236}">
                <a16:creationId xmlns:a16="http://schemas.microsoft.com/office/drawing/2014/main" id="{D0D8BA71-5C4E-48BB-8D8D-0C3F759EE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1770" y="3608226"/>
            <a:ext cx="117066" cy="71098"/>
          </a:xfrm>
          <a:custGeom xmlns:a="http://schemas.openxmlformats.org/drawingml/2006/main">
            <a:pathLst>
              <a:path w="117066" h="71098">
                <a:moveTo>
                  <a:pt x="117066" y="71098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34" name="Проекция 9">
            <a:extLst xmlns:a="http://schemas.openxmlformats.org/drawingml/2006/main">
              <a:ext uri="{FF2B5EF4-FFF2-40B4-BE49-F238E27FC236}">
                <a16:creationId xmlns:a16="http://schemas.microsoft.com/office/drawing/2014/main" id="{39E87167-AD79-4B73-B758-34649B8E8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4482" y="3292902"/>
            <a:ext cx="29442" cy="17881"/>
          </a:xfrm>
          <a:custGeom xmlns:a="http://schemas.openxmlformats.org/drawingml/2006/main">
            <a:pathLst>
              <a:path w="29442" h="17881">
                <a:moveTo>
                  <a:pt x="29442" y="1788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35" name="Проекция 10">
            <a:extLst xmlns:a="http://schemas.openxmlformats.org/drawingml/2006/main">
              <a:ext uri="{FF2B5EF4-FFF2-40B4-BE49-F238E27FC236}">
                <a16:creationId xmlns:a16="http://schemas.microsoft.com/office/drawing/2014/main" id="{B8943E3C-5F42-4467-9EDE-D4512F757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0624" y="3845452"/>
            <a:ext cx="56914" cy="34566"/>
          </a:xfrm>
          <a:custGeom xmlns:a="http://schemas.openxmlformats.org/drawingml/2006/main">
            <a:pathLst>
              <a:path w="56914" h="34566">
                <a:moveTo>
                  <a:pt x="56914" y="3456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36" name="Проекция 11">
            <a:extLst xmlns:a="http://schemas.openxmlformats.org/drawingml/2006/main">
              <a:ext uri="{FF2B5EF4-FFF2-40B4-BE49-F238E27FC236}">
                <a16:creationId xmlns:a16="http://schemas.microsoft.com/office/drawing/2014/main" id="{7D4A8BCC-4D17-4F14-A99E-B74977EA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0850" y="3139787"/>
            <a:ext cx="58462" cy="35506"/>
          </a:xfrm>
          <a:custGeom xmlns:a="http://schemas.openxmlformats.org/drawingml/2006/main">
            <a:pathLst>
              <a:path w="58462" h="35506">
                <a:moveTo>
                  <a:pt x="58462" y="35506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37" name="Проекция 12">
            <a:extLst xmlns:a="http://schemas.openxmlformats.org/drawingml/2006/main">
              <a:ext uri="{FF2B5EF4-FFF2-40B4-BE49-F238E27FC236}">
                <a16:creationId xmlns:a16="http://schemas.microsoft.com/office/drawing/2014/main" id="{7AF77F31-A5CF-4C52-8738-3B89F5E47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9191" y="3932593"/>
            <a:ext cx="5102" cy="3099"/>
          </a:xfrm>
          <a:custGeom xmlns:a="http://schemas.openxmlformats.org/drawingml/2006/main">
            <a:pathLst>
              <a:path w="5102" h="3099">
                <a:moveTo>
                  <a:pt x="5102" y="3099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38" name="Проекция 13">
            <a:extLst xmlns:a="http://schemas.openxmlformats.org/drawingml/2006/main">
              <a:ext uri="{FF2B5EF4-FFF2-40B4-BE49-F238E27FC236}">
                <a16:creationId xmlns:a16="http://schemas.microsoft.com/office/drawing/2014/main" id="{9AC54A6B-D917-4378-9773-773EB6C30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970" y="3398153"/>
            <a:ext cx="37825" cy="22973"/>
          </a:xfrm>
          <a:custGeom xmlns:a="http://schemas.openxmlformats.org/drawingml/2006/main">
            <a:pathLst>
              <a:path w="37825" h="22973">
                <a:moveTo>
                  <a:pt x="0" y="0"/>
                </a:moveTo>
                <a:lnTo>
                  <a:pt x="37825" y="2297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39" name="Проекция 14">
            <a:extLst xmlns:a="http://schemas.openxmlformats.org/drawingml/2006/main">
              <a:ext uri="{FF2B5EF4-FFF2-40B4-BE49-F238E27FC236}">
                <a16:creationId xmlns:a16="http://schemas.microsoft.com/office/drawing/2014/main" id="{C7C499F0-36CF-4AD6-81BE-4A3715A20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9734" y="3440659"/>
            <a:ext cx="51474" cy="31262"/>
          </a:xfrm>
          <a:custGeom xmlns:a="http://schemas.openxmlformats.org/drawingml/2006/main">
            <a:pathLst>
              <a:path w="51474" h="31262">
                <a:moveTo>
                  <a:pt x="0" y="0"/>
                </a:moveTo>
                <a:lnTo>
                  <a:pt x="51474" y="31262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0" name="Проекция 15">
            <a:extLst xmlns:a="http://schemas.openxmlformats.org/drawingml/2006/main">
              <a:ext uri="{FF2B5EF4-FFF2-40B4-BE49-F238E27FC236}">
                <a16:creationId xmlns:a16="http://schemas.microsoft.com/office/drawing/2014/main" id="{6748CFD0-F5FE-409A-81A3-9E39866DC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4358" y="2728509"/>
            <a:ext cx="132598" cy="80531"/>
          </a:xfrm>
          <a:custGeom xmlns:a="http://schemas.openxmlformats.org/drawingml/2006/main">
            <a:pathLst>
              <a:path w="132598" h="80531">
                <a:moveTo>
                  <a:pt x="132598" y="80531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1" name="Проекция 16">
            <a:extLst xmlns:a="http://schemas.openxmlformats.org/drawingml/2006/main">
              <a:ext uri="{FF2B5EF4-FFF2-40B4-BE49-F238E27FC236}">
                <a16:creationId xmlns:a16="http://schemas.microsoft.com/office/drawing/2014/main" id="{5BF16E22-E4CF-40C1-B9A8-D51441289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8122" y="4010463"/>
            <a:ext cx="57830" cy="35122"/>
          </a:xfrm>
          <a:custGeom xmlns:a="http://schemas.openxmlformats.org/drawingml/2006/main">
            <a:pathLst>
              <a:path w="57830" h="35122">
                <a:moveTo>
                  <a:pt x="57830" y="3512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2" name="Проекция 17">
            <a:extLst xmlns:a="http://schemas.openxmlformats.org/drawingml/2006/main">
              <a:ext uri="{FF2B5EF4-FFF2-40B4-BE49-F238E27FC236}">
                <a16:creationId xmlns:a16="http://schemas.microsoft.com/office/drawing/2014/main" id="{2615760D-4CEA-498C-8955-71FCEF3BE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163" y="3240742"/>
            <a:ext cx="127626" cy="77512"/>
          </a:xfrm>
          <a:custGeom xmlns:a="http://schemas.openxmlformats.org/drawingml/2006/main">
            <a:pathLst>
              <a:path w="127626" h="77512">
                <a:moveTo>
                  <a:pt x="0" y="0"/>
                </a:moveTo>
                <a:lnTo>
                  <a:pt x="127626" y="77512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3" name="Проекция 18">
            <a:extLst xmlns:a="http://schemas.openxmlformats.org/drawingml/2006/main">
              <a:ext uri="{FF2B5EF4-FFF2-40B4-BE49-F238E27FC236}">
                <a16:creationId xmlns:a16="http://schemas.microsoft.com/office/drawing/2014/main" id="{3EC21F16-F2A7-4546-8639-5EBD180565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4785" y="3825349"/>
            <a:ext cx="79795" cy="48462"/>
          </a:xfrm>
          <a:custGeom xmlns:a="http://schemas.openxmlformats.org/drawingml/2006/main">
            <a:pathLst>
              <a:path w="79795" h="48462">
                <a:moveTo>
                  <a:pt x="79795" y="4846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4" name="Проекция 19">
            <a:extLst xmlns:a="http://schemas.openxmlformats.org/drawingml/2006/main">
              <a:ext uri="{FF2B5EF4-FFF2-40B4-BE49-F238E27FC236}">
                <a16:creationId xmlns:a16="http://schemas.microsoft.com/office/drawing/2014/main" id="{E53714CD-42FA-4D5D-BBCB-6154E089D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6564" y="3952493"/>
            <a:ext cx="136624" cy="82976"/>
          </a:xfrm>
          <a:custGeom xmlns:a="http://schemas.openxmlformats.org/drawingml/2006/main">
            <a:pathLst>
              <a:path w="136624" h="82976">
                <a:moveTo>
                  <a:pt x="0" y="0"/>
                </a:moveTo>
                <a:lnTo>
                  <a:pt x="136624" y="82976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5" name="Проекция 20">
            <a:extLst xmlns:a="http://schemas.openxmlformats.org/drawingml/2006/main">
              <a:ext uri="{FF2B5EF4-FFF2-40B4-BE49-F238E27FC236}">
                <a16:creationId xmlns:a16="http://schemas.microsoft.com/office/drawing/2014/main" id="{864BFAD2-5EF8-496E-9BF6-CDBE2B01A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483" y="3276939"/>
            <a:ext cx="49724" cy="30199"/>
          </a:xfrm>
          <a:custGeom xmlns:a="http://schemas.openxmlformats.org/drawingml/2006/main">
            <a:pathLst>
              <a:path w="49724" h="30199">
                <a:moveTo>
                  <a:pt x="0" y="0"/>
                </a:moveTo>
                <a:lnTo>
                  <a:pt x="49724" y="30199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6" name="Проекция 21">
            <a:extLst xmlns:a="http://schemas.openxmlformats.org/drawingml/2006/main">
              <a:ext uri="{FF2B5EF4-FFF2-40B4-BE49-F238E27FC236}">
                <a16:creationId xmlns:a16="http://schemas.microsoft.com/office/drawing/2014/main" id="{B0D79FF8-2EA9-4656-AB05-80A0D619F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3166" y="3948282"/>
            <a:ext cx="77781" cy="47239"/>
          </a:xfrm>
          <a:custGeom xmlns:a="http://schemas.openxmlformats.org/drawingml/2006/main">
            <a:pathLst>
              <a:path w="77781" h="47239">
                <a:moveTo>
                  <a:pt x="0" y="0"/>
                </a:moveTo>
                <a:lnTo>
                  <a:pt x="77781" y="47239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7" name="Проекция 22">
            <a:extLst xmlns:a="http://schemas.openxmlformats.org/drawingml/2006/main">
              <a:ext uri="{FF2B5EF4-FFF2-40B4-BE49-F238E27FC236}">
                <a16:creationId xmlns:a16="http://schemas.microsoft.com/office/drawing/2014/main" id="{65B6E58B-8E73-47B4-A7E7-CCBF27262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7234" y="3604895"/>
            <a:ext cx="39350" cy="23899"/>
          </a:xfrm>
          <a:custGeom xmlns:a="http://schemas.openxmlformats.org/drawingml/2006/main">
            <a:pathLst>
              <a:path w="39350" h="23899">
                <a:moveTo>
                  <a:pt x="0" y="0"/>
                </a:moveTo>
                <a:lnTo>
                  <a:pt x="39350" y="23899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8" name="Проекция 23">
            <a:extLst xmlns:a="http://schemas.openxmlformats.org/drawingml/2006/main">
              <a:ext uri="{FF2B5EF4-FFF2-40B4-BE49-F238E27FC236}">
                <a16:creationId xmlns:a16="http://schemas.microsoft.com/office/drawing/2014/main" id="{D36B7AC9-17CC-4C92-A20E-7F41B064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2753" y="3270734"/>
            <a:ext cx="4467" cy="2713"/>
          </a:xfrm>
          <a:custGeom xmlns:a="http://schemas.openxmlformats.org/drawingml/2006/main">
            <a:pathLst>
              <a:path w="4467" h="2713">
                <a:moveTo>
                  <a:pt x="0" y="0"/>
                </a:moveTo>
                <a:lnTo>
                  <a:pt x="4467" y="2713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49" name="Проекция 24">
            <a:extLst xmlns:a="http://schemas.openxmlformats.org/drawingml/2006/main">
              <a:ext uri="{FF2B5EF4-FFF2-40B4-BE49-F238E27FC236}">
                <a16:creationId xmlns:a16="http://schemas.microsoft.com/office/drawing/2014/main" id="{05A81DF7-FE8A-4D1D-A4CB-EDFB5C0AE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9814" y="3376963"/>
            <a:ext cx="5635" cy="3422"/>
          </a:xfrm>
          <a:custGeom xmlns:a="http://schemas.openxmlformats.org/drawingml/2006/main">
            <a:pathLst>
              <a:path w="5635" h="3422">
                <a:moveTo>
                  <a:pt x="5635" y="3422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50" name="Проекция 25">
            <a:extLst xmlns:a="http://schemas.openxmlformats.org/drawingml/2006/main">
              <a:ext uri="{FF2B5EF4-FFF2-40B4-BE49-F238E27FC236}">
                <a16:creationId xmlns:a16="http://schemas.microsoft.com/office/drawing/2014/main" id="{50002608-A083-45D3-AFB8-C35A353E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245" y="3463636"/>
            <a:ext cx="81896" cy="49738"/>
          </a:xfrm>
          <a:custGeom xmlns:a="http://schemas.openxmlformats.org/drawingml/2006/main">
            <a:pathLst>
              <a:path w="81896" h="49738">
                <a:moveTo>
                  <a:pt x="0" y="0"/>
                </a:moveTo>
                <a:lnTo>
                  <a:pt x="81896" y="49738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51" name="Проекция 26">
            <a:extLst xmlns:a="http://schemas.openxmlformats.org/drawingml/2006/main">
              <a:ext uri="{FF2B5EF4-FFF2-40B4-BE49-F238E27FC236}">
                <a16:creationId xmlns:a16="http://schemas.microsoft.com/office/drawing/2014/main" id="{887B2FCA-5282-4F30-9015-05F13D0A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4967" y="4385026"/>
            <a:ext cx="47256" cy="28700"/>
          </a:xfrm>
          <a:custGeom xmlns:a="http://schemas.openxmlformats.org/drawingml/2006/main">
            <a:pathLst>
              <a:path w="47256" h="28700">
                <a:moveTo>
                  <a:pt x="0" y="0"/>
                </a:moveTo>
                <a:lnTo>
                  <a:pt x="47256" y="2870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52" name="Проекция 27">
            <a:extLst xmlns:a="http://schemas.openxmlformats.org/drawingml/2006/main">
              <a:ext uri="{FF2B5EF4-FFF2-40B4-BE49-F238E27FC236}">
                <a16:creationId xmlns:a16="http://schemas.microsoft.com/office/drawing/2014/main" id="{E39EAA89-CB6F-43FA-B6B7-BD4C64CE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3344" y="3976222"/>
            <a:ext cx="38327" cy="23277"/>
          </a:xfrm>
          <a:custGeom xmlns:a="http://schemas.openxmlformats.org/drawingml/2006/main">
            <a:pathLst>
              <a:path w="38327" h="23277">
                <a:moveTo>
                  <a:pt x="38327" y="23277"/>
                </a:moveTo>
                <a:lnTo>
                  <a:pt x="0" y="0"/>
                </a:lnTo>
              </a:path>
            </a:pathLst>
          </a:cu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F37B64B6-99F4-4250-AEB7-4B16DEE7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79" y="367277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7E729AE-BB72-4301-AB48-388F8B17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480" y="316344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28DC2C7-3C60-4F74-BBE9-B67E0DD72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928" y="471055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806346D-CB50-4E8E-BB8F-B41B3E85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9558" y="3636732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C86869F-CF81-49A7-BA66-53002CC9D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1113" y="378530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0ED21B3-86A9-4205-AF9B-5540871FC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6992" y="313216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3CE66C12-ED29-4ABE-85A6-6A9DC50E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415" y="343631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AFE2958B-9C72-41A6-9438-104DE2484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3859" y="357236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29B03A06-067E-4DCD-A43B-6F77FA4A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1210" y="363169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EC0D5216-BFF2-4A7E-BC84-63191D7BF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6299" y="326315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F591290-6F75-4863-812E-04F5C6188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9913" y="3832392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7E5C9F9-BA47-486D-B290-BC4D3D93C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1687" y="3127667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D37E46E3-4055-494F-AA22-3E670834A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6667" y="388806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90E71D1-A5C7-40AA-91B8-D8DC78F1C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7345" y="335052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ECA2025-1F41-4A5A-9F4E-3F0916CC4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2109" y="339303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9F32AEA-5C4D-4E04-BE27-BA71A0A00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9331" y="276141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37488117-20AB-4418-895D-BDF32DF56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8326" y="399796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6CEB927-0B74-47C9-B4A2-AE6E3ADC4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538" y="3193117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95C012E2-F3C1-4ED8-A367-E3729E3E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6956" y="3826187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23F406D-DA0A-4034-821C-676F08163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48939" y="390486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E0A2BD5-5F95-4378-B344-313531FD2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5858" y="322931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23A3781A-5509-433B-B450-17009B34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541" y="3900657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B85CEA65-3010-4018-A99B-385B0374C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9609" y="355727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838B5C6F-D059-4842-BEF8-8D62361BA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5128" y="322310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44257CAF-026D-408B-A770-B4AD78BD7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7824" y="333276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81576AF-2F1B-4FC7-B471-F6517EE6A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0620" y="341601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201C7D3-86BF-4702-B13D-32F832284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7342" y="433740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B7BD1D0-0632-42A6-A330-832265A55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54047" y="395187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425CA37-8600-4A63-9AE8-200A8E6CC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43167" y="3597462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3702FD38-87A5-47B7-AFF7-0DD057E39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5653" y="3223065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5E63156-EB96-4FED-ABAF-1CEAB1AEF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4787" y="468010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C7A4E5A-7731-4815-92D5-558D14E72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2713" y="362042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4083184-2D8C-47C4-A57F-5A76E8E07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5168" y="373311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9D1D59C-6806-4986-8A49-F813C0EA0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9120" y="317596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32E0B27-275B-4E85-9A9A-E076FE161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92686" y="352940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BA913CF7-5CF9-4CE1-BBD5-8F8C2B037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4376" y="350587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68BF264F-D1F7-4408-A111-5BA95E00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4145" y="356060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B5DD0D09-23CE-4FB5-880B-47487AAE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6857" y="3245277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E6361F5B-0C18-4279-B0CC-2CE9970CF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2999" y="3797827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A4F435BF-6460-421D-BADB-A57B6732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3225" y="3092162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E41B494E-CE93-43A6-8623-116917884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11566" y="388496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65BC8A96-39F5-412A-A595-8E7C5DA58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5171" y="337350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680A5073-1D1D-452F-AEAC-5486DB38B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3583" y="342429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292496B-5AED-4072-8A79-6A564A998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6733" y="268088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2DAB335F-7426-4184-BE08-60043E3F1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40497" y="39628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2833E764-340C-444E-B352-D9786B3EA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1164" y="327062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A3650F1-4809-4DF5-A86C-9E186110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7160" y="377772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9763DF57-789E-407B-9C7C-AFD4F095F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563" y="3987844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163E8F4A-E1F4-4A7D-88E9-548C03845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5582" y="3259513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6E4C0DFC-97A6-47AE-AFF1-75E71B387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3322" y="3947896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600CED4F-02B8-4074-8805-3BE306AD5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8960" y="3581169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68629872-4304-4807-8105-45256DAC1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9595" y="3225822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B80908CA-E582-473F-A445-E740386A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2189" y="3329338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8583EAAB-96C6-4CE1-81B3-7F3677A3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2516" y="3465750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41ED576-2CFB-4718-9347-E84587620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4598" y="4366101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D7D2AD2E-0026-4E26-A6F2-95EAF29B0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5719" y="3928597"/>
            <a:ext cx="95250" cy="95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2F8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Синий — объект; розовый — проекция">
            <a:extLst xmlns:a="http://schemas.openxmlformats.org/drawingml/2006/main">
              <a:ext uri="{FF2B5EF4-FFF2-40B4-BE49-F238E27FC236}">
                <a16:creationId xmlns:a16="http://schemas.microsoft.com/office/drawing/2014/main" id="{77BA31B9-C1CB-48FD-A4C0-3A7929DC4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19750"/>
            <a:ext cx="5715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500" b="0">
                <a:solidFill>
                  <a:srgbClr val="55657B"/>
                </a:solidFill>
              </a:defRPr>
            </a:defPPr>
            <a:lvl1pPr algn="l">
              <a:defRPr sz="1500" b="0">
                <a:solidFill>
                  <a:srgbClr val="55657B"/>
                </a:solidFill>
              </a:defRPr>
            </a:lvl1pPr>
            <a:lvl2pPr algn="l">
              <a:defRPr sz="1500" b="0">
                <a:solidFill>
                  <a:srgbClr val="55657B"/>
                </a:solidFill>
              </a:defRPr>
            </a:lvl2pPr>
            <a:lvl3pPr algn="l">
              <a:defRPr sz="1500" b="0">
                <a:solidFill>
                  <a:srgbClr val="55657B"/>
                </a:solidFill>
              </a:defRPr>
            </a:lvl3pPr>
            <a:lvl4pPr algn="l">
              <a:defRPr sz="1500" b="0">
                <a:solidFill>
                  <a:srgbClr val="55657B"/>
                </a:solidFill>
              </a:defRPr>
            </a:lvl4pPr>
            <a:lvl5pPr algn="l">
              <a:defRPr sz="1500" b="0">
                <a:solidFill>
                  <a:srgbClr val="55657B"/>
                </a:solidFill>
              </a:defRPr>
            </a:lvl5pPr>
            <a:lvl6pPr algn="l">
              <a:defRPr sz="1500" b="0">
                <a:solidFill>
                  <a:srgbClr val="55657B"/>
                </a:solidFill>
              </a:defRPr>
            </a:lvl6pPr>
            <a:lvl7pPr algn="l">
              <a:defRPr sz="1500" b="0">
                <a:solidFill>
                  <a:srgbClr val="55657B"/>
                </a:solidFill>
              </a:defRPr>
            </a:lvl7pPr>
            <a:lvl8pPr algn="l">
              <a:defRPr sz="1500" b="0">
                <a:solidFill>
                  <a:srgbClr val="55657B"/>
                </a:solidFill>
              </a:defRPr>
            </a:lvl8pPr>
            <a:lvl9pPr algn="l">
              <a:defRPr sz="15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500" b="0">
                <a:solidFill>
                  <a:srgbClr val="55657B"/>
                </a:solidFill>
              </a:defRPr>
            </a:pPr>
            <a:r>
              <a:rPr sz="15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Синий — объект; розовый — проекция</a:t>
            </a:r>
          </a:p>
        </p:txBody>
      </p:sp>
      <p:sp>
        <p:nvSpPr>
          <p:cNvPr id="110" name="PCA">
            <a:extLst xmlns:a="http://schemas.openxmlformats.org/drawingml/2006/main">
              <a:ext uri="{FF2B5EF4-FFF2-40B4-BE49-F238E27FC236}">
                <a16:creationId xmlns:a16="http://schemas.microsoft.com/office/drawing/2014/main" id="{05D6B127-8E38-4F55-81FB-DCBDA4B72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9550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PCA</a:t>
            </a:r>
          </a:p>
        </p:txBody>
      </p:sp>
      <p:sp>
        <p:nvSpPr>
          <p:cNvPr id="111" name="Центрирование&#10;Направление большой вариации">
            <a:extLst xmlns:a="http://schemas.openxmlformats.org/drawingml/2006/main">
              <a:ext uri="{FF2B5EF4-FFF2-40B4-BE49-F238E27FC236}">
                <a16:creationId xmlns:a16="http://schemas.microsoft.com/office/drawing/2014/main" id="{7D8A5774-21D4-4408-ACB4-BD2B863FC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61937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1E293B"/>
                </a:solidFill>
              </a:defRPr>
            </a:defPPr>
            <a:lvl1pPr algn="l">
              <a:defRPr sz="2175" b="0">
                <a:solidFill>
                  <a:srgbClr val="1E293B"/>
                </a:solidFill>
              </a:defRPr>
            </a:lvl1pPr>
            <a:lvl2pPr algn="l">
              <a:defRPr sz="2175" b="0">
                <a:solidFill>
                  <a:srgbClr val="1E293B"/>
                </a:solidFill>
              </a:defRPr>
            </a:lvl2pPr>
            <a:lvl3pPr algn="l">
              <a:defRPr sz="2175" b="0">
                <a:solidFill>
                  <a:srgbClr val="1E293B"/>
                </a:solidFill>
              </a:defRPr>
            </a:lvl3pPr>
            <a:lvl4pPr algn="l">
              <a:defRPr sz="2175" b="0">
                <a:solidFill>
                  <a:srgbClr val="1E293B"/>
                </a:solidFill>
              </a:defRPr>
            </a:lvl4pPr>
            <a:lvl5pPr algn="l">
              <a:defRPr sz="2175" b="0">
                <a:solidFill>
                  <a:srgbClr val="1E293B"/>
                </a:solidFill>
              </a:defRPr>
            </a:lvl5pPr>
            <a:lvl6pPr algn="l">
              <a:defRPr sz="2175" b="0">
                <a:solidFill>
                  <a:srgbClr val="1E293B"/>
                </a:solidFill>
              </a:defRPr>
            </a:lvl6pPr>
            <a:lvl7pPr algn="l">
              <a:defRPr sz="2175" b="0">
                <a:solidFill>
                  <a:srgbClr val="1E293B"/>
                </a:solidFill>
              </a:defRPr>
            </a:lvl7pPr>
            <a:lvl8pPr algn="l">
              <a:defRPr sz="2175" b="0">
                <a:solidFill>
                  <a:srgbClr val="1E293B"/>
                </a:solidFill>
              </a:defRPr>
            </a:lvl8pPr>
            <a:lvl9pPr algn="l">
              <a:defRPr sz="217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E293B"/>
                </a:solidFill>
              </a:defRPr>
            </a:pPr>
            <a: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Центрирование</a:t>
            </a:r>
            <a:b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Направление большой вариации</a:t>
            </a:r>
          </a:p>
        </p:txBody>
      </p:sp>
      <p:sp>
        <p:nvSpPr>
          <p:cNvPr id="112" name="TruncatedSVD">
            <a:extLst xmlns:a="http://schemas.openxmlformats.org/drawingml/2006/main">
              <a:ext uri="{FF2B5EF4-FFF2-40B4-BE49-F238E27FC236}">
                <a16:creationId xmlns:a16="http://schemas.microsoft.com/office/drawing/2014/main" id="{FF7A90EB-DF0F-4047-A63F-94D903991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905250"/>
            <a:ext cx="4286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TruncatedSVD</a:t>
            </a:r>
          </a:p>
        </p:txBody>
      </p:sp>
      <p:sp>
        <p:nvSpPr>
          <p:cNvPr id="113" name="Без центрирования&#10;Работает с исходной CSR">
            <a:extLst xmlns:a="http://schemas.openxmlformats.org/drawingml/2006/main">
              <a:ext uri="{FF2B5EF4-FFF2-40B4-BE49-F238E27FC236}">
                <a16:creationId xmlns:a16="http://schemas.microsoft.com/office/drawing/2014/main" id="{79C5F7D6-6ACD-4672-92B2-F0C909353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29125"/>
            <a:ext cx="4286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1E293B"/>
                </a:solidFill>
              </a:defRPr>
            </a:defPPr>
            <a:lvl1pPr algn="l">
              <a:defRPr sz="2175" b="0">
                <a:solidFill>
                  <a:srgbClr val="1E293B"/>
                </a:solidFill>
              </a:defRPr>
            </a:lvl1pPr>
            <a:lvl2pPr algn="l">
              <a:defRPr sz="2175" b="0">
                <a:solidFill>
                  <a:srgbClr val="1E293B"/>
                </a:solidFill>
              </a:defRPr>
            </a:lvl2pPr>
            <a:lvl3pPr algn="l">
              <a:defRPr sz="2175" b="0">
                <a:solidFill>
                  <a:srgbClr val="1E293B"/>
                </a:solidFill>
              </a:defRPr>
            </a:lvl3pPr>
            <a:lvl4pPr algn="l">
              <a:defRPr sz="2175" b="0">
                <a:solidFill>
                  <a:srgbClr val="1E293B"/>
                </a:solidFill>
              </a:defRPr>
            </a:lvl4pPr>
            <a:lvl5pPr algn="l">
              <a:defRPr sz="2175" b="0">
                <a:solidFill>
                  <a:srgbClr val="1E293B"/>
                </a:solidFill>
              </a:defRPr>
            </a:lvl5pPr>
            <a:lvl6pPr algn="l">
              <a:defRPr sz="2175" b="0">
                <a:solidFill>
                  <a:srgbClr val="1E293B"/>
                </a:solidFill>
              </a:defRPr>
            </a:lvl6pPr>
            <a:lvl7pPr algn="l">
              <a:defRPr sz="2175" b="0">
                <a:solidFill>
                  <a:srgbClr val="1E293B"/>
                </a:solidFill>
              </a:defRPr>
            </a:lvl7pPr>
            <a:lvl8pPr algn="l">
              <a:defRPr sz="2175" b="0">
                <a:solidFill>
                  <a:srgbClr val="1E293B"/>
                </a:solidFill>
              </a:defRPr>
            </a:lvl8pPr>
            <a:lvl9pPr algn="l">
              <a:defRPr sz="217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E293B"/>
                </a:solidFill>
              </a:defRPr>
            </a:pPr>
            <a: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Без центрирования</a:t>
            </a:r>
            <a:b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Работает с исходной CSR</a:t>
            </a:r>
          </a:p>
        </p:txBody>
      </p:sp>
      <p:sp>
        <p:nvSpPr>
          <p:cNvPr id="114" name="Выбор представления учитывает смысл, геометрию и">
            <a:extLst xmlns:a="http://schemas.openxmlformats.org/drawingml/2006/main">
              <a:ext uri="{FF2B5EF4-FFF2-40B4-BE49-F238E27FC236}">
                <a16:creationId xmlns:a16="http://schemas.microsoft.com/office/drawing/2014/main" id="{BAC91D43-DFFA-4DF9-A916-8CBF04B42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Выбор представления учитывает смысл, геометрию и размер данных.</a:t>
            </a:r>
          </a:p>
        </p:txBody>
      </p:sp>
    </p:spTree>
    <p:extLst>
      <p:ext uri="{BB962C8B-B14F-4D97-AF65-F5344CB8AC3E}">
        <p14:creationId xmlns:p14="http://schemas.microsoft.com/office/powerpoint/2010/main" val="1482160072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upport, confidence и lift">
            <a:extLst xmlns:a="http://schemas.openxmlformats.org/drawingml/2006/main">
              <a:ext uri="{FF2B5EF4-FFF2-40B4-BE49-F238E27FC236}">
                <a16:creationId xmlns:a16="http://schemas.microsoft.com/office/drawing/2014/main" id="{051EF7AF-4A27-4987-8235-F68A579F1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Support, confidence и lift</a:t>
            </a:r>
          </a:p>
        </p:txBody>
      </p:sp>
      <p:sp>
        <p:nvSpPr>
          <p:cNvPr id="2" name="12">
            <a:extLst xmlns:a="http://schemas.openxmlformats.org/drawingml/2006/main">
              <a:ext uri="{FF2B5EF4-FFF2-40B4-BE49-F238E27FC236}">
                <a16:creationId xmlns:a16="http://schemas.microsoft.com/office/drawing/2014/main" id="{05179401-DC44-4DD2-B887-54A16DCC5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A980B9-518D-4DCB-B269-E243C8C3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333625"/>
            <a:ext cx="2762250" cy="2762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ECFF"/>
          </a:solidFill>
          <a:ln xmlns:a="http://schemas.openxmlformats.org/drawingml/2006/main" w="19050">
            <a:solidFill>
              <a:srgbClr val="0077FF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59F45E-106D-4965-8E49-B74AEF8B9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333625"/>
            <a:ext cx="2762250" cy="2762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0F6">
              <a:alpha val="55000"/>
            </a:srgbClr>
          </a:solidFill>
          <a:ln xmlns:a="http://schemas.openxmlformats.org/drawingml/2006/main" w="19050">
            <a:solidFill>
              <a:srgbClr val="FF2F8A"/>
            </a:solidFill>
            <a:prstDash val="solid"/>
          </a:ln>
        </p:spPr>
      </p:sp>
      <p:sp>
        <p:nvSpPr>
          <p:cNvPr id="5" name="X">
            <a:extLst xmlns:a="http://schemas.openxmlformats.org/drawingml/2006/main">
              <a:ext uri="{FF2B5EF4-FFF2-40B4-BE49-F238E27FC236}">
                <a16:creationId xmlns:a16="http://schemas.microsoft.com/office/drawing/2014/main" id="{326F2D24-E14F-4A65-A463-495BC8FC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1952625"/>
            <a:ext cx="76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0077FF"/>
                </a:solidFill>
              </a:defRPr>
            </a:defPPr>
            <a:lvl1pPr algn="l">
              <a:defRPr sz="2250" b="1">
                <a:solidFill>
                  <a:srgbClr val="0077FF"/>
                </a:solidFill>
              </a:defRPr>
            </a:lvl1pPr>
            <a:lvl2pPr algn="l">
              <a:defRPr sz="2250" b="1">
                <a:solidFill>
                  <a:srgbClr val="0077FF"/>
                </a:solidFill>
              </a:defRPr>
            </a:lvl2pPr>
            <a:lvl3pPr algn="l">
              <a:defRPr sz="2250" b="1">
                <a:solidFill>
                  <a:srgbClr val="0077FF"/>
                </a:solidFill>
              </a:defRPr>
            </a:lvl3pPr>
            <a:lvl4pPr algn="l">
              <a:defRPr sz="2250" b="1">
                <a:solidFill>
                  <a:srgbClr val="0077FF"/>
                </a:solidFill>
              </a:defRPr>
            </a:lvl4pPr>
            <a:lvl5pPr algn="l">
              <a:defRPr sz="2250" b="1">
                <a:solidFill>
                  <a:srgbClr val="0077FF"/>
                </a:solidFill>
              </a:defRPr>
            </a:lvl5pPr>
            <a:lvl6pPr algn="l">
              <a:defRPr sz="2250" b="1">
                <a:solidFill>
                  <a:srgbClr val="0077FF"/>
                </a:solidFill>
              </a:defRPr>
            </a:lvl6pPr>
            <a:lvl7pPr algn="l">
              <a:defRPr sz="2250" b="1">
                <a:solidFill>
                  <a:srgbClr val="0077FF"/>
                </a:solidFill>
              </a:defRPr>
            </a:lvl7pPr>
            <a:lvl8pPr algn="l">
              <a:defRPr sz="2250" b="1">
                <a:solidFill>
                  <a:srgbClr val="0077FF"/>
                </a:solidFill>
              </a:defRPr>
            </a:lvl8pPr>
            <a:lvl9pPr algn="l">
              <a:defRPr sz="225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0077FF"/>
                </a:solidFill>
              </a:defRPr>
            </a:pPr>
            <a:r>
              <a:rPr sz="225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X</a:t>
            </a:r>
          </a:p>
        </p:txBody>
      </p:sp>
      <p:sp>
        <p:nvSpPr>
          <p:cNvPr id="6" name="Y">
            <a:extLst xmlns:a="http://schemas.openxmlformats.org/drawingml/2006/main">
              <a:ext uri="{FF2B5EF4-FFF2-40B4-BE49-F238E27FC236}">
                <a16:creationId xmlns:a16="http://schemas.microsoft.com/office/drawing/2014/main" id="{82369463-F1F5-4B3B-8FE2-98F7D1BAA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952625"/>
            <a:ext cx="762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250" b="1">
                <a:solidFill>
                  <a:srgbClr val="FF2F8A"/>
                </a:solidFill>
              </a:defRPr>
            </a:defPPr>
            <a:lvl1pPr algn="l">
              <a:defRPr sz="2250" b="1">
                <a:solidFill>
                  <a:srgbClr val="FF2F8A"/>
                </a:solidFill>
              </a:defRPr>
            </a:lvl1pPr>
            <a:lvl2pPr algn="l">
              <a:defRPr sz="2250" b="1">
                <a:solidFill>
                  <a:srgbClr val="FF2F8A"/>
                </a:solidFill>
              </a:defRPr>
            </a:lvl2pPr>
            <a:lvl3pPr algn="l">
              <a:defRPr sz="2250" b="1">
                <a:solidFill>
                  <a:srgbClr val="FF2F8A"/>
                </a:solidFill>
              </a:defRPr>
            </a:lvl3pPr>
            <a:lvl4pPr algn="l">
              <a:defRPr sz="2250" b="1">
                <a:solidFill>
                  <a:srgbClr val="FF2F8A"/>
                </a:solidFill>
              </a:defRPr>
            </a:lvl4pPr>
            <a:lvl5pPr algn="l">
              <a:defRPr sz="2250" b="1">
                <a:solidFill>
                  <a:srgbClr val="FF2F8A"/>
                </a:solidFill>
              </a:defRPr>
            </a:lvl5pPr>
            <a:lvl6pPr algn="l">
              <a:defRPr sz="2250" b="1">
                <a:solidFill>
                  <a:srgbClr val="FF2F8A"/>
                </a:solidFill>
              </a:defRPr>
            </a:lvl6pPr>
            <a:lvl7pPr algn="l">
              <a:defRPr sz="2250" b="1">
                <a:solidFill>
                  <a:srgbClr val="FF2F8A"/>
                </a:solidFill>
              </a:defRPr>
            </a:lvl7pPr>
            <a:lvl8pPr algn="l">
              <a:defRPr sz="2250" b="1">
                <a:solidFill>
                  <a:srgbClr val="FF2F8A"/>
                </a:solidFill>
              </a:defRPr>
            </a:lvl8pPr>
            <a:lvl9pPr algn="l">
              <a:defRPr sz="2250" b="1">
                <a:solidFill>
                  <a:srgbClr val="FF2F8A"/>
                </a:solidFill>
              </a:defRPr>
            </a:lvl9pPr>
          </a:lstStyle>
          <a:p xmlns:a="http://schemas.openxmlformats.org/drawingml/2006/main">
            <a:pPr algn="l">
              <a:defRPr sz="2250" b="1">
                <a:solidFill>
                  <a:srgbClr val="FF2F8A"/>
                </a:solidFill>
              </a:defRPr>
            </a:pPr>
            <a:r>
              <a:rPr sz="2250" b="1">
                <a:solidFill>
                  <a:srgbClr val="FF2F8A"/>
                </a:solidFill>
                <a:latin typeface="Play"/>
                <a:ea typeface="Play"/>
                <a:cs typeface="Play"/>
              </a:rPr>
              <a:t>Y</a:t>
            </a:r>
          </a:p>
        </p:txBody>
      </p:sp>
      <p:sp>
        <p:nvSpPr>
          <p:cNvPr id="7" name="20">
            <a:extLst xmlns:a="http://schemas.openxmlformats.org/drawingml/2006/main">
              <a:ext uri="{FF2B5EF4-FFF2-40B4-BE49-F238E27FC236}">
                <a16:creationId xmlns:a16="http://schemas.microsoft.com/office/drawing/2014/main" id="{978174E9-48BB-4C63-B2FC-CE562B50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47662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1E293B"/>
                </a:solidFill>
              </a:defRPr>
            </a:defPPr>
            <a:lvl1pPr algn="l">
              <a:defRPr sz="2700" b="0">
                <a:solidFill>
                  <a:srgbClr val="1E293B"/>
                </a:solidFill>
              </a:defRPr>
            </a:lvl1pPr>
            <a:lvl2pPr algn="l">
              <a:defRPr sz="2700" b="0">
                <a:solidFill>
                  <a:srgbClr val="1E293B"/>
                </a:solidFill>
              </a:defRPr>
            </a:lvl2pPr>
            <a:lvl3pPr algn="l">
              <a:defRPr sz="2700" b="0">
                <a:solidFill>
                  <a:srgbClr val="1E293B"/>
                </a:solidFill>
              </a:defRPr>
            </a:lvl3pPr>
            <a:lvl4pPr algn="l">
              <a:defRPr sz="2700" b="0">
                <a:solidFill>
                  <a:srgbClr val="1E293B"/>
                </a:solidFill>
              </a:defRPr>
            </a:lvl4pPr>
            <a:lvl5pPr algn="l">
              <a:defRPr sz="2700" b="0">
                <a:solidFill>
                  <a:srgbClr val="1E293B"/>
                </a:solidFill>
              </a:defRPr>
            </a:lvl5pPr>
            <a:lvl6pPr algn="l">
              <a:defRPr sz="2700" b="0">
                <a:solidFill>
                  <a:srgbClr val="1E293B"/>
                </a:solidFill>
              </a:defRPr>
            </a:lvl6pPr>
            <a:lvl7pPr algn="l">
              <a:defRPr sz="2700" b="0">
                <a:solidFill>
                  <a:srgbClr val="1E293B"/>
                </a:solidFill>
              </a:defRPr>
            </a:lvl7pPr>
            <a:lvl8pPr algn="l">
              <a:defRPr sz="2700" b="0">
                <a:solidFill>
                  <a:srgbClr val="1E293B"/>
                </a:solidFill>
              </a:defRPr>
            </a:lvl8pPr>
            <a:lvl9pPr algn="l">
              <a:defRPr sz="27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700" b="0">
                <a:solidFill>
                  <a:srgbClr val="1E293B"/>
                </a:solidFill>
              </a:defRPr>
            </a:pPr>
            <a:r>
              <a:rPr sz="27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20</a:t>
            </a:r>
          </a:p>
        </p:txBody>
      </p:sp>
      <p:sp>
        <p:nvSpPr>
          <p:cNvPr id="8" name="20">
            <a:extLst xmlns:a="http://schemas.openxmlformats.org/drawingml/2006/main">
              <a:ext uri="{FF2B5EF4-FFF2-40B4-BE49-F238E27FC236}">
                <a16:creationId xmlns:a16="http://schemas.microsoft.com/office/drawing/2014/main" id="{B045B347-529A-443A-AAEB-AFA9E7F83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5125" y="347662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1E293B"/>
                </a:solidFill>
              </a:defRPr>
            </a:defPPr>
            <a:lvl1pPr algn="l">
              <a:defRPr sz="2700" b="0">
                <a:solidFill>
                  <a:srgbClr val="1E293B"/>
                </a:solidFill>
              </a:defRPr>
            </a:lvl1pPr>
            <a:lvl2pPr algn="l">
              <a:defRPr sz="2700" b="0">
                <a:solidFill>
                  <a:srgbClr val="1E293B"/>
                </a:solidFill>
              </a:defRPr>
            </a:lvl2pPr>
            <a:lvl3pPr algn="l">
              <a:defRPr sz="2700" b="0">
                <a:solidFill>
                  <a:srgbClr val="1E293B"/>
                </a:solidFill>
              </a:defRPr>
            </a:lvl3pPr>
            <a:lvl4pPr algn="l">
              <a:defRPr sz="2700" b="0">
                <a:solidFill>
                  <a:srgbClr val="1E293B"/>
                </a:solidFill>
              </a:defRPr>
            </a:lvl4pPr>
            <a:lvl5pPr algn="l">
              <a:defRPr sz="2700" b="0">
                <a:solidFill>
                  <a:srgbClr val="1E293B"/>
                </a:solidFill>
              </a:defRPr>
            </a:lvl5pPr>
            <a:lvl6pPr algn="l">
              <a:defRPr sz="2700" b="0">
                <a:solidFill>
                  <a:srgbClr val="1E293B"/>
                </a:solidFill>
              </a:defRPr>
            </a:lvl6pPr>
            <a:lvl7pPr algn="l">
              <a:defRPr sz="2700" b="0">
                <a:solidFill>
                  <a:srgbClr val="1E293B"/>
                </a:solidFill>
              </a:defRPr>
            </a:lvl7pPr>
            <a:lvl8pPr algn="l">
              <a:defRPr sz="2700" b="0">
                <a:solidFill>
                  <a:srgbClr val="1E293B"/>
                </a:solidFill>
              </a:defRPr>
            </a:lvl8pPr>
            <a:lvl9pPr algn="l">
              <a:defRPr sz="27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700" b="0">
                <a:solidFill>
                  <a:srgbClr val="1E293B"/>
                </a:solidFill>
              </a:defRPr>
            </a:pPr>
            <a:r>
              <a:rPr sz="27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20</a:t>
            </a:r>
          </a:p>
        </p:txBody>
      </p:sp>
      <p:sp>
        <p:nvSpPr>
          <p:cNvPr id="9" name="30">
            <a:extLst xmlns:a="http://schemas.openxmlformats.org/drawingml/2006/main">
              <a:ext uri="{FF2B5EF4-FFF2-40B4-BE49-F238E27FC236}">
                <a16:creationId xmlns:a16="http://schemas.microsoft.com/office/drawing/2014/main" id="{581FBE78-A600-4FAE-B276-9C409D716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476625"/>
            <a:ext cx="76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700" b="0">
                <a:solidFill>
                  <a:srgbClr val="1E293B"/>
                </a:solidFill>
              </a:defRPr>
            </a:defPPr>
            <a:lvl1pPr algn="l">
              <a:defRPr sz="2700" b="0">
                <a:solidFill>
                  <a:srgbClr val="1E293B"/>
                </a:solidFill>
              </a:defRPr>
            </a:lvl1pPr>
            <a:lvl2pPr algn="l">
              <a:defRPr sz="2700" b="0">
                <a:solidFill>
                  <a:srgbClr val="1E293B"/>
                </a:solidFill>
              </a:defRPr>
            </a:lvl2pPr>
            <a:lvl3pPr algn="l">
              <a:defRPr sz="2700" b="0">
                <a:solidFill>
                  <a:srgbClr val="1E293B"/>
                </a:solidFill>
              </a:defRPr>
            </a:lvl3pPr>
            <a:lvl4pPr algn="l">
              <a:defRPr sz="2700" b="0">
                <a:solidFill>
                  <a:srgbClr val="1E293B"/>
                </a:solidFill>
              </a:defRPr>
            </a:lvl4pPr>
            <a:lvl5pPr algn="l">
              <a:defRPr sz="2700" b="0">
                <a:solidFill>
                  <a:srgbClr val="1E293B"/>
                </a:solidFill>
              </a:defRPr>
            </a:lvl5pPr>
            <a:lvl6pPr algn="l">
              <a:defRPr sz="2700" b="0">
                <a:solidFill>
                  <a:srgbClr val="1E293B"/>
                </a:solidFill>
              </a:defRPr>
            </a:lvl6pPr>
            <a:lvl7pPr algn="l">
              <a:defRPr sz="2700" b="0">
                <a:solidFill>
                  <a:srgbClr val="1E293B"/>
                </a:solidFill>
              </a:defRPr>
            </a:lvl7pPr>
            <a:lvl8pPr algn="l">
              <a:defRPr sz="2700" b="0">
                <a:solidFill>
                  <a:srgbClr val="1E293B"/>
                </a:solidFill>
              </a:defRPr>
            </a:lvl8pPr>
            <a:lvl9pPr algn="l">
              <a:defRPr sz="270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700" b="0">
                <a:solidFill>
                  <a:srgbClr val="1E293B"/>
                </a:solidFill>
              </a:defRPr>
            </a:pPr>
            <a:r>
              <a:rPr sz="270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30</a:t>
            </a:r>
          </a:p>
        </p:txBody>
      </p:sp>
      <p:sp>
        <p:nvSpPr>
          <p:cNvPr id="10" name="Ни X, ни Y: 30&#10;Всего: 100 транзакций">
            <a:extLst xmlns:a="http://schemas.openxmlformats.org/drawingml/2006/main">
              <a:ext uri="{FF2B5EF4-FFF2-40B4-BE49-F238E27FC236}">
                <a16:creationId xmlns:a16="http://schemas.microsoft.com/office/drawing/2014/main" id="{DCC74AC9-9561-48D7-BD19-2B4D259A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286375"/>
            <a:ext cx="46672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1E293B"/>
                </a:solidFill>
              </a:defRPr>
            </a:defPPr>
            <a:lvl1pPr algn="l">
              <a:defRPr sz="1875" b="0">
                <a:solidFill>
                  <a:srgbClr val="1E293B"/>
                </a:solidFill>
              </a:defRPr>
            </a:lvl1pPr>
            <a:lvl2pPr algn="l">
              <a:defRPr sz="1875" b="0">
                <a:solidFill>
                  <a:srgbClr val="1E293B"/>
                </a:solidFill>
              </a:defRPr>
            </a:lvl2pPr>
            <a:lvl3pPr algn="l">
              <a:defRPr sz="1875" b="0">
                <a:solidFill>
                  <a:srgbClr val="1E293B"/>
                </a:solidFill>
              </a:defRPr>
            </a:lvl3pPr>
            <a:lvl4pPr algn="l">
              <a:defRPr sz="1875" b="0">
                <a:solidFill>
                  <a:srgbClr val="1E293B"/>
                </a:solidFill>
              </a:defRPr>
            </a:lvl4pPr>
            <a:lvl5pPr algn="l">
              <a:defRPr sz="1875" b="0">
                <a:solidFill>
                  <a:srgbClr val="1E293B"/>
                </a:solidFill>
              </a:defRPr>
            </a:lvl5pPr>
            <a:lvl6pPr algn="l">
              <a:defRPr sz="1875" b="0">
                <a:solidFill>
                  <a:srgbClr val="1E293B"/>
                </a:solidFill>
              </a:defRPr>
            </a:lvl6pPr>
            <a:lvl7pPr algn="l">
              <a:defRPr sz="1875" b="0">
                <a:solidFill>
                  <a:srgbClr val="1E293B"/>
                </a:solidFill>
              </a:defRPr>
            </a:lvl7pPr>
            <a:lvl8pPr algn="l">
              <a:defRPr sz="1875" b="0">
                <a:solidFill>
                  <a:srgbClr val="1E293B"/>
                </a:solidFill>
              </a:defRPr>
            </a:lvl8pPr>
            <a:lvl9pPr algn="l">
              <a:defRPr sz="187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1E293B"/>
                </a:solidFill>
              </a:defRPr>
            </a:pPr>
            <a:r>
              <a:rPr sz="18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Ни X, ни Y: 30</a:t>
            </a:r>
            <a:br>
              <a:rPr sz="187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18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Всего: 100 транзакций</a:t>
            </a:r>
          </a:p>
        </p:txBody>
      </p:sp>
      <p:pic>
        <p:nvPic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FB9FAF-843D-4F89-A32F-23D36D44041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1ae7014dd945fe">
            <a:extLst>
              <a:ext uri="{96DAC541-7B7A-43D3-8B79-37D633B846F1}">
                <asvg:svgBlip xmlns:asvg="http://schemas.microsoft.com/office/drawing/2016/SVG/main" r:embed="R1a570d65c0e84bf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191250" y="2190750"/>
            <a:ext cx="5107781" cy="607114"/>
          </a:xfrm>
          <a:prstGeom xmlns:a="http://schemas.openxmlformats.org/drawingml/2006/main" prst="rect">
            <a:avLst/>
          </a:prstGeom>
        </p:spPr>
      </p:pic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E13D79-4676-4A17-9505-8A91B5F8B6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0fc19404004b87">
            <a:extLst>
              <a:ext uri="{96DAC541-7B7A-43D3-8B79-37D633B846F1}">
                <asvg:svgBlip xmlns:asvg="http://schemas.microsoft.com/office/drawing/2016/SVG/main" r:embed="Rf297b247446240cc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191250" y="3476625"/>
            <a:ext cx="5095875" cy="651391"/>
          </a:xfrm>
          <a:prstGeom xmlns:a="http://schemas.openxmlformats.org/drawingml/2006/main" prst="rect">
            <a:avLst/>
          </a:prstGeom>
        </p:spPr>
      </p:pic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FFD7D-73EC-4AAF-83F4-71B1BC4AA50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556a8b0bfc54977">
            <a:extLst>
              <a:ext uri="{96DAC541-7B7A-43D3-8B79-37D633B846F1}">
                <asvg:svgBlip xmlns:asvg="http://schemas.microsoft.com/office/drawing/2016/SVG/main" r:embed="Reeaffc4305e94d30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6191250" y="4762500"/>
            <a:ext cx="4590564" cy="655777"/>
          </a:xfrm>
          <a:prstGeom xmlns:a="http://schemas.openxmlformats.org/drawingml/2006/main" prst="rect">
            <a:avLst/>
          </a:prstGeom>
        </p:spPr>
      </p:pic>
      <p:sp>
        <p:nvSpPr>
          <p:cNvPr id="14" name="Lift &gt; 1 — ассоциация. Apriori отсекает надмноже">
            <a:extLst xmlns:a="http://schemas.openxmlformats.org/drawingml/2006/main">
              <a:ext uri="{FF2B5EF4-FFF2-40B4-BE49-F238E27FC236}">
                <a16:creationId xmlns:a16="http://schemas.microsoft.com/office/drawing/2014/main" id="{07CD8166-B1BD-4E9D-B4CF-D365286C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Lift &gt; 1 — ассоциация. Apriori отсекает надмножества нечастых наборов.</a:t>
            </a:r>
          </a:p>
        </p:txBody>
      </p:sp>
    </p:spTree>
    <p:extLst>
      <p:ext uri="{BB962C8B-B14F-4D97-AF65-F5344CB8AC3E}">
        <p14:creationId xmlns:p14="http://schemas.microsoft.com/office/powerpoint/2010/main" val="68755823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9" name="Sparse-данные: считаем память">
            <a:extLst xmlns:a="http://schemas.openxmlformats.org/drawingml/2006/main">
              <a:ext uri="{FF2B5EF4-FFF2-40B4-BE49-F238E27FC236}">
                <a16:creationId xmlns:a16="http://schemas.microsoft.com/office/drawing/2014/main" id="{514AE401-CDE9-4B5F-9FCB-021E7525A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Sparse-данные: считаем память</a:t>
            </a:r>
          </a:p>
        </p:txBody>
      </p:sp>
      <p:sp>
        <p:nvSpPr>
          <p:cNvPr id="2" name="13">
            <a:extLst xmlns:a="http://schemas.openxmlformats.org/drawingml/2006/main">
              <a:ext uri="{FF2B5EF4-FFF2-40B4-BE49-F238E27FC236}">
                <a16:creationId xmlns:a16="http://schemas.microsoft.com/office/drawing/2014/main" id="{56187D33-6797-4D56-9F0D-65C3155F5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621591-AF28-48BE-9D30-72F9F2F39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992FAE-5552-4BAF-A657-11AD2520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592F81-D5E0-403D-B8FC-4970FE7B86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E1C7381-1153-4B4E-8D62-D6764561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7B20EF-52EC-455E-ADEB-C178F214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F66DA7-1922-463C-8464-BC7D2B5EC2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CAEF64-44CB-4C14-AB7E-C9B70560D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6DC091-EC71-4DEE-B703-22112AF75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DBBE9A-9FCA-43A9-BCC6-32F15660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B54B8-4A00-4018-A8AE-603365041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D33630-6837-4D04-ABD5-2AF978FB5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9AAC14-8479-49F2-B11C-8B62B0D0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6719F7-7A5A-4369-978D-F417AAB3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E56EE79-32B6-42A7-9992-28A75FD7A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DDE42B-F598-4E6F-BC56-0EF5609F0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945D6E1-665A-4395-9604-354FF157D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F69E02-B058-48E1-87C1-D0C881830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9B22E2C-4E13-4524-B476-FFD0B37B7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1907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F3CE4A-E730-4D4B-8B9A-E6DB2A4DB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F44F32A-D500-4DC5-BE83-498CA6C48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B68570D-5011-4457-9BF4-605488F30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A898915-AD58-41FF-9DEE-201116D9D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D44458-5005-4AF2-89FA-06C9019EC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501F484-BFBE-4A5B-837F-4B7B3381A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5FBCD3B-B1D8-4400-8768-40DB707B0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D7B4CCA-978A-4743-B00B-F8B0D1EAD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AB207EB-6634-4F31-B590-FB7506065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2987D5D-913F-436D-9563-10D9410D8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8AD9B5-5DF3-4F20-A6D4-B78AF627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1F610D-E668-40FB-BE82-D8E1852B1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F5CEBCC-5C7F-4CD5-84DB-B393352C8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22878AE-91E1-4C21-85D2-3CDB5448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1CFF29E-0D6F-44B2-B60C-7C22FB5DA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6531D5-481B-46E5-A03C-564C850D0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A8950CC-807A-4C9A-AD0E-9452C815E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CB62471-4AD7-4D5D-BF22-881629038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4574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B76DBED-C07B-4BBE-97A4-23B5CA953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7CA294E-CEB3-4149-93F2-A08BC4C7C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8BD129F-32D7-4A4C-94AF-B6AD7048A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B7D5F365-E049-4A06-8565-816DDE8BC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B01BB2C-A18B-4B63-BDB1-19C27C944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10EEE6D-FB37-4E3F-B6D6-624651E4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7D50480-8EF3-4D2D-97D5-0DCF6926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6996119-C946-4609-A655-8C0A137AB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64BD01E-B2DD-4602-BD9A-A7A0DC237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B92A658-9E7A-497F-A4DE-9911B4E06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9F137241-0CB1-425F-A6EE-B792082F2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BE30975-EDB5-44E0-AC7E-26B70851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8CF4913-BA52-4129-9262-E551348F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48C0147-3D7B-4148-9E6D-521E054C8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BEB93C4-58DF-46BF-8298-E55FE289C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69E83A4A-32B3-4FF9-8705-2ED8CB7E1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50C1AD9-357E-4130-9902-7F825F178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34B1CA56-9980-4046-AB11-7012F65B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7241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554EBA4F-6D98-41AB-A2BD-F5A80B7CC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39AD735-132F-4D00-8739-0464C5C79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5656A90-DE64-4604-A633-ACC793FDE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92512C2-5490-40FD-8E54-5CFED18A7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21752C0-B76C-497C-9653-9D643312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946A23B-4DA8-4B35-971C-D6636A6F7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B9EE1748-7ABF-4D82-BD9D-B86205AB8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6CFB144-B9A9-4F55-A0A9-B1410820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2BD8351B-E24B-402E-AC7B-92D0E5649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AE9F5E4B-F090-421F-96F6-99BB13EE3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93A0CE27-1E89-4173-912A-DEBF81390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1621977-C06C-4152-AECB-C084560C6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E63F9CE-972B-41FE-BCCF-21FE874A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F36DB7D8-FBFE-43D0-9349-7B31861A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F9D97665-2DB2-419B-A5E3-4C142AD3E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3EF10D7-00B3-46A4-A0C9-35494E2B8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E1FC58BE-7869-4B04-A135-197571F6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9FE31D97-6C6D-4882-B991-3AB3D3B7A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9908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13A04F0-7EF5-4FF8-9ED7-A52DE61D5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3EBDECD0-344A-46B9-9198-C85BD9352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80D7F5F3-D54B-46F6-9328-B249768EB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D2699FB0-1BB1-4E5B-B6C2-A15363C3D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9D9D7DD3-55CA-4073-A2EB-53804478F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B4A85447-0380-41DF-8ABE-37C008480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53C9A1C0-A58E-4A57-B5CB-FFCCC698C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3557D4C-F369-40E9-AF83-94563C97C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D73CEE95-0E72-4259-A38C-2FCF09359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229BA373-EF75-4380-AB9B-2600A3CC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6537128-33E5-4198-AFA7-59639847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6E308B6D-98B9-4A27-9DF9-494AB3E0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E0295B5D-4190-49D9-953A-091A33A87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CF921407-1775-4FC6-964F-9BB973DC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69CCF02-769A-4466-AB7C-B015374FA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8C31B7E7-4C51-4D8F-9064-D123F370F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1E4352A3-6F5F-442A-B723-3797C0E5B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D8977BAD-7A74-4F83-A34F-1DD603056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575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B9C1935C-105F-41B6-A23F-B429C18A7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7E8CC4AB-C4B9-427F-911C-F5F36EC17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795F4171-00F7-45D9-918A-6B454FF0E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ECDB5099-EFF7-4796-8C7D-E67A5AEB0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FA83530-CF19-40B8-A32C-BD5C521C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C1F3772-99F5-4654-BF4C-9F166D39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A0DB68F2-3ADA-4FCE-99DE-2BD4524AE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C68C07BD-0856-49CF-AB52-19B6DA3F2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C8ED9DD6-770B-4F03-AA9C-FC8C2EAA3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D237E0AD-5F29-4E7C-A8F2-A82093526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5BB91506-1139-4408-83FD-B4806C342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ACE3F492-0767-407A-8CB9-8E2D6FC25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6DFC359B-089A-4569-B1A3-4AFBB6F24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DDA15BA0-9E89-4DCB-8EBB-EBE5B5CB1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96FCF79-839C-403A-A305-20E97D18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D5443DC-153E-4C13-A760-1C8576B0C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56ECE155-2DE7-4514-8255-4162B76E3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A2266414-4A14-4942-9990-D50B3471D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5242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28669371-4539-4246-BBCB-AD054D83E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2DD55CF-D043-44A3-A10F-005400607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84570722-7426-4F33-BEEA-B55CD278E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60442195-32CA-4368-AE97-81F6C8406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45568256-7BC1-4313-81F8-2CE55A349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84C59160-925A-4CEB-8B86-3948C15A1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9E52171A-0D23-4C75-A7E2-EA50AFDE1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9C1308EB-1D4F-41A4-A374-CE3FDFFA7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6F5BA244-2B70-4CEA-AB7F-589160FC2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08610A74-C9B6-4D59-8EBC-1FC931F10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0E5E01CF-328E-484E-9684-31EEBD71C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A7A3097E-80C5-4713-9829-912CB457F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2903E6F1-101B-4A3C-9118-57F224C35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2FC265A2-41BF-44D6-959D-B1EDBB8AB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28DB9DFA-9182-49C7-9819-994B9899C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B1907CE2-BBD2-479A-BFA1-F1F4B3739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4943A4C6-5C96-4035-A7A8-0E2AF9545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833DF61E-A53E-4348-8265-AFB34C0A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7909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2F145F69-FF6F-4FA7-A058-BEC3A72B6C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D37DF8C7-88E7-4FDF-87C0-87BAB59F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D24695B6-F62E-4C8A-A666-F7C5B54F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C4815A0A-817B-4928-B8B1-2528E1F04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1B1EDEEC-E4C5-42E8-A525-EB0D1B5DE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8DFDDCC2-29EE-486E-9574-D375F0A3C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07FC3149-9997-4B52-B81C-58F9C0690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2774EE10-3F71-4E31-A541-7B9923490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B758AB1B-92C4-4588-B582-220E1A5FF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5A921C9A-26F1-4C97-93DB-A40271F58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2DBBD047-E211-480A-93C0-9FB4D0346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2EE754B4-E830-4B4F-A62B-F20E385E7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1239C8A3-AD78-4951-AE1C-A1576868D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E5684D0B-8D3F-404C-8517-12D422C02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A3D962B6-9EE3-4537-A42A-FE22D4938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8AF022C8-2BD2-4E13-91D5-E8D9AA7D4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6DE8ABE3-85E8-42C8-BD2C-001DABC6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2828E18A-E08D-4CA1-9A7F-4CAF84709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0576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D4F0A90F-450A-4431-A995-5C07D68C5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C33FC80F-ACBA-471B-AF22-B3ED4F3BF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576BCEB3-3D3D-421C-835E-C0DFCA2F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49017C8D-E855-4F4B-BAD7-F4A5348E1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AF2DE176-71BE-4E50-B9AB-C2A2A6A14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5FDCDA5B-E836-4C79-814A-B1B80143A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38B06C09-E7D0-475E-B493-FC9A83D6E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5BAE1DCE-8D73-4FBC-9262-16748A22B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E4B210A0-D2BF-44A1-B27C-AD3BA3FE9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43F3846D-FA0C-47B0-B780-78F346EAE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39CC8297-F883-41AF-B590-9185605F8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40CAF42C-AC5C-4704-8185-E1FCFE8E6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A6F4AFC-ED50-4C38-8687-22288DF53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519E2209-3518-46F6-9116-B83E1A0837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60150EC0-72EA-4098-BB15-EFF301AAF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D6EF860E-029F-4E00-B99F-9D3058BCE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0AE892AB-C2C0-43C7-84E4-D4C9E2F12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B5B6DD60-E6CD-4A3C-820E-DEC807CB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324350"/>
            <a:ext cx="171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EEF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5" name="Схема разреженной матрицы">
            <a:extLst xmlns:a="http://schemas.openxmlformats.org/drawingml/2006/main">
              <a:ext uri="{FF2B5EF4-FFF2-40B4-BE49-F238E27FC236}">
                <a16:creationId xmlns:a16="http://schemas.microsoft.com/office/drawing/2014/main" id="{F7E46DE4-6786-4831-8708-9939AB9A9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57750"/>
            <a:ext cx="4667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75" b="0">
                <a:solidFill>
                  <a:srgbClr val="55657B"/>
                </a:solidFill>
              </a:defRPr>
            </a:defPPr>
            <a:lvl1pPr algn="l">
              <a:defRPr sz="1875" b="0">
                <a:solidFill>
                  <a:srgbClr val="55657B"/>
                </a:solidFill>
              </a:defRPr>
            </a:lvl1pPr>
            <a:lvl2pPr algn="l">
              <a:defRPr sz="1875" b="0">
                <a:solidFill>
                  <a:srgbClr val="55657B"/>
                </a:solidFill>
              </a:defRPr>
            </a:lvl2pPr>
            <a:lvl3pPr algn="l">
              <a:defRPr sz="1875" b="0">
                <a:solidFill>
                  <a:srgbClr val="55657B"/>
                </a:solidFill>
              </a:defRPr>
            </a:lvl3pPr>
            <a:lvl4pPr algn="l">
              <a:defRPr sz="1875" b="0">
                <a:solidFill>
                  <a:srgbClr val="55657B"/>
                </a:solidFill>
              </a:defRPr>
            </a:lvl4pPr>
            <a:lvl5pPr algn="l">
              <a:defRPr sz="1875" b="0">
                <a:solidFill>
                  <a:srgbClr val="55657B"/>
                </a:solidFill>
              </a:defRPr>
            </a:lvl5pPr>
            <a:lvl6pPr algn="l">
              <a:defRPr sz="1875" b="0">
                <a:solidFill>
                  <a:srgbClr val="55657B"/>
                </a:solidFill>
              </a:defRPr>
            </a:lvl6pPr>
            <a:lvl7pPr algn="l">
              <a:defRPr sz="1875" b="0">
                <a:solidFill>
                  <a:srgbClr val="55657B"/>
                </a:solidFill>
              </a:defRPr>
            </a:lvl7pPr>
            <a:lvl8pPr algn="l">
              <a:defRPr sz="1875" b="0">
                <a:solidFill>
                  <a:srgbClr val="55657B"/>
                </a:solidFill>
              </a:defRPr>
            </a:lvl8pPr>
            <a:lvl9pPr algn="l">
              <a:defRPr sz="187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875" b="0">
                <a:solidFill>
                  <a:srgbClr val="55657B"/>
                </a:solidFill>
              </a:defRPr>
            </a:pPr>
            <a:r>
              <a:rPr sz="187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Схема разреженной матрицы</a:t>
            </a:r>
          </a:p>
        </p:txBody>
      </p:sp>
      <p:sp>
        <p:nvSpPr>
          <p:cNvPr id="166" name="14 590 × 77 888">
            <a:extLst xmlns:a="http://schemas.openxmlformats.org/drawingml/2006/main">
              <a:ext uri="{FF2B5EF4-FFF2-40B4-BE49-F238E27FC236}">
                <a16:creationId xmlns:a16="http://schemas.microsoft.com/office/drawing/2014/main" id="{B0239F3B-12F7-454C-9EA6-73D14B0CD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43125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550" b="1">
                <a:solidFill>
                  <a:srgbClr val="0077FF"/>
                </a:solidFill>
              </a:defRPr>
            </a:defPPr>
            <a:lvl1pPr algn="l">
              <a:defRPr sz="2550" b="1">
                <a:solidFill>
                  <a:srgbClr val="0077FF"/>
                </a:solidFill>
              </a:defRPr>
            </a:lvl1pPr>
            <a:lvl2pPr algn="l">
              <a:defRPr sz="2550" b="1">
                <a:solidFill>
                  <a:srgbClr val="0077FF"/>
                </a:solidFill>
              </a:defRPr>
            </a:lvl2pPr>
            <a:lvl3pPr algn="l">
              <a:defRPr sz="2550" b="1">
                <a:solidFill>
                  <a:srgbClr val="0077FF"/>
                </a:solidFill>
              </a:defRPr>
            </a:lvl3pPr>
            <a:lvl4pPr algn="l">
              <a:defRPr sz="2550" b="1">
                <a:solidFill>
                  <a:srgbClr val="0077FF"/>
                </a:solidFill>
              </a:defRPr>
            </a:lvl4pPr>
            <a:lvl5pPr algn="l">
              <a:defRPr sz="2550" b="1">
                <a:solidFill>
                  <a:srgbClr val="0077FF"/>
                </a:solidFill>
              </a:defRPr>
            </a:lvl5pPr>
            <a:lvl6pPr algn="l">
              <a:defRPr sz="2550" b="1">
                <a:solidFill>
                  <a:srgbClr val="0077FF"/>
                </a:solidFill>
              </a:defRPr>
            </a:lvl6pPr>
            <a:lvl7pPr algn="l">
              <a:defRPr sz="2550" b="1">
                <a:solidFill>
                  <a:srgbClr val="0077FF"/>
                </a:solidFill>
              </a:defRPr>
            </a:lvl7pPr>
            <a:lvl8pPr algn="l">
              <a:defRPr sz="2550" b="1">
                <a:solidFill>
                  <a:srgbClr val="0077FF"/>
                </a:solidFill>
              </a:defRPr>
            </a:lvl8pPr>
            <a:lvl9pPr algn="l">
              <a:defRPr sz="255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2550" b="1">
                <a:solidFill>
                  <a:srgbClr val="0077FF"/>
                </a:solidFill>
              </a:defRPr>
            </a:pPr>
            <a:r>
              <a:rPr sz="255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14 590 × 77 888</a:t>
            </a:r>
          </a:p>
        </p:txBody>
      </p:sp>
      <p:sp>
        <p:nvSpPr>
          <p:cNvPr id="167" name="Ненулевых: около 0,18%&#10;Dense float64: около 9,1 ">
            <a:extLst xmlns:a="http://schemas.openxmlformats.org/drawingml/2006/main">
              <a:ext uri="{FF2B5EF4-FFF2-40B4-BE49-F238E27FC236}">
                <a16:creationId xmlns:a16="http://schemas.microsoft.com/office/drawing/2014/main" id="{B521C0E2-624A-4824-8444-329BAC70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00375"/>
            <a:ext cx="49530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0">
                <a:solidFill>
                  <a:srgbClr val="1E293B"/>
                </a:solidFill>
              </a:defRPr>
            </a:defPPr>
            <a:lvl1pPr algn="l">
              <a:defRPr sz="2325" b="0">
                <a:solidFill>
                  <a:srgbClr val="1E293B"/>
                </a:solidFill>
              </a:defRPr>
            </a:lvl1pPr>
            <a:lvl2pPr algn="l">
              <a:defRPr sz="2325" b="0">
                <a:solidFill>
                  <a:srgbClr val="1E293B"/>
                </a:solidFill>
              </a:defRPr>
            </a:lvl2pPr>
            <a:lvl3pPr algn="l">
              <a:defRPr sz="2325" b="0">
                <a:solidFill>
                  <a:srgbClr val="1E293B"/>
                </a:solidFill>
              </a:defRPr>
            </a:lvl3pPr>
            <a:lvl4pPr algn="l">
              <a:defRPr sz="2325" b="0">
                <a:solidFill>
                  <a:srgbClr val="1E293B"/>
                </a:solidFill>
              </a:defRPr>
            </a:lvl4pPr>
            <a:lvl5pPr algn="l">
              <a:defRPr sz="2325" b="0">
                <a:solidFill>
                  <a:srgbClr val="1E293B"/>
                </a:solidFill>
              </a:defRPr>
            </a:lvl5pPr>
            <a:lvl6pPr algn="l">
              <a:defRPr sz="2325" b="0">
                <a:solidFill>
                  <a:srgbClr val="1E293B"/>
                </a:solidFill>
              </a:defRPr>
            </a:lvl6pPr>
            <a:lvl7pPr algn="l">
              <a:defRPr sz="2325" b="0">
                <a:solidFill>
                  <a:srgbClr val="1E293B"/>
                </a:solidFill>
              </a:defRPr>
            </a:lvl7pPr>
            <a:lvl8pPr algn="l">
              <a:defRPr sz="2325" b="0">
                <a:solidFill>
                  <a:srgbClr val="1E293B"/>
                </a:solidFill>
              </a:defRPr>
            </a:lvl8pPr>
            <a:lvl9pPr algn="l">
              <a:defRPr sz="23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E293B"/>
                </a:solidFill>
              </a:defRPr>
            </a:pP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Ненулевых: около 0,18%</a:t>
            </a:r>
            <a:b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Dense float64: около 9,1 ГБ</a:t>
            </a:r>
            <a:b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После SVD: 14 590 × 64</a:t>
            </a:r>
          </a:p>
        </p:txBody>
      </p:sp>
      <p:sp>
        <p:nvSpPr>
          <p:cNvPr id="168" name="Исходную CSR целиком не уплотняем. Компактное пр">
            <a:extLst xmlns:a="http://schemas.openxmlformats.org/drawingml/2006/main">
              <a:ext uri="{FF2B5EF4-FFF2-40B4-BE49-F238E27FC236}">
                <a16:creationId xmlns:a16="http://schemas.microsoft.com/office/drawing/2014/main" id="{B2A6971A-2275-461E-8FC4-355E056B2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Исходную CSR целиком не уплотняем. Компактное представление получаем через SVD.</a:t>
            </a:r>
          </a:p>
        </p:txBody>
      </p:sp>
    </p:spTree>
    <p:extLst>
      <p:ext uri="{BB962C8B-B14F-4D97-AF65-F5344CB8AC3E}">
        <p14:creationId xmlns:p14="http://schemas.microsoft.com/office/powerpoint/2010/main" val="206248680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Baseline: от CSR к CSV">
            <a:extLst xmlns:a="http://schemas.openxmlformats.org/drawingml/2006/main">
              <a:ext uri="{FF2B5EF4-FFF2-40B4-BE49-F238E27FC236}">
                <a16:creationId xmlns:a16="http://schemas.microsoft.com/office/drawing/2014/main" id="{892E7415-B617-4FE8-918B-2E3D6240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Baseline: от CSR к CSV</a:t>
            </a:r>
          </a:p>
        </p:txBody>
      </p:sp>
      <p:sp>
        <p:nvSpPr>
          <p:cNvPr id="2" name="14">
            <a:extLst xmlns:a="http://schemas.openxmlformats.org/drawingml/2006/main">
              <a:ext uri="{FF2B5EF4-FFF2-40B4-BE49-F238E27FC236}">
                <a16:creationId xmlns:a16="http://schemas.microsoft.com/office/drawing/2014/main" id="{6B8A1AD6-CBB1-46B3-B8BA-A0A91BE3E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06FA7F0-03E2-4A4E-B84A-CD178ADAF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1952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CSR">
            <a:extLst xmlns:a="http://schemas.openxmlformats.org/drawingml/2006/main">
              <a:ext uri="{FF2B5EF4-FFF2-40B4-BE49-F238E27FC236}">
                <a16:creationId xmlns:a16="http://schemas.microsoft.com/office/drawing/2014/main" id="{099362DD-1403-4424-8564-4F00BBC94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7813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077FF"/>
                </a:solidFill>
              </a:defRPr>
            </a:defPPr>
            <a:lvl1pPr algn="ctr">
              <a:defRPr sz="2175" b="1">
                <a:solidFill>
                  <a:srgbClr val="0077FF"/>
                </a:solidFill>
              </a:defRPr>
            </a:lvl1pPr>
            <a:lvl2pPr algn="ctr">
              <a:defRPr sz="2175" b="1">
                <a:solidFill>
                  <a:srgbClr val="0077FF"/>
                </a:solidFill>
              </a:defRPr>
            </a:lvl2pPr>
            <a:lvl3pPr algn="ctr">
              <a:defRPr sz="2175" b="1">
                <a:solidFill>
                  <a:srgbClr val="0077FF"/>
                </a:solidFill>
              </a:defRPr>
            </a:lvl3pPr>
            <a:lvl4pPr algn="ctr">
              <a:defRPr sz="2175" b="1">
                <a:solidFill>
                  <a:srgbClr val="0077FF"/>
                </a:solidFill>
              </a:defRPr>
            </a:lvl4pPr>
            <a:lvl5pPr algn="ctr">
              <a:defRPr sz="2175" b="1">
                <a:solidFill>
                  <a:srgbClr val="0077FF"/>
                </a:solidFill>
              </a:defRPr>
            </a:lvl5pPr>
            <a:lvl6pPr algn="ctr">
              <a:defRPr sz="2175" b="1">
                <a:solidFill>
                  <a:srgbClr val="0077FF"/>
                </a:solidFill>
              </a:defRPr>
            </a:lvl6pPr>
            <a:lvl7pPr algn="ctr">
              <a:defRPr sz="2175" b="1">
                <a:solidFill>
                  <a:srgbClr val="0077FF"/>
                </a:solidFill>
              </a:defRPr>
            </a:lvl7pPr>
            <a:lvl8pPr algn="ctr">
              <a:defRPr sz="2175" b="1">
                <a:solidFill>
                  <a:srgbClr val="0077FF"/>
                </a:solidFill>
              </a:defRPr>
            </a:lvl8pPr>
            <a:lvl9pPr algn="ctr">
              <a:defRPr sz="217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0077FF"/>
                </a:solidFill>
              </a:defRPr>
            </a:pPr>
            <a:r>
              <a:rPr sz="217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CSR</a:t>
            </a:r>
          </a:p>
        </p:txBody>
      </p:sp>
      <p:sp>
        <p:nvSpPr>
          <p:cNvPr id="5" name="14 590 × 77 888">
            <a:extLst xmlns:a="http://schemas.openxmlformats.org/drawingml/2006/main">
              <a:ext uri="{FF2B5EF4-FFF2-40B4-BE49-F238E27FC236}">
                <a16:creationId xmlns:a16="http://schemas.microsoft.com/office/drawing/2014/main" id="{4566955B-F7F7-447D-9C8D-C36CEF0F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667125"/>
            <a:ext cx="1762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650" b="0">
                <a:solidFill>
                  <a:srgbClr val="1E293B"/>
                </a:solidFill>
              </a:defRPr>
            </a:defPPr>
            <a:lvl1pPr algn="ctr">
              <a:defRPr sz="1650" b="0">
                <a:solidFill>
                  <a:srgbClr val="1E293B"/>
                </a:solidFill>
              </a:defRPr>
            </a:lvl1pPr>
            <a:lvl2pPr algn="ctr">
              <a:defRPr sz="1650" b="0">
                <a:solidFill>
                  <a:srgbClr val="1E293B"/>
                </a:solidFill>
              </a:defRPr>
            </a:lvl2pPr>
            <a:lvl3pPr algn="ctr">
              <a:defRPr sz="1650" b="0">
                <a:solidFill>
                  <a:srgbClr val="1E293B"/>
                </a:solidFill>
              </a:defRPr>
            </a:lvl3pPr>
            <a:lvl4pPr algn="ctr">
              <a:defRPr sz="1650" b="0">
                <a:solidFill>
                  <a:srgbClr val="1E293B"/>
                </a:solidFill>
              </a:defRPr>
            </a:lvl4pPr>
            <a:lvl5pPr algn="ctr">
              <a:defRPr sz="1650" b="0">
                <a:solidFill>
                  <a:srgbClr val="1E293B"/>
                </a:solidFill>
              </a:defRPr>
            </a:lvl5pPr>
            <a:lvl6pPr algn="ctr">
              <a:defRPr sz="1650" b="0">
                <a:solidFill>
                  <a:srgbClr val="1E293B"/>
                </a:solidFill>
              </a:defRPr>
            </a:lvl6pPr>
            <a:lvl7pPr algn="ctr">
              <a:defRPr sz="1650" b="0">
                <a:solidFill>
                  <a:srgbClr val="1E293B"/>
                </a:solidFill>
              </a:defRPr>
            </a:lvl7pPr>
            <a:lvl8pPr algn="ctr">
              <a:defRPr sz="1650" b="0">
                <a:solidFill>
                  <a:srgbClr val="1E293B"/>
                </a:solidFill>
              </a:defRPr>
            </a:lvl8pPr>
            <a:lvl9pPr algn="ctr">
              <a:defRPr sz="16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E293B"/>
                </a:solidFill>
              </a:defRPr>
            </a:pPr>
            <a:r>
              <a:rPr sz="16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14 590 × 77 888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EDFA45-5462-484B-915E-8256DAC75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209925"/>
            <a:ext cx="1714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C4049A-FCA2-4835-853B-CCE07FF69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571750"/>
            <a:ext cx="1952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3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SVD">
            <a:extLst xmlns:a="http://schemas.openxmlformats.org/drawingml/2006/main">
              <a:ext uri="{FF2B5EF4-FFF2-40B4-BE49-F238E27FC236}">
                <a16:creationId xmlns:a16="http://schemas.microsoft.com/office/drawing/2014/main" id="{3704765F-ECB0-4283-AB30-78EC2E53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7813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077FF"/>
                </a:solidFill>
              </a:defRPr>
            </a:defPPr>
            <a:lvl1pPr algn="ctr">
              <a:defRPr sz="2175" b="1">
                <a:solidFill>
                  <a:srgbClr val="0077FF"/>
                </a:solidFill>
              </a:defRPr>
            </a:lvl1pPr>
            <a:lvl2pPr algn="ctr">
              <a:defRPr sz="2175" b="1">
                <a:solidFill>
                  <a:srgbClr val="0077FF"/>
                </a:solidFill>
              </a:defRPr>
            </a:lvl2pPr>
            <a:lvl3pPr algn="ctr">
              <a:defRPr sz="2175" b="1">
                <a:solidFill>
                  <a:srgbClr val="0077FF"/>
                </a:solidFill>
              </a:defRPr>
            </a:lvl3pPr>
            <a:lvl4pPr algn="ctr">
              <a:defRPr sz="2175" b="1">
                <a:solidFill>
                  <a:srgbClr val="0077FF"/>
                </a:solidFill>
              </a:defRPr>
            </a:lvl4pPr>
            <a:lvl5pPr algn="ctr">
              <a:defRPr sz="2175" b="1">
                <a:solidFill>
                  <a:srgbClr val="0077FF"/>
                </a:solidFill>
              </a:defRPr>
            </a:lvl5pPr>
            <a:lvl6pPr algn="ctr">
              <a:defRPr sz="2175" b="1">
                <a:solidFill>
                  <a:srgbClr val="0077FF"/>
                </a:solidFill>
              </a:defRPr>
            </a:lvl6pPr>
            <a:lvl7pPr algn="ctr">
              <a:defRPr sz="2175" b="1">
                <a:solidFill>
                  <a:srgbClr val="0077FF"/>
                </a:solidFill>
              </a:defRPr>
            </a:lvl7pPr>
            <a:lvl8pPr algn="ctr">
              <a:defRPr sz="2175" b="1">
                <a:solidFill>
                  <a:srgbClr val="0077FF"/>
                </a:solidFill>
              </a:defRPr>
            </a:lvl8pPr>
            <a:lvl9pPr algn="ctr">
              <a:defRPr sz="217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0077FF"/>
                </a:solidFill>
              </a:defRPr>
            </a:pPr>
            <a:r>
              <a:rPr sz="217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SVD</a:t>
            </a:r>
          </a:p>
        </p:txBody>
      </p:sp>
      <p:sp>
        <p:nvSpPr>
          <p:cNvPr id="9" name="14 590 × 64">
            <a:extLst xmlns:a="http://schemas.openxmlformats.org/drawingml/2006/main">
              <a:ext uri="{FF2B5EF4-FFF2-40B4-BE49-F238E27FC236}">
                <a16:creationId xmlns:a16="http://schemas.microsoft.com/office/drawing/2014/main" id="{F98ED36E-5FE2-43DC-9C9D-88523CC65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67125"/>
            <a:ext cx="1762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650" b="0">
                <a:solidFill>
                  <a:srgbClr val="1E293B"/>
                </a:solidFill>
              </a:defRPr>
            </a:defPPr>
            <a:lvl1pPr algn="ctr">
              <a:defRPr sz="1650" b="0">
                <a:solidFill>
                  <a:srgbClr val="1E293B"/>
                </a:solidFill>
              </a:defRPr>
            </a:lvl1pPr>
            <a:lvl2pPr algn="ctr">
              <a:defRPr sz="1650" b="0">
                <a:solidFill>
                  <a:srgbClr val="1E293B"/>
                </a:solidFill>
              </a:defRPr>
            </a:lvl2pPr>
            <a:lvl3pPr algn="ctr">
              <a:defRPr sz="1650" b="0">
                <a:solidFill>
                  <a:srgbClr val="1E293B"/>
                </a:solidFill>
              </a:defRPr>
            </a:lvl3pPr>
            <a:lvl4pPr algn="ctr">
              <a:defRPr sz="1650" b="0">
                <a:solidFill>
                  <a:srgbClr val="1E293B"/>
                </a:solidFill>
              </a:defRPr>
            </a:lvl4pPr>
            <a:lvl5pPr algn="ctr">
              <a:defRPr sz="1650" b="0">
                <a:solidFill>
                  <a:srgbClr val="1E293B"/>
                </a:solidFill>
              </a:defRPr>
            </a:lvl5pPr>
            <a:lvl6pPr algn="ctr">
              <a:defRPr sz="1650" b="0">
                <a:solidFill>
                  <a:srgbClr val="1E293B"/>
                </a:solidFill>
              </a:defRPr>
            </a:lvl6pPr>
            <a:lvl7pPr algn="ctr">
              <a:defRPr sz="1650" b="0">
                <a:solidFill>
                  <a:srgbClr val="1E293B"/>
                </a:solidFill>
              </a:defRPr>
            </a:lvl7pPr>
            <a:lvl8pPr algn="ctr">
              <a:defRPr sz="1650" b="0">
                <a:solidFill>
                  <a:srgbClr val="1E293B"/>
                </a:solidFill>
              </a:defRPr>
            </a:lvl8pPr>
            <a:lvl9pPr algn="ctr">
              <a:defRPr sz="16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E293B"/>
                </a:solidFill>
              </a:defRPr>
            </a:pPr>
            <a:r>
              <a:rPr sz="16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14 590 × 64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EC3C4E-B224-4A98-AB64-E95C3708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209925"/>
            <a:ext cx="1714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4378B1-0F29-458E-96CE-0C80C4D0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571750"/>
            <a:ext cx="1952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L2-норма">
            <a:extLst xmlns:a="http://schemas.openxmlformats.org/drawingml/2006/main">
              <a:ext uri="{FF2B5EF4-FFF2-40B4-BE49-F238E27FC236}">
                <a16:creationId xmlns:a16="http://schemas.microsoft.com/office/drawing/2014/main" id="{E8AEF38C-74EE-4399-9632-6964F5C2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7813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077FF"/>
                </a:solidFill>
              </a:defRPr>
            </a:defPPr>
            <a:lvl1pPr algn="ctr">
              <a:defRPr sz="2175" b="1">
                <a:solidFill>
                  <a:srgbClr val="0077FF"/>
                </a:solidFill>
              </a:defRPr>
            </a:lvl1pPr>
            <a:lvl2pPr algn="ctr">
              <a:defRPr sz="2175" b="1">
                <a:solidFill>
                  <a:srgbClr val="0077FF"/>
                </a:solidFill>
              </a:defRPr>
            </a:lvl2pPr>
            <a:lvl3pPr algn="ctr">
              <a:defRPr sz="2175" b="1">
                <a:solidFill>
                  <a:srgbClr val="0077FF"/>
                </a:solidFill>
              </a:defRPr>
            </a:lvl3pPr>
            <a:lvl4pPr algn="ctr">
              <a:defRPr sz="2175" b="1">
                <a:solidFill>
                  <a:srgbClr val="0077FF"/>
                </a:solidFill>
              </a:defRPr>
            </a:lvl4pPr>
            <a:lvl5pPr algn="ctr">
              <a:defRPr sz="2175" b="1">
                <a:solidFill>
                  <a:srgbClr val="0077FF"/>
                </a:solidFill>
              </a:defRPr>
            </a:lvl5pPr>
            <a:lvl6pPr algn="ctr">
              <a:defRPr sz="2175" b="1">
                <a:solidFill>
                  <a:srgbClr val="0077FF"/>
                </a:solidFill>
              </a:defRPr>
            </a:lvl6pPr>
            <a:lvl7pPr algn="ctr">
              <a:defRPr sz="2175" b="1">
                <a:solidFill>
                  <a:srgbClr val="0077FF"/>
                </a:solidFill>
              </a:defRPr>
            </a:lvl7pPr>
            <a:lvl8pPr algn="ctr">
              <a:defRPr sz="2175" b="1">
                <a:solidFill>
                  <a:srgbClr val="0077FF"/>
                </a:solidFill>
              </a:defRPr>
            </a:lvl8pPr>
            <a:lvl9pPr algn="ctr">
              <a:defRPr sz="217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0077FF"/>
                </a:solidFill>
              </a:defRPr>
            </a:pPr>
            <a:r>
              <a:rPr sz="217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L2-норма</a:t>
            </a:r>
          </a:p>
        </p:txBody>
      </p:sp>
      <p:sp>
        <p:nvSpPr>
          <p:cNvPr id="13" name="длина строки = 1">
            <a:extLst xmlns:a="http://schemas.openxmlformats.org/drawingml/2006/main">
              <a:ext uri="{FF2B5EF4-FFF2-40B4-BE49-F238E27FC236}">
                <a16:creationId xmlns:a16="http://schemas.microsoft.com/office/drawing/2014/main" id="{EBE9EFFB-20A6-412C-B235-B2E81E475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667125"/>
            <a:ext cx="1762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650" b="0">
                <a:solidFill>
                  <a:srgbClr val="1E293B"/>
                </a:solidFill>
              </a:defRPr>
            </a:defPPr>
            <a:lvl1pPr algn="ctr">
              <a:defRPr sz="1650" b="0">
                <a:solidFill>
                  <a:srgbClr val="1E293B"/>
                </a:solidFill>
              </a:defRPr>
            </a:lvl1pPr>
            <a:lvl2pPr algn="ctr">
              <a:defRPr sz="1650" b="0">
                <a:solidFill>
                  <a:srgbClr val="1E293B"/>
                </a:solidFill>
              </a:defRPr>
            </a:lvl2pPr>
            <a:lvl3pPr algn="ctr">
              <a:defRPr sz="1650" b="0">
                <a:solidFill>
                  <a:srgbClr val="1E293B"/>
                </a:solidFill>
              </a:defRPr>
            </a:lvl3pPr>
            <a:lvl4pPr algn="ctr">
              <a:defRPr sz="1650" b="0">
                <a:solidFill>
                  <a:srgbClr val="1E293B"/>
                </a:solidFill>
              </a:defRPr>
            </a:lvl4pPr>
            <a:lvl5pPr algn="ctr">
              <a:defRPr sz="1650" b="0">
                <a:solidFill>
                  <a:srgbClr val="1E293B"/>
                </a:solidFill>
              </a:defRPr>
            </a:lvl5pPr>
            <a:lvl6pPr algn="ctr">
              <a:defRPr sz="1650" b="0">
                <a:solidFill>
                  <a:srgbClr val="1E293B"/>
                </a:solidFill>
              </a:defRPr>
            </a:lvl6pPr>
            <a:lvl7pPr algn="ctr">
              <a:defRPr sz="1650" b="0">
                <a:solidFill>
                  <a:srgbClr val="1E293B"/>
                </a:solidFill>
              </a:defRPr>
            </a:lvl7pPr>
            <a:lvl8pPr algn="ctr">
              <a:defRPr sz="1650" b="0">
                <a:solidFill>
                  <a:srgbClr val="1E293B"/>
                </a:solidFill>
              </a:defRPr>
            </a:lvl8pPr>
            <a:lvl9pPr algn="ctr">
              <a:defRPr sz="16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E293B"/>
                </a:solidFill>
              </a:defRPr>
            </a:pPr>
            <a:r>
              <a:rPr sz="16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длина строки = 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0319E5-CA6A-4390-AAC3-0232893B0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09925"/>
            <a:ext cx="1714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A7B67B-C337-43DC-9E19-838246009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571750"/>
            <a:ext cx="1952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MiniBatchKMeans">
            <a:extLst xmlns:a="http://schemas.openxmlformats.org/drawingml/2006/main">
              <a:ext uri="{FF2B5EF4-FFF2-40B4-BE49-F238E27FC236}">
                <a16:creationId xmlns:a16="http://schemas.microsoft.com/office/drawing/2014/main" id="{E4EC4F55-47D7-41D0-8085-3BD5A4C16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27813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575" b="1">
                <a:solidFill>
                  <a:srgbClr val="0077FF"/>
                </a:solidFill>
              </a:defRPr>
            </a:defPPr>
            <a:lvl1pPr algn="ctr">
              <a:defRPr sz="1575" b="1">
                <a:solidFill>
                  <a:srgbClr val="0077FF"/>
                </a:solidFill>
              </a:defRPr>
            </a:lvl1pPr>
            <a:lvl2pPr algn="ctr">
              <a:defRPr sz="1575" b="1">
                <a:solidFill>
                  <a:srgbClr val="0077FF"/>
                </a:solidFill>
              </a:defRPr>
            </a:lvl2pPr>
            <a:lvl3pPr algn="ctr">
              <a:defRPr sz="1575" b="1">
                <a:solidFill>
                  <a:srgbClr val="0077FF"/>
                </a:solidFill>
              </a:defRPr>
            </a:lvl3pPr>
            <a:lvl4pPr algn="ctr">
              <a:defRPr sz="1575" b="1">
                <a:solidFill>
                  <a:srgbClr val="0077FF"/>
                </a:solidFill>
              </a:defRPr>
            </a:lvl4pPr>
            <a:lvl5pPr algn="ctr">
              <a:defRPr sz="1575" b="1">
                <a:solidFill>
                  <a:srgbClr val="0077FF"/>
                </a:solidFill>
              </a:defRPr>
            </a:lvl5pPr>
            <a:lvl6pPr algn="ctr">
              <a:defRPr sz="1575" b="1">
                <a:solidFill>
                  <a:srgbClr val="0077FF"/>
                </a:solidFill>
              </a:defRPr>
            </a:lvl6pPr>
            <a:lvl7pPr algn="ctr">
              <a:defRPr sz="1575" b="1">
                <a:solidFill>
                  <a:srgbClr val="0077FF"/>
                </a:solidFill>
              </a:defRPr>
            </a:lvl7pPr>
            <a:lvl8pPr algn="ctr">
              <a:defRPr sz="1575" b="1">
                <a:solidFill>
                  <a:srgbClr val="0077FF"/>
                </a:solidFill>
              </a:defRPr>
            </a:lvl8pPr>
            <a:lvl9pPr algn="ctr">
              <a:defRPr sz="157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ctr">
              <a:defRPr sz="1575" b="1">
                <a:solidFill>
                  <a:srgbClr val="0077FF"/>
                </a:solidFill>
              </a:defRPr>
            </a:pPr>
            <a:r>
              <a:rPr sz="157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MiniBatchKMeans</a:t>
            </a:r>
          </a:p>
        </p:txBody>
      </p:sp>
      <p:sp>
        <p:nvSpPr>
          <p:cNvPr id="17" name="k = 20">
            <a:extLst xmlns:a="http://schemas.openxmlformats.org/drawingml/2006/main">
              <a:ext uri="{FF2B5EF4-FFF2-40B4-BE49-F238E27FC236}">
                <a16:creationId xmlns:a16="http://schemas.microsoft.com/office/drawing/2014/main" id="{DC07F536-838B-49F8-A130-56D5C2FAD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667125"/>
            <a:ext cx="1762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650" b="0">
                <a:solidFill>
                  <a:srgbClr val="1E293B"/>
                </a:solidFill>
              </a:defRPr>
            </a:defPPr>
            <a:lvl1pPr algn="ctr">
              <a:defRPr sz="1650" b="0">
                <a:solidFill>
                  <a:srgbClr val="1E293B"/>
                </a:solidFill>
              </a:defRPr>
            </a:lvl1pPr>
            <a:lvl2pPr algn="ctr">
              <a:defRPr sz="1650" b="0">
                <a:solidFill>
                  <a:srgbClr val="1E293B"/>
                </a:solidFill>
              </a:defRPr>
            </a:lvl2pPr>
            <a:lvl3pPr algn="ctr">
              <a:defRPr sz="1650" b="0">
                <a:solidFill>
                  <a:srgbClr val="1E293B"/>
                </a:solidFill>
              </a:defRPr>
            </a:lvl3pPr>
            <a:lvl4pPr algn="ctr">
              <a:defRPr sz="1650" b="0">
                <a:solidFill>
                  <a:srgbClr val="1E293B"/>
                </a:solidFill>
              </a:defRPr>
            </a:lvl4pPr>
            <a:lvl5pPr algn="ctr">
              <a:defRPr sz="1650" b="0">
                <a:solidFill>
                  <a:srgbClr val="1E293B"/>
                </a:solidFill>
              </a:defRPr>
            </a:lvl5pPr>
            <a:lvl6pPr algn="ctr">
              <a:defRPr sz="1650" b="0">
                <a:solidFill>
                  <a:srgbClr val="1E293B"/>
                </a:solidFill>
              </a:defRPr>
            </a:lvl6pPr>
            <a:lvl7pPr algn="ctr">
              <a:defRPr sz="1650" b="0">
                <a:solidFill>
                  <a:srgbClr val="1E293B"/>
                </a:solidFill>
              </a:defRPr>
            </a:lvl7pPr>
            <a:lvl8pPr algn="ctr">
              <a:defRPr sz="1650" b="0">
                <a:solidFill>
                  <a:srgbClr val="1E293B"/>
                </a:solidFill>
              </a:defRPr>
            </a:lvl8pPr>
            <a:lvl9pPr algn="ctr">
              <a:defRPr sz="16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E293B"/>
                </a:solidFill>
              </a:defRPr>
            </a:pPr>
            <a:r>
              <a:rPr sz="16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k = 20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9756AA5-D141-497F-9812-DE9ADEA34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209925"/>
            <a:ext cx="1714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77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51EDF7-F095-4007-912C-0009BD109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2571750"/>
            <a:ext cx="1952625" cy="1714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6F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CSV">
            <a:extLst xmlns:a="http://schemas.openxmlformats.org/drawingml/2006/main">
              <a:ext uri="{FF2B5EF4-FFF2-40B4-BE49-F238E27FC236}">
                <a16:creationId xmlns:a16="http://schemas.microsoft.com/office/drawing/2014/main" id="{F2998BB1-CC43-4CE9-90FF-B31F3D1FC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81300"/>
            <a:ext cx="172402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2175" b="1">
                <a:solidFill>
                  <a:srgbClr val="0077FF"/>
                </a:solidFill>
              </a:defRPr>
            </a:defPPr>
            <a:lvl1pPr algn="ctr">
              <a:defRPr sz="2175" b="1">
                <a:solidFill>
                  <a:srgbClr val="0077FF"/>
                </a:solidFill>
              </a:defRPr>
            </a:lvl1pPr>
            <a:lvl2pPr algn="ctr">
              <a:defRPr sz="2175" b="1">
                <a:solidFill>
                  <a:srgbClr val="0077FF"/>
                </a:solidFill>
              </a:defRPr>
            </a:lvl2pPr>
            <a:lvl3pPr algn="ctr">
              <a:defRPr sz="2175" b="1">
                <a:solidFill>
                  <a:srgbClr val="0077FF"/>
                </a:solidFill>
              </a:defRPr>
            </a:lvl3pPr>
            <a:lvl4pPr algn="ctr">
              <a:defRPr sz="2175" b="1">
                <a:solidFill>
                  <a:srgbClr val="0077FF"/>
                </a:solidFill>
              </a:defRPr>
            </a:lvl4pPr>
            <a:lvl5pPr algn="ctr">
              <a:defRPr sz="2175" b="1">
                <a:solidFill>
                  <a:srgbClr val="0077FF"/>
                </a:solidFill>
              </a:defRPr>
            </a:lvl5pPr>
            <a:lvl6pPr algn="ctr">
              <a:defRPr sz="2175" b="1">
                <a:solidFill>
                  <a:srgbClr val="0077FF"/>
                </a:solidFill>
              </a:defRPr>
            </a:lvl6pPr>
            <a:lvl7pPr algn="ctr">
              <a:defRPr sz="2175" b="1">
                <a:solidFill>
                  <a:srgbClr val="0077FF"/>
                </a:solidFill>
              </a:defRPr>
            </a:lvl7pPr>
            <a:lvl8pPr algn="ctr">
              <a:defRPr sz="2175" b="1">
                <a:solidFill>
                  <a:srgbClr val="0077FF"/>
                </a:solidFill>
              </a:defRPr>
            </a:lvl8pPr>
            <a:lvl9pPr algn="ctr">
              <a:defRPr sz="217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ctr">
              <a:defRPr sz="2175" b="1">
                <a:solidFill>
                  <a:srgbClr val="0077FF"/>
                </a:solidFill>
              </a:defRPr>
            </a:pPr>
            <a:r>
              <a:rPr sz="217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CSV</a:t>
            </a:r>
          </a:p>
        </p:txBody>
      </p:sp>
      <p:sp>
        <p:nvSpPr>
          <p:cNvPr id="21" name="ID,TARGET">
            <a:extLst xmlns:a="http://schemas.openxmlformats.org/drawingml/2006/main">
              <a:ext uri="{FF2B5EF4-FFF2-40B4-BE49-F238E27FC236}">
                <a16:creationId xmlns:a16="http://schemas.microsoft.com/office/drawing/2014/main" id="{46181385-EAA8-4AB7-9234-6846425C5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3667125"/>
            <a:ext cx="176212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ctr">
              <a:defRPr sz="1650" b="0">
                <a:solidFill>
                  <a:srgbClr val="1E293B"/>
                </a:solidFill>
              </a:defRPr>
            </a:defPPr>
            <a:lvl1pPr algn="ctr">
              <a:defRPr sz="1650" b="0">
                <a:solidFill>
                  <a:srgbClr val="1E293B"/>
                </a:solidFill>
              </a:defRPr>
            </a:lvl1pPr>
            <a:lvl2pPr algn="ctr">
              <a:defRPr sz="1650" b="0">
                <a:solidFill>
                  <a:srgbClr val="1E293B"/>
                </a:solidFill>
              </a:defRPr>
            </a:lvl2pPr>
            <a:lvl3pPr algn="ctr">
              <a:defRPr sz="1650" b="0">
                <a:solidFill>
                  <a:srgbClr val="1E293B"/>
                </a:solidFill>
              </a:defRPr>
            </a:lvl3pPr>
            <a:lvl4pPr algn="ctr">
              <a:defRPr sz="1650" b="0">
                <a:solidFill>
                  <a:srgbClr val="1E293B"/>
                </a:solidFill>
              </a:defRPr>
            </a:lvl4pPr>
            <a:lvl5pPr algn="ctr">
              <a:defRPr sz="1650" b="0">
                <a:solidFill>
                  <a:srgbClr val="1E293B"/>
                </a:solidFill>
              </a:defRPr>
            </a:lvl5pPr>
            <a:lvl6pPr algn="ctr">
              <a:defRPr sz="1650" b="0">
                <a:solidFill>
                  <a:srgbClr val="1E293B"/>
                </a:solidFill>
              </a:defRPr>
            </a:lvl6pPr>
            <a:lvl7pPr algn="ctr">
              <a:defRPr sz="1650" b="0">
                <a:solidFill>
                  <a:srgbClr val="1E293B"/>
                </a:solidFill>
              </a:defRPr>
            </a:lvl7pPr>
            <a:lvl8pPr algn="ctr">
              <a:defRPr sz="1650" b="0">
                <a:solidFill>
                  <a:srgbClr val="1E293B"/>
                </a:solidFill>
              </a:defRPr>
            </a:lvl8pPr>
            <a:lvl9pPr algn="ctr">
              <a:defRPr sz="16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ctr">
              <a:defRPr sz="1650" b="0">
                <a:solidFill>
                  <a:srgbClr val="1E293B"/>
                </a:solidFill>
              </a:defRPr>
            </a:pPr>
            <a:r>
              <a:rPr sz="16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ID,TARGET</a:t>
            </a:r>
          </a:p>
        </p:txBody>
      </p:sp>
      <p:sp>
        <p:nvSpPr>
          <p:cNvPr id="22" name="Кластеры получают условные номера. Истинное числ">
            <a:extLst xmlns:a="http://schemas.openxmlformats.org/drawingml/2006/main">
              <a:ext uri="{FF2B5EF4-FFF2-40B4-BE49-F238E27FC236}">
                <a16:creationId xmlns:a16="http://schemas.microsoft.com/office/drawing/2014/main" id="{9CD8293D-EB1B-462A-9852-DCBC051A4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48250"/>
            <a:ext cx="1066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1E293B"/>
                </a:solidFill>
              </a:defRPr>
            </a:defPPr>
            <a:lvl1pPr algn="l">
              <a:defRPr sz="2175" b="0">
                <a:solidFill>
                  <a:srgbClr val="1E293B"/>
                </a:solidFill>
              </a:defRPr>
            </a:lvl1pPr>
            <a:lvl2pPr algn="l">
              <a:defRPr sz="2175" b="0">
                <a:solidFill>
                  <a:srgbClr val="1E293B"/>
                </a:solidFill>
              </a:defRPr>
            </a:lvl2pPr>
            <a:lvl3pPr algn="l">
              <a:defRPr sz="2175" b="0">
                <a:solidFill>
                  <a:srgbClr val="1E293B"/>
                </a:solidFill>
              </a:defRPr>
            </a:lvl3pPr>
            <a:lvl4pPr algn="l">
              <a:defRPr sz="2175" b="0">
                <a:solidFill>
                  <a:srgbClr val="1E293B"/>
                </a:solidFill>
              </a:defRPr>
            </a:lvl4pPr>
            <a:lvl5pPr algn="l">
              <a:defRPr sz="2175" b="0">
                <a:solidFill>
                  <a:srgbClr val="1E293B"/>
                </a:solidFill>
              </a:defRPr>
            </a:lvl5pPr>
            <a:lvl6pPr algn="l">
              <a:defRPr sz="2175" b="0">
                <a:solidFill>
                  <a:srgbClr val="1E293B"/>
                </a:solidFill>
              </a:defRPr>
            </a:lvl6pPr>
            <a:lvl7pPr algn="l">
              <a:defRPr sz="2175" b="0">
                <a:solidFill>
                  <a:srgbClr val="1E293B"/>
                </a:solidFill>
              </a:defRPr>
            </a:lvl7pPr>
            <a:lvl8pPr algn="l">
              <a:defRPr sz="2175" b="0">
                <a:solidFill>
                  <a:srgbClr val="1E293B"/>
                </a:solidFill>
              </a:defRPr>
            </a:lvl8pPr>
            <a:lvl9pPr algn="l">
              <a:defRPr sz="217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E293B"/>
                </a:solidFill>
              </a:defRPr>
            </a:pPr>
            <a: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Кластеры получают условные номера. Истинное число классов неизвестно.</a:t>
            </a:r>
          </a:p>
        </p:txBody>
      </p:sp>
      <p:sp>
        <p:nvSpPr>
          <p:cNvPr id="23" name="Каждый шаг имеет понятный вход, выход и проверяе">
            <a:extLst xmlns:a="http://schemas.openxmlformats.org/drawingml/2006/main">
              <a:ext uri="{FF2B5EF4-FFF2-40B4-BE49-F238E27FC236}">
                <a16:creationId xmlns:a16="http://schemas.microsoft.com/office/drawing/2014/main" id="{BFA27FDC-CD3E-4A4A-83D8-BBD867149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Каждый шаг имеет понятный вход, выход и проверяемый размер.</a:t>
            </a:r>
          </a:p>
        </p:txBody>
      </p:sp>
    </p:spTree>
    <p:extLst>
      <p:ext uri="{BB962C8B-B14F-4D97-AF65-F5344CB8AC3E}">
        <p14:creationId xmlns:p14="http://schemas.microsoft.com/office/powerpoint/2010/main" val="87321492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Практика: получить и проверить ответ">
            <a:extLst xmlns:a="http://schemas.openxmlformats.org/drawingml/2006/main">
              <a:ext uri="{FF2B5EF4-FFF2-40B4-BE49-F238E27FC236}">
                <a16:creationId xmlns:a16="http://schemas.microsoft.com/office/drawing/2014/main" id="{C6D7FF0B-04B5-4BD2-8474-0DAA09850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Практика: получить и проверить ответ</a:t>
            </a:r>
          </a:p>
        </p:txBody>
      </p:sp>
      <p:sp>
        <p:nvSpPr>
          <p:cNvPr id="2" name="15">
            <a:extLst xmlns:a="http://schemas.openxmlformats.org/drawingml/2006/main">
              <a:ext uri="{FF2B5EF4-FFF2-40B4-BE49-F238E27FC236}">
                <a16:creationId xmlns:a16="http://schemas.microsoft.com/office/drawing/2014/main" id="{A7E80AFD-16CD-4873-9D60-191C50D00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15</a:t>
            </a:r>
          </a:p>
        </p:txBody>
      </p:sp>
      <p:sp>
        <p:nvSpPr>
          <p:cNvPr id="3" name="Исходный baseline">
            <a:extLst xmlns:a="http://schemas.openxmlformats.org/drawingml/2006/main">
              <a:ext uri="{FF2B5EF4-FFF2-40B4-BE49-F238E27FC236}">
                <a16:creationId xmlns:a16="http://schemas.microsoft.com/office/drawing/2014/main" id="{F825AAE6-556B-496B-AC63-CF5DD0DC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0250"/>
            <a:ext cx="514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Исходный baseline</a:t>
            </a:r>
          </a:p>
        </p:txBody>
      </p:sp>
      <p:sp>
        <p:nvSpPr>
          <p:cNvPr id="4" name="64 компоненты → 4,78% вариации&#10;Cosine silhouette">
            <a:extLst xmlns:a="http://schemas.openxmlformats.org/drawingml/2006/main">
              <a:ext uri="{FF2B5EF4-FFF2-40B4-BE49-F238E27FC236}">
                <a16:creationId xmlns:a16="http://schemas.microsoft.com/office/drawing/2014/main" id="{B75375E5-946E-4B99-A146-7FE2C0AB8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5810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1E293B"/>
                </a:solidFill>
              </a:defRPr>
            </a:defPPr>
            <a:lvl1pPr algn="l">
              <a:defRPr sz="2175" b="0">
                <a:solidFill>
                  <a:srgbClr val="1E293B"/>
                </a:solidFill>
              </a:defRPr>
            </a:lvl1pPr>
            <a:lvl2pPr algn="l">
              <a:defRPr sz="2175" b="0">
                <a:solidFill>
                  <a:srgbClr val="1E293B"/>
                </a:solidFill>
              </a:defRPr>
            </a:lvl2pPr>
            <a:lvl3pPr algn="l">
              <a:defRPr sz="2175" b="0">
                <a:solidFill>
                  <a:srgbClr val="1E293B"/>
                </a:solidFill>
              </a:defRPr>
            </a:lvl3pPr>
            <a:lvl4pPr algn="l">
              <a:defRPr sz="2175" b="0">
                <a:solidFill>
                  <a:srgbClr val="1E293B"/>
                </a:solidFill>
              </a:defRPr>
            </a:lvl4pPr>
            <a:lvl5pPr algn="l">
              <a:defRPr sz="2175" b="0">
                <a:solidFill>
                  <a:srgbClr val="1E293B"/>
                </a:solidFill>
              </a:defRPr>
            </a:lvl5pPr>
            <a:lvl6pPr algn="l">
              <a:defRPr sz="2175" b="0">
                <a:solidFill>
                  <a:srgbClr val="1E293B"/>
                </a:solidFill>
              </a:defRPr>
            </a:lvl6pPr>
            <a:lvl7pPr algn="l">
              <a:defRPr sz="2175" b="0">
                <a:solidFill>
                  <a:srgbClr val="1E293B"/>
                </a:solidFill>
              </a:defRPr>
            </a:lvl7pPr>
            <a:lvl8pPr algn="l">
              <a:defRPr sz="2175" b="0">
                <a:solidFill>
                  <a:srgbClr val="1E293B"/>
                </a:solidFill>
              </a:defRPr>
            </a:lvl8pPr>
            <a:lvl9pPr algn="l">
              <a:defRPr sz="217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E293B"/>
                </a:solidFill>
              </a:defRPr>
            </a:pPr>
            <a: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64 компоненты → 4,78% вариации</a:t>
            </a:r>
            <a:b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Cosine silhouette → 0,0749</a:t>
            </a:r>
            <a:b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Размеры групп → 175…1206</a:t>
            </a:r>
          </a:p>
        </p:txBody>
      </p:sp>
      <p:sp>
        <p:nvSpPr>
          <p:cNvPr id="5" name="Одно изменение">
            <a:extLst xmlns:a="http://schemas.openxmlformats.org/drawingml/2006/main">
              <a:ext uri="{FF2B5EF4-FFF2-40B4-BE49-F238E27FC236}">
                <a16:creationId xmlns:a16="http://schemas.microsoft.com/office/drawing/2014/main" id="{49307E1F-06C6-4EC6-9C07-C1821C1D1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000250"/>
            <a:ext cx="4191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800" b="1">
                <a:solidFill>
                  <a:srgbClr val="0077FF"/>
                </a:solidFill>
              </a:defRPr>
            </a:defPPr>
            <a:lvl1pPr algn="l">
              <a:defRPr sz="1800" b="1">
                <a:solidFill>
                  <a:srgbClr val="0077FF"/>
                </a:solidFill>
              </a:defRPr>
            </a:lvl1pPr>
            <a:lvl2pPr algn="l">
              <a:defRPr sz="1800" b="1">
                <a:solidFill>
                  <a:srgbClr val="0077FF"/>
                </a:solidFill>
              </a:defRPr>
            </a:lvl2pPr>
            <a:lvl3pPr algn="l">
              <a:defRPr sz="1800" b="1">
                <a:solidFill>
                  <a:srgbClr val="0077FF"/>
                </a:solidFill>
              </a:defRPr>
            </a:lvl3pPr>
            <a:lvl4pPr algn="l">
              <a:defRPr sz="1800" b="1">
                <a:solidFill>
                  <a:srgbClr val="0077FF"/>
                </a:solidFill>
              </a:defRPr>
            </a:lvl4pPr>
            <a:lvl5pPr algn="l">
              <a:defRPr sz="1800" b="1">
                <a:solidFill>
                  <a:srgbClr val="0077FF"/>
                </a:solidFill>
              </a:defRPr>
            </a:lvl5pPr>
            <a:lvl6pPr algn="l">
              <a:defRPr sz="1800" b="1">
                <a:solidFill>
                  <a:srgbClr val="0077FF"/>
                </a:solidFill>
              </a:defRPr>
            </a:lvl6pPr>
            <a:lvl7pPr algn="l">
              <a:defRPr sz="1800" b="1">
                <a:solidFill>
                  <a:srgbClr val="0077FF"/>
                </a:solidFill>
              </a:defRPr>
            </a:lvl7pPr>
            <a:lvl8pPr algn="l">
              <a:defRPr sz="1800" b="1">
                <a:solidFill>
                  <a:srgbClr val="0077FF"/>
                </a:solidFill>
              </a:defRPr>
            </a:lvl8pPr>
            <a:lvl9pPr algn="l">
              <a:defRPr sz="1800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1800" b="1">
                <a:solidFill>
                  <a:srgbClr val="0077FF"/>
                </a:solidFill>
              </a:defRPr>
            </a:pPr>
            <a:r>
              <a:rPr sz="1800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Одно изменение</a:t>
            </a:r>
          </a:p>
        </p:txBody>
      </p:sp>
      <p:sp>
        <p:nvSpPr>
          <p:cNvPr id="6" name="k: 20 → 15&#10;Та же подвыборка&#10;Сравнить и объяснить">
            <a:extLst xmlns:a="http://schemas.openxmlformats.org/drawingml/2006/main">
              <a:ext uri="{FF2B5EF4-FFF2-40B4-BE49-F238E27FC236}">
                <a16:creationId xmlns:a16="http://schemas.microsoft.com/office/drawing/2014/main" id="{206DFB74-7290-4DBD-86F5-95BE8E06E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667000"/>
            <a:ext cx="41910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0">
                <a:solidFill>
                  <a:srgbClr val="1E293B"/>
                </a:solidFill>
              </a:defRPr>
            </a:defPPr>
            <a:lvl1pPr algn="l">
              <a:defRPr sz="2325" b="0">
                <a:solidFill>
                  <a:srgbClr val="1E293B"/>
                </a:solidFill>
              </a:defRPr>
            </a:lvl1pPr>
            <a:lvl2pPr algn="l">
              <a:defRPr sz="2325" b="0">
                <a:solidFill>
                  <a:srgbClr val="1E293B"/>
                </a:solidFill>
              </a:defRPr>
            </a:lvl2pPr>
            <a:lvl3pPr algn="l">
              <a:defRPr sz="2325" b="0">
                <a:solidFill>
                  <a:srgbClr val="1E293B"/>
                </a:solidFill>
              </a:defRPr>
            </a:lvl3pPr>
            <a:lvl4pPr algn="l">
              <a:defRPr sz="2325" b="0">
                <a:solidFill>
                  <a:srgbClr val="1E293B"/>
                </a:solidFill>
              </a:defRPr>
            </a:lvl4pPr>
            <a:lvl5pPr algn="l">
              <a:defRPr sz="2325" b="0">
                <a:solidFill>
                  <a:srgbClr val="1E293B"/>
                </a:solidFill>
              </a:defRPr>
            </a:lvl5pPr>
            <a:lvl6pPr algn="l">
              <a:defRPr sz="2325" b="0">
                <a:solidFill>
                  <a:srgbClr val="1E293B"/>
                </a:solidFill>
              </a:defRPr>
            </a:lvl6pPr>
            <a:lvl7pPr algn="l">
              <a:defRPr sz="2325" b="0">
                <a:solidFill>
                  <a:srgbClr val="1E293B"/>
                </a:solidFill>
              </a:defRPr>
            </a:lvl7pPr>
            <a:lvl8pPr algn="l">
              <a:defRPr sz="2325" b="0">
                <a:solidFill>
                  <a:srgbClr val="1E293B"/>
                </a:solidFill>
              </a:defRPr>
            </a:lvl8pPr>
            <a:lvl9pPr algn="l">
              <a:defRPr sz="23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E293B"/>
                </a:solidFill>
              </a:defRPr>
            </a:pP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k: 20 → 15</a:t>
            </a:r>
            <a:b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Та же подвыборка</a:t>
            </a:r>
            <a:b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Сравнить и объяснить</a:t>
            </a:r>
          </a:p>
        </p:txBody>
      </p:sp>
      <p:sp>
        <p:nvSpPr>
          <p:cNvPr id="7" name="25 минут: рабочий CSV     10 минут: эксперимент ">
            <a:extLst xmlns:a="http://schemas.openxmlformats.org/drawingml/2006/main">
              <a:ext uri="{FF2B5EF4-FFF2-40B4-BE49-F238E27FC236}">
                <a16:creationId xmlns:a16="http://schemas.microsoft.com/office/drawing/2014/main" id="{505701E4-E59A-416A-AA79-9E0D0732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91125"/>
            <a:ext cx="1066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175" b="0">
                <a:solidFill>
                  <a:srgbClr val="1E293B"/>
                </a:solidFill>
              </a:defRPr>
            </a:defPPr>
            <a:lvl1pPr algn="l">
              <a:defRPr sz="2175" b="0">
                <a:solidFill>
                  <a:srgbClr val="1E293B"/>
                </a:solidFill>
              </a:defRPr>
            </a:lvl1pPr>
            <a:lvl2pPr algn="l">
              <a:defRPr sz="2175" b="0">
                <a:solidFill>
                  <a:srgbClr val="1E293B"/>
                </a:solidFill>
              </a:defRPr>
            </a:lvl2pPr>
            <a:lvl3pPr algn="l">
              <a:defRPr sz="2175" b="0">
                <a:solidFill>
                  <a:srgbClr val="1E293B"/>
                </a:solidFill>
              </a:defRPr>
            </a:lvl3pPr>
            <a:lvl4pPr algn="l">
              <a:defRPr sz="2175" b="0">
                <a:solidFill>
                  <a:srgbClr val="1E293B"/>
                </a:solidFill>
              </a:defRPr>
            </a:lvl4pPr>
            <a:lvl5pPr algn="l">
              <a:defRPr sz="2175" b="0">
                <a:solidFill>
                  <a:srgbClr val="1E293B"/>
                </a:solidFill>
              </a:defRPr>
            </a:lvl5pPr>
            <a:lvl6pPr algn="l">
              <a:defRPr sz="2175" b="0">
                <a:solidFill>
                  <a:srgbClr val="1E293B"/>
                </a:solidFill>
              </a:defRPr>
            </a:lvl6pPr>
            <a:lvl7pPr algn="l">
              <a:defRPr sz="2175" b="0">
                <a:solidFill>
                  <a:srgbClr val="1E293B"/>
                </a:solidFill>
              </a:defRPr>
            </a:lvl7pPr>
            <a:lvl8pPr algn="l">
              <a:defRPr sz="2175" b="0">
                <a:solidFill>
                  <a:srgbClr val="1E293B"/>
                </a:solidFill>
              </a:defRPr>
            </a:lvl8pPr>
            <a:lvl9pPr algn="l">
              <a:defRPr sz="217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175" b="0">
                <a:solidFill>
                  <a:srgbClr val="1E293B"/>
                </a:solidFill>
              </a:defRPr>
            </a:pPr>
            <a:r>
              <a:rPr sz="217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25 минут: рабочий CSV     10 минут: эксперимент и обсуждение</a:t>
            </a:r>
          </a:p>
        </p:txBody>
      </p:sp>
      <p:sp>
        <p:nvSpPr>
          <p:cNvPr id="8" name="Внутренние метрики — диагностика. Скрытый ARI вы">
            <a:extLst xmlns:a="http://schemas.openxmlformats.org/drawingml/2006/main">
              <a:ext uri="{FF2B5EF4-FFF2-40B4-BE49-F238E27FC236}">
                <a16:creationId xmlns:a16="http://schemas.microsoft.com/office/drawing/2014/main" id="{13B124DD-76E5-4D5C-B2AC-6AED60E8F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Внутренние метрики — диагностика. Скрытый ARI вычисляет только All Cups.</a:t>
            </a:r>
          </a:p>
        </p:txBody>
      </p:sp>
    </p:spTree>
    <p:extLst>
      <p:ext uri="{BB962C8B-B14F-4D97-AF65-F5344CB8AC3E}">
        <p14:creationId xmlns:p14="http://schemas.microsoft.com/office/powerpoint/2010/main" val="2975427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Справочно: расстояния и silhouette">
            <a:extLst xmlns:a="http://schemas.openxmlformats.org/drawingml/2006/main">
              <a:ext uri="{FF2B5EF4-FFF2-40B4-BE49-F238E27FC236}">
                <a16:creationId xmlns:a16="http://schemas.microsoft.com/office/drawing/2014/main" id="{05950C7E-A63D-4BBD-B4CA-B71824A20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Справочно: расстояния и silhouette</a:t>
            </a:r>
          </a:p>
        </p:txBody>
      </p:sp>
      <p:sp>
        <p:nvSpPr>
          <p:cNvPr id="2" name="Справочно · 16">
            <a:extLst xmlns:a="http://schemas.openxmlformats.org/drawingml/2006/main">
              <a:ext uri="{FF2B5EF4-FFF2-40B4-BE49-F238E27FC236}">
                <a16:creationId xmlns:a16="http://schemas.microsoft.com/office/drawing/2014/main" id="{3EB371B0-1695-472B-AA92-E63ADC200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Справочно · 16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729117-8E97-423B-BC36-276BFD8C49F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b9f92557ff4d4c">
            <a:extLst>
              <a:ext uri="{96DAC541-7B7A-43D3-8B79-37D633B846F1}">
                <asvg:svgBlip xmlns:asvg="http://schemas.microsoft.com/office/drawing/2016/SVG/main" r:embed="R9d28c3a66d30401e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2095500"/>
            <a:ext cx="3674845" cy="1022094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1DD7D9-ED88-4D09-ADE4-49BB3F3BA6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a7f7d15a8d748b6">
            <a:extLst>
              <a:ext uri="{96DAC541-7B7A-43D3-8B79-37D633B846F1}">
                <asvg:svgBlip xmlns:asvg="http://schemas.microsoft.com/office/drawing/2016/SVG/main" r:embed="R4a6216e63adb4e7a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3333750"/>
            <a:ext cx="3050338" cy="830166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A1F11D-8D5C-465E-AB14-82DCF00349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1c09febe7c434f">
            <a:extLst>
              <a:ext uri="{96DAC541-7B7A-43D3-8B79-37D633B846F1}">
                <asvg:svgBlip xmlns:asvg="http://schemas.microsoft.com/office/drawing/2016/SVG/main" r:embed="R1079d9fe29e04d0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4762500"/>
            <a:ext cx="2583280" cy="828404"/>
          </a:xfrm>
          <a:prstGeom xmlns:a="http://schemas.openxmlformats.org/drawingml/2006/main" prst="rect">
            <a:avLst/>
          </a:prstGeom>
        </p:spPr>
      </p:pic>
      <p:sp>
        <p:nvSpPr>
          <p:cNvPr id="6" name="Метрику близости выбираем до содержательной инте">
            <a:extLst xmlns:a="http://schemas.openxmlformats.org/drawingml/2006/main">
              <a:ext uri="{FF2B5EF4-FFF2-40B4-BE49-F238E27FC236}">
                <a16:creationId xmlns:a16="http://schemas.microsoft.com/office/drawing/2014/main" id="{21E89C9A-30FC-4DE4-BF33-11DF5F41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Метрику близости выбираем до содержательной интерпретации групп.</a:t>
            </a:r>
          </a:p>
        </p:txBody>
      </p:sp>
    </p:spTree>
    <p:extLst>
      <p:ext uri="{BB962C8B-B14F-4D97-AF65-F5344CB8AC3E}">
        <p14:creationId xmlns:p14="http://schemas.microsoft.com/office/powerpoint/2010/main" val="161141674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Справочно: что сохраняет проекция">
            <a:extLst xmlns:a="http://schemas.openxmlformats.org/drawingml/2006/main">
              <a:ext uri="{FF2B5EF4-FFF2-40B4-BE49-F238E27FC236}">
                <a16:creationId xmlns:a16="http://schemas.microsoft.com/office/drawing/2014/main" id="{F6F172F7-DF18-41C6-B613-6A8C8F89D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Справочно: что сохраняет проекция</a:t>
            </a:r>
          </a:p>
        </p:txBody>
      </p:sp>
      <p:sp>
        <p:nvSpPr>
          <p:cNvPr id="2" name="Справочно · 17">
            <a:extLst xmlns:a="http://schemas.openxmlformats.org/drawingml/2006/main">
              <a:ext uri="{FF2B5EF4-FFF2-40B4-BE49-F238E27FC236}">
                <a16:creationId xmlns:a16="http://schemas.microsoft.com/office/drawing/2014/main" id="{6C93E4DF-709B-46C0-9F70-EA105C3E1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Справочно · 17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CEC9B9-15C6-4541-940E-3BD5ACC34C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6b99c973bf4ec8">
            <a:extLst>
              <a:ext uri="{96DAC541-7B7A-43D3-8B79-37D633B846F1}">
                <asvg:svgBlip xmlns:asvg="http://schemas.microsoft.com/office/drawing/2016/SVG/main" r:embed="Rdb6f43a3570c4ae6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2286000"/>
            <a:ext cx="4789842" cy="810173"/>
          </a:xfrm>
          <a:prstGeom xmlns:a="http://schemas.openxmlformats.org/drawingml/2006/main" prst="rect">
            <a:avLst/>
          </a:prstGeom>
        </p:spPr>
      </p:pic>
      <p:sp>
        <p:nvSpPr>
          <p:cNvPr id="4" name="MDS: попарные расстояния&#10;PCA: вариация центриров">
            <a:extLst xmlns:a="http://schemas.openxmlformats.org/drawingml/2006/main">
              <a:ext uri="{FF2B5EF4-FFF2-40B4-BE49-F238E27FC236}">
                <a16:creationId xmlns:a16="http://schemas.microsoft.com/office/drawing/2014/main" id="{FBDEEEC8-C7E3-4520-8A92-BF14D1CB2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14750"/>
            <a:ext cx="105727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325" b="0">
                <a:solidFill>
                  <a:srgbClr val="1E293B"/>
                </a:solidFill>
              </a:defRPr>
            </a:defPPr>
            <a:lvl1pPr algn="l">
              <a:defRPr sz="2325" b="0">
                <a:solidFill>
                  <a:srgbClr val="1E293B"/>
                </a:solidFill>
              </a:defRPr>
            </a:lvl1pPr>
            <a:lvl2pPr algn="l">
              <a:defRPr sz="2325" b="0">
                <a:solidFill>
                  <a:srgbClr val="1E293B"/>
                </a:solidFill>
              </a:defRPr>
            </a:lvl2pPr>
            <a:lvl3pPr algn="l">
              <a:defRPr sz="2325" b="0">
                <a:solidFill>
                  <a:srgbClr val="1E293B"/>
                </a:solidFill>
              </a:defRPr>
            </a:lvl3pPr>
            <a:lvl4pPr algn="l">
              <a:defRPr sz="2325" b="0">
                <a:solidFill>
                  <a:srgbClr val="1E293B"/>
                </a:solidFill>
              </a:defRPr>
            </a:lvl4pPr>
            <a:lvl5pPr algn="l">
              <a:defRPr sz="2325" b="0">
                <a:solidFill>
                  <a:srgbClr val="1E293B"/>
                </a:solidFill>
              </a:defRPr>
            </a:lvl5pPr>
            <a:lvl6pPr algn="l">
              <a:defRPr sz="2325" b="0">
                <a:solidFill>
                  <a:srgbClr val="1E293B"/>
                </a:solidFill>
              </a:defRPr>
            </a:lvl6pPr>
            <a:lvl7pPr algn="l">
              <a:defRPr sz="2325" b="0">
                <a:solidFill>
                  <a:srgbClr val="1E293B"/>
                </a:solidFill>
              </a:defRPr>
            </a:lvl7pPr>
            <a:lvl8pPr algn="l">
              <a:defRPr sz="2325" b="0">
                <a:solidFill>
                  <a:srgbClr val="1E293B"/>
                </a:solidFill>
              </a:defRPr>
            </a:lvl8pPr>
            <a:lvl9pPr algn="l">
              <a:defRPr sz="23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325" b="0">
                <a:solidFill>
                  <a:srgbClr val="1E293B"/>
                </a:solidFill>
              </a:defRPr>
            </a:pP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MDS: попарные расстояния</a:t>
            </a:r>
            <a:b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PCA: вариация центрированных данных</a:t>
            </a:r>
            <a:b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</a:br>
            <a:r>
              <a:rPr sz="23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TruncatedSVD: аппроксимация без центрирования</a:t>
            </a:r>
          </a:p>
        </p:txBody>
      </p:sp>
      <p:sp>
        <p:nvSpPr>
          <p:cNvPr id="5" name="Двумерная картинка помогает обсуждению, но не за">
            <a:extLst xmlns:a="http://schemas.openxmlformats.org/drawingml/2006/main">
              <a:ext uri="{FF2B5EF4-FFF2-40B4-BE49-F238E27FC236}">
                <a16:creationId xmlns:a16="http://schemas.microsoft.com/office/drawing/2014/main" id="{CBE6C5BE-820D-4A4D-80FB-CF0467C56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Двумерная картинка помогает обсуждению, но не заменяет проверку результата.</a:t>
            </a:r>
          </a:p>
        </p:txBody>
      </p:sp>
    </p:spTree>
    <p:extLst>
      <p:ext uri="{BB962C8B-B14F-4D97-AF65-F5344CB8AC3E}">
        <p14:creationId xmlns:p14="http://schemas.microsoft.com/office/powerpoint/2010/main" val="113655635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Справочно: семейства кластеризации">
            <a:extLst xmlns:a="http://schemas.openxmlformats.org/drawingml/2006/main">
              <a:ext uri="{FF2B5EF4-FFF2-40B4-BE49-F238E27FC236}">
                <a16:creationId xmlns:a16="http://schemas.microsoft.com/office/drawing/2014/main" id="{BB5FE3CB-9837-4068-9E58-502DB2D93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Справочно: семейства кластеризации</a:t>
            </a:r>
          </a:p>
        </p:txBody>
      </p:sp>
      <p:sp>
        <p:nvSpPr>
          <p:cNvPr id="2" name="Справочно · 18">
            <a:extLst xmlns:a="http://schemas.openxmlformats.org/drawingml/2006/main">
              <a:ext uri="{FF2B5EF4-FFF2-40B4-BE49-F238E27FC236}">
                <a16:creationId xmlns:a16="http://schemas.microsoft.com/office/drawing/2014/main" id="{41A7521A-4496-4B76-81B7-077D96A5C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Справочно · 18</a:t>
            </a:r>
          </a:p>
        </p:txBody>
      </p:sp>
      <p:sp>
        <p:nvSpPr>
          <p:cNvPr id="3" name="K-means">
            <a:extLst xmlns:a="http://schemas.openxmlformats.org/drawingml/2006/main">
              <a:ext uri="{FF2B5EF4-FFF2-40B4-BE49-F238E27FC236}">
                <a16:creationId xmlns:a16="http://schemas.microsoft.com/office/drawing/2014/main" id="{5CD18D2D-9E58-4C7F-AE8D-F3E110673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478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077FF"/>
                </a:solidFill>
              </a:defRPr>
            </a:defPPr>
            <a:lvl1pPr algn="l">
              <a:defRPr sz="2025" b="1">
                <a:solidFill>
                  <a:srgbClr val="0077FF"/>
                </a:solidFill>
              </a:defRPr>
            </a:lvl1pPr>
            <a:lvl2pPr algn="l">
              <a:defRPr sz="2025" b="1">
                <a:solidFill>
                  <a:srgbClr val="0077FF"/>
                </a:solidFill>
              </a:defRPr>
            </a:lvl2pPr>
            <a:lvl3pPr algn="l">
              <a:defRPr sz="2025" b="1">
                <a:solidFill>
                  <a:srgbClr val="0077FF"/>
                </a:solidFill>
              </a:defRPr>
            </a:lvl3pPr>
            <a:lvl4pPr algn="l">
              <a:defRPr sz="2025" b="1">
                <a:solidFill>
                  <a:srgbClr val="0077FF"/>
                </a:solidFill>
              </a:defRPr>
            </a:lvl4pPr>
            <a:lvl5pPr algn="l">
              <a:defRPr sz="2025" b="1">
                <a:solidFill>
                  <a:srgbClr val="0077FF"/>
                </a:solidFill>
              </a:defRPr>
            </a:lvl5pPr>
            <a:lvl6pPr algn="l">
              <a:defRPr sz="2025" b="1">
                <a:solidFill>
                  <a:srgbClr val="0077FF"/>
                </a:solidFill>
              </a:defRPr>
            </a:lvl6pPr>
            <a:lvl7pPr algn="l">
              <a:defRPr sz="2025" b="1">
                <a:solidFill>
                  <a:srgbClr val="0077FF"/>
                </a:solidFill>
              </a:defRPr>
            </a:lvl7pPr>
            <a:lvl8pPr algn="l">
              <a:defRPr sz="2025" b="1">
                <a:solidFill>
                  <a:srgbClr val="0077FF"/>
                </a:solidFill>
              </a:defRPr>
            </a:lvl8pPr>
            <a:lvl9pPr algn="l">
              <a:defRPr sz="202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077FF"/>
                </a:solidFill>
              </a:defRPr>
            </a:pPr>
            <a:r>
              <a:rPr sz="202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K-means</a:t>
            </a:r>
          </a:p>
        </p:txBody>
      </p:sp>
      <p:sp>
        <p:nvSpPr>
          <p:cNvPr id="4" name="Центры и компактность">
            <a:extLst xmlns:a="http://schemas.openxmlformats.org/drawingml/2006/main">
              <a:ext uri="{FF2B5EF4-FFF2-40B4-BE49-F238E27FC236}">
                <a16:creationId xmlns:a16="http://schemas.microsoft.com/office/drawing/2014/main" id="{68003D74-7C74-4D81-924F-4F6B47BF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047875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0">
                <a:solidFill>
                  <a:srgbClr val="1E293B"/>
                </a:solidFill>
              </a:defRPr>
            </a:defPPr>
            <a:lvl1pPr algn="l">
              <a:defRPr sz="2025" b="0">
                <a:solidFill>
                  <a:srgbClr val="1E293B"/>
                </a:solidFill>
              </a:defRPr>
            </a:lvl1pPr>
            <a:lvl2pPr algn="l">
              <a:defRPr sz="2025" b="0">
                <a:solidFill>
                  <a:srgbClr val="1E293B"/>
                </a:solidFill>
              </a:defRPr>
            </a:lvl2pPr>
            <a:lvl3pPr algn="l">
              <a:defRPr sz="2025" b="0">
                <a:solidFill>
                  <a:srgbClr val="1E293B"/>
                </a:solidFill>
              </a:defRPr>
            </a:lvl3pPr>
            <a:lvl4pPr algn="l">
              <a:defRPr sz="2025" b="0">
                <a:solidFill>
                  <a:srgbClr val="1E293B"/>
                </a:solidFill>
              </a:defRPr>
            </a:lvl4pPr>
            <a:lvl5pPr algn="l">
              <a:defRPr sz="2025" b="0">
                <a:solidFill>
                  <a:srgbClr val="1E293B"/>
                </a:solidFill>
              </a:defRPr>
            </a:lvl5pPr>
            <a:lvl6pPr algn="l">
              <a:defRPr sz="2025" b="0">
                <a:solidFill>
                  <a:srgbClr val="1E293B"/>
                </a:solidFill>
              </a:defRPr>
            </a:lvl6pPr>
            <a:lvl7pPr algn="l">
              <a:defRPr sz="2025" b="0">
                <a:solidFill>
                  <a:srgbClr val="1E293B"/>
                </a:solidFill>
              </a:defRPr>
            </a:lvl7pPr>
            <a:lvl8pPr algn="l">
              <a:defRPr sz="2025" b="0">
                <a:solidFill>
                  <a:srgbClr val="1E293B"/>
                </a:solidFill>
              </a:defRPr>
            </a:lvl8pPr>
            <a:lvl9pPr algn="l">
              <a:defRPr sz="20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93B"/>
                </a:solidFill>
              </a:defRPr>
            </a:pPr>
            <a:r>
              <a:rPr sz="20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Центры и компактность</a:t>
            </a:r>
          </a:p>
        </p:txBody>
      </p:sp>
      <p:sp>
        <p:nvSpPr>
          <p:cNvPr id="5" name="k">
            <a:extLst xmlns:a="http://schemas.openxmlformats.org/drawingml/2006/main">
              <a:ext uri="{FF2B5EF4-FFF2-40B4-BE49-F238E27FC236}">
                <a16:creationId xmlns:a16="http://schemas.microsoft.com/office/drawing/2014/main" id="{AED2E1BC-4E09-4D6A-B561-5D30DBC9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047875"/>
            <a:ext cx="319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1E293B"/>
                </a:solidFill>
              </a:defRPr>
            </a:defPPr>
            <a:lvl1pPr algn="l">
              <a:defRPr sz="1950" b="0">
                <a:solidFill>
                  <a:srgbClr val="1E293B"/>
                </a:solidFill>
              </a:defRPr>
            </a:lvl1pPr>
            <a:lvl2pPr algn="l">
              <a:defRPr sz="1950" b="0">
                <a:solidFill>
                  <a:srgbClr val="1E293B"/>
                </a:solidFill>
              </a:defRPr>
            </a:lvl2pPr>
            <a:lvl3pPr algn="l">
              <a:defRPr sz="1950" b="0">
                <a:solidFill>
                  <a:srgbClr val="1E293B"/>
                </a:solidFill>
              </a:defRPr>
            </a:lvl3pPr>
            <a:lvl4pPr algn="l">
              <a:defRPr sz="1950" b="0">
                <a:solidFill>
                  <a:srgbClr val="1E293B"/>
                </a:solidFill>
              </a:defRPr>
            </a:lvl4pPr>
            <a:lvl5pPr algn="l">
              <a:defRPr sz="1950" b="0">
                <a:solidFill>
                  <a:srgbClr val="1E293B"/>
                </a:solidFill>
              </a:defRPr>
            </a:lvl5pPr>
            <a:lvl6pPr algn="l">
              <a:defRPr sz="1950" b="0">
                <a:solidFill>
                  <a:srgbClr val="1E293B"/>
                </a:solidFill>
              </a:defRPr>
            </a:lvl6pPr>
            <a:lvl7pPr algn="l">
              <a:defRPr sz="1950" b="0">
                <a:solidFill>
                  <a:srgbClr val="1E293B"/>
                </a:solidFill>
              </a:defRPr>
            </a:lvl7pPr>
            <a:lvl8pPr algn="l">
              <a:defRPr sz="1950" b="0">
                <a:solidFill>
                  <a:srgbClr val="1E293B"/>
                </a:solidFill>
              </a:defRPr>
            </a:lvl8pPr>
            <a:lvl9pPr algn="l">
              <a:defRPr sz="19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93B"/>
                </a:solidFill>
              </a:defRPr>
            </a:pPr>
            <a:r>
              <a:rPr sz="19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5FE7D9-7F61-4789-B3AF-5DD8A476A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23900" y="2733675"/>
            <a:ext cx="107061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7" name="Иерархический">
            <a:extLst xmlns:a="http://schemas.openxmlformats.org/drawingml/2006/main">
              <a:ext uri="{FF2B5EF4-FFF2-40B4-BE49-F238E27FC236}">
                <a16:creationId xmlns:a16="http://schemas.microsoft.com/office/drawing/2014/main" id="{DC86438D-299F-4CD7-9C6E-4EA3E9A9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241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077FF"/>
                </a:solidFill>
              </a:defRPr>
            </a:defPPr>
            <a:lvl1pPr algn="l">
              <a:defRPr sz="2025" b="1">
                <a:solidFill>
                  <a:srgbClr val="0077FF"/>
                </a:solidFill>
              </a:defRPr>
            </a:lvl1pPr>
            <a:lvl2pPr algn="l">
              <a:defRPr sz="2025" b="1">
                <a:solidFill>
                  <a:srgbClr val="0077FF"/>
                </a:solidFill>
              </a:defRPr>
            </a:lvl2pPr>
            <a:lvl3pPr algn="l">
              <a:defRPr sz="2025" b="1">
                <a:solidFill>
                  <a:srgbClr val="0077FF"/>
                </a:solidFill>
              </a:defRPr>
            </a:lvl3pPr>
            <a:lvl4pPr algn="l">
              <a:defRPr sz="2025" b="1">
                <a:solidFill>
                  <a:srgbClr val="0077FF"/>
                </a:solidFill>
              </a:defRPr>
            </a:lvl4pPr>
            <a:lvl5pPr algn="l">
              <a:defRPr sz="2025" b="1">
                <a:solidFill>
                  <a:srgbClr val="0077FF"/>
                </a:solidFill>
              </a:defRPr>
            </a:lvl5pPr>
            <a:lvl6pPr algn="l">
              <a:defRPr sz="2025" b="1">
                <a:solidFill>
                  <a:srgbClr val="0077FF"/>
                </a:solidFill>
              </a:defRPr>
            </a:lvl6pPr>
            <a:lvl7pPr algn="l">
              <a:defRPr sz="2025" b="1">
                <a:solidFill>
                  <a:srgbClr val="0077FF"/>
                </a:solidFill>
              </a:defRPr>
            </a:lvl7pPr>
            <a:lvl8pPr algn="l">
              <a:defRPr sz="2025" b="1">
                <a:solidFill>
                  <a:srgbClr val="0077FF"/>
                </a:solidFill>
              </a:defRPr>
            </a:lvl8pPr>
            <a:lvl9pPr algn="l">
              <a:defRPr sz="202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077FF"/>
                </a:solidFill>
              </a:defRPr>
            </a:pPr>
            <a:r>
              <a:rPr sz="202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Иерархический</a:t>
            </a:r>
          </a:p>
        </p:txBody>
      </p:sp>
      <p:sp>
        <p:nvSpPr>
          <p:cNvPr id="8" name="Дерево объединений">
            <a:extLst xmlns:a="http://schemas.openxmlformats.org/drawingml/2006/main">
              <a:ext uri="{FF2B5EF4-FFF2-40B4-BE49-F238E27FC236}">
                <a16:creationId xmlns:a16="http://schemas.microsoft.com/office/drawing/2014/main" id="{A5705F8F-6B45-40FB-AD10-47C12DF9D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924175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0">
                <a:solidFill>
                  <a:srgbClr val="1E293B"/>
                </a:solidFill>
              </a:defRPr>
            </a:defPPr>
            <a:lvl1pPr algn="l">
              <a:defRPr sz="2025" b="0">
                <a:solidFill>
                  <a:srgbClr val="1E293B"/>
                </a:solidFill>
              </a:defRPr>
            </a:lvl1pPr>
            <a:lvl2pPr algn="l">
              <a:defRPr sz="2025" b="0">
                <a:solidFill>
                  <a:srgbClr val="1E293B"/>
                </a:solidFill>
              </a:defRPr>
            </a:lvl2pPr>
            <a:lvl3pPr algn="l">
              <a:defRPr sz="2025" b="0">
                <a:solidFill>
                  <a:srgbClr val="1E293B"/>
                </a:solidFill>
              </a:defRPr>
            </a:lvl3pPr>
            <a:lvl4pPr algn="l">
              <a:defRPr sz="2025" b="0">
                <a:solidFill>
                  <a:srgbClr val="1E293B"/>
                </a:solidFill>
              </a:defRPr>
            </a:lvl4pPr>
            <a:lvl5pPr algn="l">
              <a:defRPr sz="2025" b="0">
                <a:solidFill>
                  <a:srgbClr val="1E293B"/>
                </a:solidFill>
              </a:defRPr>
            </a:lvl5pPr>
            <a:lvl6pPr algn="l">
              <a:defRPr sz="2025" b="0">
                <a:solidFill>
                  <a:srgbClr val="1E293B"/>
                </a:solidFill>
              </a:defRPr>
            </a:lvl6pPr>
            <a:lvl7pPr algn="l">
              <a:defRPr sz="2025" b="0">
                <a:solidFill>
                  <a:srgbClr val="1E293B"/>
                </a:solidFill>
              </a:defRPr>
            </a:lvl7pPr>
            <a:lvl8pPr algn="l">
              <a:defRPr sz="2025" b="0">
                <a:solidFill>
                  <a:srgbClr val="1E293B"/>
                </a:solidFill>
              </a:defRPr>
            </a:lvl8pPr>
            <a:lvl9pPr algn="l">
              <a:defRPr sz="20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93B"/>
                </a:solidFill>
              </a:defRPr>
            </a:pPr>
            <a:r>
              <a:rPr sz="20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Дерево объединений</a:t>
            </a:r>
          </a:p>
        </p:txBody>
      </p:sp>
      <p:sp>
        <p:nvSpPr>
          <p:cNvPr id="9" name="linkage и срез">
            <a:extLst xmlns:a="http://schemas.openxmlformats.org/drawingml/2006/main">
              <a:ext uri="{FF2B5EF4-FFF2-40B4-BE49-F238E27FC236}">
                <a16:creationId xmlns:a16="http://schemas.microsoft.com/office/drawing/2014/main" id="{7EC2402F-22FC-473E-9E72-7E34CDCA1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924175"/>
            <a:ext cx="319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1E293B"/>
                </a:solidFill>
              </a:defRPr>
            </a:defPPr>
            <a:lvl1pPr algn="l">
              <a:defRPr sz="1950" b="0">
                <a:solidFill>
                  <a:srgbClr val="1E293B"/>
                </a:solidFill>
              </a:defRPr>
            </a:lvl1pPr>
            <a:lvl2pPr algn="l">
              <a:defRPr sz="1950" b="0">
                <a:solidFill>
                  <a:srgbClr val="1E293B"/>
                </a:solidFill>
              </a:defRPr>
            </a:lvl2pPr>
            <a:lvl3pPr algn="l">
              <a:defRPr sz="1950" b="0">
                <a:solidFill>
                  <a:srgbClr val="1E293B"/>
                </a:solidFill>
              </a:defRPr>
            </a:lvl3pPr>
            <a:lvl4pPr algn="l">
              <a:defRPr sz="1950" b="0">
                <a:solidFill>
                  <a:srgbClr val="1E293B"/>
                </a:solidFill>
              </a:defRPr>
            </a:lvl4pPr>
            <a:lvl5pPr algn="l">
              <a:defRPr sz="1950" b="0">
                <a:solidFill>
                  <a:srgbClr val="1E293B"/>
                </a:solidFill>
              </a:defRPr>
            </a:lvl5pPr>
            <a:lvl6pPr algn="l">
              <a:defRPr sz="1950" b="0">
                <a:solidFill>
                  <a:srgbClr val="1E293B"/>
                </a:solidFill>
              </a:defRPr>
            </a:lvl6pPr>
            <a:lvl7pPr algn="l">
              <a:defRPr sz="1950" b="0">
                <a:solidFill>
                  <a:srgbClr val="1E293B"/>
                </a:solidFill>
              </a:defRPr>
            </a:lvl7pPr>
            <a:lvl8pPr algn="l">
              <a:defRPr sz="1950" b="0">
                <a:solidFill>
                  <a:srgbClr val="1E293B"/>
                </a:solidFill>
              </a:defRPr>
            </a:lvl8pPr>
            <a:lvl9pPr algn="l">
              <a:defRPr sz="19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93B"/>
                </a:solidFill>
              </a:defRPr>
            </a:pPr>
            <a:r>
              <a:rPr sz="19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linkage и срез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15039E-FEA6-4A28-B363-4A453906A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23900" y="3609975"/>
            <a:ext cx="107061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1" name="Спектральный">
            <a:extLst xmlns:a="http://schemas.openxmlformats.org/drawingml/2006/main">
              <a:ext uri="{FF2B5EF4-FFF2-40B4-BE49-F238E27FC236}">
                <a16:creationId xmlns:a16="http://schemas.microsoft.com/office/drawing/2014/main" id="{A93C49EE-30EE-4962-AD36-885968E18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004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077FF"/>
                </a:solidFill>
              </a:defRPr>
            </a:defPPr>
            <a:lvl1pPr algn="l">
              <a:defRPr sz="2025" b="1">
                <a:solidFill>
                  <a:srgbClr val="0077FF"/>
                </a:solidFill>
              </a:defRPr>
            </a:lvl1pPr>
            <a:lvl2pPr algn="l">
              <a:defRPr sz="2025" b="1">
                <a:solidFill>
                  <a:srgbClr val="0077FF"/>
                </a:solidFill>
              </a:defRPr>
            </a:lvl2pPr>
            <a:lvl3pPr algn="l">
              <a:defRPr sz="2025" b="1">
                <a:solidFill>
                  <a:srgbClr val="0077FF"/>
                </a:solidFill>
              </a:defRPr>
            </a:lvl3pPr>
            <a:lvl4pPr algn="l">
              <a:defRPr sz="2025" b="1">
                <a:solidFill>
                  <a:srgbClr val="0077FF"/>
                </a:solidFill>
              </a:defRPr>
            </a:lvl4pPr>
            <a:lvl5pPr algn="l">
              <a:defRPr sz="2025" b="1">
                <a:solidFill>
                  <a:srgbClr val="0077FF"/>
                </a:solidFill>
              </a:defRPr>
            </a:lvl5pPr>
            <a:lvl6pPr algn="l">
              <a:defRPr sz="2025" b="1">
                <a:solidFill>
                  <a:srgbClr val="0077FF"/>
                </a:solidFill>
              </a:defRPr>
            </a:lvl6pPr>
            <a:lvl7pPr algn="l">
              <a:defRPr sz="2025" b="1">
                <a:solidFill>
                  <a:srgbClr val="0077FF"/>
                </a:solidFill>
              </a:defRPr>
            </a:lvl7pPr>
            <a:lvl8pPr algn="l">
              <a:defRPr sz="2025" b="1">
                <a:solidFill>
                  <a:srgbClr val="0077FF"/>
                </a:solidFill>
              </a:defRPr>
            </a:lvl8pPr>
            <a:lvl9pPr algn="l">
              <a:defRPr sz="202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077FF"/>
                </a:solidFill>
              </a:defRPr>
            </a:pPr>
            <a:r>
              <a:rPr sz="202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Спектральный</a:t>
            </a:r>
          </a:p>
        </p:txBody>
      </p:sp>
      <p:sp>
        <p:nvSpPr>
          <p:cNvPr id="12" name="Граф сходства">
            <a:extLst xmlns:a="http://schemas.openxmlformats.org/drawingml/2006/main">
              <a:ext uri="{FF2B5EF4-FFF2-40B4-BE49-F238E27FC236}">
                <a16:creationId xmlns:a16="http://schemas.microsoft.com/office/drawing/2014/main" id="{DA4FD8BD-BF62-4DB1-BD6B-3E1C1D5B7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800475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0">
                <a:solidFill>
                  <a:srgbClr val="1E293B"/>
                </a:solidFill>
              </a:defRPr>
            </a:defPPr>
            <a:lvl1pPr algn="l">
              <a:defRPr sz="2025" b="0">
                <a:solidFill>
                  <a:srgbClr val="1E293B"/>
                </a:solidFill>
              </a:defRPr>
            </a:lvl1pPr>
            <a:lvl2pPr algn="l">
              <a:defRPr sz="2025" b="0">
                <a:solidFill>
                  <a:srgbClr val="1E293B"/>
                </a:solidFill>
              </a:defRPr>
            </a:lvl2pPr>
            <a:lvl3pPr algn="l">
              <a:defRPr sz="2025" b="0">
                <a:solidFill>
                  <a:srgbClr val="1E293B"/>
                </a:solidFill>
              </a:defRPr>
            </a:lvl3pPr>
            <a:lvl4pPr algn="l">
              <a:defRPr sz="2025" b="0">
                <a:solidFill>
                  <a:srgbClr val="1E293B"/>
                </a:solidFill>
              </a:defRPr>
            </a:lvl4pPr>
            <a:lvl5pPr algn="l">
              <a:defRPr sz="2025" b="0">
                <a:solidFill>
                  <a:srgbClr val="1E293B"/>
                </a:solidFill>
              </a:defRPr>
            </a:lvl5pPr>
            <a:lvl6pPr algn="l">
              <a:defRPr sz="2025" b="0">
                <a:solidFill>
                  <a:srgbClr val="1E293B"/>
                </a:solidFill>
              </a:defRPr>
            </a:lvl6pPr>
            <a:lvl7pPr algn="l">
              <a:defRPr sz="2025" b="0">
                <a:solidFill>
                  <a:srgbClr val="1E293B"/>
                </a:solidFill>
              </a:defRPr>
            </a:lvl7pPr>
            <a:lvl8pPr algn="l">
              <a:defRPr sz="2025" b="0">
                <a:solidFill>
                  <a:srgbClr val="1E293B"/>
                </a:solidFill>
              </a:defRPr>
            </a:lvl8pPr>
            <a:lvl9pPr algn="l">
              <a:defRPr sz="20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93B"/>
                </a:solidFill>
              </a:defRPr>
            </a:pPr>
            <a:r>
              <a:rPr sz="20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Граф сходства</a:t>
            </a:r>
          </a:p>
        </p:txBody>
      </p:sp>
      <p:sp>
        <p:nvSpPr>
          <p:cNvPr id="13" name="Граф и число групп">
            <a:extLst xmlns:a="http://schemas.openxmlformats.org/drawingml/2006/main">
              <a:ext uri="{FF2B5EF4-FFF2-40B4-BE49-F238E27FC236}">
                <a16:creationId xmlns:a16="http://schemas.microsoft.com/office/drawing/2014/main" id="{E30ADE6E-2C8D-4D5C-A1B8-BC4A9029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00475"/>
            <a:ext cx="319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1E293B"/>
                </a:solidFill>
              </a:defRPr>
            </a:defPPr>
            <a:lvl1pPr algn="l">
              <a:defRPr sz="1950" b="0">
                <a:solidFill>
                  <a:srgbClr val="1E293B"/>
                </a:solidFill>
              </a:defRPr>
            </a:lvl1pPr>
            <a:lvl2pPr algn="l">
              <a:defRPr sz="1950" b="0">
                <a:solidFill>
                  <a:srgbClr val="1E293B"/>
                </a:solidFill>
              </a:defRPr>
            </a:lvl2pPr>
            <a:lvl3pPr algn="l">
              <a:defRPr sz="1950" b="0">
                <a:solidFill>
                  <a:srgbClr val="1E293B"/>
                </a:solidFill>
              </a:defRPr>
            </a:lvl3pPr>
            <a:lvl4pPr algn="l">
              <a:defRPr sz="1950" b="0">
                <a:solidFill>
                  <a:srgbClr val="1E293B"/>
                </a:solidFill>
              </a:defRPr>
            </a:lvl4pPr>
            <a:lvl5pPr algn="l">
              <a:defRPr sz="1950" b="0">
                <a:solidFill>
                  <a:srgbClr val="1E293B"/>
                </a:solidFill>
              </a:defRPr>
            </a:lvl5pPr>
            <a:lvl6pPr algn="l">
              <a:defRPr sz="1950" b="0">
                <a:solidFill>
                  <a:srgbClr val="1E293B"/>
                </a:solidFill>
              </a:defRPr>
            </a:lvl6pPr>
            <a:lvl7pPr algn="l">
              <a:defRPr sz="1950" b="0">
                <a:solidFill>
                  <a:srgbClr val="1E293B"/>
                </a:solidFill>
              </a:defRPr>
            </a:lvl7pPr>
            <a:lvl8pPr algn="l">
              <a:defRPr sz="1950" b="0">
                <a:solidFill>
                  <a:srgbClr val="1E293B"/>
                </a:solidFill>
              </a:defRPr>
            </a:lvl8pPr>
            <a:lvl9pPr algn="l">
              <a:defRPr sz="19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93B"/>
                </a:solidFill>
              </a:defRPr>
            </a:pPr>
            <a:r>
              <a:rPr sz="19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Граф и число групп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F166EE-32DA-4E97-86CB-D88C69D7C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0">
            <a:off x="723900" y="4486275"/>
            <a:ext cx="10706100" cy="9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CC8D5"/>
            </a:solidFill>
            <a:prstDash val="solid"/>
          </a:ln>
        </p:spPr>
      </p:sp>
      <p:sp>
        <p:nvSpPr>
          <p:cNvPr id="15" name="DBSCAN / HDBSCAN">
            <a:extLst xmlns:a="http://schemas.openxmlformats.org/drawingml/2006/main">
              <a:ext uri="{FF2B5EF4-FFF2-40B4-BE49-F238E27FC236}">
                <a16:creationId xmlns:a16="http://schemas.microsoft.com/office/drawing/2014/main" id="{10811AB9-A57E-4AF5-87CF-69487D70B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76775"/>
            <a:ext cx="304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1">
                <a:solidFill>
                  <a:srgbClr val="0077FF"/>
                </a:solidFill>
              </a:defRPr>
            </a:defPPr>
            <a:lvl1pPr algn="l">
              <a:defRPr sz="2025" b="1">
                <a:solidFill>
                  <a:srgbClr val="0077FF"/>
                </a:solidFill>
              </a:defRPr>
            </a:lvl1pPr>
            <a:lvl2pPr algn="l">
              <a:defRPr sz="2025" b="1">
                <a:solidFill>
                  <a:srgbClr val="0077FF"/>
                </a:solidFill>
              </a:defRPr>
            </a:lvl2pPr>
            <a:lvl3pPr algn="l">
              <a:defRPr sz="2025" b="1">
                <a:solidFill>
                  <a:srgbClr val="0077FF"/>
                </a:solidFill>
              </a:defRPr>
            </a:lvl3pPr>
            <a:lvl4pPr algn="l">
              <a:defRPr sz="2025" b="1">
                <a:solidFill>
                  <a:srgbClr val="0077FF"/>
                </a:solidFill>
              </a:defRPr>
            </a:lvl4pPr>
            <a:lvl5pPr algn="l">
              <a:defRPr sz="2025" b="1">
                <a:solidFill>
                  <a:srgbClr val="0077FF"/>
                </a:solidFill>
              </a:defRPr>
            </a:lvl5pPr>
            <a:lvl6pPr algn="l">
              <a:defRPr sz="2025" b="1">
                <a:solidFill>
                  <a:srgbClr val="0077FF"/>
                </a:solidFill>
              </a:defRPr>
            </a:lvl6pPr>
            <a:lvl7pPr algn="l">
              <a:defRPr sz="2025" b="1">
                <a:solidFill>
                  <a:srgbClr val="0077FF"/>
                </a:solidFill>
              </a:defRPr>
            </a:lvl7pPr>
            <a:lvl8pPr algn="l">
              <a:defRPr sz="2025" b="1">
                <a:solidFill>
                  <a:srgbClr val="0077FF"/>
                </a:solidFill>
              </a:defRPr>
            </a:lvl8pPr>
            <a:lvl9pPr algn="l">
              <a:defRPr sz="2025" b="1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2025" b="1">
                <a:solidFill>
                  <a:srgbClr val="0077FF"/>
                </a:solidFill>
              </a:defRPr>
            </a:pPr>
            <a:r>
              <a:rPr sz="2025" b="1">
                <a:solidFill>
                  <a:srgbClr val="0077FF"/>
                </a:solidFill>
                <a:latin typeface="Play"/>
                <a:ea typeface="Play"/>
                <a:cs typeface="Play"/>
              </a:rPr>
              <a:t>DBSCAN / HDBSCAN</a:t>
            </a:r>
          </a:p>
        </p:txBody>
      </p:sp>
      <p:sp>
        <p:nvSpPr>
          <p:cNvPr id="16" name="Плотность и шум">
            <a:extLst xmlns:a="http://schemas.openxmlformats.org/drawingml/2006/main">
              <a:ext uri="{FF2B5EF4-FFF2-40B4-BE49-F238E27FC236}">
                <a16:creationId xmlns:a16="http://schemas.microsoft.com/office/drawing/2014/main" id="{3713246C-7DAC-434F-BE52-573E8B845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76775"/>
            <a:ext cx="3905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2025" b="0">
                <a:solidFill>
                  <a:srgbClr val="1E293B"/>
                </a:solidFill>
              </a:defRPr>
            </a:defPPr>
            <a:lvl1pPr algn="l">
              <a:defRPr sz="2025" b="0">
                <a:solidFill>
                  <a:srgbClr val="1E293B"/>
                </a:solidFill>
              </a:defRPr>
            </a:lvl1pPr>
            <a:lvl2pPr algn="l">
              <a:defRPr sz="2025" b="0">
                <a:solidFill>
                  <a:srgbClr val="1E293B"/>
                </a:solidFill>
              </a:defRPr>
            </a:lvl2pPr>
            <a:lvl3pPr algn="l">
              <a:defRPr sz="2025" b="0">
                <a:solidFill>
                  <a:srgbClr val="1E293B"/>
                </a:solidFill>
              </a:defRPr>
            </a:lvl3pPr>
            <a:lvl4pPr algn="l">
              <a:defRPr sz="2025" b="0">
                <a:solidFill>
                  <a:srgbClr val="1E293B"/>
                </a:solidFill>
              </a:defRPr>
            </a:lvl4pPr>
            <a:lvl5pPr algn="l">
              <a:defRPr sz="2025" b="0">
                <a:solidFill>
                  <a:srgbClr val="1E293B"/>
                </a:solidFill>
              </a:defRPr>
            </a:lvl5pPr>
            <a:lvl6pPr algn="l">
              <a:defRPr sz="2025" b="0">
                <a:solidFill>
                  <a:srgbClr val="1E293B"/>
                </a:solidFill>
              </a:defRPr>
            </a:lvl6pPr>
            <a:lvl7pPr algn="l">
              <a:defRPr sz="2025" b="0">
                <a:solidFill>
                  <a:srgbClr val="1E293B"/>
                </a:solidFill>
              </a:defRPr>
            </a:lvl7pPr>
            <a:lvl8pPr algn="l">
              <a:defRPr sz="2025" b="0">
                <a:solidFill>
                  <a:srgbClr val="1E293B"/>
                </a:solidFill>
              </a:defRPr>
            </a:lvl8pPr>
            <a:lvl9pPr algn="l">
              <a:defRPr sz="2025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2025" b="0">
                <a:solidFill>
                  <a:srgbClr val="1E293B"/>
                </a:solidFill>
              </a:defRPr>
            </a:pPr>
            <a:r>
              <a:rPr sz="2025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Плотность и шум</a:t>
            </a:r>
          </a:p>
        </p:txBody>
      </p:sp>
      <p:sp>
        <p:nvSpPr>
          <p:cNvPr id="17" name="Параметры плотности">
            <a:extLst xmlns:a="http://schemas.openxmlformats.org/drawingml/2006/main">
              <a:ext uri="{FF2B5EF4-FFF2-40B4-BE49-F238E27FC236}">
                <a16:creationId xmlns:a16="http://schemas.microsoft.com/office/drawing/2014/main" id="{2B078DB9-DDBC-42CD-AE72-75BFBA0E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4676775"/>
            <a:ext cx="31908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950" b="0">
                <a:solidFill>
                  <a:srgbClr val="1E293B"/>
                </a:solidFill>
              </a:defRPr>
            </a:defPPr>
            <a:lvl1pPr algn="l">
              <a:defRPr sz="1950" b="0">
                <a:solidFill>
                  <a:srgbClr val="1E293B"/>
                </a:solidFill>
              </a:defRPr>
            </a:lvl1pPr>
            <a:lvl2pPr algn="l">
              <a:defRPr sz="1950" b="0">
                <a:solidFill>
                  <a:srgbClr val="1E293B"/>
                </a:solidFill>
              </a:defRPr>
            </a:lvl2pPr>
            <a:lvl3pPr algn="l">
              <a:defRPr sz="1950" b="0">
                <a:solidFill>
                  <a:srgbClr val="1E293B"/>
                </a:solidFill>
              </a:defRPr>
            </a:lvl3pPr>
            <a:lvl4pPr algn="l">
              <a:defRPr sz="1950" b="0">
                <a:solidFill>
                  <a:srgbClr val="1E293B"/>
                </a:solidFill>
              </a:defRPr>
            </a:lvl4pPr>
            <a:lvl5pPr algn="l">
              <a:defRPr sz="1950" b="0">
                <a:solidFill>
                  <a:srgbClr val="1E293B"/>
                </a:solidFill>
              </a:defRPr>
            </a:lvl5pPr>
            <a:lvl6pPr algn="l">
              <a:defRPr sz="1950" b="0">
                <a:solidFill>
                  <a:srgbClr val="1E293B"/>
                </a:solidFill>
              </a:defRPr>
            </a:lvl6pPr>
            <a:lvl7pPr algn="l">
              <a:defRPr sz="1950" b="0">
                <a:solidFill>
                  <a:srgbClr val="1E293B"/>
                </a:solidFill>
              </a:defRPr>
            </a:lvl7pPr>
            <a:lvl8pPr algn="l">
              <a:defRPr sz="1950" b="0">
                <a:solidFill>
                  <a:srgbClr val="1E293B"/>
                </a:solidFill>
              </a:defRPr>
            </a:lvl8pPr>
            <a:lvl9pPr algn="l">
              <a:defRPr sz="1950" b="0">
                <a:solidFill>
                  <a:srgbClr val="1E293B"/>
                </a:solidFill>
              </a:defRPr>
            </a:lvl9pPr>
          </a:lstStyle>
          <a:p xmlns:a="http://schemas.openxmlformats.org/drawingml/2006/main">
            <a:pPr algn="l">
              <a:defRPr sz="1950" b="0">
                <a:solidFill>
                  <a:srgbClr val="1E293B"/>
                </a:solidFill>
              </a:defRPr>
            </a:pPr>
            <a:r>
              <a:rPr sz="1950" b="0">
                <a:solidFill>
                  <a:srgbClr val="1E293B"/>
                </a:solidFill>
                <a:latin typeface="Play"/>
                <a:ea typeface="Play"/>
                <a:cs typeface="Play"/>
              </a:rPr>
              <a:t>Параметры плотности</a:t>
            </a:r>
          </a:p>
        </p:txBody>
      </p:sp>
      <p:sp>
        <p:nvSpPr>
          <p:cNvPr id="18" name="Алгоритм выражает предположение о структуре данн">
            <a:extLst xmlns:a="http://schemas.openxmlformats.org/drawingml/2006/main">
              <a:ext uri="{FF2B5EF4-FFF2-40B4-BE49-F238E27FC236}">
                <a16:creationId xmlns:a16="http://schemas.microsoft.com/office/drawing/2014/main" id="{22DCFBAB-57F5-4ABF-ADC6-082372A1B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Алгоритм выражает предположение о структуре данных.</a:t>
            </a:r>
          </a:p>
        </p:txBody>
      </p:sp>
    </p:spTree>
    <p:extLst>
      <p:ext uri="{BB962C8B-B14F-4D97-AF65-F5344CB8AC3E}">
        <p14:creationId xmlns:p14="http://schemas.microsoft.com/office/powerpoint/2010/main" val="1062849081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Справочно: чтение ассоциативных правил">
            <a:extLst xmlns:a="http://schemas.openxmlformats.org/drawingml/2006/main">
              <a:ext uri="{FF2B5EF4-FFF2-40B4-BE49-F238E27FC236}">
                <a16:creationId xmlns:a16="http://schemas.microsoft.com/office/drawing/2014/main" id="{5C4D14D5-2DE9-4791-B741-7DE09DB56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0075"/>
            <a:ext cx="881062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3300" b="0">
                <a:solidFill>
                  <a:srgbClr val="0077FF"/>
                </a:solidFill>
              </a:defRPr>
            </a:defPPr>
            <a:lvl1pPr algn="l">
              <a:defRPr sz="3300" b="0">
                <a:solidFill>
                  <a:srgbClr val="0077FF"/>
                </a:solidFill>
              </a:defRPr>
            </a:lvl1pPr>
            <a:lvl2pPr algn="l">
              <a:defRPr sz="3300" b="0">
                <a:solidFill>
                  <a:srgbClr val="0077FF"/>
                </a:solidFill>
              </a:defRPr>
            </a:lvl2pPr>
            <a:lvl3pPr algn="l">
              <a:defRPr sz="3300" b="0">
                <a:solidFill>
                  <a:srgbClr val="0077FF"/>
                </a:solidFill>
              </a:defRPr>
            </a:lvl3pPr>
            <a:lvl4pPr algn="l">
              <a:defRPr sz="3300" b="0">
                <a:solidFill>
                  <a:srgbClr val="0077FF"/>
                </a:solidFill>
              </a:defRPr>
            </a:lvl4pPr>
            <a:lvl5pPr algn="l">
              <a:defRPr sz="3300" b="0">
                <a:solidFill>
                  <a:srgbClr val="0077FF"/>
                </a:solidFill>
              </a:defRPr>
            </a:lvl5pPr>
            <a:lvl6pPr algn="l">
              <a:defRPr sz="3300" b="0">
                <a:solidFill>
                  <a:srgbClr val="0077FF"/>
                </a:solidFill>
              </a:defRPr>
            </a:lvl6pPr>
            <a:lvl7pPr algn="l">
              <a:defRPr sz="3300" b="0">
                <a:solidFill>
                  <a:srgbClr val="0077FF"/>
                </a:solidFill>
              </a:defRPr>
            </a:lvl7pPr>
            <a:lvl8pPr algn="l">
              <a:defRPr sz="3300" b="0">
                <a:solidFill>
                  <a:srgbClr val="0077FF"/>
                </a:solidFill>
              </a:defRPr>
            </a:lvl8pPr>
            <a:lvl9pPr algn="l">
              <a:defRPr sz="3300" b="0">
                <a:solidFill>
                  <a:srgbClr val="0077FF"/>
                </a:solidFill>
              </a:defRPr>
            </a:lvl9pPr>
          </a:lstStyle>
          <a:p xmlns:a="http://schemas.openxmlformats.org/drawingml/2006/main">
            <a:pPr algn="l">
              <a:defRPr sz="3300" b="0">
                <a:solidFill>
                  <a:srgbClr val="0077FF"/>
                </a:solidFill>
              </a:defRPr>
            </a:pPr>
            <a:r>
              <a:rPr sz="3300" b="0">
                <a:solidFill>
                  <a:srgbClr val="0077FF"/>
                </a:solidFill>
                <a:latin typeface="Play"/>
                <a:ea typeface="Play"/>
                <a:cs typeface="Play"/>
              </a:rPr>
              <a:t>Справочно: чтение ассоциативных правил</a:t>
            </a:r>
          </a:p>
        </p:txBody>
      </p:sp>
      <p:sp>
        <p:nvSpPr>
          <p:cNvPr id="2" name="Справочно · 19">
            <a:extLst xmlns:a="http://schemas.openxmlformats.org/drawingml/2006/main">
              <a:ext uri="{FF2B5EF4-FFF2-40B4-BE49-F238E27FC236}">
                <a16:creationId xmlns:a16="http://schemas.microsoft.com/office/drawing/2014/main" id="{29BD6E10-16D1-4CD3-BBB2-B918B0C31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6553200"/>
            <a:ext cx="1428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r">
              <a:defRPr sz="1200" b="0">
                <a:solidFill>
                  <a:srgbClr val="55657B"/>
                </a:solidFill>
              </a:defRPr>
            </a:defPPr>
            <a:lvl1pPr algn="r">
              <a:defRPr sz="1200" b="0">
                <a:solidFill>
                  <a:srgbClr val="55657B"/>
                </a:solidFill>
              </a:defRPr>
            </a:lvl1pPr>
            <a:lvl2pPr algn="r">
              <a:defRPr sz="1200" b="0">
                <a:solidFill>
                  <a:srgbClr val="55657B"/>
                </a:solidFill>
              </a:defRPr>
            </a:lvl2pPr>
            <a:lvl3pPr algn="r">
              <a:defRPr sz="1200" b="0">
                <a:solidFill>
                  <a:srgbClr val="55657B"/>
                </a:solidFill>
              </a:defRPr>
            </a:lvl3pPr>
            <a:lvl4pPr algn="r">
              <a:defRPr sz="1200" b="0">
                <a:solidFill>
                  <a:srgbClr val="55657B"/>
                </a:solidFill>
              </a:defRPr>
            </a:lvl4pPr>
            <a:lvl5pPr algn="r">
              <a:defRPr sz="1200" b="0">
                <a:solidFill>
                  <a:srgbClr val="55657B"/>
                </a:solidFill>
              </a:defRPr>
            </a:lvl5pPr>
            <a:lvl6pPr algn="r">
              <a:defRPr sz="1200" b="0">
                <a:solidFill>
                  <a:srgbClr val="55657B"/>
                </a:solidFill>
              </a:defRPr>
            </a:lvl6pPr>
            <a:lvl7pPr algn="r">
              <a:defRPr sz="1200" b="0">
                <a:solidFill>
                  <a:srgbClr val="55657B"/>
                </a:solidFill>
              </a:defRPr>
            </a:lvl7pPr>
            <a:lvl8pPr algn="r">
              <a:defRPr sz="1200" b="0">
                <a:solidFill>
                  <a:srgbClr val="55657B"/>
                </a:solidFill>
              </a:defRPr>
            </a:lvl8pPr>
            <a:lvl9pPr algn="r">
              <a:defRPr sz="1200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r">
              <a:defRPr sz="1200" b="0">
                <a:solidFill>
                  <a:srgbClr val="55657B"/>
                </a:solidFill>
              </a:defRPr>
            </a:pPr>
            <a:r>
              <a:rPr sz="1200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Справочно · 19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85288C-4D45-400B-881E-753C763169E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335fc81295442bd">
            <a:extLst>
              <a:ext uri="{96DAC541-7B7A-43D3-8B79-37D633B846F1}">
                <asvg:svgBlip xmlns:asvg="http://schemas.microsoft.com/office/drawing/2016/SVG/main" r:embed="R62953828179e4e45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2047875"/>
            <a:ext cx="5697141" cy="677166"/>
          </a:xfrm>
          <a:prstGeom xmlns:a="http://schemas.openxmlformats.org/drawingml/2006/main" prst="rect">
            <a:avLst/>
          </a:prstGeom>
        </p:spPr>
      </p:pic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569641-1245-445A-B81E-8F2FAB2AA2F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52f6e6c39e4e7f">
            <a:extLst>
              <a:ext uri="{96DAC541-7B7A-43D3-8B79-37D633B846F1}">
                <asvg:svgBlip xmlns:asvg="http://schemas.microsoft.com/office/drawing/2016/SVG/main" r:embed="Rbeebb080ef9945dd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3333750"/>
            <a:ext cx="5911215" cy="755613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C96C57-3D21-4ECA-BA19-42F7F983A0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ccf3f280484900">
            <a:extLst>
              <a:ext uri="{96DAC541-7B7A-43D3-8B79-37D633B846F1}">
                <asvg:svgBlip xmlns:asvg="http://schemas.microsoft.com/office/drawing/2016/SVG/main" r:embed="R6ab585a1c8bf4974"/>
              </a:ext>
            </a:extLst>
          </a:blip>
          <a:stretch xmlns:a="http://schemas.openxmlformats.org/drawingml/2006/main"/>
        </p:blipFill>
        <p:spPr>
          <a:xfrm xmlns:a="http://schemas.openxmlformats.org/drawingml/2006/main">
            <a:off x="723900" y="4619625"/>
            <a:ext cx="5120245" cy="731444"/>
          </a:xfrm>
          <a:prstGeom xmlns:a="http://schemas.openxmlformats.org/drawingml/2006/main" prst="rect">
            <a:avLst/>
          </a:prstGeom>
        </p:spPr>
      </p:pic>
      <p:sp>
        <p:nvSpPr>
          <p:cNvPr id="6" name="Частые наборы → правила → предметная проверка.">
            <a:extLst xmlns:a="http://schemas.openxmlformats.org/drawingml/2006/main">
              <a:ext uri="{FF2B5EF4-FFF2-40B4-BE49-F238E27FC236}">
                <a16:creationId xmlns:a16="http://schemas.microsoft.com/office/drawing/2014/main" id="{8E9C9E91-BD00-4D2B-86D7-1C97E90D0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096000"/>
            <a:ext cx="1066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>
            <a:defPPr algn="l">
              <a:defRPr sz="1725" b="0">
                <a:solidFill>
                  <a:srgbClr val="55657B"/>
                </a:solidFill>
              </a:defRPr>
            </a:defPPr>
            <a:lvl1pPr algn="l">
              <a:defRPr sz="1725" b="0">
                <a:solidFill>
                  <a:srgbClr val="55657B"/>
                </a:solidFill>
              </a:defRPr>
            </a:lvl1pPr>
            <a:lvl2pPr algn="l">
              <a:defRPr sz="1725" b="0">
                <a:solidFill>
                  <a:srgbClr val="55657B"/>
                </a:solidFill>
              </a:defRPr>
            </a:lvl2pPr>
            <a:lvl3pPr algn="l">
              <a:defRPr sz="1725" b="0">
                <a:solidFill>
                  <a:srgbClr val="55657B"/>
                </a:solidFill>
              </a:defRPr>
            </a:lvl3pPr>
            <a:lvl4pPr algn="l">
              <a:defRPr sz="1725" b="0">
                <a:solidFill>
                  <a:srgbClr val="55657B"/>
                </a:solidFill>
              </a:defRPr>
            </a:lvl4pPr>
            <a:lvl5pPr algn="l">
              <a:defRPr sz="1725" b="0">
                <a:solidFill>
                  <a:srgbClr val="55657B"/>
                </a:solidFill>
              </a:defRPr>
            </a:lvl5pPr>
            <a:lvl6pPr algn="l">
              <a:defRPr sz="1725" b="0">
                <a:solidFill>
                  <a:srgbClr val="55657B"/>
                </a:solidFill>
              </a:defRPr>
            </a:lvl6pPr>
            <a:lvl7pPr algn="l">
              <a:defRPr sz="1725" b="0">
                <a:solidFill>
                  <a:srgbClr val="55657B"/>
                </a:solidFill>
              </a:defRPr>
            </a:lvl7pPr>
            <a:lvl8pPr algn="l">
              <a:defRPr sz="1725" b="0">
                <a:solidFill>
                  <a:srgbClr val="55657B"/>
                </a:solidFill>
              </a:defRPr>
            </a:lvl8pPr>
            <a:lvl9pPr algn="l">
              <a:defRPr sz="1725" b="0">
                <a:solidFill>
                  <a:srgbClr val="55657B"/>
                </a:solidFill>
              </a:defRPr>
            </a:lvl9pPr>
          </a:lstStyle>
          <a:p xmlns:a="http://schemas.openxmlformats.org/drawingml/2006/main">
            <a:pPr algn="l">
              <a:defRPr sz="1725" b="0">
                <a:solidFill>
                  <a:srgbClr val="55657B"/>
                </a:solidFill>
              </a:defRPr>
            </a:pPr>
            <a:r>
              <a:rPr sz="1725" b="0">
                <a:solidFill>
                  <a:srgbClr val="55657B"/>
                </a:solidFill>
                <a:latin typeface="Play"/>
                <a:ea typeface="Play"/>
                <a:cs typeface="Play"/>
              </a:rPr>
              <a:t>Частые наборы → правила → предметная проверка.</a:t>
            </a:r>
          </a:p>
        </p:txBody>
      </p:sp>
    </p:spTree>
    <p:extLst>
      <p:ext uri="{BB962C8B-B14F-4D97-AF65-F5344CB8AC3E}">
        <p14:creationId xmlns:p14="http://schemas.microsoft.com/office/powerpoint/2010/main" val="866606238"/>
      </p:ext>
    </p:extLst>
  </p:cSld>
</p:sld>
</file>

<file path=ppt/theme/theme1.xml><?xml version="1.0" encoding="utf-8"?>
<a:theme xmlns:a="http://schemas.openxmlformats.org/drawingml/2006/main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VK Education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creator>MIEM HSE course</dc:creator>
  <cp:lastModifiedBy>MIEM HSE course</cp:lastModifiedBy>
  <dc:title>Presentation</dc:title>
  <dcterms:created xsi:type="dcterms:W3CDTF">2026-10-19T21:23:49.0920000Z</dcterms:created>
  <dcterms:modified xsi:type="dcterms:W3CDTF">2026-10-19T21:23:49.0920000Z</dcterms:modified>
</cp:coreProperties>
</file>