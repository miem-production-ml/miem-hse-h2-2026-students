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f331a55a814ff3" /><Relationship Type="http://schemas.openxmlformats.org/officeDocument/2006/relationships/extended-properties" Target="/docProps/app.xml" Id="R124fa8c29bea4015" /><Relationship Type="http://schemas.openxmlformats.org/officeDocument/2006/relationships/officeDocument" Target="/ppt/presentation.xml" Id="R3bf9343539d440a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26b06030c7cd4af4"/>
  </p:sldMasterIdLst>
  <p:notesMasterIdLst>
    <p:notesMasterId xmlns:r="http://schemas.openxmlformats.org/officeDocument/2006/relationships" r:id="R062ec669d8a44370"/>
  </p:notesMasterIdLst>
  <p:sldIdLst>
    <p:sldId xmlns:r="http://schemas.openxmlformats.org/officeDocument/2006/relationships" id="256" r:id="R248270d6f0e2471e"/>
    <p:sldId xmlns:r="http://schemas.openxmlformats.org/officeDocument/2006/relationships" id="257" r:id="R787721534269407f"/>
    <p:sldId xmlns:r="http://schemas.openxmlformats.org/officeDocument/2006/relationships" id="258" r:id="Racfac67b1ea74a85"/>
    <p:sldId xmlns:r="http://schemas.openxmlformats.org/officeDocument/2006/relationships" id="259" r:id="R761659421cba4154"/>
    <p:sldId xmlns:r="http://schemas.openxmlformats.org/officeDocument/2006/relationships" id="260" r:id="R0389fcce653d4f61"/>
    <p:sldId xmlns:r="http://schemas.openxmlformats.org/officeDocument/2006/relationships" id="261" r:id="R8f130e744c32407e"/>
    <p:sldId xmlns:r="http://schemas.openxmlformats.org/officeDocument/2006/relationships" id="262" r:id="R1e324f3446ab4e0e"/>
    <p:sldId xmlns:r="http://schemas.openxmlformats.org/officeDocument/2006/relationships" id="263" r:id="R453b42d3f232400b"/>
    <p:sldId xmlns:r="http://schemas.openxmlformats.org/officeDocument/2006/relationships" id="264" r:id="Rf89d71f8450c43da"/>
    <p:sldId xmlns:r="http://schemas.openxmlformats.org/officeDocument/2006/relationships" id="265" r:id="R6792f585ead24757"/>
    <p:sldId xmlns:r="http://schemas.openxmlformats.org/officeDocument/2006/relationships" id="266" r:id="R1d6e45da20cd4420"/>
    <p:sldId xmlns:r="http://schemas.openxmlformats.org/officeDocument/2006/relationships" id="267" r:id="R7264c95db0244f49"/>
    <p:sldId xmlns:r="http://schemas.openxmlformats.org/officeDocument/2006/relationships" id="268" r:id="R338bac28464c4d05"/>
    <p:sldId xmlns:r="http://schemas.openxmlformats.org/officeDocument/2006/relationships" id="269" r:id="Ra1f223954bd347dd"/>
    <p:sldId xmlns:r="http://schemas.openxmlformats.org/officeDocument/2006/relationships" id="270" r:id="Raddaba2e059e4417"/>
    <p:sldId xmlns:r="http://schemas.openxmlformats.org/officeDocument/2006/relationships" id="271" r:id="Rd70953c7303b4613"/>
    <p:sldId xmlns:r="http://schemas.openxmlformats.org/officeDocument/2006/relationships" id="272" r:id="Reb2457553c8d4c1e"/>
    <p:sldId xmlns:r="http://schemas.openxmlformats.org/officeDocument/2006/relationships" id="273" r:id="R1b12f9c44b444447"/>
    <p:sldId xmlns:r="http://schemas.openxmlformats.org/officeDocument/2006/relationships" id="274" r:id="R4ce8f6eafb154c9c"/>
  </p:sldIdLst>
  <p:sldSz cx="12192000" cy="6858000"/>
  <p:notesSz cx="6858000" cy="9144000"/>
  <p:embeddedFontLst>
    <p:embeddedFont>
      <p:font typeface="Play"/>
      <p:regular xmlns:r="http://schemas.openxmlformats.org/officeDocument/2006/relationships" r:id="R2eeb4835d2b64357"/>
      <p:bold xmlns:r="http://schemas.openxmlformats.org/officeDocument/2006/relationships" r:id="Rae08c698359f47a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42A0CCC7-7F15-49A9-B57E-EC746E9F5DE4}">
  <a:tblStyle styleId="{42A0CCC7-7F15-49A9-B57E-EC746E9F5DE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b516cb4179488b" /><Relationship Type="http://schemas.openxmlformats.org/officeDocument/2006/relationships/slideMaster" Target="/ppt/slideMasters/slideMaster1.xml" Id="R26b06030c7cd4af4" /><Relationship Type="http://schemas.openxmlformats.org/officeDocument/2006/relationships/notesMaster" Target="/ppt/notesMasters/notesMaster1.xml" Id="R062ec669d8a44370" /><Relationship Type="http://schemas.openxmlformats.org/officeDocument/2006/relationships/presProps" Target="/ppt/presProps.xml" Id="R5b2741fe377a4415" /><Relationship Type="http://schemas.openxmlformats.org/officeDocument/2006/relationships/tableStyles" Target="/ppt/tableStyles.xml" Id="R5c6f5c1c00294a32" /><Relationship Type="http://schemas.openxmlformats.org/officeDocument/2006/relationships/font" Target="/ppt/fonts/font.dat" Id="R2eeb4835d2b64357" /><Relationship Type="http://schemas.openxmlformats.org/officeDocument/2006/relationships/font" Target="/ppt/fonts/font2.dat" Id="Rae08c698359f47a5" /><Relationship Type="http://schemas.openxmlformats.org/officeDocument/2006/relationships/slide" Target="/ppt/slides/slide1.xml" Id="R248270d6f0e2471e" /><Relationship Type="http://schemas.openxmlformats.org/officeDocument/2006/relationships/slide" Target="/ppt/slides/slide2.xml" Id="R787721534269407f" /><Relationship Type="http://schemas.openxmlformats.org/officeDocument/2006/relationships/slide" Target="/ppt/slides/slide3.xml" Id="Racfac67b1ea74a85" /><Relationship Type="http://schemas.openxmlformats.org/officeDocument/2006/relationships/slide" Target="/ppt/slides/slide4.xml" Id="R761659421cba4154" /><Relationship Type="http://schemas.openxmlformats.org/officeDocument/2006/relationships/slide" Target="/ppt/slides/slide5.xml" Id="R0389fcce653d4f61" /><Relationship Type="http://schemas.openxmlformats.org/officeDocument/2006/relationships/slide" Target="/ppt/slides/slide6.xml" Id="R8f130e744c32407e" /><Relationship Type="http://schemas.openxmlformats.org/officeDocument/2006/relationships/slide" Target="/ppt/slides/slide7.xml" Id="R1e324f3446ab4e0e" /><Relationship Type="http://schemas.openxmlformats.org/officeDocument/2006/relationships/slide" Target="/ppt/slides/slide8.xml" Id="R453b42d3f232400b" /><Relationship Type="http://schemas.openxmlformats.org/officeDocument/2006/relationships/slide" Target="/ppt/slides/slide9.xml" Id="Rf89d71f8450c43da" /><Relationship Type="http://schemas.openxmlformats.org/officeDocument/2006/relationships/slide" Target="/ppt/slides/slide10.xml" Id="R6792f585ead24757" /><Relationship Type="http://schemas.openxmlformats.org/officeDocument/2006/relationships/slide" Target="/ppt/slides/slide11.xml" Id="R1d6e45da20cd4420" /><Relationship Type="http://schemas.openxmlformats.org/officeDocument/2006/relationships/slide" Target="/ppt/slides/slide12.xml" Id="R7264c95db0244f49" /><Relationship Type="http://schemas.openxmlformats.org/officeDocument/2006/relationships/slide" Target="/ppt/slides/slide13.xml" Id="R338bac28464c4d05" /><Relationship Type="http://schemas.openxmlformats.org/officeDocument/2006/relationships/slide" Target="/ppt/slides/slide14.xml" Id="Ra1f223954bd347dd" /><Relationship Type="http://schemas.openxmlformats.org/officeDocument/2006/relationships/slide" Target="/ppt/slides/slide15.xml" Id="Raddaba2e059e4417" /><Relationship Type="http://schemas.openxmlformats.org/officeDocument/2006/relationships/slide" Target="/ppt/slides/slide16.xml" Id="Rd70953c7303b4613" /><Relationship Type="http://schemas.openxmlformats.org/officeDocument/2006/relationships/slide" Target="/ppt/slides/slide17.xml" Id="Reb2457553c8d4c1e" /><Relationship Type="http://schemas.openxmlformats.org/officeDocument/2006/relationships/slide" Target="/ppt/slides/slide18.xml" Id="R1b12f9c44b444447" /><Relationship Type="http://schemas.openxmlformats.org/officeDocument/2006/relationships/slide" Target="/ppt/slides/slide19.xml" Id="R4ce8f6eafb154c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1b7fe633454f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K Educ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f1d2368e34a89" /><Relationship Type="http://schemas.openxmlformats.org/officeDocument/2006/relationships/image" Target="/ppt/media/image.png" Id="R6e79c943b5154f1e" /><Relationship Type="http://schemas.openxmlformats.org/officeDocument/2006/relationships/image" Target="/ppt/media/image2.png" Id="R75e75b4eca4544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545537da6b4f87" /><Relationship Type="http://schemas.openxmlformats.org/officeDocument/2006/relationships/image" Target="/ppt/media/image3.png" Id="R042ca0f42b1a44d9" /><Relationship Type="http://schemas.openxmlformats.org/officeDocument/2006/relationships/image" Target="/ppt/media/image4.png" Id="R909ed0c578224e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8c13f89aaf4c6f" /><Relationship Type="http://schemas.openxmlformats.org/officeDocument/2006/relationships/image" Target="/ppt/media/image2.png" Id="R808298ec959f4520" /><Relationship Type="http://schemas.openxmlformats.org/officeDocument/2006/relationships/image" Target="/ppt/media/image5.png" Id="R4b9f84c65b5e48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dadfad53804066" /><Relationship Type="http://schemas.openxmlformats.org/officeDocument/2006/relationships/image" Target="/ppt/media/image4.png" Id="R226338fa2fc048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6f1ae7547c4563" /><Relationship Type="http://schemas.openxmlformats.org/officeDocument/2006/relationships/image" Target="/ppt/media/image4.png" Id="R28dc0c19e29f48c1" /><Relationship Type="http://schemas.openxmlformats.org/officeDocument/2006/relationships/image" Target="/ppt/media/image6.png" Id="Rff90e97af2a547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1d5ffb401140e0" /><Relationship Type="http://schemas.openxmlformats.org/officeDocument/2006/relationships/image" Target="/ppt/media/image2.png" Id="R59a4ec7963184b5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adc455788431f" /><Relationship Type="http://schemas.openxmlformats.org/officeDocument/2006/relationships/image" Target="/ppt/media/image4.png" Id="Rac183e5980394609" /><Relationship Type="http://schemas.openxmlformats.org/officeDocument/2006/relationships/image" Target="/ppt/media/image7.png" Id="R8c66df8c3ab14c0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871caf894440a5" /><Relationship Type="http://schemas.openxmlformats.org/officeDocument/2006/relationships/image" Target="/ppt/media/image4.png" Id="R284b8650c27e4f9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21b3b5cc0e46cb" /><Relationship Type="http://schemas.openxmlformats.org/officeDocument/2006/relationships/image" Target="/ppt/media/image4.png" Id="R2bb16f8f44c9447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4f05af1a094498" /><Relationship Type="http://schemas.openxmlformats.org/officeDocument/2006/relationships/image" Target="/ppt/media/image8.png" Id="R0dc9df4398494e81" /><Relationship Type="http://schemas.openxmlformats.org/officeDocument/2006/relationships/image" Target="/ppt/media/image4.png" Id="Rd8dfb3fea0cb407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b352ef485a4472" /><Relationship Type="http://schemas.openxmlformats.org/officeDocument/2006/relationships/image" Target="/ppt/media/image4.png" Id="Rfa4dadd18087447a" /><Relationship Type="http://schemas.openxmlformats.org/officeDocument/2006/relationships/image" Target="/ppt/media/image6.png" Id="Rf62aef260e0749d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03a5a88ce74305" /><Relationship Type="http://schemas.openxmlformats.org/officeDocument/2006/relationships/image" Target="/ppt/media/image4.png" Id="R8a6f49573beb4776" /><Relationship Type="http://schemas.openxmlformats.org/officeDocument/2006/relationships/image" Target="/ppt/media/image7.png" Id="R5800329ce62d477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f676465f1b4135" /><Relationship Type="http://schemas.openxmlformats.org/officeDocument/2006/relationships/image" Target="/ppt/media/image4.png" Id="R8fa02b1da702491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a9abe2d4924158" /><Relationship Type="http://schemas.openxmlformats.org/officeDocument/2006/relationships/image" Target="/ppt/media/image4.png" Id="R45a4bcf3302e450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c02d8756c54238" /><Relationship Type="http://schemas.openxmlformats.org/officeDocument/2006/relationships/image" Target="/ppt/media/image4.png" Id="R29d7800600ab406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ffd5ab9e9f48ed" /><Relationship Type="http://schemas.openxmlformats.org/officeDocument/2006/relationships/image" Target="/ppt/media/image4.png" Id="R104074370e7f424f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f71da3a37f4bd4" /><Relationship Type="http://schemas.openxmlformats.org/officeDocument/2006/relationships/image" Target="/ppt/media/image9.png" Id="R945cb1d93ae54bd9" /><Relationship Type="http://schemas.openxmlformats.org/officeDocument/2006/relationships/image" Target="/ppt/media/image4.png" Id="Rc66b275e5ba1401e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b8f82f5d834e59" /><Relationship Type="http://schemas.openxmlformats.org/officeDocument/2006/relationships/image" Target="/ppt/media/image4.png" Id="Rc8a1981206e54c87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548806b3d04cfe" /><Relationship Type="http://schemas.openxmlformats.org/officeDocument/2006/relationships/image" Target="/ppt/media/image10.png" Id="R14939d499f4e482d" /><Relationship Type="http://schemas.openxmlformats.org/officeDocument/2006/relationships/image" Target="/ppt/media/image4.png" Id="Rc5b73d9032734c70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88fc94250b42a5" /><Relationship Type="http://schemas.openxmlformats.org/officeDocument/2006/relationships/image" Target="/ppt/media/image11.png" Id="R64f35f28670b4d18" /><Relationship Type="http://schemas.openxmlformats.org/officeDocument/2006/relationships/image" Target="/ppt/media/image4.png" Id="R50fc92ed553b4873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a4d86626b04881" /><Relationship Type="http://schemas.openxmlformats.org/officeDocument/2006/relationships/image" Target="/ppt/media/image12.png" Id="Rf12ffc5b7bcf4978" /><Relationship Type="http://schemas.openxmlformats.org/officeDocument/2006/relationships/image" Target="/ppt/media/image2.png" Id="R79a85f2f22c64d16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03bdc9eec54985" /><Relationship Type="http://schemas.openxmlformats.org/officeDocument/2006/relationships/image" Target="/ppt/media/image2.png" Id="Rf20a5692ce804bec" /><Relationship Type="http://schemas.openxmlformats.org/officeDocument/2006/relationships/image" Target="/ppt/media/image13.png" Id="R568feef7cc22484e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c770c767184bb5" /><Relationship Type="http://schemas.openxmlformats.org/officeDocument/2006/relationships/image" Target="/ppt/media/image2.png" Id="R85227b6aed2f4661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91301387674d76" /><Relationship Type="http://schemas.openxmlformats.org/officeDocument/2006/relationships/image" Target="/ppt/media/image14.png" Id="R434b6682cba44efc" /><Relationship Type="http://schemas.openxmlformats.org/officeDocument/2006/relationships/image" Target="/ppt/media/image2.png" Id="R2fe4c0e8c95e4643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4880d00e7b430f" /><Relationship Type="http://schemas.openxmlformats.org/officeDocument/2006/relationships/image" Target="/ppt/media/image15.png" Id="R52776d430676428e" /><Relationship Type="http://schemas.openxmlformats.org/officeDocument/2006/relationships/image" Target="/ppt/media/image2.png" Id="Rdaa159f854974515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2ff01e9a8247f7" /><Relationship Type="http://schemas.openxmlformats.org/officeDocument/2006/relationships/image" Target="/ppt/media/image4.png" Id="R5bad1097924b47b9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65e74356f84467" /><Relationship Type="http://schemas.openxmlformats.org/officeDocument/2006/relationships/image" Target="/ppt/media/image4.png" Id="R829097ac0d064f7c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febb16cf64938" /><Relationship Type="http://schemas.openxmlformats.org/officeDocument/2006/relationships/image" Target="/ppt/media/image4.png" Id="Rfda927f73fb14ce3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aea70dae764f84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c71f14fd744881" /><Relationship Type="http://schemas.openxmlformats.org/officeDocument/2006/relationships/image" Target="/ppt/media/image4.png" Id="R65c41c111efb4dc6" /></Relationships>
</file>

<file path=ppt/slideLayouts/slideLayout1.xml><?xml version="1.0" encoding="utf-8"?>
<p:sldLayout xmlns:p="http://schemas.openxmlformats.org/presentationml/2006/main" matchingName="1_Титульный слайд">
  <p:cSld name="1_Титульный слайд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9" name="Google Shape;53;p78">
            <a:extLst xmlns:a="http://schemas.openxmlformats.org/drawingml/2006/main">
              <a:ext uri="{FF2B5EF4-FFF2-40B4-BE49-F238E27FC236}">
                <a16:creationId xmlns:a16="http://schemas.microsoft.com/office/drawing/2014/main" id="{C392CD68-DE46-4C3B-8123-4CF7D388D9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79c943b5154f1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33157" y="699157"/>
            <a:ext cx="6166658" cy="616665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4" name="Google Shape;54;p78">
            <a:extLst xmlns:a="http://schemas.openxmlformats.org/drawingml/2006/main">
              <a:ext uri="{FF2B5EF4-FFF2-40B4-BE49-F238E27FC236}">
                <a16:creationId xmlns:a16="http://schemas.microsoft.com/office/drawing/2014/main" id="{03F97D2C-1494-478A-85D0-C67B83DB1F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8813" y="4866865"/>
            <a:ext cx="5012644" cy="553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55" name="Google Shape;55;p78">
            <a:extLst xmlns:a="http://schemas.openxmlformats.org/drawingml/2006/main">
              <a:ext uri="{FF2B5EF4-FFF2-40B4-BE49-F238E27FC236}">
                <a16:creationId xmlns:a16="http://schemas.microsoft.com/office/drawing/2014/main" id="{7E9E86C5-7EAC-430F-9E1F-0A0EDA49D9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2261" y="2921912"/>
            <a:ext cx="10220325" cy="1661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Google Shape;56;p78">
            <a:extLst xmlns:a="http://schemas.openxmlformats.org/drawingml/2006/main">
              <a:ext uri="{FF2B5EF4-FFF2-40B4-BE49-F238E27FC236}">
                <a16:creationId xmlns:a16="http://schemas.microsoft.com/office/drawing/2014/main" id="{415381A3-0E3C-4B39-8486-6BDF433C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342" y="482138"/>
            <a:ext cx="72768" cy="362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3" name="Google Shape;57;p78">
            <a:extLst xmlns:a="http://schemas.openxmlformats.org/drawingml/2006/main">
              <a:ext uri="{FF2B5EF4-FFF2-40B4-BE49-F238E27FC236}">
                <a16:creationId xmlns:a16="http://schemas.microsoft.com/office/drawing/2014/main" id="{3E2A5BC7-0A7B-492B-A9A0-19CA653F50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5e75b4eca45448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692150"/>
            <a:ext cx="2772297" cy="489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2_Титульный слайд раздела">
  <p:cSld name="2_Титульный слайд раздела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1">
            <a:extLst xmlns:a="http://schemas.openxmlformats.org/drawingml/2006/main">
              <a:ext uri="{FF2B5EF4-FFF2-40B4-BE49-F238E27FC236}">
                <a16:creationId xmlns:a16="http://schemas.microsoft.com/office/drawing/2014/main" id="{C89BB14C-C06E-412B-ACA4-BFD173E4C1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3172" y="692150"/>
            <a:ext cx="4621372" cy="1181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pic>
        <p:nvPicPr>
          <p:cNvPr id="63" name="Google Shape;60;p91">
            <a:extLst xmlns:a="http://schemas.openxmlformats.org/drawingml/2006/main">
              <a:ext uri="{FF2B5EF4-FFF2-40B4-BE49-F238E27FC236}">
                <a16:creationId xmlns:a16="http://schemas.microsoft.com/office/drawing/2014/main" id="{DD70FAD4-B6A3-413D-91E0-AC5ED6B83C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2ca0f42b1a44d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07980" y="0"/>
            <a:ext cx="3394294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4" name="Google Shape;61;p91">
            <a:extLst xmlns:a="http://schemas.openxmlformats.org/drawingml/2006/main">
              <a:ext uri="{FF2B5EF4-FFF2-40B4-BE49-F238E27FC236}">
                <a16:creationId xmlns:a16="http://schemas.microsoft.com/office/drawing/2014/main" id="{7D7BDCB9-CFF2-4AE2-9542-DBBCC4BB24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09ed0c578224e7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.xml><?xml version="1.0" encoding="utf-8"?>
<p:sldLayout xmlns:p="http://schemas.openxmlformats.org/presentationml/2006/main" matchingName="3_Титульный слайд">
  <p:cSld name="3_Титульный слайд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Google Shape;63;p79">
            <a:extLst xmlns:a="http://schemas.openxmlformats.org/drawingml/2006/main">
              <a:ext uri="{FF2B5EF4-FFF2-40B4-BE49-F238E27FC236}">
                <a16:creationId xmlns:a16="http://schemas.microsoft.com/office/drawing/2014/main" id="{2A0966AB-6FC4-4677-B6D0-C7BC1ABA4A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8813" y="4728001"/>
            <a:ext cx="5012644" cy="553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4" name="Google Shape;64;p79">
            <a:extLst xmlns:a="http://schemas.openxmlformats.org/drawingml/2006/main">
              <a:ext uri="{FF2B5EF4-FFF2-40B4-BE49-F238E27FC236}">
                <a16:creationId xmlns:a16="http://schemas.microsoft.com/office/drawing/2014/main" id="{D95E8069-D5C3-4BFA-B476-4FBD8B962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2261" y="2598003"/>
            <a:ext cx="10220325" cy="1661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5" name="Google Shape;65;p79">
            <a:extLst xmlns:a="http://schemas.openxmlformats.org/drawingml/2006/main">
              <a:ext uri="{FF2B5EF4-FFF2-40B4-BE49-F238E27FC236}">
                <a16:creationId xmlns:a16="http://schemas.microsoft.com/office/drawing/2014/main" id="{990BDD91-8461-4905-97B7-85526305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342" y="482138"/>
            <a:ext cx="72768" cy="362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1" name="Google Shape;66;p79">
            <a:extLst xmlns:a="http://schemas.openxmlformats.org/drawingml/2006/main">
              <a:ext uri="{FF2B5EF4-FFF2-40B4-BE49-F238E27FC236}">
                <a16:creationId xmlns:a16="http://schemas.microsoft.com/office/drawing/2014/main" id="{B9D93F76-6A40-44CC-A372-8F13525D62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08298ec959f452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692150"/>
            <a:ext cx="2772297" cy="489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2" name="Google Shape;67;p79">
            <a:extLst xmlns:a="http://schemas.openxmlformats.org/drawingml/2006/main">
              <a:ext uri="{FF2B5EF4-FFF2-40B4-BE49-F238E27FC236}">
                <a16:creationId xmlns:a16="http://schemas.microsoft.com/office/drawing/2014/main" id="{090822BE-7425-4EF4-AD6C-97524FC2BC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b9f84c65b5e48c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03845" y="0"/>
            <a:ext cx="339778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1_Заголовок">
  <p:cSld name="1_Заголовок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90">
            <a:extLst xmlns:a="http://schemas.openxmlformats.org/drawingml/2006/main">
              <a:ext uri="{FF2B5EF4-FFF2-40B4-BE49-F238E27FC236}">
                <a16:creationId xmlns:a16="http://schemas.microsoft.com/office/drawing/2014/main" id="{30446307-DC68-4CCD-A9EF-5D79402360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5418666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pic>
        <p:nvPicPr>
          <p:cNvPr id="72" name="Google Shape;70;p90">
            <a:extLst xmlns:a="http://schemas.openxmlformats.org/drawingml/2006/main">
              <a:ext uri="{FF2B5EF4-FFF2-40B4-BE49-F238E27FC236}">
                <a16:creationId xmlns:a16="http://schemas.microsoft.com/office/drawing/2014/main" id="{35BC2F90-E349-4A60-82B0-72CB1B58DD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26338fa2fc0487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732580" y="692150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.xml><?xml version="1.0" encoding="utf-8"?>
<p:sldLayout xmlns:p="http://schemas.openxmlformats.org/presentationml/2006/main" matchingName="2_Финальный с QR + подпись">
  <p:cSld name="2_Финальный с QR + подпись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Google Shape;72;p87">
            <a:extLst xmlns:a="http://schemas.openxmlformats.org/drawingml/2006/main">
              <a:ext uri="{FF2B5EF4-FFF2-40B4-BE49-F238E27FC236}">
                <a16:creationId xmlns:a16="http://schemas.microsoft.com/office/drawing/2014/main" id="{46339B4E-D7F8-4329-AB1E-5A23C811A4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0713" y="2483712"/>
            <a:ext cx="5475287" cy="1477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Google Shape;73;p87">
            <a:extLst xmlns:a="http://schemas.openxmlformats.org/drawingml/2006/main">
              <a:ext uri="{FF2B5EF4-FFF2-40B4-BE49-F238E27FC236}">
                <a16:creationId xmlns:a16="http://schemas.microsoft.com/office/drawing/2014/main" id="{ED5425E5-9ABC-462F-85CC-D14644AA4DE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58813" y="692150"/>
            <a:ext cx="1081088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4" name="Google Shape;74;p87">
            <a:extLst xmlns:a="http://schemas.openxmlformats.org/drawingml/2006/main">
              <a:ext uri="{FF2B5EF4-FFF2-40B4-BE49-F238E27FC236}">
                <a16:creationId xmlns:a16="http://schemas.microsoft.com/office/drawing/2014/main" id="{384F20E4-C67B-4752-8E03-32B70C72F4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8813" y="4161565"/>
            <a:ext cx="5437187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pic>
        <p:nvPicPr>
          <p:cNvPr id="80" name="Google Shape;75;p87">
            <a:extLst xmlns:a="http://schemas.openxmlformats.org/drawingml/2006/main">
              <a:ext uri="{FF2B5EF4-FFF2-40B4-BE49-F238E27FC236}">
                <a16:creationId xmlns:a16="http://schemas.microsoft.com/office/drawing/2014/main" id="{16DF5A0F-1595-40A0-893C-57F59B9104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8dc0c19e29f48c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711140"/>
            <a:ext cx="2772300" cy="489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1" name="Google Shape;76;p87">
            <a:extLst xmlns:a="http://schemas.openxmlformats.org/drawingml/2006/main">
              <a:ext uri="{FF2B5EF4-FFF2-40B4-BE49-F238E27FC236}">
                <a16:creationId xmlns:a16="http://schemas.microsoft.com/office/drawing/2014/main" id="{6B65F7F6-95A2-4855-A855-7F632C22F7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f90e97af2a547c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33157" y="699157"/>
            <a:ext cx="6166658" cy="616665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matchingName="Слайд со спикером">
  <p:cSld name="Слайд со спикером">
    <p:bg>
      <p:bgPr>
        <a:solidFill xmlns:a="http://schemas.openxmlformats.org/drawingml/2006/main">
          <a:schemeClr val="dk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Google Shape;78;p80">
            <a:extLst xmlns:a="http://schemas.openxmlformats.org/drawingml/2006/main">
              <a:ext uri="{FF2B5EF4-FFF2-40B4-BE49-F238E27FC236}">
                <a16:creationId xmlns:a16="http://schemas.microsoft.com/office/drawing/2014/main" id="{2FD8F650-7F13-4755-B2F5-9607EA6BF9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8813" y="692150"/>
            <a:ext cx="6192838" cy="1380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Google Shape;79;p80">
            <a:extLst xmlns:a="http://schemas.openxmlformats.org/drawingml/2006/main">
              <a:ext uri="{FF2B5EF4-FFF2-40B4-BE49-F238E27FC236}">
                <a16:creationId xmlns:a16="http://schemas.microsoft.com/office/drawing/2014/main" id="{790FA60B-C474-4C58-9F0B-11EAC19EC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8813" y="2357767"/>
            <a:ext cx="5142954" cy="2142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 b="0" i="0">
                <a:solidFill>
                  <a:schemeClr val="lt2"/>
                </a:solidFill>
                <a:latin typeface="Play"/>
                <a:ea typeface="Play"/>
                <a:cs typeface="Play"/>
              </a:defRPr>
            </a:lvl1pPr>
            <a:lvl2pPr marL="914400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</a:defRPr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pic>
        <p:nvPicPr>
          <p:cNvPr id="85" name="Google Shape;80;p80">
            <a:extLst xmlns:a="http://schemas.openxmlformats.org/drawingml/2006/main">
              <a:ext uri="{FF2B5EF4-FFF2-40B4-BE49-F238E27FC236}">
                <a16:creationId xmlns:a16="http://schemas.microsoft.com/office/drawing/2014/main" id="{0CD3C8AA-6799-41FD-9A03-F7B46B9C85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9a4ec7963184b5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4" y="5882757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1" name="Google Shape;81;p80">
            <a:extLst xmlns:a="http://schemas.openxmlformats.org/drawingml/2006/main">
              <a:ext uri="{FF2B5EF4-FFF2-40B4-BE49-F238E27FC236}">
                <a16:creationId xmlns:a16="http://schemas.microsoft.com/office/drawing/2014/main" id="{90833259-2AD9-4541-BC06-B6DD22ED0311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</p:sp>
    </p:spTree>
  </p:cSld>
</p:sldLayout>
</file>

<file path=ppt/slideLayouts/slideLayout7.xml><?xml version="1.0" encoding="utf-8"?>
<p:sldLayout xmlns:p="http://schemas.openxmlformats.org/presentationml/2006/main" matchingName="4_Финальный с QR + подпись">
  <p:cSld name="4_Финальный с QR + подпись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p86">
            <a:extLst xmlns:a="http://schemas.openxmlformats.org/drawingml/2006/main">
              <a:ext uri="{FF2B5EF4-FFF2-40B4-BE49-F238E27FC236}">
                <a16:creationId xmlns:a16="http://schemas.microsoft.com/office/drawing/2014/main" id="{5303ED6E-EE2A-49B0-A0C8-2DFB232B44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0713" y="2483712"/>
            <a:ext cx="5475287" cy="1477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4" name="Google Shape;84;p86">
            <a:extLst xmlns:a="http://schemas.openxmlformats.org/drawingml/2006/main">
              <a:ext uri="{FF2B5EF4-FFF2-40B4-BE49-F238E27FC236}">
                <a16:creationId xmlns:a16="http://schemas.microsoft.com/office/drawing/2014/main" id="{E04C9BC3-1DC6-4CE1-98E3-FB36CA3F0D8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58813" y="692150"/>
            <a:ext cx="1081088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5" name="Google Shape;85;p86">
            <a:extLst xmlns:a="http://schemas.openxmlformats.org/drawingml/2006/main">
              <a:ext uri="{FF2B5EF4-FFF2-40B4-BE49-F238E27FC236}">
                <a16:creationId xmlns:a16="http://schemas.microsoft.com/office/drawing/2014/main" id="{F86D45E3-3814-4446-A13A-A693DDA5DC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8813" y="4161565"/>
            <a:ext cx="5437187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pic>
        <p:nvPicPr>
          <p:cNvPr id="91" name="Google Shape;86;p86">
            <a:extLst xmlns:a="http://schemas.openxmlformats.org/drawingml/2006/main">
              <a:ext uri="{FF2B5EF4-FFF2-40B4-BE49-F238E27FC236}">
                <a16:creationId xmlns:a16="http://schemas.microsoft.com/office/drawing/2014/main" id="{7E2B5628-3050-4763-B37F-66019B8943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c183e598039460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711140"/>
            <a:ext cx="2772300" cy="489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2" name="Google Shape;87;p86">
            <a:extLst xmlns:a="http://schemas.openxmlformats.org/drawingml/2006/main">
              <a:ext uri="{FF2B5EF4-FFF2-40B4-BE49-F238E27FC236}">
                <a16:creationId xmlns:a16="http://schemas.microsoft.com/office/drawing/2014/main" id="{7E723170-42D7-4165-8934-F75B738889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c66df8c3ab14c0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94220" y="0"/>
            <a:ext cx="339778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Заголовок + текст">
  <p:cSld name="Заголовок + текст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9" name="Google Shape;89;p81">
            <a:extLst xmlns:a="http://schemas.openxmlformats.org/drawingml/2006/main">
              <a:ext uri="{FF2B5EF4-FFF2-40B4-BE49-F238E27FC236}">
                <a16:creationId xmlns:a16="http://schemas.microsoft.com/office/drawing/2014/main" id="{ECC515DE-B948-4908-8FD8-29ECB00ECC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1513" y="1773238"/>
            <a:ext cx="10861675" cy="4464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</a:defRPr>
            </a:lvl2pPr>
            <a:lvl3pPr marL="1371600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90" name="Google Shape;90;p81">
            <a:extLst xmlns:a="http://schemas.openxmlformats.org/drawingml/2006/main">
              <a:ext uri="{FF2B5EF4-FFF2-40B4-BE49-F238E27FC236}">
                <a16:creationId xmlns:a16="http://schemas.microsoft.com/office/drawing/2014/main" id="{6FB36F9D-67BB-4E7F-8900-4B53A443BD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10855854" cy="644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pic>
        <p:nvPicPr>
          <p:cNvPr id="94" name="Google Shape;91;p81">
            <a:extLst xmlns:a="http://schemas.openxmlformats.org/drawingml/2006/main">
              <a:ext uri="{FF2B5EF4-FFF2-40B4-BE49-F238E27FC236}">
                <a16:creationId xmlns:a16="http://schemas.microsoft.com/office/drawing/2014/main" id="{8F2C79A3-8800-46E5-98C6-D7AE820356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84b8650c27e4f9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2 фактоида + текст">
  <p:cSld name="2 фактоида +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Google Shape;93;p96">
            <a:extLst xmlns:a="http://schemas.openxmlformats.org/drawingml/2006/main">
              <a:ext uri="{FF2B5EF4-FFF2-40B4-BE49-F238E27FC236}">
                <a16:creationId xmlns:a16="http://schemas.microsoft.com/office/drawing/2014/main" id="{368F389B-DBAF-4DA9-BBB2-C216F3F49F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1514" y="1773238"/>
            <a:ext cx="5135728" cy="4427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94" name="Google Shape;94;p96">
            <a:extLst xmlns:a="http://schemas.openxmlformats.org/drawingml/2006/main">
              <a:ext uri="{FF2B5EF4-FFF2-40B4-BE49-F238E27FC236}">
                <a16:creationId xmlns:a16="http://schemas.microsoft.com/office/drawing/2014/main" id="{6E16340A-0A24-4296-8F84-E2B70C6542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10855854" cy="644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95" name="Google Shape;95;p96">
            <a:extLst xmlns:a="http://schemas.openxmlformats.org/drawingml/2006/main">
              <a:ext uri="{FF2B5EF4-FFF2-40B4-BE49-F238E27FC236}">
                <a16:creationId xmlns:a16="http://schemas.microsoft.com/office/drawing/2014/main" id="{59B841EE-2CAD-4703-960F-7ADA83B17F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671513" y="167981"/>
            <a:ext cx="10874375" cy="241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6" name="Google Shape;96;p96">
            <a:extLst xmlns:a="http://schemas.openxmlformats.org/drawingml/2006/main">
              <a:ext uri="{FF2B5EF4-FFF2-40B4-BE49-F238E27FC236}">
                <a16:creationId xmlns:a16="http://schemas.microsoft.com/office/drawing/2014/main" id="{35ECC969-CA7B-4843-9E2F-1BF4043982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7339" y="3864033"/>
            <a:ext cx="5417327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 b="1" i="0">
                <a:solidFill>
                  <a:schemeClr val="dk1"/>
                </a:solidFill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97" name="Google Shape;97;p96">
            <a:extLst xmlns:a="http://schemas.openxmlformats.org/drawingml/2006/main">
              <a:ext uri="{FF2B5EF4-FFF2-40B4-BE49-F238E27FC236}">
                <a16:creationId xmlns:a16="http://schemas.microsoft.com/office/drawing/2014/main" id="{E6C3F3A9-F3A9-4AD1-8150-146F2E1B1A2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7338" y="5058095"/>
            <a:ext cx="5417327" cy="356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98" name="Google Shape;98;p96">
            <a:extLst xmlns:a="http://schemas.openxmlformats.org/drawingml/2006/main">
              <a:ext uri="{FF2B5EF4-FFF2-40B4-BE49-F238E27FC236}">
                <a16:creationId xmlns:a16="http://schemas.microsoft.com/office/drawing/2014/main" id="{5FC285DB-0BE0-4F58-B264-50B556270AB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096000" y="1773238"/>
            <a:ext cx="5417327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sz="8800" b="1" i="0">
                <a:solidFill>
                  <a:schemeClr val="dk1"/>
                </a:solidFill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99" name="Google Shape;99;p96">
            <a:extLst xmlns:a="http://schemas.openxmlformats.org/drawingml/2006/main">
              <a:ext uri="{FF2B5EF4-FFF2-40B4-BE49-F238E27FC236}">
                <a16:creationId xmlns:a16="http://schemas.microsoft.com/office/drawing/2014/main" id="{B1D7B067-99F7-43B7-B6D2-9A3793687305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6096000" y="2967300"/>
            <a:ext cx="5417327" cy="356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pic>
        <p:nvPicPr>
          <p:cNvPr id="108" name="Google Shape;100;p96">
            <a:extLst xmlns:a="http://schemas.openxmlformats.org/drawingml/2006/main">
              <a:ext uri="{FF2B5EF4-FFF2-40B4-BE49-F238E27FC236}">
                <a16:creationId xmlns:a16="http://schemas.microsoft.com/office/drawing/2014/main" id="{91AB2592-E963-4A60-9663-86DAF24D3F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b16f8f44c9447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.xml><?xml version="1.0" encoding="utf-8"?>
<p:sldLayout xmlns:p="http://schemas.openxmlformats.org/presentationml/2006/main" matchingName="Титульный слайд раздела">
  <p:cSld name="Титульный слайд раздела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85">
            <a:extLst xmlns:a="http://schemas.openxmlformats.org/drawingml/2006/main">
              <a:ext uri="{FF2B5EF4-FFF2-40B4-BE49-F238E27FC236}">
                <a16:creationId xmlns:a16="http://schemas.microsoft.com/office/drawing/2014/main" id="{E74137CB-04F2-423F-81A6-886695F093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3172" y="692150"/>
            <a:ext cx="4621372" cy="1181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pic>
        <p:nvPicPr>
          <p:cNvPr id="106" name="Google Shape;103;p85">
            <a:extLst xmlns:a="http://schemas.openxmlformats.org/drawingml/2006/main">
              <a:ext uri="{FF2B5EF4-FFF2-40B4-BE49-F238E27FC236}">
                <a16:creationId xmlns:a16="http://schemas.microsoft.com/office/drawing/2014/main" id="{AE76A018-5D1F-4B2A-AFB0-E347B96438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dc9df4398494e8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33225" y="691342"/>
            <a:ext cx="6166658" cy="616665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7" name="Google Shape;104;p85">
            <a:extLst xmlns:a="http://schemas.openxmlformats.org/drawingml/2006/main">
              <a:ext uri="{FF2B5EF4-FFF2-40B4-BE49-F238E27FC236}">
                <a16:creationId xmlns:a16="http://schemas.microsoft.com/office/drawing/2014/main" id="{6E651770-59DF-4334-B5E1-AAF510159C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8dfb3fea0cb407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2_Титульный слайд">
  <p:cSld name="2_Титульный слайд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88">
            <a:extLst xmlns:a="http://schemas.openxmlformats.org/drawingml/2006/main">
              <a:ext uri="{FF2B5EF4-FFF2-40B4-BE49-F238E27FC236}">
                <a16:creationId xmlns:a16="http://schemas.microsoft.com/office/drawing/2014/main" id="{B936ADC4-1D9A-4144-B6AB-D001162E15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8813" y="4728128"/>
            <a:ext cx="10224000" cy="553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>
                <a:solidFill>
                  <a:schemeClr val="dk1"/>
                </a:solidFill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07" name="Google Shape;107;p88">
            <a:extLst xmlns:a="http://schemas.openxmlformats.org/drawingml/2006/main">
              <a:ext uri="{FF2B5EF4-FFF2-40B4-BE49-F238E27FC236}">
                <a16:creationId xmlns:a16="http://schemas.microsoft.com/office/drawing/2014/main" id="{C9E29A14-21B9-4A69-95F3-C29C61B550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2261" y="2783175"/>
            <a:ext cx="10220325" cy="1661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08" name="Google Shape;108;p88">
            <a:extLst xmlns:a="http://schemas.openxmlformats.org/drawingml/2006/main">
              <a:ext uri="{FF2B5EF4-FFF2-40B4-BE49-F238E27FC236}">
                <a16:creationId xmlns:a16="http://schemas.microsoft.com/office/drawing/2014/main" id="{6D575746-2779-408B-B84F-FF9E808F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342" y="482138"/>
            <a:ext cx="72768" cy="362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4" name="Google Shape;109;p88">
            <a:extLst xmlns:a="http://schemas.openxmlformats.org/drawingml/2006/main">
              <a:ext uri="{FF2B5EF4-FFF2-40B4-BE49-F238E27FC236}">
                <a16:creationId xmlns:a16="http://schemas.microsoft.com/office/drawing/2014/main" id="{000B588D-9AAE-4645-9B6F-A51F7D5542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4dadd18087447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692150"/>
            <a:ext cx="2772300" cy="489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5" name="Google Shape;110;p88">
            <a:extLst xmlns:a="http://schemas.openxmlformats.org/drawingml/2006/main">
              <a:ext uri="{FF2B5EF4-FFF2-40B4-BE49-F238E27FC236}">
                <a16:creationId xmlns:a16="http://schemas.microsoft.com/office/drawing/2014/main" id="{F8CCB161-E8CE-43B3-8A4E-446DFA4034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62aef260e0749d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33157" y="699157"/>
            <a:ext cx="6166658" cy="616665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4_Титульный слайд">
  <p:cSld name="4_Титульный слайд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Google Shape;112;p89">
            <a:extLst xmlns:a="http://schemas.openxmlformats.org/drawingml/2006/main">
              <a:ext uri="{FF2B5EF4-FFF2-40B4-BE49-F238E27FC236}">
                <a16:creationId xmlns:a16="http://schemas.microsoft.com/office/drawing/2014/main" id="{9569BAC4-DC3D-4D3E-9D8F-CFA1E4A6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8342" y="482138"/>
            <a:ext cx="72768" cy="362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6000" tIns="36000" rIns="36000" bIns="360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9" name="Google Shape;113;p89">
            <a:extLst xmlns:a="http://schemas.openxmlformats.org/drawingml/2006/main">
              <a:ext uri="{FF2B5EF4-FFF2-40B4-BE49-F238E27FC236}">
                <a16:creationId xmlns:a16="http://schemas.microsoft.com/office/drawing/2014/main" id="{177716E2-48CC-4A5E-B4D2-D3EF674439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a6f49573beb477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692150"/>
            <a:ext cx="2772300" cy="489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4" name="Google Shape;114;p89">
            <a:extLst xmlns:a="http://schemas.openxmlformats.org/drawingml/2006/main">
              <a:ext uri="{FF2B5EF4-FFF2-40B4-BE49-F238E27FC236}">
                <a16:creationId xmlns:a16="http://schemas.microsoft.com/office/drawing/2014/main" id="{9B6A5C4A-25E8-4333-87AB-94869689F8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8813" y="4728001"/>
            <a:ext cx="5012644" cy="553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15" name="Google Shape;115;p89">
            <a:extLst xmlns:a="http://schemas.openxmlformats.org/drawingml/2006/main">
              <a:ext uri="{FF2B5EF4-FFF2-40B4-BE49-F238E27FC236}">
                <a16:creationId xmlns:a16="http://schemas.microsoft.com/office/drawing/2014/main" id="{888E6117-761C-496F-8591-AB6E8A209C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2261" y="2598003"/>
            <a:ext cx="10220325" cy="1661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pic>
        <p:nvPicPr>
          <p:cNvPr id="122" name="Google Shape;116;p89">
            <a:extLst xmlns:a="http://schemas.openxmlformats.org/drawingml/2006/main">
              <a:ext uri="{FF2B5EF4-FFF2-40B4-BE49-F238E27FC236}">
                <a16:creationId xmlns:a16="http://schemas.microsoft.com/office/drawing/2014/main" id="{5451F334-4201-4386-8FF3-2EBAF0B1C9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00329ce62d477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94220" y="0"/>
            <a:ext cx="339778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3.xml><?xml version="1.0" encoding="utf-8"?>
<p:sldLayout xmlns:p="http://schemas.openxmlformats.org/presentationml/2006/main" matchingName="Заголовок в 2 строки + объект">
  <p:cSld name="Заголовок в 2 строки + объект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94">
            <a:extLst xmlns:a="http://schemas.openxmlformats.org/drawingml/2006/main">
              <a:ext uri="{FF2B5EF4-FFF2-40B4-BE49-F238E27FC236}">
                <a16:creationId xmlns:a16="http://schemas.microsoft.com/office/drawing/2014/main" id="{8312E0FA-1FC7-427B-B1CD-42251086F9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1513" y="2040889"/>
            <a:ext cx="5424487" cy="4159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</a:defRPr>
            </a:lvl2pPr>
            <a:lvl3pPr marL="1371600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19" name="Google Shape;119;p94">
            <a:extLst xmlns:a="http://schemas.openxmlformats.org/drawingml/2006/main">
              <a:ext uri="{FF2B5EF4-FFF2-40B4-BE49-F238E27FC236}">
                <a16:creationId xmlns:a16="http://schemas.microsoft.com/office/drawing/2014/main" id="{5C2E1B93-DA9D-4ACC-BE55-0F0467FE71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5418666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20" name="Google Shape;120;p94">
            <a:extLst xmlns:a="http://schemas.openxmlformats.org/drawingml/2006/main">
              <a:ext uri="{FF2B5EF4-FFF2-40B4-BE49-F238E27FC236}">
                <a16:creationId xmlns:a16="http://schemas.microsoft.com/office/drawing/2014/main" id="{BAA0940F-1207-48A7-9802-06470506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25" name="Google Shape;121;p94">
            <a:extLst xmlns:a="http://schemas.openxmlformats.org/drawingml/2006/main">
              <a:ext uri="{FF2B5EF4-FFF2-40B4-BE49-F238E27FC236}">
                <a16:creationId xmlns:a16="http://schemas.microsoft.com/office/drawing/2014/main" id="{A2C63EE2-9C61-401F-AB33-2958D10F27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fa02b1da702491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4.xml><?xml version="1.0" encoding="utf-8"?>
<p:sldLayout xmlns:p="http://schemas.openxmlformats.org/presentationml/2006/main" matchingName="Заголовок">
  <p:cSld name="Заголовок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Google Shape;123;p95">
            <a:extLst xmlns:a="http://schemas.openxmlformats.org/drawingml/2006/main">
              <a:ext uri="{FF2B5EF4-FFF2-40B4-BE49-F238E27FC236}">
                <a16:creationId xmlns:a16="http://schemas.microsoft.com/office/drawing/2014/main" id="{A8AD758F-6C59-4A5E-9136-07107B7A26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10855854" cy="644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pic>
        <p:nvPicPr>
          <p:cNvPr id="126" name="Google Shape;124;p95">
            <a:extLst xmlns:a="http://schemas.openxmlformats.org/drawingml/2006/main">
              <a:ext uri="{FF2B5EF4-FFF2-40B4-BE49-F238E27FC236}">
                <a16:creationId xmlns:a16="http://schemas.microsoft.com/office/drawing/2014/main" id="{32E21498-86A8-413E-98F4-9186742791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5a4bcf3302e450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5.xml><?xml version="1.0" encoding="utf-8"?>
<p:sldLayout xmlns:p="http://schemas.openxmlformats.org/presentationml/2006/main" matchingName="Цитата без фото">
  <p:cSld name="Цитата без фото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Google Shape;126;p97">
            <a:extLst xmlns:a="http://schemas.openxmlformats.org/drawingml/2006/main">
              <a:ext uri="{FF2B5EF4-FFF2-40B4-BE49-F238E27FC236}">
                <a16:creationId xmlns:a16="http://schemas.microsoft.com/office/drawing/2014/main" id="{DBF1EA95-4B12-4530-A008-E09122C882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359150" y="692151"/>
            <a:ext cx="8174038" cy="1609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27" name="Google Shape;127;p97">
            <a:extLst xmlns:a="http://schemas.openxmlformats.org/drawingml/2006/main">
              <a:ext uri="{FF2B5EF4-FFF2-40B4-BE49-F238E27FC236}">
                <a16:creationId xmlns:a16="http://schemas.microsoft.com/office/drawing/2014/main" id="{8EA24A5D-5C20-47CB-8BC5-6366B38CD6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59150" y="4646741"/>
            <a:ext cx="8200516" cy="318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28" name="Google Shape;128;p97">
            <a:extLst xmlns:a="http://schemas.openxmlformats.org/drawingml/2006/main">
              <a:ext uri="{FF2B5EF4-FFF2-40B4-BE49-F238E27FC236}">
                <a16:creationId xmlns:a16="http://schemas.microsoft.com/office/drawing/2014/main" id="{6ECFE6DA-3658-42E9-81E5-B62CEE08D21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3366814" y="2459421"/>
            <a:ext cx="8174038" cy="1609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 i="0">
                <a:latin typeface="Play"/>
                <a:ea typeface="Play"/>
                <a:cs typeface="Play"/>
              </a:defRPr>
            </a:lvl1pPr>
            <a:lvl2pPr marL="914400" indent="-355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</a:defRPr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29" name="Google Shape;129;p97">
            <a:extLst xmlns:a="http://schemas.openxmlformats.org/drawingml/2006/main">
              <a:ext uri="{FF2B5EF4-FFF2-40B4-BE49-F238E27FC236}">
                <a16:creationId xmlns:a16="http://schemas.microsoft.com/office/drawing/2014/main" id="{74E764C7-08D2-4FF3-A9BC-87FACC81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2" y="-1049150"/>
            <a:ext cx="2058988" cy="447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800"/>
              <a:buFont typeface="Arial"/>
              <a:buNone/>
            </a:pPr>
            <a:r>
              <a:rPr sz="28800" b="1" i="0" u="none" cap="none">
                <a:solidFill>
                  <a:schemeClr val="accent1"/>
                </a:solidFill>
                <a:latin typeface="Play"/>
                <a:ea typeface="Play"/>
                <a:cs typeface="Play"/>
              </a:rPr>
              <a:t>«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Google Shape;130;p97">
            <a:extLst xmlns:a="http://schemas.openxmlformats.org/drawingml/2006/main">
              <a:ext uri="{FF2B5EF4-FFF2-40B4-BE49-F238E27FC236}">
                <a16:creationId xmlns:a16="http://schemas.microsoft.com/office/drawing/2014/main" id="{B25A35D8-2823-4F0B-A17A-9BDDADBDDD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671513" y="167981"/>
            <a:ext cx="10874375" cy="241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pic>
        <p:nvPicPr>
          <p:cNvPr id="137" name="Google Shape;131;p97">
            <a:extLst xmlns:a="http://schemas.openxmlformats.org/drawingml/2006/main">
              <a:ext uri="{FF2B5EF4-FFF2-40B4-BE49-F238E27FC236}">
                <a16:creationId xmlns:a16="http://schemas.microsoft.com/office/drawing/2014/main" id="{67D48250-CE93-4458-9B09-4E41E49173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d7800600ab406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6.xml><?xml version="1.0" encoding="utf-8"?>
<p:sldLayout xmlns:p="http://schemas.openxmlformats.org/presentationml/2006/main" matchingName="2_Заголовок + текст в две колонки">
  <p:cSld name="2_Заголовок + текст в две колонки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Google Shape;133;p98">
            <a:extLst xmlns:a="http://schemas.openxmlformats.org/drawingml/2006/main">
              <a:ext uri="{FF2B5EF4-FFF2-40B4-BE49-F238E27FC236}">
                <a16:creationId xmlns:a16="http://schemas.microsoft.com/office/drawing/2014/main" id="{B5389A88-F3E7-4061-A848-2704C4D67A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1773238"/>
            <a:ext cx="5304365" cy="4427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</a:defRPr>
            </a:lvl2pPr>
            <a:lvl3pPr marL="1371600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34" name="Google Shape;134;p98">
            <a:extLst xmlns:a="http://schemas.openxmlformats.org/drawingml/2006/main">
              <a:ext uri="{FF2B5EF4-FFF2-40B4-BE49-F238E27FC236}">
                <a16:creationId xmlns:a16="http://schemas.microsoft.com/office/drawing/2014/main" id="{4A22F71A-64F4-4B50-8A95-8A29F32FC1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28824" y="1773239"/>
            <a:ext cx="5304364" cy="4427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</a:defRPr>
            </a:lvl2pPr>
            <a:lvl3pPr marL="1371600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35" name="Google Shape;135;p98">
            <a:extLst xmlns:a="http://schemas.openxmlformats.org/drawingml/2006/main">
              <a:ext uri="{FF2B5EF4-FFF2-40B4-BE49-F238E27FC236}">
                <a16:creationId xmlns:a16="http://schemas.microsoft.com/office/drawing/2014/main" id="{C5D8F1B2-E702-4BA5-B276-0ADA8AB770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10855854" cy="644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pic>
        <p:nvPicPr>
          <p:cNvPr id="140" name="Google Shape;136;p98">
            <a:extLst xmlns:a="http://schemas.openxmlformats.org/drawingml/2006/main">
              <a:ext uri="{FF2B5EF4-FFF2-40B4-BE49-F238E27FC236}">
                <a16:creationId xmlns:a16="http://schemas.microsoft.com/office/drawing/2014/main" id="{62A28779-B5C3-472D-8AA0-81511C6560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04074370e7f424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7.xml><?xml version="1.0" encoding="utf-8"?>
<p:sldLayout xmlns:p="http://schemas.openxmlformats.org/presentationml/2006/main" matchingName="Мокап телефона ">
  <p:cSld name="Мокап телефона 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8" name="Google Shape;138;p99">
            <a:extLst xmlns:a="http://schemas.openxmlformats.org/drawingml/2006/main">
              <a:ext uri="{FF2B5EF4-FFF2-40B4-BE49-F238E27FC236}">
                <a16:creationId xmlns:a16="http://schemas.microsoft.com/office/drawing/2014/main" id="{36219009-BFE6-48DB-B24E-7FAEBDFDAE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671513" y="167981"/>
            <a:ext cx="10874375" cy="241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39" name="Google Shape;139;p99">
            <a:extLst xmlns:a="http://schemas.openxmlformats.org/drawingml/2006/main">
              <a:ext uri="{FF2B5EF4-FFF2-40B4-BE49-F238E27FC236}">
                <a16:creationId xmlns:a16="http://schemas.microsoft.com/office/drawing/2014/main" id="{15CCC270-8AB0-4F5F-8944-87728A100A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1514" y="2055970"/>
            <a:ext cx="5418666" cy="4144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40" name="Google Shape;140;p99">
            <a:extLst xmlns:a="http://schemas.openxmlformats.org/drawingml/2006/main">
              <a:ext uri="{FF2B5EF4-FFF2-40B4-BE49-F238E27FC236}">
                <a16:creationId xmlns:a16="http://schemas.microsoft.com/office/drawing/2014/main" id="{AF5B6D07-D9E0-4BA5-93F6-4E680522DA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5418666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pic>
        <p:nvPicPr>
          <p:cNvPr id="148" name="Google Shape;141;p99">
            <a:extLst xmlns:a="http://schemas.openxmlformats.org/drawingml/2006/main">
              <a:ext uri="{FF2B5EF4-FFF2-40B4-BE49-F238E27FC236}">
                <a16:creationId xmlns:a16="http://schemas.microsoft.com/office/drawing/2014/main" id="{BA620022-5679-40F0-BD1E-999BE17878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5cb1d93ae54bd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82421" y="452282"/>
            <a:ext cx="3174791" cy="59913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99">
            <a:extLst xmlns:a="http://schemas.openxmlformats.org/drawingml/2006/main">
              <a:ext uri="{FF2B5EF4-FFF2-40B4-BE49-F238E27FC236}">
                <a16:creationId xmlns:a16="http://schemas.microsoft.com/office/drawing/2014/main" id="{EFE59130-5890-4AE1-8432-676F2DD06D28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951157" y="814745"/>
            <a:ext cx="2430752" cy="526077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50" name="Google Shape;143;p99">
            <a:extLst xmlns:a="http://schemas.openxmlformats.org/drawingml/2006/main">
              <a:ext uri="{FF2B5EF4-FFF2-40B4-BE49-F238E27FC236}">
                <a16:creationId xmlns:a16="http://schemas.microsoft.com/office/drawing/2014/main" id="{1FAB9C4E-E763-454C-A0F6-E093EFF841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6b275e5ba1401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8.xml><?xml version="1.0" encoding="utf-8"?>
<p:sldLayout xmlns:p="http://schemas.openxmlformats.org/presentationml/2006/main" matchingName="Заголовок + скриншот (1)">
  <p:cSld name="Заголовок + скриншот (1)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100">
            <a:extLst xmlns:a="http://schemas.openxmlformats.org/drawingml/2006/main">
              <a:ext uri="{FF2B5EF4-FFF2-40B4-BE49-F238E27FC236}">
                <a16:creationId xmlns:a16="http://schemas.microsoft.com/office/drawing/2014/main" id="{DC77718A-FF6F-4503-8955-ED7EE4AC7B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0" y="692150"/>
            <a:ext cx="5437187" cy="550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46" name="Google Shape;146;p100">
            <a:extLst xmlns:a="http://schemas.openxmlformats.org/drawingml/2006/main">
              <a:ext uri="{FF2B5EF4-FFF2-40B4-BE49-F238E27FC236}">
                <a16:creationId xmlns:a16="http://schemas.microsoft.com/office/drawing/2014/main" id="{3ABDEAA6-5037-4C08-9515-825D4FC669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4663017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47" name="Google Shape;147;p100">
            <a:extLst xmlns:a="http://schemas.openxmlformats.org/drawingml/2006/main">
              <a:ext uri="{FF2B5EF4-FFF2-40B4-BE49-F238E27FC236}">
                <a16:creationId xmlns:a16="http://schemas.microsoft.com/office/drawing/2014/main" id="{7034DCAB-8983-4670-A295-6B04552ECA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1514" y="2018599"/>
            <a:ext cx="4649786" cy="4182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</a:defRPr>
            </a:lvl2pPr>
            <a:lvl3pPr marL="1371600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pic>
        <p:nvPicPr>
          <p:cNvPr id="152" name="Google Shape;148;p100">
            <a:extLst xmlns:a="http://schemas.openxmlformats.org/drawingml/2006/main">
              <a:ext uri="{FF2B5EF4-FFF2-40B4-BE49-F238E27FC236}">
                <a16:creationId xmlns:a16="http://schemas.microsoft.com/office/drawing/2014/main" id="{0BD8E19B-D309-4E1B-9CFC-94376A5686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8a1981206e54c8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Паттерн + фото">
  <p:cSld name="Паттерн + фото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Google Shape;150;p101">
            <a:extLst xmlns:a="http://schemas.openxmlformats.org/drawingml/2006/main">
              <a:ext uri="{FF2B5EF4-FFF2-40B4-BE49-F238E27FC236}">
                <a16:creationId xmlns:a16="http://schemas.microsoft.com/office/drawing/2014/main" id="{F5BF9BA3-B628-41AD-8DED-E4F93EAF1B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1514" y="2558715"/>
            <a:ext cx="4165182" cy="3642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</a:defRPr>
            </a:lvl2pPr>
            <a:lvl3pPr marL="1371600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51" name="Google Shape;151;p101">
            <a:extLst xmlns:a="http://schemas.openxmlformats.org/drawingml/2006/main">
              <a:ext uri="{FF2B5EF4-FFF2-40B4-BE49-F238E27FC236}">
                <a16:creationId xmlns:a16="http://schemas.microsoft.com/office/drawing/2014/main" id="{027290A1-0105-408D-9B99-50A7E7F645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49"/>
            <a:ext cx="3180792" cy="1348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pic>
        <p:nvPicPr>
          <p:cNvPr id="156" name="Google Shape;152;p101">
            <a:extLst xmlns:a="http://schemas.openxmlformats.org/drawingml/2006/main">
              <a:ext uri="{FF2B5EF4-FFF2-40B4-BE49-F238E27FC236}">
                <a16:creationId xmlns:a16="http://schemas.microsoft.com/office/drawing/2014/main" id="{ADD5CB4A-D880-4309-98D7-7AC431DD34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939d499f4e482d">
            <a:alphaModFix/>
          </a:blip>
          <a:srcRect xmlns:a="http://schemas.openxmlformats.org/drawingml/2006/main" l="621" t="0" r="0" b="39"/>
          <a:stretch xmlns:a="http://schemas.openxmlformats.org/drawingml/2006/main"/>
        </p:blipFill>
        <p:spPr>
          <a:xfrm xmlns:a="http://schemas.openxmlformats.org/drawingml/2006/main">
            <a:off x="5335631" y="0"/>
            <a:ext cx="6872200" cy="6855356"/>
          </a:xfrm>
          <a:ln xmlns:a="http://schemas.openxmlformats.org/drawingml/2006/main">
            <a:noFill/>
          </a:ln>
        </p:spPr>
      </p:pic>
      <p:pic>
        <p:nvPicPr>
          <p:cNvPr id="157" name="Google Shape;153;p101">
            <a:extLst xmlns:a="http://schemas.openxmlformats.org/drawingml/2006/main">
              <a:ext uri="{FF2B5EF4-FFF2-40B4-BE49-F238E27FC236}">
                <a16:creationId xmlns:a16="http://schemas.microsoft.com/office/drawing/2014/main" id="{B4C183C4-1DC9-4DC2-8C9A-3D743914F3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b73d9032734c7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0.xml><?xml version="1.0" encoding="utf-8"?>
<p:sldLayout xmlns:p="http://schemas.openxmlformats.org/presentationml/2006/main" matchingName="1_Паттерн + фото">
  <p:cSld name="1_Паттерн + фото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Google Shape;155;p102">
            <a:extLst xmlns:a="http://schemas.openxmlformats.org/drawingml/2006/main">
              <a:ext uri="{FF2B5EF4-FFF2-40B4-BE49-F238E27FC236}">
                <a16:creationId xmlns:a16="http://schemas.microsoft.com/office/drawing/2014/main" id="{B6EBC064-1076-4549-A263-E12FD0ECB6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1514" y="2558715"/>
            <a:ext cx="4165182" cy="3642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</a:defRPr>
            </a:lvl2pPr>
            <a:lvl3pPr marL="1371600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56" name="Google Shape;156;p102">
            <a:extLst xmlns:a="http://schemas.openxmlformats.org/drawingml/2006/main">
              <a:ext uri="{FF2B5EF4-FFF2-40B4-BE49-F238E27FC236}">
                <a16:creationId xmlns:a16="http://schemas.microsoft.com/office/drawing/2014/main" id="{ED66ACB3-9D06-414C-88A7-4BB61982FE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49"/>
            <a:ext cx="3180792" cy="1348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pic>
        <p:nvPicPr>
          <p:cNvPr id="161" name="Google Shape;157;p102">
            <a:extLst xmlns:a="http://schemas.openxmlformats.org/drawingml/2006/main">
              <a:ext uri="{FF2B5EF4-FFF2-40B4-BE49-F238E27FC236}">
                <a16:creationId xmlns:a16="http://schemas.microsoft.com/office/drawing/2014/main" id="{A5617E98-114E-450A-AFC0-035386BBAB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f35f28670b4d1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33139" y="0"/>
            <a:ext cx="6858000" cy="6858000"/>
          </a:xfrm>
          <a:ln xmlns:a="http://schemas.openxmlformats.org/drawingml/2006/main">
            <a:noFill/>
          </a:ln>
        </p:spPr>
      </p:pic>
      <p:pic>
        <p:nvPicPr>
          <p:cNvPr id="162" name="Google Shape;158;p102">
            <a:extLst xmlns:a="http://schemas.openxmlformats.org/drawingml/2006/main">
              <a:ext uri="{FF2B5EF4-FFF2-40B4-BE49-F238E27FC236}">
                <a16:creationId xmlns:a16="http://schemas.microsoft.com/office/drawing/2014/main" id="{88F53246-1C3B-42C9-A457-7CC78A2BDC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fc92ed553b487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1.xml><?xml version="1.0" encoding="utf-8"?>
<p:sldLayout xmlns:p="http://schemas.openxmlformats.org/presentationml/2006/main" matchingName="Финальный с QR + подпись">
  <p:cSld name="Финальный с QR + подпись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6" name="Google Shape;160;p103">
            <a:extLst xmlns:a="http://schemas.openxmlformats.org/drawingml/2006/main">
              <a:ext uri="{FF2B5EF4-FFF2-40B4-BE49-F238E27FC236}">
                <a16:creationId xmlns:a16="http://schemas.microsoft.com/office/drawing/2014/main" id="{390487E4-75CD-495F-B528-8905FC2AF5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2ffc5b7bcf497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23251" y="692149"/>
            <a:ext cx="6168749" cy="61687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1" name="Google Shape;161;p103">
            <a:extLst xmlns:a="http://schemas.openxmlformats.org/drawingml/2006/main">
              <a:ext uri="{FF2B5EF4-FFF2-40B4-BE49-F238E27FC236}">
                <a16:creationId xmlns:a16="http://schemas.microsoft.com/office/drawing/2014/main" id="{F97857C8-7819-4D7C-BAC5-1E6D1B3F1F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0713" y="2483712"/>
            <a:ext cx="5475287" cy="1477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62" name="Google Shape;162;p103">
            <a:extLst xmlns:a="http://schemas.openxmlformats.org/drawingml/2006/main">
              <a:ext uri="{FF2B5EF4-FFF2-40B4-BE49-F238E27FC236}">
                <a16:creationId xmlns:a16="http://schemas.microsoft.com/office/drawing/2014/main" id="{25E0957C-E67C-4A7A-A491-B479FA2A750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58813" y="692150"/>
            <a:ext cx="1081088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63" name="Google Shape;163;p103">
            <a:extLst xmlns:a="http://schemas.openxmlformats.org/drawingml/2006/main">
              <a:ext uri="{FF2B5EF4-FFF2-40B4-BE49-F238E27FC236}">
                <a16:creationId xmlns:a16="http://schemas.microsoft.com/office/drawing/2014/main" id="{B17390A6-A811-4050-84B3-3519BC76E4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8813" y="4161565"/>
            <a:ext cx="5437187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pic>
        <p:nvPicPr>
          <p:cNvPr id="170" name="Google Shape;164;p103">
            <a:extLst xmlns:a="http://schemas.openxmlformats.org/drawingml/2006/main">
              <a:ext uri="{FF2B5EF4-FFF2-40B4-BE49-F238E27FC236}">
                <a16:creationId xmlns:a16="http://schemas.microsoft.com/office/drawing/2014/main" id="{149E7458-61A0-4339-B6DB-3E8243A2B0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a85f2f22c64d1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711140"/>
            <a:ext cx="2772297" cy="489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matchingName="3_Финальный с QR + подпись">
  <p:cSld name="3_Финальный с QR + подпись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6" name="Google Shape;166;p104">
            <a:extLst xmlns:a="http://schemas.openxmlformats.org/drawingml/2006/main">
              <a:ext uri="{FF2B5EF4-FFF2-40B4-BE49-F238E27FC236}">
                <a16:creationId xmlns:a16="http://schemas.microsoft.com/office/drawing/2014/main" id="{01E9481C-CCD4-455C-84F9-43505CC1A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0713" y="2483712"/>
            <a:ext cx="5475287" cy="1477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67" name="Google Shape;167;p104">
            <a:extLst xmlns:a="http://schemas.openxmlformats.org/drawingml/2006/main">
              <a:ext uri="{FF2B5EF4-FFF2-40B4-BE49-F238E27FC236}">
                <a16:creationId xmlns:a16="http://schemas.microsoft.com/office/drawing/2014/main" id="{94D9A9D9-CAE5-4B6F-9036-7B3EA5EEC56D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58813" y="692150"/>
            <a:ext cx="1081088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68" name="Google Shape;168;p104">
            <a:extLst xmlns:a="http://schemas.openxmlformats.org/drawingml/2006/main">
              <a:ext uri="{FF2B5EF4-FFF2-40B4-BE49-F238E27FC236}">
                <a16:creationId xmlns:a16="http://schemas.microsoft.com/office/drawing/2014/main" id="{15E5CDBF-2140-4E38-940D-1E671CC42D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8813" y="4161565"/>
            <a:ext cx="5437187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pic>
        <p:nvPicPr>
          <p:cNvPr id="174" name="Google Shape;169;p104">
            <a:extLst xmlns:a="http://schemas.openxmlformats.org/drawingml/2006/main">
              <a:ext uri="{FF2B5EF4-FFF2-40B4-BE49-F238E27FC236}">
                <a16:creationId xmlns:a16="http://schemas.microsoft.com/office/drawing/2014/main" id="{A83EDE40-38B0-419D-B192-EFF0770A1D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0a5692ce804be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711140"/>
            <a:ext cx="2772297" cy="489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5" name="Google Shape;170;p104">
            <a:extLst xmlns:a="http://schemas.openxmlformats.org/drawingml/2006/main">
              <a:ext uri="{FF2B5EF4-FFF2-40B4-BE49-F238E27FC236}">
                <a16:creationId xmlns:a16="http://schemas.microsoft.com/office/drawing/2014/main" id="{195CAF7B-7498-41AA-936E-0895C8E110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68feef7cc22484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94220" y="0"/>
            <a:ext cx="339778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3.xml><?xml version="1.0" encoding="utf-8"?>
<p:sldLayout xmlns:p="http://schemas.openxmlformats.org/presentationml/2006/main" matchingName="Пользовательский макет">
  <p:cSld name="Пользовательский макет">
    <p:bg>
      <p:bgPr>
        <a:solidFill xmlns:a="http://schemas.openxmlformats.org/drawingml/2006/main">
          <a:schemeClr val="dk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Google Shape;172;p105">
            <a:extLst xmlns:a="http://schemas.openxmlformats.org/drawingml/2006/main">
              <a:ext uri="{FF2B5EF4-FFF2-40B4-BE49-F238E27FC236}">
                <a16:creationId xmlns:a16="http://schemas.microsoft.com/office/drawing/2014/main" id="{9CD63F8A-5588-4B50-979F-A93424ED37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10855854" cy="644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73" name="Google Shape;173;p105">
            <a:extLst xmlns:a="http://schemas.openxmlformats.org/drawingml/2006/main">
              <a:ext uri="{FF2B5EF4-FFF2-40B4-BE49-F238E27FC236}">
                <a16:creationId xmlns:a16="http://schemas.microsoft.com/office/drawing/2014/main" id="{88E3EDB9-0B48-46D3-A138-AAC626AFF7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1513" y="1773238"/>
            <a:ext cx="10861675" cy="4464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</a:defRPr>
            </a:lvl1pPr>
            <a:lvl2pPr marL="914400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</a:defRPr>
            </a:lvl2pPr>
            <a:lvl3pPr marL="1371600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Char char="−"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pic>
        <p:nvPicPr>
          <p:cNvPr id="177" name="Google Shape;174;p105">
            <a:extLst xmlns:a="http://schemas.openxmlformats.org/drawingml/2006/main">
              <a:ext uri="{FF2B5EF4-FFF2-40B4-BE49-F238E27FC236}">
                <a16:creationId xmlns:a16="http://schemas.microsoft.com/office/drawing/2014/main" id="{FD57F574-2801-452D-8719-4FE2188B0A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227b6aed2f466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4" y="5882757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4.xml><?xml version="1.0" encoding="utf-8"?>
<p:sldLayout xmlns:p="http://schemas.openxmlformats.org/presentationml/2006/main" matchingName="1_Титульный слайд раздела">
  <p:cSld name="1_Титульный слайд раздела">
    <p:bg>
      <p:bgPr>
        <a:solidFill xmlns:a="http://schemas.openxmlformats.org/drawingml/2006/main">
          <a:schemeClr val="dk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92">
            <a:extLst xmlns:a="http://schemas.openxmlformats.org/drawingml/2006/main">
              <a:ext uri="{FF2B5EF4-FFF2-40B4-BE49-F238E27FC236}">
                <a16:creationId xmlns:a16="http://schemas.microsoft.com/office/drawing/2014/main" id="{0600C6B0-66B2-45F4-90D4-976092A966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3172" y="692150"/>
            <a:ext cx="4621372" cy="1181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pic>
        <p:nvPicPr>
          <p:cNvPr id="180" name="Google Shape;177;p92">
            <a:extLst xmlns:a="http://schemas.openxmlformats.org/drawingml/2006/main">
              <a:ext uri="{FF2B5EF4-FFF2-40B4-BE49-F238E27FC236}">
                <a16:creationId xmlns:a16="http://schemas.microsoft.com/office/drawing/2014/main" id="{C9AAD74A-145B-44E3-BFE0-8C6FCF0FE2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34b6682cba44ef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33225" y="699157"/>
            <a:ext cx="6166658" cy="616665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1" name="Google Shape;178;p92">
            <a:extLst xmlns:a="http://schemas.openxmlformats.org/drawingml/2006/main">
              <a:ext uri="{FF2B5EF4-FFF2-40B4-BE49-F238E27FC236}">
                <a16:creationId xmlns:a16="http://schemas.microsoft.com/office/drawing/2014/main" id="{DDEB446C-AE30-4BDA-92D8-FBCB0B1647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fe4c0e8c95e464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4" y="5882757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5.xml><?xml version="1.0" encoding="utf-8"?>
<p:sldLayout xmlns:p="http://schemas.openxmlformats.org/presentationml/2006/main" matchingName="3_Титульный слайд раздела">
  <p:cSld name="3_Титульный слайд раздела">
    <p:bg>
      <p:bgPr>
        <a:solidFill xmlns:a="http://schemas.openxmlformats.org/drawingml/2006/main">
          <a:schemeClr val="dk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0" name="Google Shape;180;p83">
            <a:extLst xmlns:a="http://schemas.openxmlformats.org/drawingml/2006/main">
              <a:ext uri="{FF2B5EF4-FFF2-40B4-BE49-F238E27FC236}">
                <a16:creationId xmlns:a16="http://schemas.microsoft.com/office/drawing/2014/main" id="{81570AEE-ABFB-4D33-B851-CF5C604C23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3172" y="692150"/>
            <a:ext cx="4621372" cy="1181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pic>
        <p:nvPicPr>
          <p:cNvPr id="184" name="Google Shape;181;p83">
            <a:extLst xmlns:a="http://schemas.openxmlformats.org/drawingml/2006/main">
              <a:ext uri="{FF2B5EF4-FFF2-40B4-BE49-F238E27FC236}">
                <a16:creationId xmlns:a16="http://schemas.microsoft.com/office/drawing/2014/main" id="{3F701124-5547-44EA-AC4F-BA199BB9EE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2776d430676428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807980" y="0"/>
            <a:ext cx="3394294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5" name="Google Shape;182;p83">
            <a:extLst xmlns:a="http://schemas.openxmlformats.org/drawingml/2006/main">
              <a:ext uri="{FF2B5EF4-FFF2-40B4-BE49-F238E27FC236}">
                <a16:creationId xmlns:a16="http://schemas.microsoft.com/office/drawing/2014/main" id="{46A13478-EC48-4E3B-AD54-502393F3CE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aa159f85497451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4" y="5882757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6.xml><?xml version="1.0" encoding="utf-8"?>
<p:sldLayout xmlns:p="http://schemas.openxmlformats.org/presentationml/2006/main" matchingName="Заголовок + объект">
  <p:cSld name="Заголовок + объект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4" name="Google Shape;184;p106">
            <a:extLst xmlns:a="http://schemas.openxmlformats.org/drawingml/2006/main">
              <a:ext uri="{FF2B5EF4-FFF2-40B4-BE49-F238E27FC236}">
                <a16:creationId xmlns:a16="http://schemas.microsoft.com/office/drawing/2014/main" id="{A6014D33-F43E-4806-8BA7-1A90E3A8DE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8813" y="1773238"/>
            <a:ext cx="10874375" cy="4447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85" name="Google Shape;185;p106">
            <a:extLst xmlns:a="http://schemas.openxmlformats.org/drawingml/2006/main">
              <a:ext uri="{FF2B5EF4-FFF2-40B4-BE49-F238E27FC236}">
                <a16:creationId xmlns:a16="http://schemas.microsoft.com/office/drawing/2014/main" id="{89CFB8C3-6F9F-42F5-BC05-C2E50456B8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10855854" cy="644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pic>
        <p:nvPicPr>
          <p:cNvPr id="189" name="Google Shape;186;p106">
            <a:extLst xmlns:a="http://schemas.openxmlformats.org/drawingml/2006/main">
              <a:ext uri="{FF2B5EF4-FFF2-40B4-BE49-F238E27FC236}">
                <a16:creationId xmlns:a16="http://schemas.microsoft.com/office/drawing/2014/main" id="{AA931C36-4605-4BEB-81F0-07AC7CD64A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bad1097924b47b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7.xml><?xml version="1.0" encoding="utf-8"?>
<p:sldLayout xmlns:p="http://schemas.openxmlformats.org/presentationml/2006/main" matchingName="Заголовок + 2 объекта">
  <p:cSld name="Заголовок + 2 объекта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8" name="Google Shape;188;p107">
            <a:extLst xmlns:a="http://schemas.openxmlformats.org/drawingml/2006/main">
              <a:ext uri="{FF2B5EF4-FFF2-40B4-BE49-F238E27FC236}">
                <a16:creationId xmlns:a16="http://schemas.microsoft.com/office/drawing/2014/main" id="{261282DD-F931-483F-BE0B-B7A04494FF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1773238"/>
            <a:ext cx="5317065" cy="4427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89" name="Google Shape;189;p107">
            <a:extLst xmlns:a="http://schemas.openxmlformats.org/drawingml/2006/main">
              <a:ext uri="{FF2B5EF4-FFF2-40B4-BE49-F238E27FC236}">
                <a16:creationId xmlns:a16="http://schemas.microsoft.com/office/drawing/2014/main" id="{197A25C7-F747-4347-9C27-C5BAB9126A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97604" y="1773238"/>
            <a:ext cx="5317062" cy="4427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90" name="Google Shape;190;p107">
            <a:extLst xmlns:a="http://schemas.openxmlformats.org/drawingml/2006/main">
              <a:ext uri="{FF2B5EF4-FFF2-40B4-BE49-F238E27FC236}">
                <a16:creationId xmlns:a16="http://schemas.microsoft.com/office/drawing/2014/main" id="{7F9298D8-C6AF-4229-B1D3-6DF61AA110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10855854" cy="644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pic>
        <p:nvPicPr>
          <p:cNvPr id="195" name="Google Shape;191;p107">
            <a:extLst xmlns:a="http://schemas.openxmlformats.org/drawingml/2006/main">
              <a:ext uri="{FF2B5EF4-FFF2-40B4-BE49-F238E27FC236}">
                <a16:creationId xmlns:a16="http://schemas.microsoft.com/office/drawing/2014/main" id="{4023BE3E-DD06-4B70-8938-D415984761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29097ac0d064f7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8.xml><?xml version="1.0" encoding="utf-8"?>
<p:sldLayout xmlns:p="http://schemas.openxmlformats.org/presentationml/2006/main" matchingName="1 фото">
  <p:cSld name="1 фото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3" name="Google Shape;193;p108">
            <a:extLst xmlns:a="http://schemas.openxmlformats.org/drawingml/2006/main">
              <a:ext uri="{FF2B5EF4-FFF2-40B4-BE49-F238E27FC236}">
                <a16:creationId xmlns:a16="http://schemas.microsoft.com/office/drawing/2014/main" id="{36C2F038-F8C5-44B0-B24F-05FBD9FDEFFE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</p:sp>
      <p:sp>
        <p:nvSpPr>
          <p:cNvPr id="194" name="Google Shape;194;p108">
            <a:extLst xmlns:a="http://schemas.openxmlformats.org/drawingml/2006/main">
              <a:ext uri="{FF2B5EF4-FFF2-40B4-BE49-F238E27FC236}">
                <a16:creationId xmlns:a16="http://schemas.microsoft.com/office/drawing/2014/main" id="{76A7150D-A7C5-49A2-B373-2BC708B068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4663017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95" name="Google Shape;195;p108">
            <a:extLst xmlns:a="http://schemas.openxmlformats.org/drawingml/2006/main">
              <a:ext uri="{FF2B5EF4-FFF2-40B4-BE49-F238E27FC236}">
                <a16:creationId xmlns:a16="http://schemas.microsoft.com/office/drawing/2014/main" id="{045B6497-5429-41E6-8FBF-57753E3A0F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1514" y="2018599"/>
            <a:ext cx="4649786" cy="4182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</a:defRPr>
            </a:lvl2pPr>
            <a:lvl3pPr marL="1371600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pic>
        <p:nvPicPr>
          <p:cNvPr id="200" name="Google Shape;196;p108">
            <a:extLst xmlns:a="http://schemas.openxmlformats.org/drawingml/2006/main">
              <a:ext uri="{FF2B5EF4-FFF2-40B4-BE49-F238E27FC236}">
                <a16:creationId xmlns:a16="http://schemas.microsoft.com/office/drawing/2014/main" id="{13BD827C-CC5B-43AC-BB7A-B0350550AE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da927f73fb14ce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9.xml><?xml version="1.0" encoding="utf-8"?>
<p:sldLayout xmlns:p="http://schemas.openxmlformats.org/presentationml/2006/main" matchingName="1_1 фото">
  <p:cSld name="1_1 фото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8" name="Google Shape;198;p109">
            <a:extLst xmlns:a="http://schemas.openxmlformats.org/drawingml/2006/main">
              <a:ext uri="{FF2B5EF4-FFF2-40B4-BE49-F238E27FC236}">
                <a16:creationId xmlns:a16="http://schemas.microsoft.com/office/drawing/2014/main" id="{5CAF529D-31DC-4CFC-83A1-495EDE7F4BF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</p:sp>
      <p:sp>
        <p:nvSpPr>
          <p:cNvPr id="199" name="Google Shape;199;p109">
            <a:extLst xmlns:a="http://schemas.openxmlformats.org/drawingml/2006/main">
              <a:ext uri="{FF2B5EF4-FFF2-40B4-BE49-F238E27FC236}">
                <a16:creationId xmlns:a16="http://schemas.microsoft.com/office/drawing/2014/main" id="{64506BA3-B5E0-43F1-BC0B-36EEB6F167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70171" y="692150"/>
            <a:ext cx="4663017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0" name="Google Shape;200;p109">
            <a:extLst xmlns:a="http://schemas.openxmlformats.org/drawingml/2006/main">
              <a:ext uri="{FF2B5EF4-FFF2-40B4-BE49-F238E27FC236}">
                <a16:creationId xmlns:a16="http://schemas.microsoft.com/office/drawing/2014/main" id="{0F3854F6-AA36-42B6-B941-EF56B639B3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64351" y="2018599"/>
            <a:ext cx="4649786" cy="4182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</a:defRPr>
            </a:lvl2pPr>
            <a:lvl3pPr marL="1371600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0.xml><?xml version="1.0" encoding="utf-8"?>
<p:sldLayout xmlns:p="http://schemas.openxmlformats.org/presentationml/2006/main" matchingName="1 фото + подпись">
  <p:cSld name="1 фото + подпись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2" name="Google Shape;202;p110">
            <a:extLst xmlns:a="http://schemas.openxmlformats.org/drawingml/2006/main">
              <a:ext uri="{FF2B5EF4-FFF2-40B4-BE49-F238E27FC236}">
                <a16:creationId xmlns:a16="http://schemas.microsoft.com/office/drawing/2014/main" id="{0759762C-65F2-4C23-824E-B0F38D051C8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96000" y="692151"/>
            <a:ext cx="5437188" cy="41821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</p:sp>
      <p:sp>
        <p:nvSpPr>
          <p:cNvPr id="203" name="Google Shape;203;p110">
            <a:extLst xmlns:a="http://schemas.openxmlformats.org/drawingml/2006/main">
              <a:ext uri="{FF2B5EF4-FFF2-40B4-BE49-F238E27FC236}">
                <a16:creationId xmlns:a16="http://schemas.microsoft.com/office/drawing/2014/main" id="{8F0C691A-98D6-4E22-AB35-19EEB9C95D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0" y="5147214"/>
            <a:ext cx="5449888" cy="352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4" name="Google Shape;204;p110">
            <a:extLst xmlns:a="http://schemas.openxmlformats.org/drawingml/2006/main">
              <a:ext uri="{FF2B5EF4-FFF2-40B4-BE49-F238E27FC236}">
                <a16:creationId xmlns:a16="http://schemas.microsoft.com/office/drawing/2014/main" id="{8012EF0A-5DB2-470A-AF5F-7CB05D7DB7C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6000" y="5553075"/>
            <a:ext cx="5449888" cy="684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indent="-3429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5" name="Google Shape;205;p110">
            <a:extLst xmlns:a="http://schemas.openxmlformats.org/drawingml/2006/main">
              <a:ext uri="{FF2B5EF4-FFF2-40B4-BE49-F238E27FC236}">
                <a16:creationId xmlns:a16="http://schemas.microsoft.com/office/drawing/2014/main" id="{061C0786-13D5-44FA-AA64-30E5C30184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4663017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6" name="Google Shape;206;p110">
            <a:extLst xmlns:a="http://schemas.openxmlformats.org/drawingml/2006/main">
              <a:ext uri="{FF2B5EF4-FFF2-40B4-BE49-F238E27FC236}">
                <a16:creationId xmlns:a16="http://schemas.microsoft.com/office/drawing/2014/main" id="{78985AB4-50A8-4075-9CF9-51631102F34D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71514" y="2018599"/>
            <a:ext cx="4649786" cy="4182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</a:defRPr>
            </a:lvl1pPr>
            <a:lvl2pPr marL="914400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</a:defRPr>
            </a:lvl2pPr>
            <a:lvl3pPr marL="1371600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pic>
        <p:nvPicPr>
          <p:cNvPr id="213" name="Google Shape;207;p110">
            <a:extLst xmlns:a="http://schemas.openxmlformats.org/drawingml/2006/main">
              <a:ext uri="{FF2B5EF4-FFF2-40B4-BE49-F238E27FC236}">
                <a16:creationId xmlns:a16="http://schemas.microsoft.com/office/drawing/2014/main" id="{750764A3-EF38-401D-B5C3-506A63DEF4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c41c111efb4dc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8813" y="5882758"/>
            <a:ext cx="1800608" cy="318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5c524f6d3040b5" /><Relationship Type="http://schemas.openxmlformats.org/officeDocument/2006/relationships/slideLayout" Target="/ppt/slideLayouts/slideLayout1.xml" Id="Rfc4d51767c2e4daa" /><Relationship Type="http://schemas.openxmlformats.org/officeDocument/2006/relationships/slideLayout" Target="/ppt/slideLayouts/slideLayout2.xml" Id="R525af245114f45e3" /><Relationship Type="http://schemas.openxmlformats.org/officeDocument/2006/relationships/slideLayout" Target="/ppt/slideLayouts/slideLayout3.xml" Id="R9158381fb4964c54" /><Relationship Type="http://schemas.openxmlformats.org/officeDocument/2006/relationships/slideLayout" Target="/ppt/slideLayouts/slideLayout4.xml" Id="R715a63873f994077" /><Relationship Type="http://schemas.openxmlformats.org/officeDocument/2006/relationships/slideLayout" Target="/ppt/slideLayouts/slideLayout5.xml" Id="Re8fb3f030ba6498b" /><Relationship Type="http://schemas.openxmlformats.org/officeDocument/2006/relationships/slideLayout" Target="/ppt/slideLayouts/slideLayout6.xml" Id="R599b2876a2cb45cf" /><Relationship Type="http://schemas.openxmlformats.org/officeDocument/2006/relationships/slideLayout" Target="/ppt/slideLayouts/slideLayout7.xml" Id="R8780790b56b240c1" /><Relationship Type="http://schemas.openxmlformats.org/officeDocument/2006/relationships/slideLayout" Target="/ppt/slideLayouts/slideLayout8.xml" Id="R65c853219dbf4c40" /><Relationship Type="http://schemas.openxmlformats.org/officeDocument/2006/relationships/slideLayout" Target="/ppt/slideLayouts/slideLayout9.xml" Id="R11946898d45344e7" /><Relationship Type="http://schemas.openxmlformats.org/officeDocument/2006/relationships/slideLayout" Target="/ppt/slideLayouts/slideLayout10.xml" Id="Rca83b79934ad4bba" /><Relationship Type="http://schemas.openxmlformats.org/officeDocument/2006/relationships/slideLayout" Target="/ppt/slideLayouts/slideLayout11.xml" Id="R95782ae8abe64ae9" /><Relationship Type="http://schemas.openxmlformats.org/officeDocument/2006/relationships/slideLayout" Target="/ppt/slideLayouts/slideLayout12.xml" Id="R067c083f1b0a47ba" /><Relationship Type="http://schemas.openxmlformats.org/officeDocument/2006/relationships/slideLayout" Target="/ppt/slideLayouts/slideLayout13.xml" Id="Rddb44487b016443d" /><Relationship Type="http://schemas.openxmlformats.org/officeDocument/2006/relationships/slideLayout" Target="/ppt/slideLayouts/slideLayout14.xml" Id="R9f6ad2b2bc2e4771" /><Relationship Type="http://schemas.openxmlformats.org/officeDocument/2006/relationships/slideLayout" Target="/ppt/slideLayouts/slideLayout15.xml" Id="R5544ff87c8b04ef2" /><Relationship Type="http://schemas.openxmlformats.org/officeDocument/2006/relationships/slideLayout" Target="/ppt/slideLayouts/slideLayout16.xml" Id="R2282341821874687" /><Relationship Type="http://schemas.openxmlformats.org/officeDocument/2006/relationships/slideLayout" Target="/ppt/slideLayouts/slideLayout17.xml" Id="R659694c99bac478a" /><Relationship Type="http://schemas.openxmlformats.org/officeDocument/2006/relationships/slideLayout" Target="/ppt/slideLayouts/slideLayout18.xml" Id="R112006eb3983436f" /><Relationship Type="http://schemas.openxmlformats.org/officeDocument/2006/relationships/slideLayout" Target="/ppt/slideLayouts/slideLayout19.xml" Id="R3fc2d6f3739b46f5" /><Relationship Type="http://schemas.openxmlformats.org/officeDocument/2006/relationships/slideLayout" Target="/ppt/slideLayouts/slideLayout20.xml" Id="Red9149026a1d4cbc" /><Relationship Type="http://schemas.openxmlformats.org/officeDocument/2006/relationships/slideLayout" Target="/ppt/slideLayouts/slideLayout21.xml" Id="R9202b06a263a48b0" /><Relationship Type="http://schemas.openxmlformats.org/officeDocument/2006/relationships/slideLayout" Target="/ppt/slideLayouts/slideLayout22.xml" Id="Rb1a728a10fc04b1d" /><Relationship Type="http://schemas.openxmlformats.org/officeDocument/2006/relationships/slideLayout" Target="/ppt/slideLayouts/slideLayout23.xml" Id="R80299211254c4beb" /><Relationship Type="http://schemas.openxmlformats.org/officeDocument/2006/relationships/slideLayout" Target="/ppt/slideLayouts/slideLayout24.xml" Id="Rd2a0a348335841b2" /><Relationship Type="http://schemas.openxmlformats.org/officeDocument/2006/relationships/slideLayout" Target="/ppt/slideLayouts/slideLayout25.xml" Id="R1132bb37ddd64a7a" /><Relationship Type="http://schemas.openxmlformats.org/officeDocument/2006/relationships/slideLayout" Target="/ppt/slideLayouts/slideLayout26.xml" Id="Rc11c871ce52242ee" /><Relationship Type="http://schemas.openxmlformats.org/officeDocument/2006/relationships/slideLayout" Target="/ppt/slideLayouts/slideLayout27.xml" Id="R75d2083e236548b3" /><Relationship Type="http://schemas.openxmlformats.org/officeDocument/2006/relationships/slideLayout" Target="/ppt/slideLayouts/slideLayout28.xml" Id="R7f28855f92824ad8" /><Relationship Type="http://schemas.openxmlformats.org/officeDocument/2006/relationships/slideLayout" Target="/ppt/slideLayouts/slideLayout29.xml" Id="Rfcf6add9bbba4d22" /><Relationship Type="http://schemas.openxmlformats.org/officeDocument/2006/relationships/slideLayout" Target="/ppt/slideLayouts/slideLayout30.xml" Id="R569e6344fe434f1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77">
            <a:extLst xmlns:a="http://schemas.openxmlformats.org/drawingml/2006/main">
              <a:ext uri="{FF2B5EF4-FFF2-40B4-BE49-F238E27FC236}">
                <a16:creationId xmlns:a16="http://schemas.microsoft.com/office/drawing/2014/main" id="{A7E6D31F-71A0-44A0-B19E-AC05374CF9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92150"/>
            <a:ext cx="10855854" cy="644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sz="3600" b="0" i="0" u="none" cap="none">
                <a:solidFill>
                  <a:schemeClr val="dk2"/>
                </a:solidFill>
                <a:latin typeface="Play"/>
                <a:ea typeface="Play"/>
                <a:cs typeface="Play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1" name="Google Shape;11;p77">
            <a:extLst xmlns:a="http://schemas.openxmlformats.org/drawingml/2006/main">
              <a:ext uri="{FF2B5EF4-FFF2-40B4-BE49-F238E27FC236}">
                <a16:creationId xmlns:a16="http://schemas.microsoft.com/office/drawing/2014/main" id="{55300BF6-FE12-4B08-AAE5-9EF57D5689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58813" y="1773238"/>
            <a:ext cx="10855852" cy="367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marR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cap="none">
                <a:solidFill>
                  <a:schemeClr val="dk1"/>
                </a:solidFill>
                <a:latin typeface="Play"/>
                <a:ea typeface="Play"/>
                <a:cs typeface="Play"/>
              </a:defRPr>
            </a:lvl1pPr>
            <a:lvl2pPr marL="914400" marR="0" indent="-3175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Play"/>
                <a:ea typeface="Play"/>
                <a:cs typeface="Play"/>
              </a:defRPr>
            </a:lvl2pPr>
            <a:lvl3pPr marL="1371600" marR="0" indent="-304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cap="none">
                <a:solidFill>
                  <a:schemeClr val="dk1"/>
                </a:solidFill>
                <a:latin typeface="Play"/>
                <a:ea typeface="Play"/>
                <a:cs typeface="Play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cxnSp>
        <p:nvCxnSpPr>
          <p:cNvPr id="254" name="Google Shape;13;p77">
            <a:extLst xmlns:a="http://schemas.openxmlformats.org/drawingml/2006/main">
              <a:ext uri="{FF2B5EF4-FFF2-40B4-BE49-F238E27FC236}">
                <a16:creationId xmlns:a16="http://schemas.microsoft.com/office/drawing/2014/main" id="{FCABA8CF-92D5-43C8-9964-BA293EF26E2F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0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55" name="Google Shape;14;p77">
            <a:extLst xmlns:a="http://schemas.openxmlformats.org/drawingml/2006/main">
              <a:ext uri="{FF2B5EF4-FFF2-40B4-BE49-F238E27FC236}">
                <a16:creationId xmlns:a16="http://schemas.microsoft.com/office/drawing/2014/main" id="{94534C16-9BFA-4E38-811D-4AB54240001A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677119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56" name="Google Shape;15;p77">
            <a:extLst xmlns:a="http://schemas.openxmlformats.org/drawingml/2006/main">
              <a:ext uri="{FF2B5EF4-FFF2-40B4-BE49-F238E27FC236}">
                <a16:creationId xmlns:a16="http://schemas.microsoft.com/office/drawing/2014/main" id="{7F298BB5-88E8-4BCD-9FDE-E4E28055BC21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354238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57" name="Google Shape;16;p77">
            <a:extLst xmlns:a="http://schemas.openxmlformats.org/drawingml/2006/main">
              <a:ext uri="{FF2B5EF4-FFF2-40B4-BE49-F238E27FC236}">
                <a16:creationId xmlns:a16="http://schemas.microsoft.com/office/drawing/2014/main" id="{0199B17B-73BC-427B-B6B3-B22F4D90F38C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2031357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58" name="Google Shape;17;p77">
            <a:extLst xmlns:a="http://schemas.openxmlformats.org/drawingml/2006/main">
              <a:ext uri="{FF2B5EF4-FFF2-40B4-BE49-F238E27FC236}">
                <a16:creationId xmlns:a16="http://schemas.microsoft.com/office/drawing/2014/main" id="{5E7F2890-051F-4FE3-991B-5673141C4167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2708476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59" name="Google Shape;18;p77">
            <a:extLst xmlns:a="http://schemas.openxmlformats.org/drawingml/2006/main">
              <a:ext uri="{FF2B5EF4-FFF2-40B4-BE49-F238E27FC236}">
                <a16:creationId xmlns:a16="http://schemas.microsoft.com/office/drawing/2014/main" id="{A343FA70-4E85-4ED4-816E-672EAD303B19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3385595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0" name="Google Shape;19;p77">
            <a:extLst xmlns:a="http://schemas.openxmlformats.org/drawingml/2006/main">
              <a:ext uri="{FF2B5EF4-FFF2-40B4-BE49-F238E27FC236}">
                <a16:creationId xmlns:a16="http://schemas.microsoft.com/office/drawing/2014/main" id="{727E46CC-99E6-421F-9377-AD07225966BE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4062714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1" name="Google Shape;20;p77">
            <a:extLst xmlns:a="http://schemas.openxmlformats.org/drawingml/2006/main">
              <a:ext uri="{FF2B5EF4-FFF2-40B4-BE49-F238E27FC236}">
                <a16:creationId xmlns:a16="http://schemas.microsoft.com/office/drawing/2014/main" id="{1D8F822B-3EA0-45AD-A946-F1B56C9A02B3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4739833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2" name="Google Shape;21;p77">
            <a:extLst xmlns:a="http://schemas.openxmlformats.org/drawingml/2006/main">
              <a:ext uri="{FF2B5EF4-FFF2-40B4-BE49-F238E27FC236}">
                <a16:creationId xmlns:a16="http://schemas.microsoft.com/office/drawing/2014/main" id="{23B6EB74-AB90-4397-A073-690427842618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5416952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3" name="Google Shape;22;p77">
            <a:extLst xmlns:a="http://schemas.openxmlformats.org/drawingml/2006/main">
              <a:ext uri="{FF2B5EF4-FFF2-40B4-BE49-F238E27FC236}">
                <a16:creationId xmlns:a16="http://schemas.microsoft.com/office/drawing/2014/main" id="{FD2267F1-C30F-49EC-8246-CCE3DE933D4E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6094071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4" name="Google Shape;23;p77">
            <a:extLst xmlns:a="http://schemas.openxmlformats.org/drawingml/2006/main">
              <a:ext uri="{FF2B5EF4-FFF2-40B4-BE49-F238E27FC236}">
                <a16:creationId xmlns:a16="http://schemas.microsoft.com/office/drawing/2014/main" id="{E17C3011-9F1C-49AB-8CC3-B2481B5FB783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6771190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5" name="Google Shape;24;p77">
            <a:extLst xmlns:a="http://schemas.openxmlformats.org/drawingml/2006/main">
              <a:ext uri="{FF2B5EF4-FFF2-40B4-BE49-F238E27FC236}">
                <a16:creationId xmlns:a16="http://schemas.microsoft.com/office/drawing/2014/main" id="{BC272E6F-2A85-4725-BA1F-8BAB8D103A97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7448309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6" name="Google Shape;25;p77">
            <a:extLst xmlns:a="http://schemas.openxmlformats.org/drawingml/2006/main">
              <a:ext uri="{FF2B5EF4-FFF2-40B4-BE49-F238E27FC236}">
                <a16:creationId xmlns:a16="http://schemas.microsoft.com/office/drawing/2014/main" id="{7FB6838D-745F-4EA8-8200-8B816DD7AC0C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8125428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7" name="Google Shape;26;p77">
            <a:extLst xmlns:a="http://schemas.openxmlformats.org/drawingml/2006/main">
              <a:ext uri="{FF2B5EF4-FFF2-40B4-BE49-F238E27FC236}">
                <a16:creationId xmlns:a16="http://schemas.microsoft.com/office/drawing/2014/main" id="{37D3114B-975E-47B5-A343-1EBADDC6B1B3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8802547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8" name="Google Shape;27;p77">
            <a:extLst xmlns:a="http://schemas.openxmlformats.org/drawingml/2006/main">
              <a:ext uri="{FF2B5EF4-FFF2-40B4-BE49-F238E27FC236}">
                <a16:creationId xmlns:a16="http://schemas.microsoft.com/office/drawing/2014/main" id="{0310F53D-2D14-4859-8471-2A52F3CB4888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9479666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9" name="Google Shape;28;p77">
            <a:extLst xmlns:a="http://schemas.openxmlformats.org/drawingml/2006/main">
              <a:ext uri="{FF2B5EF4-FFF2-40B4-BE49-F238E27FC236}">
                <a16:creationId xmlns:a16="http://schemas.microsoft.com/office/drawing/2014/main" id="{9B5280D6-6894-4AD8-AFF8-3DDEECE3B68E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156785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70" name="Google Shape;29;p77">
            <a:extLst xmlns:a="http://schemas.openxmlformats.org/drawingml/2006/main">
              <a:ext uri="{FF2B5EF4-FFF2-40B4-BE49-F238E27FC236}">
                <a16:creationId xmlns:a16="http://schemas.microsoft.com/office/drawing/2014/main" id="{5D00AFCB-F242-4D2C-AE9E-A5F3A3DEF142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833904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71" name="Google Shape;30;p77">
            <a:extLst xmlns:a="http://schemas.openxmlformats.org/drawingml/2006/main">
              <a:ext uri="{FF2B5EF4-FFF2-40B4-BE49-F238E27FC236}">
                <a16:creationId xmlns:a16="http://schemas.microsoft.com/office/drawing/2014/main" id="{E1B6CF21-A9DF-43A4-A0CA-17C9F84EE430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1511023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72" name="Google Shape;31;p77">
            <a:extLst xmlns:a="http://schemas.openxmlformats.org/drawingml/2006/main">
              <a:ext uri="{FF2B5EF4-FFF2-40B4-BE49-F238E27FC236}">
                <a16:creationId xmlns:a16="http://schemas.microsoft.com/office/drawing/2014/main" id="{0707A818-F4BF-43B3-97E0-9FBB72E5AA3A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2188148" y="-114752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73" name="Google Shape;33;p77">
            <a:extLst xmlns:a="http://schemas.openxmlformats.org/drawingml/2006/main">
              <a:ext uri="{FF2B5EF4-FFF2-40B4-BE49-F238E27FC236}">
                <a16:creationId xmlns:a16="http://schemas.microsoft.com/office/drawing/2014/main" id="{5C546EBC-89A4-4878-B0DF-DC20457F51A9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-3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74" name="Google Shape;34;p77">
            <a:extLst xmlns:a="http://schemas.openxmlformats.org/drawingml/2006/main">
              <a:ext uri="{FF2B5EF4-FFF2-40B4-BE49-F238E27FC236}">
                <a16:creationId xmlns:a16="http://schemas.microsoft.com/office/drawing/2014/main" id="{F24F8FD1-E51A-4014-9147-1CBDCB41C877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677116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75" name="Google Shape;35;p77">
            <a:extLst xmlns:a="http://schemas.openxmlformats.org/drawingml/2006/main">
              <a:ext uri="{FF2B5EF4-FFF2-40B4-BE49-F238E27FC236}">
                <a16:creationId xmlns:a16="http://schemas.microsoft.com/office/drawing/2014/main" id="{7789B108-4336-44C5-A6E9-F2D0F7636DE4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354235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76" name="Google Shape;36;p77">
            <a:extLst xmlns:a="http://schemas.openxmlformats.org/drawingml/2006/main">
              <a:ext uri="{FF2B5EF4-FFF2-40B4-BE49-F238E27FC236}">
                <a16:creationId xmlns:a16="http://schemas.microsoft.com/office/drawing/2014/main" id="{040F21E1-2F6D-4BB8-AC15-0845A7D9AFB8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2031354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77" name="Google Shape;37;p77">
            <a:extLst xmlns:a="http://schemas.openxmlformats.org/drawingml/2006/main">
              <a:ext uri="{FF2B5EF4-FFF2-40B4-BE49-F238E27FC236}">
                <a16:creationId xmlns:a16="http://schemas.microsoft.com/office/drawing/2014/main" id="{967BCD48-39BA-49B8-A62C-92F84FFD7980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2708473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78" name="Google Shape;38;p77">
            <a:extLst xmlns:a="http://schemas.openxmlformats.org/drawingml/2006/main">
              <a:ext uri="{FF2B5EF4-FFF2-40B4-BE49-F238E27FC236}">
                <a16:creationId xmlns:a16="http://schemas.microsoft.com/office/drawing/2014/main" id="{E1AE7ABA-8485-45EB-A5EB-AF9ED5A8DE06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3385592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79" name="Google Shape;39;p77">
            <a:extLst xmlns:a="http://schemas.openxmlformats.org/drawingml/2006/main">
              <a:ext uri="{FF2B5EF4-FFF2-40B4-BE49-F238E27FC236}">
                <a16:creationId xmlns:a16="http://schemas.microsoft.com/office/drawing/2014/main" id="{06628741-5B98-496C-9ACC-1BD3E7CAC624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4062711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80" name="Google Shape;40;p77">
            <a:extLst xmlns:a="http://schemas.openxmlformats.org/drawingml/2006/main">
              <a:ext uri="{FF2B5EF4-FFF2-40B4-BE49-F238E27FC236}">
                <a16:creationId xmlns:a16="http://schemas.microsoft.com/office/drawing/2014/main" id="{EDF9E4BD-E6E5-4987-AE6C-1D569046CEE6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4739830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81" name="Google Shape;41;p77">
            <a:extLst xmlns:a="http://schemas.openxmlformats.org/drawingml/2006/main">
              <a:ext uri="{FF2B5EF4-FFF2-40B4-BE49-F238E27FC236}">
                <a16:creationId xmlns:a16="http://schemas.microsoft.com/office/drawing/2014/main" id="{602CE82F-49D6-4E99-8831-4E3381928D85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5416949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82" name="Google Shape;42;p77">
            <a:extLst xmlns:a="http://schemas.openxmlformats.org/drawingml/2006/main">
              <a:ext uri="{FF2B5EF4-FFF2-40B4-BE49-F238E27FC236}">
                <a16:creationId xmlns:a16="http://schemas.microsoft.com/office/drawing/2014/main" id="{4DE05CB7-2712-4ED9-ADBC-E99D312050D9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6094068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83" name="Google Shape;43;p77">
            <a:extLst xmlns:a="http://schemas.openxmlformats.org/drawingml/2006/main">
              <a:ext uri="{FF2B5EF4-FFF2-40B4-BE49-F238E27FC236}">
                <a16:creationId xmlns:a16="http://schemas.microsoft.com/office/drawing/2014/main" id="{2380EA48-2196-45BD-98FA-D93007C4DDC8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6771187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84" name="Google Shape;44;p77">
            <a:extLst xmlns:a="http://schemas.openxmlformats.org/drawingml/2006/main">
              <a:ext uri="{FF2B5EF4-FFF2-40B4-BE49-F238E27FC236}">
                <a16:creationId xmlns:a16="http://schemas.microsoft.com/office/drawing/2014/main" id="{091AB15E-6243-4888-954F-157FD8EC1245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7448306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85" name="Google Shape;45;p77">
            <a:extLst xmlns:a="http://schemas.openxmlformats.org/drawingml/2006/main">
              <a:ext uri="{FF2B5EF4-FFF2-40B4-BE49-F238E27FC236}">
                <a16:creationId xmlns:a16="http://schemas.microsoft.com/office/drawing/2014/main" id="{6C3C6CC7-5F1A-4778-B93A-845B95ABBEE5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8125425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86" name="Google Shape;46;p77">
            <a:extLst xmlns:a="http://schemas.openxmlformats.org/drawingml/2006/main">
              <a:ext uri="{FF2B5EF4-FFF2-40B4-BE49-F238E27FC236}">
                <a16:creationId xmlns:a16="http://schemas.microsoft.com/office/drawing/2014/main" id="{8CD49E23-5B74-47F7-BBA3-6BC5543A32CA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8802544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87" name="Google Shape;47;p77">
            <a:extLst xmlns:a="http://schemas.openxmlformats.org/drawingml/2006/main">
              <a:ext uri="{FF2B5EF4-FFF2-40B4-BE49-F238E27FC236}">
                <a16:creationId xmlns:a16="http://schemas.microsoft.com/office/drawing/2014/main" id="{791F57A3-F735-4612-9D4A-A8BD37A9BCFF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9479663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88" name="Google Shape;48;p77">
            <a:extLst xmlns:a="http://schemas.openxmlformats.org/drawingml/2006/main">
              <a:ext uri="{FF2B5EF4-FFF2-40B4-BE49-F238E27FC236}">
                <a16:creationId xmlns:a16="http://schemas.microsoft.com/office/drawing/2014/main" id="{F87E1A44-3A2C-47E1-BB6B-63BBEC3EE74F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156782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89" name="Google Shape;49;p77">
            <a:extLst xmlns:a="http://schemas.openxmlformats.org/drawingml/2006/main">
              <a:ext uri="{FF2B5EF4-FFF2-40B4-BE49-F238E27FC236}">
                <a16:creationId xmlns:a16="http://schemas.microsoft.com/office/drawing/2014/main" id="{3784B4F7-8942-47C1-B5B5-30623EED6F83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0833901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90" name="Google Shape;50;p77">
            <a:extLst xmlns:a="http://schemas.openxmlformats.org/drawingml/2006/main">
              <a:ext uri="{FF2B5EF4-FFF2-40B4-BE49-F238E27FC236}">
                <a16:creationId xmlns:a16="http://schemas.microsoft.com/office/drawing/2014/main" id="{6E3A3529-C25A-4ABB-B7B7-D909271837EE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1511020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91" name="Google Shape;51;p77">
            <a:extLst xmlns:a="http://schemas.openxmlformats.org/drawingml/2006/main">
              <a:ext uri="{FF2B5EF4-FFF2-40B4-BE49-F238E27FC236}">
                <a16:creationId xmlns:a16="http://schemas.microsoft.com/office/drawing/2014/main" id="{CD93168B-6C67-48CC-844A-6A4A5B64D9F0}"/>
              </a:ext>
            </a:extLst>
          </p:cNvPr>
          <p:cNvCxnSpPr/>
          <p:nvPr/>
        </p:nvCxnSpPr>
        <p:spPr>
          <a:xfrm xmlns:a="http://schemas.openxmlformats.org/drawingml/2006/main" rot="0" flipH="0" flipV="0">
            <a:off x="12188145" y="6987088"/>
            <a:ext cx="0" cy="64309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782BA"/>
            </a:solidFill>
            <a:prstDash val="solid"/>
            <a:miter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4d51767c2e4daa"/>
    <p:sldLayoutId xmlns:r="http://schemas.openxmlformats.org/officeDocument/2006/relationships" id="2147483650" r:id="R525af245114f45e3"/>
    <p:sldLayoutId xmlns:r="http://schemas.openxmlformats.org/officeDocument/2006/relationships" id="2147483651" r:id="R9158381fb4964c54"/>
    <p:sldLayoutId xmlns:r="http://schemas.openxmlformats.org/officeDocument/2006/relationships" id="2147483652" r:id="R715a63873f994077"/>
    <p:sldLayoutId xmlns:r="http://schemas.openxmlformats.org/officeDocument/2006/relationships" id="2147483653" r:id="Re8fb3f030ba6498b"/>
    <p:sldLayoutId xmlns:r="http://schemas.openxmlformats.org/officeDocument/2006/relationships" id="2147483654" r:id="R599b2876a2cb45cf"/>
    <p:sldLayoutId xmlns:r="http://schemas.openxmlformats.org/officeDocument/2006/relationships" id="2147483655" r:id="R8780790b56b240c1"/>
    <p:sldLayoutId xmlns:r="http://schemas.openxmlformats.org/officeDocument/2006/relationships" id="2147483656" r:id="R65c853219dbf4c40"/>
    <p:sldLayoutId xmlns:r="http://schemas.openxmlformats.org/officeDocument/2006/relationships" id="2147483657" r:id="R11946898d45344e7"/>
    <p:sldLayoutId xmlns:r="http://schemas.openxmlformats.org/officeDocument/2006/relationships" id="2147483658" r:id="Rca83b79934ad4bba"/>
    <p:sldLayoutId xmlns:r="http://schemas.openxmlformats.org/officeDocument/2006/relationships" id="2147483659" r:id="R95782ae8abe64ae9"/>
    <p:sldLayoutId xmlns:r="http://schemas.openxmlformats.org/officeDocument/2006/relationships" id="2147483660" r:id="R067c083f1b0a47ba"/>
    <p:sldLayoutId xmlns:r="http://schemas.openxmlformats.org/officeDocument/2006/relationships" id="2147483661" r:id="Rddb44487b016443d"/>
    <p:sldLayoutId xmlns:r="http://schemas.openxmlformats.org/officeDocument/2006/relationships" id="2147483662" r:id="R9f6ad2b2bc2e4771"/>
    <p:sldLayoutId xmlns:r="http://schemas.openxmlformats.org/officeDocument/2006/relationships" id="2147483663" r:id="R5544ff87c8b04ef2"/>
    <p:sldLayoutId xmlns:r="http://schemas.openxmlformats.org/officeDocument/2006/relationships" id="2147483664" r:id="R2282341821874687"/>
    <p:sldLayoutId xmlns:r="http://schemas.openxmlformats.org/officeDocument/2006/relationships" id="2147483665" r:id="R659694c99bac478a"/>
    <p:sldLayoutId xmlns:r="http://schemas.openxmlformats.org/officeDocument/2006/relationships" id="2147483666" r:id="R112006eb3983436f"/>
    <p:sldLayoutId xmlns:r="http://schemas.openxmlformats.org/officeDocument/2006/relationships" id="2147483667" r:id="R3fc2d6f3739b46f5"/>
    <p:sldLayoutId xmlns:r="http://schemas.openxmlformats.org/officeDocument/2006/relationships" id="2147483668" r:id="Red9149026a1d4cbc"/>
    <p:sldLayoutId xmlns:r="http://schemas.openxmlformats.org/officeDocument/2006/relationships" id="2147483669" r:id="R9202b06a263a48b0"/>
    <p:sldLayoutId xmlns:r="http://schemas.openxmlformats.org/officeDocument/2006/relationships" id="2147483670" r:id="Rb1a728a10fc04b1d"/>
    <p:sldLayoutId xmlns:r="http://schemas.openxmlformats.org/officeDocument/2006/relationships" id="2147483671" r:id="R80299211254c4beb"/>
    <p:sldLayoutId xmlns:r="http://schemas.openxmlformats.org/officeDocument/2006/relationships" id="2147483672" r:id="Rd2a0a348335841b2"/>
    <p:sldLayoutId xmlns:r="http://schemas.openxmlformats.org/officeDocument/2006/relationships" id="2147483673" r:id="R1132bb37ddd64a7a"/>
    <p:sldLayoutId xmlns:r="http://schemas.openxmlformats.org/officeDocument/2006/relationships" id="2147483674" r:id="Rc11c871ce52242ee"/>
    <p:sldLayoutId xmlns:r="http://schemas.openxmlformats.org/officeDocument/2006/relationships" id="2147483675" r:id="R75d2083e236548b3"/>
    <p:sldLayoutId xmlns:r="http://schemas.openxmlformats.org/officeDocument/2006/relationships" id="2147483676" r:id="R7f28855f92824ad8"/>
    <p:sldLayoutId xmlns:r="http://schemas.openxmlformats.org/officeDocument/2006/relationships" id="2147483677" r:id="Rfcf6add9bbba4d22"/>
    <p:sldLayoutId xmlns:r="http://schemas.openxmlformats.org/officeDocument/2006/relationships" id="2147483678" r:id="R569e6344fe434f1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15">
          <p15:clr>
            <a:srgbClr xmlns:a="http://schemas.openxmlformats.org/drawingml/2006/main" val="FDE53C"/>
          </p15:clr>
        </p15:guide>
        <p15:guide id="2" pos="7265">
          <p15:clr>
            <a:srgbClr xmlns:a="http://schemas.openxmlformats.org/drawingml/2006/main" val="FDE53C"/>
          </p15:clr>
        </p15:guide>
        <p15:guide id="3" orient="horz" pos="3906">
          <p15:clr>
            <a:srgbClr xmlns:a="http://schemas.openxmlformats.org/drawingml/2006/main" val="FDE53C"/>
          </p15:clr>
        </p15:guide>
        <p15:guide id="4" pos="3840">
          <p15:clr>
            <a:srgbClr xmlns:a="http://schemas.openxmlformats.org/drawingml/2006/main" val="FDE53C"/>
          </p15:clr>
        </p15:guide>
        <p15:guide id="5" orient="horz" pos="436">
          <p15:clr>
            <a:srgbClr xmlns:a="http://schemas.openxmlformats.org/drawingml/2006/main" val="FDE53C"/>
          </p15:clr>
        </p15:guide>
        <p15:guide id="6" orient="horz" pos="1117">
          <p15:clr>
            <a:srgbClr xmlns:a="http://schemas.openxmlformats.org/drawingml/2006/main" val="FDE53C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K Educ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13c1f42c307e44b8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7ee47dc8772d43b0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e6ea4df602454208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966c6ff05abb49bd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bf9d6fbcf67742b4" /><Relationship Type="http://schemas.openxmlformats.org/officeDocument/2006/relationships/chart" Target="/ppt/slides/charts/chart1.xml" Id="R84f8816299064e2b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a9006bcffac548d6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b3a3afc450b244c7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cdc9ab43140343ca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8d5cdc3ad525419f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f9973d88242d4c5f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ed0cf9f481af4dbb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0f3b134f80c04bc0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9a6cde3c8c63486c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681e6b2d80594fa9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65ca9b661ac94340" 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767438cf4af6417e" 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8a16bfc62cfd4e30" 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5924dc0704b0493d" 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/ppt/slideLayouts/slideLayout4.xml" Id="R015e65a666e24124" /></Relationships>
</file>

<file path=ppt/slides/charts/_rels/chart1.xml.rels><?xml version='1.0' encoding='utf-8'?>
<Relationships xmlns="http://schemas.openxmlformats.org/package/2006/relationships" /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ser>
          <c:idx val="0"/>
          <c:order val="0"/>
          <c:tx>
            <c:v>Группа A</c:v>
          </c:tx>
          <c:spPr>
            <a:solidFill xmlns:a="http://schemas.openxmlformats.org/drawingml/2006/main">
              <a:srgbClr val="0077FF"/>
            </a:solidFill>
            <a:ln xmlns:a="http://schemas.openxmlformats.org/drawingml/2006/main" w="0">
              <a:noFill/>
            </a:ln>
          </c:spPr>
          <c:marker>
            <c:symbol val="circle"/>
            <c:size val="10"/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1</c:v>
                </c:pt>
                <c:pt idx="1">
                  <c:v>1.2</c:v>
                </c:pt>
                <c:pt idx="2">
                  <c:v>0.8</c:v>
                </c:pt>
                <c:pt idx="3">
                  <c:v>1.4</c:v>
                </c:pt>
                <c:pt idx="4">
                  <c:v>0.6</c:v>
                </c:pt>
                <c:pt idx="5">
                  <c:v>1.1</c:v>
                </c:pt>
              </c:numCache>
            </c:numRef>
          </c:xVal>
          <c:yVal>
            <c:numRef>
              <c:f>'Chart Data'!$B$2:$B$7</c:f>
              <c:numCache>
                <c:formatCode>General</c:formatCode>
                <c:ptCount val="6"/>
                <c:pt idx="0">
                  <c:v>1</c:v>
                </c:pt>
                <c:pt idx="1">
                  <c:v>1.3</c:v>
                </c:pt>
                <c:pt idx="2">
                  <c:v>0.9</c:v>
                </c:pt>
                <c:pt idx="3">
                  <c:v>0.7</c:v>
                </c:pt>
                <c:pt idx="4">
                  <c:v>1.2</c:v>
                </c:pt>
                <c:pt idx="5">
                  <c:v>0.6</c:v>
                </c:pt>
              </c:numCache>
            </c:numRef>
          </c:yVal>
        </c:ser>
        <c:ser>
          <c:idx val="1"/>
          <c:order val="1"/>
          <c:tx>
            <c:v>Группа B</c:v>
          </c:tx>
          <c:spPr>
            <a:solidFill xmlns:a="http://schemas.openxmlformats.org/drawingml/2006/main">
              <a:srgbClr val="FF2F8A"/>
            </a:solidFill>
            <a:ln xmlns:a="http://schemas.openxmlformats.org/drawingml/2006/main" w="0">
              <a:noFill/>
            </a:ln>
          </c:spPr>
          <c:marker>
            <c:symbol val="diamond"/>
            <c:size val="10"/>
          </c:marker>
          <c:xVal>
            <c:numRef>
              <c:f>'Chart Data'!$C$2:$C$7</c:f>
              <c:numCache>
                <c:formatCode>General</c:formatCode>
                <c:ptCount val="6"/>
                <c:pt idx="0">
                  <c:v>4</c:v>
                </c:pt>
                <c:pt idx="1">
                  <c:v>4.2</c:v>
                </c:pt>
                <c:pt idx="2">
                  <c:v>3.8</c:v>
                </c:pt>
                <c:pt idx="3">
                  <c:v>4.4</c:v>
                </c:pt>
                <c:pt idx="4">
                  <c:v>3.6</c:v>
                </c:pt>
                <c:pt idx="5">
                  <c:v>4.1</c:v>
                </c:pt>
              </c:numCache>
            </c:numRef>
          </c:xVal>
          <c:yVal>
            <c:numRef>
              <c:f>'Chart Data'!$D$2:$D$7</c:f>
              <c:numCache>
                <c:formatCode>General</c:formatCode>
                <c:ptCount val="6"/>
                <c:pt idx="0">
                  <c:v>4</c:v>
                </c:pt>
                <c:pt idx="1">
                  <c:v>4.3</c:v>
                </c:pt>
                <c:pt idx="2">
                  <c:v>3.9</c:v>
                </c:pt>
                <c:pt idx="3">
                  <c:v>3.7</c:v>
                </c:pt>
                <c:pt idx="4">
                  <c:v>4.2</c:v>
                </c:pt>
                <c:pt idx="5">
                  <c:v>3.6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lay"/>
                  <a:ea typeface="Play"/>
                  <a:cs typeface="Play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Play"/>
                <a:ea typeface="Play"/>
                <a:cs typeface="Play"/>
              </a:defRPr>
            </a:pPr>
          </a:p>
        </c:txPr>
        <c:crossAx val="48650112"/>
      </c:valAx>
      <c:valAx>
        <c:axId val="48650112"/>
        <c:scaling>
          <c:orientation val="minMax"/>
          <c:max val="5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Play"/>
                <a:ea typeface="Play"/>
                <a:cs typeface="Play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Play"/>
              <a:ea typeface="Play"/>
              <a:cs typeface="Play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2" name="Google Shape;212;p1">
            <a:extLst xmlns:a="http://schemas.openxmlformats.org/drawingml/2006/main">
              <a:ext uri="{FF2B5EF4-FFF2-40B4-BE49-F238E27FC236}">
                <a16:creationId xmlns:a16="http://schemas.microsoft.com/office/drawing/2014/main" id="{0AADD9A7-B676-4B23-B8BC-1671285AD8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8825" y="3096450"/>
            <a:ext cx="6835800" cy="1316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4800"/>
              <a:t>Неконтролируемое машинное обучение</a:t>
            </a:r>
            <a:endParaRPr sz="4800"/>
          </a:p>
        </p:txBody>
      </p:sp>
    </p:spTree>
    <p:extLst>
      <p:ext uri="{BB962C8B-B14F-4D97-AF65-F5344CB8AC3E}">
        <p14:creationId xmlns:p14="http://schemas.microsoft.com/office/powerpoint/2010/main" val="9366420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F54D6-1D3F-432C-B561-BDEF6CAA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Проверка без открытого target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8DAF8-FD8A-43F5-9DBA-B60F9295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7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У нас есть признаки объектов, но нет открытых правильных классов.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AF3F2-44BF-46EF-948F-9CBF946A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528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7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Как проверить, что найденные группы полезны?</a:t>
            </a:r>
          </a:p>
        </p:txBody>
      </p:sp>
    </p:spTree>
    <p:extLst>
      <p:ext uri="{BB962C8B-B14F-4D97-AF65-F5344CB8AC3E}">
        <p14:creationId xmlns:p14="http://schemas.microsoft.com/office/powerpoint/2010/main" val="9511592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1E429-F945-447A-910B-C15FFB91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Постановка задачи кластеризации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96EF89-CED4-4BA4-B49F-711A6B11739F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106680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6667500"/>
              </a:tblGrid>
              <a:tr h="63817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Решение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Пример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Объект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Профиль пользователя или изделие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Представление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Числовые признаки объекта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Близость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Евклидово или cosine расстояние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Польза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Устойчивая и интерпретируемая группа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11592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CFC4B-5707-4155-A05D-81F0A687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Масштаб меняет близость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55D6C-F0A5-481B-A8E4-BE4FA968C7F8}"/>
              </a:ext>
            </a:extLst>
          </p:cNvPr>
          <p:cNvGraphicFramePr/>
          <p:nvPr/>
        </p:nvGraphicFramePr>
        <p:xfrm>
          <a:off xmlns:a="http://schemas.openxmlformats.org/drawingml/2006/main" x="714375" y="2047875"/>
          <a:ext xmlns:a="http://schemas.openxmlformats.org/drawingml/2006/main" cx="66675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286000"/>
                <a:gridCol w="2095500"/>
              </a:tblGrid>
              <a:tr h="690563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Объект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Время часы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Пробег км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1000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1100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483D2-3707-4818-A02E-069A8416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43125"/>
            <a:ext cx="35242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2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Разность 1000 км может подавить разность 1 часа.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2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Масштабирование меняет расстояния.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F7B1E-A776-4DE7-A060-86844459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1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Евклидово расстояние сравнивает координаты. Cosine сравнивает направления.</a:t>
            </a:r>
          </a:p>
        </p:txBody>
      </p:sp>
    </p:spTree>
    <p:extLst>
      <p:ext uri="{BB962C8B-B14F-4D97-AF65-F5344CB8AC3E}">
        <p14:creationId xmlns:p14="http://schemas.microsoft.com/office/powerpoint/2010/main" val="9511592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84F9E-BA61-4A5D-B8CF-22AAD135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K-means и компактные кластеры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8D64679B-ECC7-4196-8C8A-F7CAF49DE749}"/>
              </a:ext>
            </a:extLst>
          </p:cNvPr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71437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f8816299064e2b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E19AA-BC82-407D-863E-64376B88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333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Минимизируем сумму квадратов расстояний до центров.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k выбираем заранее.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30D1F-1304-4B86-BB1F-3A108CF4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0550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174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Play"/>
                <a:ea typeface="Play"/>
                <a:cs typeface="Play"/>
              </a:defRPr>
            </a:pPr>
            <a:r>
              <a:rPr sz="1800" b="0">
                <a:solidFill>
                  <a:srgbClr val="526174"/>
                </a:solidFill>
                <a:latin typeface="Play"/>
                <a:ea typeface="Play"/>
                <a:cs typeface="Play"/>
              </a:rPr>
              <a:t>Учебные точки</a:t>
            </a:r>
          </a:p>
        </p:txBody>
      </p:sp>
    </p:spTree>
    <p:extLst>
      <p:ext uri="{BB962C8B-B14F-4D97-AF65-F5344CB8AC3E}">
        <p14:creationId xmlns:p14="http://schemas.microsoft.com/office/powerpoint/2010/main" val="9511592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4E902-9DDA-4BD8-BBE1-3078837B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Два шага K-means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33E24-0B9C-4045-A1F1-3938CA08BA5C}"/>
              </a:ext>
            </a:extLst>
          </p:cNvPr>
          <p:cNvGraphicFramePr/>
          <p:nvPr/>
        </p:nvGraphicFramePr>
        <p:xfrm>
          <a:off xmlns:a="http://schemas.openxmlformats.org/drawingml/2006/main" x="714375" y="2047875"/>
          <a:ext xmlns:a="http://schemas.openxmlformats.org/drawingml/2006/main" cx="106680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239000"/>
              </a:tblGrid>
              <a:tr h="66675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Шаг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Действие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Назначение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Каждый объект получает ближайший центр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Обновление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Центр становится средним своих объектов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Повторение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Итерации продолжаются до остановки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FD87D-E928-4084-9480-3DEC76F9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Пример: точки 0, 2, 4 дают новый центр (0 + 2 + 4) / 3 = 2.</a:t>
            </a:r>
          </a:p>
        </p:txBody>
      </p:sp>
    </p:spTree>
    <p:extLst>
      <p:ext uri="{BB962C8B-B14F-4D97-AF65-F5344CB8AC3E}">
        <p14:creationId xmlns:p14="http://schemas.microsoft.com/office/powerpoint/2010/main" val="9511592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E0F23-2224-41A6-B887-30F49D5C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Дерево и граф сходства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167E8-1746-4EC6-A9F0-F8F472323C4F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1066800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905250"/>
                <a:gridCol w="3524250"/>
              </a:tblGrid>
              <a:tr h="746125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Метод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Структура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Выбор групп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Иерархический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Дерево объединений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Срез дендрограммы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Спектральный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Граф близости объектов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Разделение графа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12684-2C2E-4700-AF99-75B23020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2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Агломеративный шаг объединяет ближайшие группы по выбранному linkage.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F5562-CEC6-48FD-9545-9FE1A469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0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0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Полные попарные расстояния ограничивают масштаб.</a:t>
            </a:r>
          </a:p>
        </p:txBody>
      </p:sp>
    </p:spTree>
    <p:extLst>
      <p:ext uri="{BB962C8B-B14F-4D97-AF65-F5344CB8AC3E}">
        <p14:creationId xmlns:p14="http://schemas.microsoft.com/office/powerpoint/2010/main" val="9511592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EA7D8-7B00-43F3-8600-D139CBC9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DBSCAN и HDBSCAN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073BE-5586-430A-A5BF-F883541EA379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1066800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429250"/>
                <a:gridCol w="2095500"/>
              </a:tblGrid>
              <a:tr h="74612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Метод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Принцип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Шум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DBSCAN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Радиус ε и минимальная плотность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Допускается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HDBSCAN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Иерархия плотностей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Допускается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3DCC2-132B-47CA-BCB7-071C1358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Шум означает, что объект не вошёл в плотную группу при выбранных параметрах.</a:t>
            </a:r>
          </a:p>
        </p:txBody>
      </p:sp>
    </p:spTree>
    <p:extLst>
      <p:ext uri="{BB962C8B-B14F-4D97-AF65-F5344CB8AC3E}">
        <p14:creationId xmlns:p14="http://schemas.microsoft.com/office/powerpoint/2010/main" val="9511592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02D9E-6AA3-4A96-8108-434E3384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Silhouette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93476-D547-4E21-B75D-755D3977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66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a — среднее расстояние до объектов своего кластера</a:t>
            </a:r>
          </a:p>
          <a:p xmlns:a="http://schemas.openxmlformats.org/drawingml/2006/main">
            <a: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b — наименьшее среднее расстояние до другого кластера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73B96-79C8-43CD-A092-416C58CC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10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30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s = (b − a) / max(a, b)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77451-FC63-46DC-919D-347D8B51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91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При a = 2 и b = 5: s = 0,6. Диапазон от −1 до 1.</a:t>
            </a:r>
          </a:p>
        </p:txBody>
      </p:sp>
    </p:spTree>
    <p:extLst>
      <p:ext uri="{BB962C8B-B14F-4D97-AF65-F5344CB8AC3E}">
        <p14:creationId xmlns:p14="http://schemas.microsoft.com/office/powerpoint/2010/main" val="9511592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E0CBC-0306-41BC-9A6D-15AFA401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Как проверять кластеры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980E5-3127-4A25-B8BE-68B36F763FF7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106680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810125"/>
                <a:gridCol w="2714625"/>
              </a:tblGrid>
              <a:tr h="750094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Проверка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Что сравниваем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Пример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Внутренняя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Объекты и кластеры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Silhouette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Внешняя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Решение и эталон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ARI по hidden labels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Устойчивость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Два запуска алгоритма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ARI между seed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467F9-D678-4191-A2BC-BA7C3683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2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ARI между seed проверяет согласованность запусков. Hidden ARI требует эталона.</a:t>
            </a:r>
          </a:p>
        </p:txBody>
      </p:sp>
    </p:spTree>
    <p:extLst>
      <p:ext uri="{BB962C8B-B14F-4D97-AF65-F5344CB8AC3E}">
        <p14:creationId xmlns:p14="http://schemas.microsoft.com/office/powerpoint/2010/main" val="9511592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D6E23-ABB5-457A-9DA8-02CE5BF7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Многомерное шкалирование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1A3EA-4630-40BE-8D47-651798ACC360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106680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3810000"/>
                <a:gridCol w="3333750"/>
              </a:tblGrid>
              <a:tr h="690563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Пара объектов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Исходное расстояние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На новой карте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A и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2,1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A и 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4,8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B и 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3,1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48EB5-5256-4047-915C-938CC42E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Учебный пример. Stress измеряет расхождение расстояний.</a:t>
            </a:r>
          </a:p>
        </p:txBody>
      </p:sp>
    </p:spTree>
    <p:extLst>
      <p:ext uri="{BB962C8B-B14F-4D97-AF65-F5344CB8AC3E}">
        <p14:creationId xmlns:p14="http://schemas.microsoft.com/office/powerpoint/2010/main" val="9511592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2E8F8-391D-4E93-BF0A-4FC812A3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MDS, PCA и SVD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11CA3-C54C-40A7-9712-0AFA57EEAA70}"/>
              </a:ext>
            </a:extLst>
          </p:cNvPr>
          <p:cNvGraphicFramePr/>
          <p:nvPr/>
        </p:nvGraphicFramePr>
        <p:xfrm>
          <a:off xmlns:a="http://schemas.openxmlformats.org/drawingml/2006/main" x="714375" y="2190750"/>
          <a:ext xmlns:a="http://schemas.openxmlformats.org/drawingml/2006/main" cx="1066800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6858000"/>
              </a:tblGrid>
              <a:tr h="702469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Метод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Основная идея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Метрический MDS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Приблизить попарные расстояния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PCA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Сохранить вариацию центрированных данных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469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TruncatedSVD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Снизить размерность без центрирования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C7DDE-B7C0-461D-8E56-A00BE85D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Для большой CSR-матрицы используем TruncatedSVD.</a:t>
            </a:r>
          </a:p>
        </p:txBody>
      </p:sp>
    </p:spTree>
    <p:extLst>
      <p:ext uri="{BB962C8B-B14F-4D97-AF65-F5344CB8AC3E}">
        <p14:creationId xmlns:p14="http://schemas.microsoft.com/office/powerpoint/2010/main" val="9511592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FA2BC-CA35-4469-A2A4-B4CBB96C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Support, confidence, lift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CB6E5-C9F9-4C42-85D4-2023645C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05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100 транзакций: X в 40, Y в 50, вместе в 20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AA2A2-F8B9-4BFE-8555-16BD9B522B2A}"/>
              </a:ext>
            </a:extLst>
          </p:cNvPr>
          <p:cNvGraphicFramePr/>
          <p:nvPr/>
        </p:nvGraphicFramePr>
        <p:xfrm>
          <a:off xmlns:a="http://schemas.openxmlformats.org/drawingml/2006/main" x="714375" y="3048000"/>
          <a:ext xmlns:a="http://schemas.openxmlformats.org/drawingml/2006/main" cx="106680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762500"/>
                <a:gridCol w="2571750"/>
              </a:tblGrid>
              <a:tr h="654844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Метрика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Расчёт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Значение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Support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20 / 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0,2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Confidence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20 / 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0,5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Lift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0,5 / 0,5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24B92-8823-4CA9-9741-CACAF85B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0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0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Lift выше 1 показывает ассоциацию. Причинность требует отдельной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9511592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D607C-E678-4AE4-A63D-BCBF36C1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Поиск ассоциативных правил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FDEC8-3557-4183-A9CE-79F93C77166C}"/>
              </a:ext>
            </a:extLst>
          </p:cNvPr>
          <p:cNvGraphicFramePr/>
          <p:nvPr/>
        </p:nvGraphicFramePr>
        <p:xfrm>
          <a:off xmlns:a="http://schemas.openxmlformats.org/drawingml/2006/main" x="714375" y="2333625"/>
          <a:ext xmlns:a="http://schemas.openxmlformats.org/drawingml/2006/main" cx="106680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6858000"/>
              </a:tblGrid>
              <a:tr h="66675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Этап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Частые наборы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Наборы items с достаточным support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Правила X ⇒ 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Confidence и lift для кандидатов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Проверка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Предметная польза и проверяемая гипотеза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174B4-26CC-4FED-85BA-1DCF1F79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2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Apriori сокращает поиск через свойство частых наборов.</a:t>
            </a:r>
          </a:p>
        </p:txBody>
      </p:sp>
    </p:spTree>
    <p:extLst>
      <p:ext uri="{BB962C8B-B14F-4D97-AF65-F5344CB8AC3E}">
        <p14:creationId xmlns:p14="http://schemas.microsoft.com/office/powerpoint/2010/main" val="9511592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4F499-1D11-418C-8611-F2DE1C1B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Разреженные данные All Cups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DCDF3-722D-450A-A8A3-3BB678C119CA}"/>
              </a:ext>
            </a:extLst>
          </p:cNvPr>
          <p:cNvGraphicFramePr/>
          <p:nvPr/>
        </p:nvGraphicFramePr>
        <p:xfrm>
          <a:off xmlns:a="http://schemas.openxmlformats.org/drawingml/2006/main" x="714375" y="2047875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4381500"/>
              </a:tblGrid>
              <a:tr h="62865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Представление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Размер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Исходная CSR-матрица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14 590 × 77 888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Ненулевые значения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Около 0,18%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После SVD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14 590 × 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Плотная исходная копия float64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Около 9,1 ГБ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2FA16-1266-4DBC-8685-6B99F43D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2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2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TruncatedSVD обрабатывает CSR. Исходную матрицу целиком не уплотняем.</a:t>
            </a:r>
          </a:p>
        </p:txBody>
      </p:sp>
    </p:spTree>
    <p:extLst>
      <p:ext uri="{BB962C8B-B14F-4D97-AF65-F5344CB8AC3E}">
        <p14:creationId xmlns:p14="http://schemas.microsoft.com/office/powerpoint/2010/main" val="9511592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D68B5-B72F-42E0-A0CD-1F648596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Baseline кластеризации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CB07C-C5BF-4DCB-B4FD-E31F86DBB3D5}"/>
              </a:ext>
            </a:extLst>
          </p:cNvPr>
          <p:cNvGraphicFramePr/>
          <p:nvPr/>
        </p:nvGraphicFramePr>
        <p:xfrm>
          <a:off xmlns:a="http://schemas.openxmlformats.org/drawingml/2006/main" x="714375" y="209550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238750"/>
              </a:tblGrid>
              <a:tr h="62865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Шаг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Выход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TruncatedSVD 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Компактные координаты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L2 нормализация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Единичная длина строк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MiniBatchKMeans k = 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Метка каждой строки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CSV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Столбцы ID,TARGET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C2813-498C-40CD-B2DF-9EBD4DE5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k = 20 — стартовая гипотеза. Истинное число групп неизвестно.</a:t>
            </a:r>
          </a:p>
        </p:txBody>
      </p:sp>
    </p:spTree>
    <p:extLst>
      <p:ext uri="{BB962C8B-B14F-4D97-AF65-F5344CB8AC3E}">
        <p14:creationId xmlns:p14="http://schemas.microsoft.com/office/powerpoint/2010/main" val="9511592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280A6-7AB1-4338-B767-343A02BB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Диагностика baseline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BA9BD-8623-47C3-8A6A-5D88941FF5F7}"/>
              </a:ext>
            </a:extLst>
          </p:cNvPr>
          <p:cNvGraphicFramePr/>
          <p:nvPr/>
        </p:nvGraphicFramePr>
        <p:xfrm>
          <a:off xmlns:a="http://schemas.openxmlformats.org/drawingml/2006/main" x="714375" y="2286000"/>
          <a:ext xmlns:a="http://schemas.openxmlformats.org/drawingml/2006/main" cx="10668000" cy="252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4381500"/>
              </a:tblGrid>
              <a:tr h="631031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Наблюдение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0077FF"/>
                          </a:solidFill>
                          <a:latin typeface="Play"/>
                          <a:ea typeface="Play"/>
                          <a:cs typeface="Play"/>
                        </a:rPr>
                        <a:t>Локальный результат</a:t>
                      </a:r>
                    </a:p>
                  </a:txBody>
                  <a:tcPr marL="91440" marR="91440" marT="45720" marB="45720">
                    <a:solidFill>
                      <a:srgbClr val="EBF3F9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64 компоненты SVD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4,78% объяснённой вариации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Cosine silhouette на 1200 строках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0,0749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Размеры 20 кластеров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82333"/>
                          </a:solidFill>
                          <a:latin typeface="Play"/>
                          <a:ea typeface="Play"/>
                          <a:cs typeface="Play"/>
                        </a:rPr>
                        <a:t>От 175 до 1206 объектов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A08B2-71B8-4B4B-ABDF-8E77874D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Скрытый ARI вычисляет All Cups. Эти результаты его не заменяют.</a:t>
            </a:r>
          </a:p>
        </p:txBody>
      </p:sp>
    </p:spTree>
    <p:extLst>
      <p:ext uri="{BB962C8B-B14F-4D97-AF65-F5344CB8AC3E}">
        <p14:creationId xmlns:p14="http://schemas.microsoft.com/office/powerpoint/2010/main" val="9511592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B947F-8FD2-4255-BB87-30367F48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Интерпретация результата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2E4FB-ED7C-4D63-9E1A-2804FB71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6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6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Что означает близость после выбора признаков и нормализации?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A9073-272A-48C5-890B-9EFCDF00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6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6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Как отличить геометрическую оценку от совпадения с эталоном?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18FF4-60D5-46E4-9ABF-E2B6185A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6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6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Какое одно изменение проверим следующим?</a:t>
            </a:r>
          </a:p>
        </p:txBody>
      </p:sp>
    </p:spTree>
    <p:extLst>
      <p:ext uri="{BB962C8B-B14F-4D97-AF65-F5344CB8AC3E}">
        <p14:creationId xmlns:p14="http://schemas.microsoft.com/office/powerpoint/2010/main" val="9511592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14E4A-B44E-4756-A7C7-9A403798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23" y="57150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0077FF"/>
                </a:solidFill>
                <a:latin typeface="Play"/>
                <a:ea typeface="Play"/>
                <a:cs typeface="Play"/>
              </a:defRPr>
            </a:pPr>
            <a:r>
              <a:rPr sz="3600" b="0">
                <a:solidFill>
                  <a:srgbClr val="0077FF"/>
                </a:solidFill>
                <a:latin typeface="Play"/>
                <a:ea typeface="Play"/>
                <a:cs typeface="Play"/>
              </a:rPr>
              <a:t>Практика кластеризации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CB81B-3442-4A37-A4A1-05C30F2E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1066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7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Аудит CSR, SVD, кластеризация, диагностика и CSV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C3EF5-225D-4D30-8CF8-CAC19012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2333"/>
                </a:solidFill>
                <a:latin typeface="Play"/>
                <a:ea typeface="Play"/>
                <a:cs typeface="Play"/>
              </a:defRPr>
            </a:pPr>
            <a:r>
              <a:rPr sz="2400" b="0">
                <a:solidFill>
                  <a:srgbClr val="182333"/>
                </a:solidFill>
                <a:latin typeface="Play"/>
                <a:ea typeface="Play"/>
                <a:cs typeface="Play"/>
              </a:rPr>
              <a:t>Самостоятельно: изменить k с 20 на 15 и сравнить те же диагностики.</a:t>
            </a:r>
          </a:p>
        </p:txBody>
      </p:sp>
    </p:spTree>
    <p:extLst>
      <p:ext uri="{BB962C8B-B14F-4D97-AF65-F5344CB8AC3E}">
        <p14:creationId xmlns:p14="http://schemas.microsoft.com/office/powerpoint/2010/main" val="951159280"/>
      </p:ext>
    </p:extLst>
  </p:cSld>
</p:sld>
</file>

<file path=ppt/theme/theme1.xml><?xml version="1.0" encoding="utf-8"?>
<a:theme xmlns:a="http://schemas.openxmlformats.org/drawingml/2006/main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K Educa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MIEM HSE course</dc:creator>
  <cp:lastModifiedBy>MIEM HSE course</cp:lastModifiedBy>
  <dc:title>Presentation</dc:title>
  <dcterms:created xsi:type="dcterms:W3CDTF">2026-10-04T20:57:04.9700000Z</dcterms:created>
  <dcterms:modified xsi:type="dcterms:W3CDTF">2026-10-04T20:57:04.9700000Z</dcterms:modified>
</cp:coreProperties>
</file>